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0" y="2057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Metrology Design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0" y="282892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Name: </a:t>
            </a:r>
            <a:pPr indent="0" marL="0">
              <a:lnSpc>
                <a:spcPts val="3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J510</a:t>
            </a:r>
            <a:pPr indent="0" marL="0">
              <a:lnSpc>
                <a:spcPts val="3200"/>
              </a:lnSpc>
              <a:buNone/>
            </a:pPr>
            <a:endParaRPr lang="en-US" sz="1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Number &amp; Rev：</a:t>
            </a:r>
            <a:endParaRPr lang="en-US" sz="1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160-06631-01-01</a:t>
            </a:r>
            <a:pPr indent="0" marL="0">
              <a:lnSpc>
                <a:spcPts val="3200"/>
              </a:lnSpc>
              <a:buNone/>
            </a:pPr>
            <a:endParaRPr lang="en-US" sz="1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Vendor：</a:t>
            </a:r>
            <a:endParaRPr lang="en-US" sz="1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MAGSOUND</a:t>
            </a:r>
            <a:pPr indent="0" marL="0">
              <a:lnSpc>
                <a:spcPts val="3200"/>
              </a:lnSpc>
              <a:buNone/>
            </a:pPr>
            <a:endParaRPr lang="en-US" sz="1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Date：</a:t>
            </a:r>
            <a:endParaRPr lang="en-US" sz="1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2025/01/14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0" y="154305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 sheet              Page 1</a:t>
            </a:r>
            <a:endParaRPr lang="en-US" sz="18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                 Page 2</a:t>
            </a:r>
            <a:endParaRPr lang="en-US" sz="18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List             Page 3</a:t>
            </a:r>
            <a:endParaRPr lang="en-US" sz="18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 Equipment    Page 4-9</a:t>
            </a:r>
            <a:endParaRPr lang="en-US" sz="18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 Fixture List Page 10</a:t>
            </a:r>
            <a:endParaRPr lang="en-US" sz="18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Bom List                 Page 11</a:t>
            </a:r>
            <a:endParaRPr lang="en-US" sz="18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 for Each Measurement Page 12-22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571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| J510 | Measurement Equipment Details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71600" y="12858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Name: </a:t>
            </a:r>
            <a:pPr indent="0" marL="0">
              <a:lnSpc>
                <a:spcPts val="3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KEYENCE</a:t>
            </a:r>
            <a:pPr indent="0" marL="0">
              <a:lnSpc>
                <a:spcPts val="3200"/>
              </a:lnSpc>
              <a:buNone/>
            </a:pPr>
            <a:endParaRPr lang="en-US" sz="1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Manufacturer: </a:t>
            </a:r>
            <a:endParaRPr lang="en-US" sz="1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KEYENCE</a:t>
            </a:r>
            <a:pPr indent="0" marL="0">
              <a:lnSpc>
                <a:spcPts val="3200"/>
              </a:lnSpc>
              <a:buNone/>
            </a:pPr>
            <a:endParaRPr lang="en-US" sz="1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 </a:t>
            </a:r>
            <a:endParaRPr lang="en-US" sz="1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IM-7101</a:t>
            </a:r>
            <a:pPr indent="0" marL="0">
              <a:lnSpc>
                <a:spcPts val="3200"/>
              </a:lnSpc>
              <a:buNone/>
            </a:pPr>
            <a:endParaRPr lang="en-US" sz="1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Range: </a:t>
            </a:r>
            <a:endParaRPr lang="en-US" sz="1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Φ100x200mm (Wide), Φ25x125mm (High)</a:t>
            </a:r>
            <a:pPr indent="0" marL="0">
              <a:lnSpc>
                <a:spcPts val="3200"/>
              </a:lnSpc>
              <a:buNone/>
            </a:pPr>
            <a:endParaRPr lang="en-US" sz="1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Accuracy: </a:t>
            </a:r>
            <a:endParaRPr lang="en-US" sz="1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±0.001mm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430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| J510 | Metrology Details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617220"/>
          <a:ext cx="8229600" cy="3857625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1371600"/>
                <a:gridCol w="1371600"/>
                <a:gridCol w="1097280"/>
                <a:gridCol w="914400"/>
                <a:gridCol w="914400"/>
                <a:gridCol w="1097280"/>
              </a:tblGrid>
              <a:tr h="7715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Specification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Fixture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In-Process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 check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3*2.00±0.10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Thickness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Guo Teng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3*2.85±0.10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Width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Guo Teng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14.20±0.10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Length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Guo Teng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2*30.96°±3.00°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Angle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Guo Teng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571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 Magnet Thickness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77152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 1/SPC A: 3*2.00±0.10 CPK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2858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Measurement Method：HG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Fixture：/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Measurement status：Free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Measurement procedure：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3145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将产品如下图平放大理石平台上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将高度规测针在大理石平台上A1点归零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测量产品厚度并记录数值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0" y="2314575"/>
            <a:ext cx="3200400" cy="20574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3188970"/>
            <a:ext cx="32004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[测量示意图]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2026-01-14T05:54:44Z</dcterms:created>
  <dcterms:modified xsi:type="dcterms:W3CDTF">2026-01-14T05:54:44Z</dcterms:modified>
</cp:coreProperties>
</file>