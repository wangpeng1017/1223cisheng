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6256000" cy="9144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2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1pPr>
    <a:lvl2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2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2pPr>
    <a:lvl3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2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3pPr>
    <a:lvl4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2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4pPr>
    <a:lvl5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2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5pPr>
    <a:lvl6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2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6pPr>
    <a:lvl7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2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7pPr>
    <a:lvl8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2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8pPr>
    <a:lvl9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200" u="none" kumimoji="0" normalizeH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Light"/>
          <a:ea typeface="Helvetica Neue Light"/>
          <a:cs typeface="Helvetica Neue Light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 b="def" i="def"/>
      <a:tcStyle>
        <a:tcBdr/>
        <a:fill>
          <a:solidFill>
            <a:srgbClr val="E6EAF4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 b="def" i="def"/>
      <a:tcStyle>
        <a:tcBdr/>
        <a:fill>
          <a:solidFill>
            <a:srgbClr val="F8F4E7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 b="def" i="def"/>
      <a:tcStyle>
        <a:tcBdr/>
        <a:fill>
          <a:solidFill>
            <a:srgbClr val="EBE8EF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Shape 19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17" name="Shape 19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46100" latinLnBrk="0">
      <a:defRPr sz="2200">
        <a:latin typeface="+mn-lt"/>
        <a:ea typeface="+mn-ea"/>
        <a:cs typeface="+mn-cs"/>
        <a:sym typeface="Lucida Grande"/>
      </a:defRPr>
    </a:lvl1pPr>
    <a:lvl2pPr indent="228600" defTabSz="546100" latinLnBrk="0">
      <a:defRPr sz="2200">
        <a:latin typeface="+mn-lt"/>
        <a:ea typeface="+mn-ea"/>
        <a:cs typeface="+mn-cs"/>
        <a:sym typeface="Lucida Grande"/>
      </a:defRPr>
    </a:lvl2pPr>
    <a:lvl3pPr indent="457200" defTabSz="546100" latinLnBrk="0">
      <a:defRPr sz="2200">
        <a:latin typeface="+mn-lt"/>
        <a:ea typeface="+mn-ea"/>
        <a:cs typeface="+mn-cs"/>
        <a:sym typeface="Lucida Grande"/>
      </a:defRPr>
    </a:lvl3pPr>
    <a:lvl4pPr indent="685800" defTabSz="546100" latinLnBrk="0">
      <a:defRPr sz="2200">
        <a:latin typeface="+mn-lt"/>
        <a:ea typeface="+mn-ea"/>
        <a:cs typeface="+mn-cs"/>
        <a:sym typeface="Lucida Grande"/>
      </a:defRPr>
    </a:lvl4pPr>
    <a:lvl5pPr indent="914400" defTabSz="546100" latinLnBrk="0">
      <a:defRPr sz="2200">
        <a:latin typeface="+mn-lt"/>
        <a:ea typeface="+mn-ea"/>
        <a:cs typeface="+mn-cs"/>
        <a:sym typeface="Lucida Grande"/>
      </a:defRPr>
    </a:lvl5pPr>
    <a:lvl6pPr indent="1143000" defTabSz="546100" latinLnBrk="0">
      <a:defRPr sz="2200">
        <a:latin typeface="+mn-lt"/>
        <a:ea typeface="+mn-ea"/>
        <a:cs typeface="+mn-cs"/>
        <a:sym typeface="Lucida Grande"/>
      </a:defRPr>
    </a:lvl6pPr>
    <a:lvl7pPr indent="1371600" defTabSz="546100" latinLnBrk="0">
      <a:defRPr sz="2200">
        <a:latin typeface="+mn-lt"/>
        <a:ea typeface="+mn-ea"/>
        <a:cs typeface="+mn-cs"/>
        <a:sym typeface="Lucida Grande"/>
      </a:defRPr>
    </a:lvl7pPr>
    <a:lvl8pPr indent="1600200" defTabSz="546100" latinLnBrk="0">
      <a:defRPr sz="2200">
        <a:latin typeface="+mn-lt"/>
        <a:ea typeface="+mn-ea"/>
        <a:cs typeface="+mn-cs"/>
        <a:sym typeface="Lucida Grande"/>
      </a:defRPr>
    </a:lvl8pPr>
    <a:lvl9pPr indent="1828800" defTabSz="546100" latinLnBrk="0">
      <a:defRPr sz="2200">
        <a:latin typeface="+mn-lt"/>
        <a:ea typeface="+mn-ea"/>
        <a:cs typeface="+mn-cs"/>
        <a:sym typeface="Lucida Grand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Shape 19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6" name="Shape 19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defRPr sz="2400"/>
            </a:lvl1pPr>
          </a:lstStyle>
          <a:p>
            <a:pPr/>
            <a:r>
              <a:t>	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Shape 19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0" name="Shape 19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defRPr sz="2400"/>
            </a:lvl1pPr>
          </a:lstStyle>
          <a:p>
            <a:pPr/>
            <a:r>
              <a:t>	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Shape 19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54" name="Shape 19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defRPr sz="2400"/>
            </a:lvl1pPr>
          </a:lstStyle>
          <a:p>
            <a:pPr/>
            <a:r>
              <a:t>	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Shape 19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8" name="Shape 19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defRPr sz="2400"/>
            </a:lvl1pPr>
          </a:lstStyle>
          <a:p>
            <a:pPr/>
            <a:r>
              <a:t>	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Shape 19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82" name="Shape 19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defRPr sz="2400"/>
            </a:lvl1pPr>
          </a:lstStyle>
          <a:p>
            <a:pPr/>
            <a:r>
              <a:t>	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16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7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8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9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2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2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2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3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38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39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40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41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49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50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51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52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6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6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6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6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71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72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73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82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83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84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93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94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95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96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04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05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06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07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1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16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17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18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26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27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28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29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3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3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3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4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48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49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50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51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59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60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61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62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7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7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7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7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81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82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83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84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92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93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94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95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203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204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205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206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214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215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216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217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22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226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227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228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237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238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239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240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41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249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250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251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252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26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26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26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26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271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272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273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274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282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283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284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285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293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294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295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296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304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305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306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307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31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316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317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318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326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327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328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329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33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33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33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34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348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349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350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351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359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360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361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362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0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371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372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373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374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75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383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384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385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386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395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396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397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398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99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408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409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410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411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2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42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42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42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42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1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432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433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434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435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36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4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445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446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447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448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49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45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45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45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46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468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469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470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471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479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480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481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482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49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49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49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49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1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502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503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504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505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06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514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515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516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517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52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526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527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528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536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537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538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539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54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54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54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55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558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559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560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561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569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570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571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572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58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58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58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58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591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592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593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594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602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603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604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605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613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614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615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616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624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625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626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627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63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636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637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638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646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647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648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649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65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65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65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66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668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669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670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671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679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680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681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682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69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69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69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69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701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702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703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704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712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713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714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715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3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724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725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726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727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28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737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738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739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740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1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750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751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752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753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4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762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771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772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773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774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782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783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784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785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793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794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795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796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804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805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806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807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81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816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817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818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6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827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828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829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830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1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839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840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841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842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85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85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85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85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861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862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863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864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872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873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874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875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883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884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885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886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894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895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896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897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90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906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907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908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916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917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918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919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92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92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92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93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938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939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940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941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直线"/>
          <p:cNvSpPr/>
          <p:nvPr/>
        </p:nvSpPr>
        <p:spPr>
          <a:xfrm>
            <a:off x="598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9" name="标题文本"/>
          <p:cNvSpPr txBox="1"/>
          <p:nvPr>
            <p:ph type="title"/>
          </p:nvPr>
        </p:nvSpPr>
        <p:spPr>
          <a:xfrm>
            <a:off x="711200" y="2540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950" name="幻灯片编号"/>
          <p:cNvSpPr txBox="1"/>
          <p:nvPr>
            <p:ph type="sldNum" sz="quarter" idx="2"/>
          </p:nvPr>
        </p:nvSpPr>
        <p:spPr>
          <a:xfrm>
            <a:off x="8587333" y="8940800"/>
            <a:ext cx="227281" cy="225653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直线"/>
          <p:cNvSpPr/>
          <p:nvPr/>
        </p:nvSpPr>
        <p:spPr>
          <a:xfrm>
            <a:off x="598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标题文本"/>
          <p:cNvSpPr txBox="1"/>
          <p:nvPr>
            <p:ph type="title"/>
          </p:nvPr>
        </p:nvSpPr>
        <p:spPr>
          <a:xfrm>
            <a:off x="711200" y="2540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959" name="幻灯片编号"/>
          <p:cNvSpPr txBox="1"/>
          <p:nvPr>
            <p:ph type="sldNum" sz="quarter" idx="2"/>
          </p:nvPr>
        </p:nvSpPr>
        <p:spPr>
          <a:xfrm>
            <a:off x="8587333" y="8940800"/>
            <a:ext cx="227281" cy="225653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968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969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970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971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72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98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98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98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98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1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992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993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994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995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96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004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005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006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007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01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016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017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018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026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027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028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029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03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03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03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04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048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049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050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051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059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060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061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062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07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07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07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07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081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082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083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084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092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093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094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095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103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104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105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106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114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115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116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117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12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126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127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128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136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137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138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139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14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14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14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15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158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159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160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161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169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170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171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172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18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18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18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18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191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192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193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194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1203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204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1205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206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07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21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216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217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218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226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227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228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229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23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23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23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24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1249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250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1251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252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53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1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1262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263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1264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265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66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274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275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276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277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28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286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287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288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296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297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298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299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30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30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30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31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318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319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320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321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329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330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331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332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34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34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34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34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351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352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353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354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362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363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364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365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373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374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375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376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384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385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386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387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39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396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397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398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406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407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408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409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41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41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41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42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428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429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430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431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439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440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441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442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45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45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45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45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461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462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463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464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472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473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474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475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483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484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485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486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494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495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496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497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50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506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507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508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516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517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518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519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52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52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52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53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2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538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539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8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8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540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541" name="幻灯片编号"/>
          <p:cNvSpPr txBox="1"/>
          <p:nvPr>
            <p:ph type="sldNum" sz="quarter" idx="2"/>
          </p:nvPr>
        </p:nvSpPr>
        <p:spPr>
          <a:xfrm>
            <a:off x="8589514" y="8940800"/>
            <a:ext cx="227280" cy="225653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549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550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551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552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56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56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56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56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571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572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573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574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582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583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584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585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593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594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595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596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604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605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606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607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61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616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617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618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626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627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628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629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63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63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63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64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648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649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650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651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659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660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661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662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67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67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67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67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681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682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683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684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692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693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694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695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703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704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705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706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714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715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716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717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72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726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727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728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736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737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738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739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74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74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74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75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758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759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760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761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769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770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771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772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780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781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782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783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791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792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793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794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矩形"/>
          <p:cNvSpPr/>
          <p:nvPr/>
        </p:nvSpPr>
        <p:spPr>
          <a:xfrm>
            <a:off x="-59267" y="8932333"/>
            <a:ext cx="18042468" cy="304802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2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802" name="直线"/>
          <p:cNvSpPr/>
          <p:nvPr/>
        </p:nvSpPr>
        <p:spPr>
          <a:xfrm>
            <a:off x="344705" y="838199"/>
            <a:ext cx="15543974" cy="1"/>
          </a:xfrm>
          <a:prstGeom prst="line">
            <a:avLst/>
          </a:prstGeom>
          <a:ln w="3175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803" name="Table 1"/>
          <p:cNvGraphicFramePr/>
          <p:nvPr/>
        </p:nvGraphicFramePr>
        <p:xfrm>
          <a:off x="42332" y="8898466"/>
          <a:ext cx="16196735" cy="24553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8367"/>
                <a:gridCol w="8098367"/>
              </a:tblGrid>
              <a:tr h="245533">
                <a:tc>
                  <a:txBody>
                    <a:bodyPr/>
                    <a:lstStyle/>
                    <a:p>
                      <a:pPr algn="l" defTabSz="914400">
                        <a:tabLst>
                          <a:tab pos="1308100" algn="l"/>
                        </a:tabLst>
                        <a:defRPr sz="1800"/>
                      </a:pPr>
                      <a:r>
                        <a:rPr sz="600">
                          <a:solidFill>
                            <a:srgbClr val="606060"/>
                          </a:solidFill>
                          <a:sym typeface="Helvetica Neue Light"/>
                        </a:rPr>
                        <a:t>2013.05.22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1308100" algn="l"/>
                        </a:tabLst>
                        <a:defRPr sz="1800"/>
                      </a:pPr>
                      <a:r>
                        <a:rPr sz="6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804" name="标题文本"/>
          <p:cNvSpPr txBox="1"/>
          <p:nvPr>
            <p:ph type="title"/>
          </p:nvPr>
        </p:nvSpPr>
        <p:spPr>
          <a:xfrm>
            <a:off x="711198" y="135466"/>
            <a:ext cx="14833603" cy="567268"/>
          </a:xfrm>
          <a:prstGeom prst="rect">
            <a:avLst/>
          </a:prstGeom>
        </p:spPr>
        <p:txBody>
          <a:bodyPr lIns="33865" tIns="33865" rIns="33865" bIns="33865"/>
          <a:lstStyle>
            <a:lvl1pPr defTabSz="825500">
              <a:defRPr sz="2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805" name="正文级别 1…"/>
          <p:cNvSpPr txBox="1"/>
          <p:nvPr>
            <p:ph type="body" idx="1"/>
          </p:nvPr>
        </p:nvSpPr>
        <p:spPr>
          <a:xfrm>
            <a:off x="711198" y="1024465"/>
            <a:ext cx="14833603" cy="7484536"/>
          </a:xfrm>
          <a:prstGeom prst="rect">
            <a:avLst/>
          </a:prstGeom>
        </p:spPr>
        <p:txBody>
          <a:bodyPr/>
          <a:lstStyle>
            <a:lvl1pPr marL="439963" indent="-122463" defTabSz="825500">
              <a:spcBef>
                <a:spcPts val="1400"/>
              </a:spcBef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884464" indent="-122463" defTabSz="825500">
              <a:spcBef>
                <a:spcPts val="1400"/>
              </a:spcBef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28964" indent="-122464" defTabSz="825500">
              <a:spcBef>
                <a:spcPts val="1400"/>
              </a:spcBef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773464" indent="-122464" defTabSz="825500">
              <a:spcBef>
                <a:spcPts val="1400"/>
              </a:spcBef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17964" indent="-122464" defTabSz="825500">
              <a:spcBef>
                <a:spcPts val="1400"/>
              </a:spcBef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06" name="幻灯片编号"/>
          <p:cNvSpPr txBox="1"/>
          <p:nvPr>
            <p:ph type="sldNum" sz="quarter" idx="2"/>
          </p:nvPr>
        </p:nvSpPr>
        <p:spPr>
          <a:xfrm>
            <a:off x="8034233" y="8822266"/>
            <a:ext cx="194733" cy="194733"/>
          </a:xfrm>
          <a:prstGeom prst="rect">
            <a:avLst/>
          </a:prstGeom>
        </p:spPr>
        <p:txBody>
          <a:bodyPr lIns="33865" tIns="33865" rIns="33865" bIns="33865"/>
          <a:lstStyle>
            <a:lvl1pPr defTabSz="825500">
              <a:defRPr sz="9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直线"/>
          <p:cNvSpPr/>
          <p:nvPr/>
        </p:nvSpPr>
        <p:spPr>
          <a:xfrm>
            <a:off x="344705" y="44704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4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aphicFrame>
        <p:nvGraphicFramePr>
          <p:cNvPr id="1815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816" name="Privileged and Confidential"/>
          <p:cNvSpPr txBox="1"/>
          <p:nvPr/>
        </p:nvSpPr>
        <p:spPr>
          <a:xfrm>
            <a:off x="7500596" y="8713489"/>
            <a:ext cx="1253110" cy="213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46100">
              <a:defRPr b="1" sz="700">
                <a:solidFill>
                  <a:srgbClr val="E324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Privileged and Confidential</a:t>
            </a:r>
          </a:p>
        </p:txBody>
      </p:sp>
      <p:sp>
        <p:nvSpPr>
          <p:cNvPr id="1817" name="标题文本"/>
          <p:cNvSpPr txBox="1"/>
          <p:nvPr>
            <p:ph type="title"/>
          </p:nvPr>
        </p:nvSpPr>
        <p:spPr>
          <a:xfrm>
            <a:off x="711200" y="1244600"/>
            <a:ext cx="14833600" cy="2971800"/>
          </a:xfrm>
          <a:prstGeom prst="rect">
            <a:avLst/>
          </a:prstGeom>
        </p:spPr>
        <p:txBody>
          <a:bodyPr anchor="b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818" name="正文级别 1…"/>
          <p:cNvSpPr txBox="1"/>
          <p:nvPr>
            <p:ph type="body" sz="half" idx="1"/>
          </p:nvPr>
        </p:nvSpPr>
        <p:spPr>
          <a:xfrm>
            <a:off x="711200" y="4711700"/>
            <a:ext cx="14833600" cy="29718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1pPr>
            <a:lvl2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buSzTx/>
              <a:buNone/>
              <a:defRPr sz="20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19" name="幻灯片编号"/>
          <p:cNvSpPr txBox="1"/>
          <p:nvPr>
            <p:ph type="sldNum" sz="quarter" idx="2"/>
          </p:nvPr>
        </p:nvSpPr>
        <p:spPr>
          <a:xfrm>
            <a:off x="7980362" y="8712200"/>
            <a:ext cx="292101" cy="304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w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矩形"/>
          <p:cNvSpPr/>
          <p:nvPr/>
        </p:nvSpPr>
        <p:spPr>
          <a:xfrm>
            <a:off x="-63500" y="8928100"/>
            <a:ext cx="18046700" cy="2921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827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828" name="Table 1"/>
          <p:cNvGraphicFramePr/>
          <p:nvPr/>
        </p:nvGraphicFramePr>
        <p:xfrm>
          <a:off x="38100" y="8902700"/>
          <a:ext cx="16192500" cy="254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54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		 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829" name="标题文本"/>
          <p:cNvSpPr txBox="1"/>
          <p:nvPr>
            <p:ph type="title"/>
          </p:nvPr>
        </p:nvSpPr>
        <p:spPr>
          <a:xfrm>
            <a:off x="711200" y="114300"/>
            <a:ext cx="14833600" cy="5588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830" name="幻灯片编号"/>
          <p:cNvSpPr txBox="1"/>
          <p:nvPr>
            <p:ph type="sldNum" sz="quarter" idx="2"/>
          </p:nvPr>
        </p:nvSpPr>
        <p:spPr>
          <a:xfrm>
            <a:off x="8580386" y="8928100"/>
            <a:ext cx="241403" cy="23798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NPP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直线"/>
          <p:cNvSpPr/>
          <p:nvPr/>
        </p:nvSpPr>
        <p:spPr>
          <a:xfrm flipV="1">
            <a:off x="914398" y="914398"/>
            <a:ext cx="14420089" cy="4"/>
          </a:xfrm>
          <a:prstGeom prst="line">
            <a:avLst/>
          </a:prstGeom>
          <a:ln w="12700">
            <a:solidFill>
              <a:srgbClr val="D6D6D6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8" name="正文级别 1…"/>
          <p:cNvSpPr txBox="1"/>
          <p:nvPr>
            <p:ph type="body" idx="1"/>
          </p:nvPr>
        </p:nvSpPr>
        <p:spPr>
          <a:xfrm>
            <a:off x="914992" y="1142999"/>
            <a:ext cx="14420089" cy="7318376"/>
          </a:xfrm>
          <a:prstGeom prst="rect">
            <a:avLst/>
          </a:prstGeom>
        </p:spPr>
        <p:txBody>
          <a:bodyPr lIns="50800" tIns="50800" rIns="50800" bIns="50800"/>
          <a:lstStyle>
            <a:lvl1pPr marL="356576" indent="-293076">
              <a:lnSpc>
                <a:spcPct val="100000"/>
              </a:lnSpc>
              <a:spcBef>
                <a:spcPts val="1100"/>
              </a:spcBef>
              <a:buClr>
                <a:srgbClr val="004479"/>
              </a:buClr>
              <a:buSzPct val="80000"/>
              <a:buFont typeface="Lucida Grande"/>
              <a:buChar char="‣"/>
              <a:defRPr sz="2400">
                <a:solidFill>
                  <a:srgbClr val="5F5E5F"/>
                </a:solidFill>
              </a:defRPr>
            </a:lvl1pPr>
            <a:lvl2pPr marL="787400" indent="-381000">
              <a:lnSpc>
                <a:spcPct val="100000"/>
              </a:lnSpc>
              <a:spcBef>
                <a:spcPts val="1100"/>
              </a:spcBef>
              <a:buClr>
                <a:srgbClr val="004479"/>
              </a:buClr>
              <a:buSzPct val="80000"/>
              <a:buFont typeface="Lucida Grande"/>
              <a:defRPr sz="2400">
                <a:solidFill>
                  <a:srgbClr val="5F5E5F"/>
                </a:solidFill>
              </a:defRPr>
            </a:lvl2pPr>
            <a:lvl3pPr marL="1130300" indent="-381000">
              <a:lnSpc>
                <a:spcPct val="100000"/>
              </a:lnSpc>
              <a:spcBef>
                <a:spcPts val="1100"/>
              </a:spcBef>
              <a:buClr>
                <a:srgbClr val="004479"/>
              </a:buClr>
              <a:buSzPct val="80000"/>
              <a:buFont typeface="Lucida Grande"/>
              <a:buChar char="-"/>
              <a:defRPr sz="2400">
                <a:solidFill>
                  <a:srgbClr val="5F5E5F"/>
                </a:solidFill>
              </a:defRPr>
            </a:lvl3pPr>
            <a:lvl4pPr marL="1473200" indent="-381000">
              <a:lnSpc>
                <a:spcPct val="100000"/>
              </a:lnSpc>
              <a:spcBef>
                <a:spcPts val="1100"/>
              </a:spcBef>
              <a:buClr>
                <a:srgbClr val="004479"/>
              </a:buClr>
              <a:buSzPct val="80000"/>
              <a:buFont typeface="Lucida Grande"/>
              <a:defRPr sz="2400">
                <a:solidFill>
                  <a:srgbClr val="5F5E5F"/>
                </a:solidFill>
              </a:defRPr>
            </a:lvl4pPr>
            <a:lvl5pPr marL="1473200" indent="-381000">
              <a:lnSpc>
                <a:spcPct val="100000"/>
              </a:lnSpc>
              <a:spcBef>
                <a:spcPts val="1100"/>
              </a:spcBef>
              <a:buClr>
                <a:srgbClr val="004479"/>
              </a:buClr>
              <a:buSzPct val="80000"/>
              <a:buFont typeface="Lucida Grande"/>
              <a:defRPr sz="2400">
                <a:solidFill>
                  <a:srgbClr val="5F5E5F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39" name="直线"/>
          <p:cNvSpPr/>
          <p:nvPr/>
        </p:nvSpPr>
        <p:spPr>
          <a:xfrm>
            <a:off x="819149" y="985837"/>
            <a:ext cx="12702" cy="12701"/>
          </a:xfrm>
          <a:prstGeom prst="line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0" name="Apple Confidential - Strictly Need to Know"/>
          <p:cNvSpPr txBox="1"/>
          <p:nvPr/>
        </p:nvSpPr>
        <p:spPr>
          <a:xfrm>
            <a:off x="6710680" y="8914140"/>
            <a:ext cx="2834642" cy="25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546100">
              <a:defRPr sz="1000">
                <a:solidFill>
                  <a:srgbClr val="53585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Apple Confidential - Strictly Need to Know</a:t>
            </a:r>
          </a:p>
        </p:txBody>
      </p:sp>
      <p:sp>
        <p:nvSpPr>
          <p:cNvPr id="1841" name="标题文本"/>
          <p:cNvSpPr txBox="1"/>
          <p:nvPr>
            <p:ph type="title"/>
          </p:nvPr>
        </p:nvSpPr>
        <p:spPr>
          <a:xfrm>
            <a:off x="914992" y="323571"/>
            <a:ext cx="14420089" cy="59436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92929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842" name="Rev. 01142015"/>
          <p:cNvSpPr txBox="1"/>
          <p:nvPr/>
        </p:nvSpPr>
        <p:spPr>
          <a:xfrm>
            <a:off x="900842" y="8697364"/>
            <a:ext cx="1003301" cy="23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584200">
              <a:defRPr sz="900">
                <a:solidFill>
                  <a:srgbClr val="53585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Rev. 01142015</a:t>
            </a:r>
          </a:p>
        </p:txBody>
      </p:sp>
      <p:sp>
        <p:nvSpPr>
          <p:cNvPr id="1843" name="幻灯片编号"/>
          <p:cNvSpPr txBox="1"/>
          <p:nvPr>
            <p:ph type="sldNum" sz="quarter" idx="2"/>
          </p:nvPr>
        </p:nvSpPr>
        <p:spPr>
          <a:xfrm>
            <a:off x="15098523" y="8683107"/>
            <a:ext cx="241403" cy="23810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900">
                <a:solidFill>
                  <a:srgbClr val="53585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Bullets (w/o date)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矩形"/>
          <p:cNvSpPr/>
          <p:nvPr/>
        </p:nvSpPr>
        <p:spPr>
          <a:xfrm>
            <a:off x="-67734" y="8923866"/>
            <a:ext cx="18042470" cy="304802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00100">
              <a:defRPr sz="32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851" name="直线"/>
          <p:cNvSpPr/>
          <p:nvPr/>
        </p:nvSpPr>
        <p:spPr>
          <a:xfrm>
            <a:off x="344706" y="838199"/>
            <a:ext cx="15543971" cy="1"/>
          </a:xfrm>
          <a:prstGeom prst="line">
            <a:avLst/>
          </a:prstGeom>
          <a:ln w="3175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852" name="Table 1"/>
          <p:cNvGraphicFramePr/>
          <p:nvPr/>
        </p:nvGraphicFramePr>
        <p:xfrm>
          <a:off x="42332" y="8890000"/>
          <a:ext cx="16188269" cy="24553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4134"/>
                <a:gridCol w="8094134"/>
              </a:tblGrid>
              <a:tr h="245533">
                <a:tc>
                  <a:txBody>
                    <a:bodyPr/>
                    <a:lstStyle/>
                    <a:p>
                      <a:pPr defTabSz="914400">
                        <a:tabLst>
                          <a:tab pos="1257300" algn="l"/>
                        </a:tabLst>
                        <a:defRPr b="1" sz="2000">
                          <a:solidFill>
                            <a:srgbClr val="60606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257300" algn="l"/>
                          <a:tab pos="8724900" algn="r"/>
                        </a:tabLst>
                        <a:defRPr b="1" sz="2000">
                          <a:solidFill>
                            <a:srgbClr val="60606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853" name="标题文本"/>
          <p:cNvSpPr txBox="1"/>
          <p:nvPr>
            <p:ph type="title"/>
          </p:nvPr>
        </p:nvSpPr>
        <p:spPr>
          <a:xfrm>
            <a:off x="719666" y="126998"/>
            <a:ext cx="14833602" cy="558803"/>
          </a:xfrm>
          <a:prstGeom prst="rect">
            <a:avLst/>
          </a:prstGeom>
        </p:spPr>
        <p:txBody>
          <a:bodyPr lIns="33865" tIns="33865" rIns="33865" bIns="33865"/>
          <a:lstStyle>
            <a:lvl1pPr defTabSz="800100"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854" name="正文级别 1…"/>
          <p:cNvSpPr txBox="1"/>
          <p:nvPr>
            <p:ph type="body" idx="1"/>
          </p:nvPr>
        </p:nvSpPr>
        <p:spPr>
          <a:xfrm>
            <a:off x="719666" y="1024465"/>
            <a:ext cx="14833602" cy="7493002"/>
          </a:xfrm>
          <a:prstGeom prst="rect">
            <a:avLst/>
          </a:prstGeom>
        </p:spPr>
        <p:txBody>
          <a:bodyPr/>
          <a:lstStyle>
            <a:lvl1pPr marL="436562" indent="-119062" defTabSz="800100">
              <a:spcBef>
                <a:spcPts val="1300"/>
              </a:spcBef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881062" indent="-119062" defTabSz="800100">
              <a:spcBef>
                <a:spcPts val="1300"/>
              </a:spcBef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25562" indent="-119062" defTabSz="800100">
              <a:spcBef>
                <a:spcPts val="1300"/>
              </a:spcBef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770061" indent="-119061" defTabSz="800100">
              <a:spcBef>
                <a:spcPts val="1300"/>
              </a:spcBef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14561" indent="-119061" defTabSz="800100">
              <a:spcBef>
                <a:spcPts val="1300"/>
              </a:spcBef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55" name="幻灯片编号"/>
          <p:cNvSpPr txBox="1"/>
          <p:nvPr>
            <p:ph type="sldNum" sz="quarter" idx="2"/>
          </p:nvPr>
        </p:nvSpPr>
        <p:spPr>
          <a:xfrm>
            <a:off x="8675984" y="8949266"/>
            <a:ext cx="221657" cy="216449"/>
          </a:xfrm>
          <a:prstGeom prst="rect">
            <a:avLst/>
          </a:prstGeom>
        </p:spPr>
        <p:txBody>
          <a:bodyPr lIns="33865" tIns="33865" rIns="33865" bIns="33865">
            <a:spAutoFit/>
          </a:bodyPr>
          <a:lstStyle>
            <a:lvl1pPr defTabSz="800100">
              <a:defRPr sz="1000">
                <a:solidFill>
                  <a:srgbClr val="60606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矩形"/>
          <p:cNvSpPr/>
          <p:nvPr/>
        </p:nvSpPr>
        <p:spPr>
          <a:xfrm>
            <a:off x="-20638" y="8928100"/>
            <a:ext cx="16294102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18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863" name="直线"/>
          <p:cNvSpPr/>
          <p:nvPr/>
        </p:nvSpPr>
        <p:spPr>
          <a:xfrm>
            <a:off x="344487" y="838200"/>
            <a:ext cx="15544802" cy="0"/>
          </a:xfrm>
          <a:prstGeom prst="line">
            <a:avLst/>
          </a:prstGeom>
          <a:ln w="12700">
            <a:solidFill>
              <a:srgbClr val="92929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864" name="Table 1"/>
          <p:cNvGraphicFramePr/>
          <p:nvPr/>
        </p:nvGraphicFramePr>
        <p:xfrm>
          <a:off x="38100" y="8915400"/>
          <a:ext cx="16192500" cy="27305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397500"/>
                <a:gridCol w="5397500"/>
                <a:gridCol w="5397500"/>
              </a:tblGrid>
              <a:tr h="273050">
                <a:tc>
                  <a:txBody>
                    <a:bodyPr/>
                    <a:lstStyle/>
                    <a:p>
                      <a:pPr algn="l">
                        <a:tabLst>
                          <a:tab pos="863600" algn="l"/>
                        </a:tabLst>
                        <a:defRPr sz="1800"/>
                      </a:pPr>
                      <a:r>
                        <a:rPr i="1" sz="1000">
                          <a:solidFill>
                            <a:srgbClr val="606060"/>
                          </a:solidFill>
                          <a:sym typeface="Helvetica Neue Light"/>
                        </a:rPr>
                        <a:t>4/19/2016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000000"/>
                      </a:solidFill>
                    </a:lnL>
                    <a:lnR w="3175">
                      <a:solidFill>
                        <a:srgbClr val="000000"/>
                      </a:solidFill>
                    </a:lnR>
                    <a:lnT w="3175">
                      <a:solidFill>
                        <a:srgbClr val="000000"/>
                      </a:solidFill>
                    </a:lnT>
                    <a:lnB w="317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i="1" sz="1000">
                          <a:solidFill>
                            <a:srgbClr val="606060"/>
                          </a:solidFill>
                          <a:sym typeface="Helvetica Neue Light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000000"/>
                      </a:solidFill>
                    </a:lnL>
                    <a:lnR w="3175">
                      <a:solidFill>
                        <a:srgbClr val="000000"/>
                      </a:solidFill>
                    </a:lnR>
                    <a:lnT w="3175">
                      <a:solidFill>
                        <a:srgbClr val="000000"/>
                      </a:solidFill>
                    </a:lnT>
                    <a:lnB w="317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i="1" sz="10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000000"/>
                      </a:solidFill>
                    </a:lnL>
                    <a:lnR w="3175">
                      <a:solidFill>
                        <a:srgbClr val="000000"/>
                      </a:solidFill>
                    </a:lnR>
                    <a:lnT w="3175">
                      <a:solidFill>
                        <a:srgbClr val="000000"/>
                      </a:solidFill>
                    </a:lnT>
                    <a:lnB w="3175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65" name="幻灯片编号"/>
          <p:cNvSpPr txBox="1"/>
          <p:nvPr>
            <p:ph type="sldNum" sz="quarter" idx="2"/>
          </p:nvPr>
        </p:nvSpPr>
        <p:spPr>
          <a:xfrm>
            <a:off x="8263743" y="8915400"/>
            <a:ext cx="255564" cy="23714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000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ullets (Categories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矩形"/>
          <p:cNvSpPr/>
          <p:nvPr/>
        </p:nvSpPr>
        <p:spPr>
          <a:xfrm>
            <a:off x="-63500" y="8928100"/>
            <a:ext cx="163576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873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874" name="Table 1"/>
          <p:cNvGraphicFramePr/>
          <p:nvPr/>
        </p:nvGraphicFramePr>
        <p:xfrm>
          <a:off x="38100" y="89154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397500"/>
                <a:gridCol w="5397500"/>
                <a:gridCol w="539750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863600" algn="l"/>
                          <a:tab pos="6870700" algn="r"/>
                        </a:tabLst>
                        <a:defRPr sz="1800"/>
                      </a:pPr>
                      <a:r>
                        <a:rPr sz="900">
                          <a:solidFill>
                            <a:srgbClr val="606060"/>
                          </a:solidFill>
                          <a:sym typeface="Helvetica Neue Light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1100">
                          <a:solidFill>
                            <a:srgbClr val="606060"/>
                          </a:solidFill>
                          <a:sym typeface="Helvetica Neue Light"/>
                        </a:rPr>
                        <a:t>iPad Enclosure Ops - Apple Privileged &amp;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875" name="标题文本"/>
          <p:cNvSpPr txBox="1"/>
          <p:nvPr>
            <p:ph type="title"/>
          </p:nvPr>
        </p:nvSpPr>
        <p:spPr>
          <a:xfrm>
            <a:off x="711200" y="127000"/>
            <a:ext cx="14833600" cy="711200"/>
          </a:xfrm>
          <a:prstGeom prst="rect">
            <a:avLst/>
          </a:prstGeom>
        </p:spPr>
        <p:txBody>
          <a:bodyPr anchor="t"/>
          <a:lstStyle>
            <a:lvl1pPr>
              <a:defRPr sz="3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876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sz="22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571500">
              <a:defRPr sz="22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952500">
              <a:buChar char="-"/>
              <a:defRPr sz="22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333500">
              <a:defRPr sz="22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1714500">
              <a:defRPr sz="22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77" name="幻灯片编号"/>
          <p:cNvSpPr txBox="1"/>
          <p:nvPr>
            <p:ph type="sldNum" sz="quarter" idx="2"/>
          </p:nvPr>
        </p:nvSpPr>
        <p:spPr>
          <a:xfrm>
            <a:off x="8272411" y="8928100"/>
            <a:ext cx="241403" cy="23798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900">
                <a:solidFill>
                  <a:srgbClr val="60606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4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885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iPad Enclosure Ops - Apple Privileged &amp; Confidential"/>
          <p:cNvSpPr txBox="1"/>
          <p:nvPr/>
        </p:nvSpPr>
        <p:spPr>
          <a:xfrm>
            <a:off x="11023600" y="8908298"/>
            <a:ext cx="5118100" cy="237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 algn="r" defTabSz="914400">
              <a:tabLst>
                <a:tab pos="863600" algn="l"/>
              </a:tabLst>
              <a:defRPr sz="1100">
                <a:solidFill>
                  <a:srgbClr val="606060"/>
                </a:solidFill>
              </a:defRPr>
            </a:lvl1pPr>
          </a:lstStyle>
          <a:p>
            <a:pPr/>
            <a:r>
              <a:t>iPad Enclosure Ops - Apple Privileged &amp; Confidential</a:t>
            </a:r>
          </a:p>
        </p:txBody>
      </p:sp>
      <p:sp>
        <p:nvSpPr>
          <p:cNvPr id="1887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888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89" name="幻灯片编号"/>
          <p:cNvSpPr txBox="1"/>
          <p:nvPr>
            <p:ph type="sldNum" sz="quarter" idx="2"/>
          </p:nvPr>
        </p:nvSpPr>
        <p:spPr>
          <a:xfrm>
            <a:off x="7969250" y="8674100"/>
            <a:ext cx="317500" cy="34290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标题文本"/>
          <p:cNvSpPr txBox="1"/>
          <p:nvPr>
            <p:ph type="title"/>
          </p:nvPr>
        </p:nvSpPr>
        <p:spPr>
          <a:xfrm>
            <a:off x="3222625" y="1535905"/>
            <a:ext cx="9810750" cy="3095627"/>
          </a:xfrm>
          <a:prstGeom prst="rect">
            <a:avLst/>
          </a:prstGeom>
        </p:spPr>
        <p:txBody>
          <a:bodyPr lIns="47625" tIns="47625" rIns="47625" bIns="47625" anchor="b"/>
          <a:lstStyle>
            <a:lvl1pPr algn="ctr" defTabSz="547687">
              <a:defRPr sz="74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897" name="正文级别 1…"/>
          <p:cNvSpPr txBox="1"/>
          <p:nvPr>
            <p:ph type="body" sz="quarter" idx="1"/>
          </p:nvPr>
        </p:nvSpPr>
        <p:spPr>
          <a:xfrm>
            <a:off x="3222625" y="4714875"/>
            <a:ext cx="9810750" cy="1059658"/>
          </a:xfrm>
          <a:prstGeom prst="rect">
            <a:avLst/>
          </a:prstGeom>
        </p:spPr>
        <p:txBody>
          <a:bodyPr lIns="47625" tIns="47625" rIns="47625" bIns="47625"/>
          <a:lstStyle>
            <a:lvl1pPr marL="0" indent="0" algn="ctr" defTabSz="547687">
              <a:lnSpc>
                <a:spcPct val="100000"/>
              </a:lnSpc>
              <a:spcBef>
                <a:spcPts val="0"/>
              </a:spcBef>
              <a:buSzTx/>
              <a:buNone/>
              <a:defRPr sz="3000"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indent="0" algn="ctr" defTabSz="547687">
              <a:lnSpc>
                <a:spcPct val="100000"/>
              </a:lnSpc>
              <a:spcBef>
                <a:spcPts val="0"/>
              </a:spcBef>
              <a:buSzTx/>
              <a:buNone/>
              <a:defRPr sz="3000"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indent="0" algn="ctr" defTabSz="547687">
              <a:lnSpc>
                <a:spcPct val="100000"/>
              </a:lnSpc>
              <a:spcBef>
                <a:spcPts val="0"/>
              </a:spcBef>
              <a:buSzTx/>
              <a:buNone/>
              <a:defRPr sz="3000"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indent="0" algn="ctr" defTabSz="547687">
              <a:lnSpc>
                <a:spcPct val="100000"/>
              </a:lnSpc>
              <a:spcBef>
                <a:spcPts val="0"/>
              </a:spcBef>
              <a:buSzTx/>
              <a:buNone/>
              <a:defRPr sz="3000"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indent="0" algn="ctr" defTabSz="547687">
              <a:lnSpc>
                <a:spcPct val="100000"/>
              </a:lnSpc>
              <a:spcBef>
                <a:spcPts val="0"/>
              </a:spcBef>
              <a:buSzTx/>
              <a:buNone/>
              <a:defRPr sz="3000"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98" name="幻灯片编号"/>
          <p:cNvSpPr txBox="1"/>
          <p:nvPr>
            <p:ph type="sldNum" sz="quarter" idx="2"/>
          </p:nvPr>
        </p:nvSpPr>
        <p:spPr>
          <a:xfrm>
            <a:off x="7955092" y="8673703"/>
            <a:ext cx="333910" cy="336551"/>
          </a:xfrm>
          <a:prstGeom prst="rect">
            <a:avLst/>
          </a:prstGeom>
        </p:spPr>
        <p:txBody>
          <a:bodyPr lIns="47625" tIns="47625" rIns="47625" bIns="47625">
            <a:spAutoFit/>
          </a:bodyPr>
          <a:lstStyle>
            <a:lvl1pPr defTabSz="547687">
              <a:defRPr sz="16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906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907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8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8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908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909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91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53.xml"/><Relationship Id="rId55" Type="http://schemas.openxmlformats.org/officeDocument/2006/relationships/slideLayout" Target="../slideLayouts/slideLayout54.xml"/><Relationship Id="rId56" Type="http://schemas.openxmlformats.org/officeDocument/2006/relationships/slideLayout" Target="../slideLayouts/slideLayout55.xml"/><Relationship Id="rId57" Type="http://schemas.openxmlformats.org/officeDocument/2006/relationships/slideLayout" Target="../slideLayouts/slideLayout56.xml"/><Relationship Id="rId58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58.xml"/><Relationship Id="rId60" Type="http://schemas.openxmlformats.org/officeDocument/2006/relationships/slideLayout" Target="../slideLayouts/slideLayout59.xml"/><Relationship Id="rId61" Type="http://schemas.openxmlformats.org/officeDocument/2006/relationships/slideLayout" Target="../slideLayouts/slideLayout60.xml"/><Relationship Id="rId62" Type="http://schemas.openxmlformats.org/officeDocument/2006/relationships/slideLayout" Target="../slideLayouts/slideLayout61.xml"/><Relationship Id="rId63" Type="http://schemas.openxmlformats.org/officeDocument/2006/relationships/slideLayout" Target="../slideLayouts/slideLayout62.xml"/><Relationship Id="rId64" Type="http://schemas.openxmlformats.org/officeDocument/2006/relationships/slideLayout" Target="../slideLayouts/slideLayout63.xml"/><Relationship Id="rId65" Type="http://schemas.openxmlformats.org/officeDocument/2006/relationships/slideLayout" Target="../slideLayouts/slideLayout64.xml"/><Relationship Id="rId66" Type="http://schemas.openxmlformats.org/officeDocument/2006/relationships/slideLayout" Target="../slideLayouts/slideLayout65.xml"/><Relationship Id="rId67" Type="http://schemas.openxmlformats.org/officeDocument/2006/relationships/slideLayout" Target="../slideLayouts/slideLayout66.xml"/><Relationship Id="rId68" Type="http://schemas.openxmlformats.org/officeDocument/2006/relationships/slideLayout" Target="../slideLayouts/slideLayout67.xml"/><Relationship Id="rId69" Type="http://schemas.openxmlformats.org/officeDocument/2006/relationships/slideLayout" Target="../slideLayouts/slideLayout68.xml"/><Relationship Id="rId70" Type="http://schemas.openxmlformats.org/officeDocument/2006/relationships/slideLayout" Target="../slideLayouts/slideLayout69.xml"/><Relationship Id="rId71" Type="http://schemas.openxmlformats.org/officeDocument/2006/relationships/slideLayout" Target="../slideLayouts/slideLayout70.xml"/><Relationship Id="rId72" Type="http://schemas.openxmlformats.org/officeDocument/2006/relationships/slideLayout" Target="../slideLayouts/slideLayout71.xml"/><Relationship Id="rId73" Type="http://schemas.openxmlformats.org/officeDocument/2006/relationships/slideLayout" Target="../slideLayouts/slideLayout72.xml"/><Relationship Id="rId74" Type="http://schemas.openxmlformats.org/officeDocument/2006/relationships/slideLayout" Target="../slideLayouts/slideLayout73.xml"/><Relationship Id="rId75" Type="http://schemas.openxmlformats.org/officeDocument/2006/relationships/slideLayout" Target="../slideLayouts/slideLayout74.xml"/><Relationship Id="rId76" Type="http://schemas.openxmlformats.org/officeDocument/2006/relationships/slideLayout" Target="../slideLayouts/slideLayout75.xml"/><Relationship Id="rId77" Type="http://schemas.openxmlformats.org/officeDocument/2006/relationships/slideLayout" Target="../slideLayouts/slideLayout76.xml"/><Relationship Id="rId78" Type="http://schemas.openxmlformats.org/officeDocument/2006/relationships/slideLayout" Target="../slideLayouts/slideLayout77.xml"/><Relationship Id="rId79" Type="http://schemas.openxmlformats.org/officeDocument/2006/relationships/slideLayout" Target="../slideLayouts/slideLayout78.xml"/><Relationship Id="rId80" Type="http://schemas.openxmlformats.org/officeDocument/2006/relationships/slideLayout" Target="../slideLayouts/slideLayout79.xml"/><Relationship Id="rId81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1.xml"/><Relationship Id="rId83" Type="http://schemas.openxmlformats.org/officeDocument/2006/relationships/slideLayout" Target="../slideLayouts/slideLayout82.xml"/><Relationship Id="rId84" Type="http://schemas.openxmlformats.org/officeDocument/2006/relationships/slideLayout" Target="../slideLayouts/slideLayout83.xml"/><Relationship Id="rId85" Type="http://schemas.openxmlformats.org/officeDocument/2006/relationships/slideLayout" Target="../slideLayouts/slideLayout84.xml"/><Relationship Id="rId86" Type="http://schemas.openxmlformats.org/officeDocument/2006/relationships/slideLayout" Target="../slideLayouts/slideLayout85.xml"/><Relationship Id="rId87" Type="http://schemas.openxmlformats.org/officeDocument/2006/relationships/slideLayout" Target="../slideLayouts/slideLayout86.xml"/><Relationship Id="rId88" Type="http://schemas.openxmlformats.org/officeDocument/2006/relationships/slideLayout" Target="../slideLayouts/slideLayout87.xml"/><Relationship Id="rId89" Type="http://schemas.openxmlformats.org/officeDocument/2006/relationships/slideLayout" Target="../slideLayouts/slideLayout88.xml"/><Relationship Id="rId90" Type="http://schemas.openxmlformats.org/officeDocument/2006/relationships/slideLayout" Target="../slideLayouts/slideLayout89.xml"/><Relationship Id="rId91" Type="http://schemas.openxmlformats.org/officeDocument/2006/relationships/slideLayout" Target="../slideLayouts/slideLayout90.xml"/><Relationship Id="rId92" Type="http://schemas.openxmlformats.org/officeDocument/2006/relationships/slideLayout" Target="../slideLayouts/slideLayout91.xml"/><Relationship Id="rId93" Type="http://schemas.openxmlformats.org/officeDocument/2006/relationships/slideLayout" Target="../slideLayouts/slideLayout92.xml"/><Relationship Id="rId94" Type="http://schemas.openxmlformats.org/officeDocument/2006/relationships/slideLayout" Target="../slideLayouts/slideLayout93.xml"/><Relationship Id="rId95" Type="http://schemas.openxmlformats.org/officeDocument/2006/relationships/slideLayout" Target="../slideLayouts/slideLayout94.xml"/><Relationship Id="rId96" Type="http://schemas.openxmlformats.org/officeDocument/2006/relationships/slideLayout" Target="../slideLayouts/slideLayout95.xml"/><Relationship Id="rId97" Type="http://schemas.openxmlformats.org/officeDocument/2006/relationships/slideLayout" Target="../slideLayouts/slideLayout96.xml"/><Relationship Id="rId98" Type="http://schemas.openxmlformats.org/officeDocument/2006/relationships/slideLayout" Target="../slideLayouts/slideLayout97.xml"/><Relationship Id="rId99" Type="http://schemas.openxmlformats.org/officeDocument/2006/relationships/slideLayout" Target="../slideLayouts/slideLayout98.xml"/><Relationship Id="rId100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0.xml"/><Relationship Id="rId102" Type="http://schemas.openxmlformats.org/officeDocument/2006/relationships/slideLayout" Target="../slideLayouts/slideLayout101.xml"/><Relationship Id="rId103" Type="http://schemas.openxmlformats.org/officeDocument/2006/relationships/slideLayout" Target="../slideLayouts/slideLayout102.xml"/><Relationship Id="rId104" Type="http://schemas.openxmlformats.org/officeDocument/2006/relationships/slideLayout" Target="../slideLayouts/slideLayout103.xml"/><Relationship Id="rId105" Type="http://schemas.openxmlformats.org/officeDocument/2006/relationships/slideLayout" Target="../slideLayouts/slideLayout104.xml"/><Relationship Id="rId106" Type="http://schemas.openxmlformats.org/officeDocument/2006/relationships/slideLayout" Target="../slideLayouts/slideLayout105.xml"/><Relationship Id="rId107" Type="http://schemas.openxmlformats.org/officeDocument/2006/relationships/slideLayout" Target="../slideLayouts/slideLayout106.xml"/><Relationship Id="rId108" Type="http://schemas.openxmlformats.org/officeDocument/2006/relationships/slideLayout" Target="../slideLayouts/slideLayout107.xml"/><Relationship Id="rId109" Type="http://schemas.openxmlformats.org/officeDocument/2006/relationships/slideLayout" Target="../slideLayouts/slideLayout108.xml"/><Relationship Id="rId110" Type="http://schemas.openxmlformats.org/officeDocument/2006/relationships/slideLayout" Target="../slideLayouts/slideLayout109.xml"/><Relationship Id="rId111" Type="http://schemas.openxmlformats.org/officeDocument/2006/relationships/slideLayout" Target="../slideLayouts/slideLayout110.xml"/><Relationship Id="rId112" Type="http://schemas.openxmlformats.org/officeDocument/2006/relationships/slideLayout" Target="../slideLayouts/slideLayout111.xml"/><Relationship Id="rId113" Type="http://schemas.openxmlformats.org/officeDocument/2006/relationships/slideLayout" Target="../slideLayouts/slideLayout112.xml"/><Relationship Id="rId114" Type="http://schemas.openxmlformats.org/officeDocument/2006/relationships/slideLayout" Target="../slideLayouts/slideLayout113.xml"/><Relationship Id="rId115" Type="http://schemas.openxmlformats.org/officeDocument/2006/relationships/slideLayout" Target="../slideLayouts/slideLayout114.xml"/><Relationship Id="rId116" Type="http://schemas.openxmlformats.org/officeDocument/2006/relationships/slideLayout" Target="../slideLayouts/slideLayout115.xml"/><Relationship Id="rId117" Type="http://schemas.openxmlformats.org/officeDocument/2006/relationships/slideLayout" Target="../slideLayouts/slideLayout116.xml"/><Relationship Id="rId118" Type="http://schemas.openxmlformats.org/officeDocument/2006/relationships/slideLayout" Target="../slideLayouts/slideLayout117.xml"/><Relationship Id="rId119" Type="http://schemas.openxmlformats.org/officeDocument/2006/relationships/slideLayout" Target="../slideLayouts/slideLayout118.xml"/><Relationship Id="rId120" Type="http://schemas.openxmlformats.org/officeDocument/2006/relationships/slideLayout" Target="../slideLayouts/slideLayout119.xml"/><Relationship Id="rId121" Type="http://schemas.openxmlformats.org/officeDocument/2006/relationships/slideLayout" Target="../slideLayouts/slideLayout120.xml"/><Relationship Id="rId122" Type="http://schemas.openxmlformats.org/officeDocument/2006/relationships/slideLayout" Target="../slideLayouts/slideLayout121.xml"/><Relationship Id="rId123" Type="http://schemas.openxmlformats.org/officeDocument/2006/relationships/slideLayout" Target="../slideLayouts/slideLayout122.xml"/><Relationship Id="rId124" Type="http://schemas.openxmlformats.org/officeDocument/2006/relationships/slideLayout" Target="../slideLayouts/slideLayout123.xml"/><Relationship Id="rId125" Type="http://schemas.openxmlformats.org/officeDocument/2006/relationships/slideLayout" Target="../slideLayouts/slideLayout124.xml"/><Relationship Id="rId126" Type="http://schemas.openxmlformats.org/officeDocument/2006/relationships/slideLayout" Target="../slideLayouts/slideLayout125.xml"/><Relationship Id="rId127" Type="http://schemas.openxmlformats.org/officeDocument/2006/relationships/slideLayout" Target="../slideLayouts/slideLayout126.xml"/><Relationship Id="rId128" Type="http://schemas.openxmlformats.org/officeDocument/2006/relationships/slideLayout" Target="../slideLayouts/slideLayout127.xml"/><Relationship Id="rId129" Type="http://schemas.openxmlformats.org/officeDocument/2006/relationships/slideLayout" Target="../slideLayouts/slideLayout128.xml"/><Relationship Id="rId130" Type="http://schemas.openxmlformats.org/officeDocument/2006/relationships/slideLayout" Target="../slideLayouts/slideLayout129.xml"/><Relationship Id="rId131" Type="http://schemas.openxmlformats.org/officeDocument/2006/relationships/slideLayout" Target="../slideLayouts/slideLayout130.xml"/><Relationship Id="rId132" Type="http://schemas.openxmlformats.org/officeDocument/2006/relationships/slideLayout" Target="../slideLayouts/slideLayout131.xml"/><Relationship Id="rId133" Type="http://schemas.openxmlformats.org/officeDocument/2006/relationships/slideLayout" Target="../slideLayouts/slideLayout132.xml"/><Relationship Id="rId134" Type="http://schemas.openxmlformats.org/officeDocument/2006/relationships/slideLayout" Target="../slideLayouts/slideLayout133.xml"/><Relationship Id="rId135" Type="http://schemas.openxmlformats.org/officeDocument/2006/relationships/slideLayout" Target="../slideLayouts/slideLayout134.xml"/><Relationship Id="rId136" Type="http://schemas.openxmlformats.org/officeDocument/2006/relationships/slideLayout" Target="../slideLayouts/slideLayout135.xml"/><Relationship Id="rId137" Type="http://schemas.openxmlformats.org/officeDocument/2006/relationships/slideLayout" Target="../slideLayouts/slideLayout136.xml"/><Relationship Id="rId138" Type="http://schemas.openxmlformats.org/officeDocument/2006/relationships/slideLayout" Target="../slideLayouts/slideLayout137.xml"/><Relationship Id="rId139" Type="http://schemas.openxmlformats.org/officeDocument/2006/relationships/slideLayout" Target="../slideLayouts/slideLayout138.xml"/><Relationship Id="rId140" Type="http://schemas.openxmlformats.org/officeDocument/2006/relationships/slideLayout" Target="../slideLayouts/slideLayout139.xml"/><Relationship Id="rId141" Type="http://schemas.openxmlformats.org/officeDocument/2006/relationships/slideLayout" Target="../slideLayouts/slideLayout140.xml"/><Relationship Id="rId142" Type="http://schemas.openxmlformats.org/officeDocument/2006/relationships/slideLayout" Target="../slideLayouts/slideLayout141.xml"/><Relationship Id="rId143" Type="http://schemas.openxmlformats.org/officeDocument/2006/relationships/slideLayout" Target="../slideLayouts/slideLayout142.xml"/><Relationship Id="rId144" Type="http://schemas.openxmlformats.org/officeDocument/2006/relationships/slideLayout" Target="../slideLayouts/slideLayout143.xml"/><Relationship Id="rId145" Type="http://schemas.openxmlformats.org/officeDocument/2006/relationships/slideLayout" Target="../slideLayouts/slideLayout144.xml"/><Relationship Id="rId146" Type="http://schemas.openxmlformats.org/officeDocument/2006/relationships/slideLayout" Target="../slideLayouts/slideLayout145.xml"/><Relationship Id="rId147" Type="http://schemas.openxmlformats.org/officeDocument/2006/relationships/slideLayout" Target="../slideLayouts/slideLayout146.xml"/><Relationship Id="rId148" Type="http://schemas.openxmlformats.org/officeDocument/2006/relationships/slideLayout" Target="../slideLayouts/slideLayout147.xml"/><Relationship Id="rId149" Type="http://schemas.openxmlformats.org/officeDocument/2006/relationships/slideLayout" Target="../slideLayouts/slideLayout148.xml"/><Relationship Id="rId150" Type="http://schemas.openxmlformats.org/officeDocument/2006/relationships/slideLayout" Target="../slideLayouts/slideLayout149.xml"/><Relationship Id="rId151" Type="http://schemas.openxmlformats.org/officeDocument/2006/relationships/slideLayout" Target="../slideLayouts/slideLayout150.xml"/><Relationship Id="rId152" Type="http://schemas.openxmlformats.org/officeDocument/2006/relationships/slideLayout" Target="../slideLayouts/slideLayout151.xml"/><Relationship Id="rId153" Type="http://schemas.openxmlformats.org/officeDocument/2006/relationships/slideLayout" Target="../slideLayouts/slideLayout152.xml"/><Relationship Id="rId154" Type="http://schemas.openxmlformats.org/officeDocument/2006/relationships/slideLayout" Target="../slideLayouts/slideLayout153.xml"/><Relationship Id="rId155" Type="http://schemas.openxmlformats.org/officeDocument/2006/relationships/slideLayout" Target="../slideLayouts/slideLayout154.xml"/><Relationship Id="rId156" Type="http://schemas.openxmlformats.org/officeDocument/2006/relationships/slideLayout" Target="../slideLayouts/slideLayout155.xml"/><Relationship Id="rId157" Type="http://schemas.openxmlformats.org/officeDocument/2006/relationships/slideLayout" Target="../slideLayouts/slideLayout156.xml"/><Relationship Id="rId158" Type="http://schemas.openxmlformats.org/officeDocument/2006/relationships/slideLayout" Target="../slideLayouts/slideLayout157.xml"/><Relationship Id="rId159" Type="http://schemas.openxmlformats.org/officeDocument/2006/relationships/slideLayout" Target="../slideLayouts/slideLayout158.xml"/><Relationship Id="rId160" Type="http://schemas.openxmlformats.org/officeDocument/2006/relationships/slideLayout" Target="../slideLayouts/slideLayout159.xml"/><Relationship Id="rId161" Type="http://schemas.openxmlformats.org/officeDocument/2006/relationships/slideLayout" Target="../slideLayouts/slideLayout160.xml"/><Relationship Id="rId162" Type="http://schemas.openxmlformats.org/officeDocument/2006/relationships/slideLayout" Target="../slideLayouts/slideLayout161.xml"/><Relationship Id="rId163" Type="http://schemas.openxmlformats.org/officeDocument/2006/relationships/slideLayout" Target="../slideLayouts/slideLayout162.xml"/><Relationship Id="rId164" Type="http://schemas.openxmlformats.org/officeDocument/2006/relationships/slideLayout" Target="../slideLayouts/slideLayout163.xml"/><Relationship Id="rId165" Type="http://schemas.openxmlformats.org/officeDocument/2006/relationships/slideLayout" Target="../slideLayouts/slideLayout164.xml"/><Relationship Id="rId166" Type="http://schemas.openxmlformats.org/officeDocument/2006/relationships/slideLayout" Target="../slideLayouts/slideLayout165.xml"/><Relationship Id="rId167" Type="http://schemas.openxmlformats.org/officeDocument/2006/relationships/slideLayout" Target="../slideLayouts/slideLayout166.xml"/><Relationship Id="rId168" Type="http://schemas.openxmlformats.org/officeDocument/2006/relationships/slideLayout" Target="../slideLayouts/slideLayout167.xml"/><Relationship Id="rId169" Type="http://schemas.openxmlformats.org/officeDocument/2006/relationships/slideLayout" Target="../slideLayouts/slideLayout168.xml"/><Relationship Id="rId170" Type="http://schemas.openxmlformats.org/officeDocument/2006/relationships/slideLayout" Target="../slideLayouts/slideLayout169.xml"/><Relationship Id="rId171" Type="http://schemas.openxmlformats.org/officeDocument/2006/relationships/slideLayout" Target="../slideLayouts/slideLayout17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-63500" y="8928100"/>
            <a:ext cx="18046700" cy="3048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46100">
              <a:defRPr sz="3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3" name="直线"/>
          <p:cNvSpPr/>
          <p:nvPr/>
        </p:nvSpPr>
        <p:spPr>
          <a:xfrm>
            <a:off x="344705" y="838200"/>
            <a:ext cx="15543971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4" name="Table 1"/>
          <p:cNvGraphicFramePr/>
          <p:nvPr/>
        </p:nvGraphicFramePr>
        <p:xfrm>
          <a:off x="38100" y="8890000"/>
          <a:ext cx="16192500" cy="241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6250"/>
                <a:gridCol w="8096250"/>
              </a:tblGrid>
              <a:tr h="241300">
                <a:tc>
                  <a:txBody>
                    <a:bodyPr/>
                    <a:lstStyle/>
                    <a:p>
                      <a:pPr algn="l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800">
                          <a:solidFill>
                            <a:srgbClr val="606060"/>
                          </a:solidFill>
                          <a:sym typeface="Helvetica Neue Light"/>
                        </a:rPr>
                        <a:t>5/9/2024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tabLst>
                          <a:tab pos="863600" algn="l"/>
                        </a:tabLst>
                        <a:defRPr sz="1800"/>
                      </a:pPr>
                      <a:r>
                        <a:rPr sz="800">
                          <a:solidFill>
                            <a:srgbClr val="606060"/>
                          </a:solidFill>
                          <a:sym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5" name="标题文本"/>
          <p:cNvSpPr txBox="1"/>
          <p:nvPr>
            <p:ph type="title"/>
          </p:nvPr>
        </p:nvSpPr>
        <p:spPr>
          <a:xfrm>
            <a:off x="711200" y="127000"/>
            <a:ext cx="14833600" cy="55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6" name="正文级别 1…"/>
          <p:cNvSpPr txBox="1"/>
          <p:nvPr>
            <p:ph type="body" idx="1"/>
          </p:nvPr>
        </p:nvSpPr>
        <p:spPr>
          <a:xfrm>
            <a:off x="711200" y="1028700"/>
            <a:ext cx="14833600" cy="749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" name="幻灯片编号"/>
          <p:cNvSpPr txBox="1"/>
          <p:nvPr>
            <p:ph type="sldNum" sz="quarter" idx="2"/>
          </p:nvPr>
        </p:nvSpPr>
        <p:spPr>
          <a:xfrm>
            <a:off x="7997824" y="8763000"/>
            <a:ext cx="254001" cy="2667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 fontScale="100000" lnSpcReduction="0"/>
          </a:bodyPr>
          <a:lstStyle>
            <a:lvl1pPr defTabSz="546100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  <p:sldLayoutId id="2147483743" r:id="rId96"/>
    <p:sldLayoutId id="2147483744" r:id="rId97"/>
    <p:sldLayoutId id="2147483745" r:id="rId98"/>
    <p:sldLayoutId id="2147483746" r:id="rId99"/>
    <p:sldLayoutId id="2147483747" r:id="rId100"/>
    <p:sldLayoutId id="2147483748" r:id="rId101"/>
    <p:sldLayoutId id="2147483749" r:id="rId102"/>
    <p:sldLayoutId id="2147483750" r:id="rId103"/>
    <p:sldLayoutId id="2147483751" r:id="rId104"/>
    <p:sldLayoutId id="2147483752" r:id="rId105"/>
    <p:sldLayoutId id="2147483753" r:id="rId106"/>
    <p:sldLayoutId id="2147483754" r:id="rId107"/>
    <p:sldLayoutId id="2147483755" r:id="rId108"/>
    <p:sldLayoutId id="2147483756" r:id="rId109"/>
    <p:sldLayoutId id="2147483757" r:id="rId110"/>
    <p:sldLayoutId id="2147483758" r:id="rId111"/>
    <p:sldLayoutId id="2147483759" r:id="rId112"/>
    <p:sldLayoutId id="2147483760" r:id="rId113"/>
    <p:sldLayoutId id="2147483761" r:id="rId114"/>
    <p:sldLayoutId id="2147483762" r:id="rId115"/>
    <p:sldLayoutId id="2147483763" r:id="rId116"/>
    <p:sldLayoutId id="2147483764" r:id="rId117"/>
    <p:sldLayoutId id="2147483765" r:id="rId118"/>
    <p:sldLayoutId id="2147483766" r:id="rId119"/>
    <p:sldLayoutId id="2147483767" r:id="rId120"/>
    <p:sldLayoutId id="2147483768" r:id="rId121"/>
    <p:sldLayoutId id="2147483769" r:id="rId122"/>
    <p:sldLayoutId id="2147483770" r:id="rId123"/>
    <p:sldLayoutId id="2147483771" r:id="rId124"/>
    <p:sldLayoutId id="2147483772" r:id="rId125"/>
    <p:sldLayoutId id="2147483773" r:id="rId126"/>
    <p:sldLayoutId id="2147483774" r:id="rId127"/>
    <p:sldLayoutId id="2147483775" r:id="rId128"/>
    <p:sldLayoutId id="2147483776" r:id="rId129"/>
    <p:sldLayoutId id="2147483777" r:id="rId130"/>
    <p:sldLayoutId id="2147483778" r:id="rId131"/>
    <p:sldLayoutId id="2147483779" r:id="rId132"/>
    <p:sldLayoutId id="2147483780" r:id="rId133"/>
    <p:sldLayoutId id="2147483781" r:id="rId134"/>
    <p:sldLayoutId id="2147483782" r:id="rId135"/>
    <p:sldLayoutId id="2147483783" r:id="rId136"/>
    <p:sldLayoutId id="2147483784" r:id="rId137"/>
    <p:sldLayoutId id="2147483785" r:id="rId138"/>
    <p:sldLayoutId id="2147483786" r:id="rId139"/>
    <p:sldLayoutId id="2147483787" r:id="rId140"/>
    <p:sldLayoutId id="2147483788" r:id="rId141"/>
    <p:sldLayoutId id="2147483789" r:id="rId142"/>
    <p:sldLayoutId id="2147483790" r:id="rId143"/>
    <p:sldLayoutId id="2147483791" r:id="rId144"/>
    <p:sldLayoutId id="2147483792" r:id="rId145"/>
    <p:sldLayoutId id="2147483793" r:id="rId146"/>
    <p:sldLayoutId id="2147483794" r:id="rId147"/>
    <p:sldLayoutId id="2147483795" r:id="rId148"/>
    <p:sldLayoutId id="2147483796" r:id="rId149"/>
    <p:sldLayoutId id="2147483797" r:id="rId150"/>
    <p:sldLayoutId id="2147483798" r:id="rId151"/>
    <p:sldLayoutId id="2147483799" r:id="rId152"/>
    <p:sldLayoutId id="2147483800" r:id="rId153"/>
    <p:sldLayoutId id="2147483801" r:id="rId154"/>
    <p:sldLayoutId id="2147483802" r:id="rId155"/>
    <p:sldLayoutId id="2147483803" r:id="rId156"/>
    <p:sldLayoutId id="2147483804" r:id="rId157"/>
    <p:sldLayoutId id="2147483805" r:id="rId158"/>
    <p:sldLayoutId id="2147483806" r:id="rId159"/>
    <p:sldLayoutId id="2147483807" r:id="rId160"/>
    <p:sldLayoutId id="2147483808" r:id="rId161"/>
    <p:sldLayoutId id="2147483809" r:id="rId162"/>
    <p:sldLayoutId id="2147483810" r:id="rId163"/>
    <p:sldLayoutId id="2147483811" r:id="rId164"/>
    <p:sldLayoutId id="2147483812" r:id="rId165"/>
    <p:sldLayoutId id="2147483813" r:id="rId166"/>
    <p:sldLayoutId id="2147483814" r:id="rId167"/>
    <p:sldLayoutId id="2147483815" r:id="rId168"/>
    <p:sldLayoutId id="2147483816" r:id="rId169"/>
    <p:sldLayoutId id="2147483817" r:id="rId170"/>
    <p:sldLayoutId id="2147483818" r:id="rId171"/>
  </p:sldLayoutIdLst>
  <p:transition xmlns:p14="http://schemas.microsoft.com/office/powerpoint/2010/main" spd="med" advClick="1"/>
  <p:txStyles>
    <p:titleStyle>
      <a:lvl1pPr marL="0" marR="0" indent="0" algn="l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96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l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96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l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96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l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96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l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96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0" algn="l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96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0" algn="l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96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0" algn="l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96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0" algn="l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96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508000" marR="0" indent="-190500" algn="l" defTabSz="546100" rtl="0" latinLnBrk="0">
        <a:lnSpc>
          <a:spcPct val="80000"/>
        </a:lnSpc>
        <a:spcBef>
          <a:spcPts val="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190500" algn="l" defTabSz="546100" rtl="0" latinLnBrk="0">
        <a:lnSpc>
          <a:spcPct val="80000"/>
        </a:lnSpc>
        <a:spcBef>
          <a:spcPts val="900"/>
        </a:spcBef>
        <a:spcAft>
          <a:spcPts val="0"/>
        </a:spcAft>
        <a:buClrTx/>
        <a:buSzPct val="75000"/>
        <a:buFontTx/>
        <a:buChar char="-"/>
        <a:tabLst/>
        <a:defRPr b="0" baseline="0" cap="none" i="0" spc="0" strike="noStrike" sz="1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97000" marR="0" indent="-190500" algn="l" defTabSz="546100" rtl="0" latinLnBrk="0">
        <a:lnSpc>
          <a:spcPct val="80000"/>
        </a:lnSpc>
        <a:spcBef>
          <a:spcPts val="900"/>
        </a:spcBef>
        <a:spcAft>
          <a:spcPts val="0"/>
        </a:spcAft>
        <a:buClrTx/>
        <a:buSzPct val="75000"/>
        <a:buFontTx/>
        <a:buChar char="‣"/>
        <a:tabLst/>
        <a:defRPr b="0" baseline="0" cap="none" i="0" spc="0" strike="noStrike" sz="1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841500" marR="0" indent="-190500" algn="l" defTabSz="546100" rtl="0" latinLnBrk="0">
        <a:lnSpc>
          <a:spcPct val="80000"/>
        </a:lnSpc>
        <a:spcBef>
          <a:spcPts val="900"/>
        </a:spcBef>
        <a:spcAft>
          <a:spcPts val="0"/>
        </a:spcAft>
        <a:buClrTx/>
        <a:buSzPct val="75000"/>
        <a:buFontTx/>
        <a:buChar char="-"/>
        <a:tabLst/>
        <a:defRPr b="0" baseline="0" cap="none" i="0" spc="0" strike="noStrike" sz="1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86000" marR="0" indent="-190500" algn="l" defTabSz="546100" rtl="0" latinLnBrk="0">
        <a:lnSpc>
          <a:spcPct val="80000"/>
        </a:lnSpc>
        <a:spcBef>
          <a:spcPts val="900"/>
        </a:spcBef>
        <a:spcAft>
          <a:spcPts val="0"/>
        </a:spcAft>
        <a:buClrTx/>
        <a:buSzPct val="75000"/>
        <a:buFontTx/>
        <a:buChar char="-"/>
        <a:tabLst/>
        <a:defRPr b="0" baseline="0" cap="none" i="0" spc="0" strike="noStrike" sz="1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20433" marR="0" indent="-169333" algn="l" defTabSz="546100" rtl="0" latinLnBrk="0">
        <a:lnSpc>
          <a:spcPct val="80000"/>
        </a:lnSpc>
        <a:spcBef>
          <a:spcPts val="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976033" marR="0" indent="-169333" algn="l" defTabSz="546100" rtl="0" latinLnBrk="0">
        <a:lnSpc>
          <a:spcPct val="80000"/>
        </a:lnSpc>
        <a:spcBef>
          <a:spcPts val="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331633" marR="0" indent="-169333" algn="l" defTabSz="546100" rtl="0" latinLnBrk="0">
        <a:lnSpc>
          <a:spcPct val="80000"/>
        </a:lnSpc>
        <a:spcBef>
          <a:spcPts val="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3687233" marR="0" indent="-169333" algn="l" defTabSz="546100" rtl="0" latinLnBrk="0">
        <a:lnSpc>
          <a:spcPct val="80000"/>
        </a:lnSpc>
        <a:spcBef>
          <a:spcPts val="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0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0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0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0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0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0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0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0" algn="ctr" defTabSz="546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0.xml"/><Relationship Id="rId2" Type="http://schemas.openxmlformats.org/officeDocument/2006/relationships/notesSlide" Target="../notesSlides/notesSlide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6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0.xml"/><Relationship Id="rId2" Type="http://schemas.openxmlformats.org/officeDocument/2006/relationships/notesSlide" Target="../notesSlides/notesSlide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6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0.xml"/><Relationship Id="rId2" Type="http://schemas.openxmlformats.org/officeDocument/2006/relationships/notesSlide" Target="../notesSlides/notesSlide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6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0.xml"/><Relationship Id="rId2" Type="http://schemas.openxmlformats.org/officeDocument/2006/relationships/notesSlide" Target="../notesSlides/notesSlide5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J171 Drawing Review Revision X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B747 RAMP Drawing Review_HRE FREE Magnet</a:t>
            </a:r>
          </a:p>
        </p:txBody>
      </p:sp>
      <p:sp>
        <p:nvSpPr>
          <p:cNvPr id="1920" name="QUADRANT…"/>
          <p:cNvSpPr txBox="1"/>
          <p:nvPr>
            <p:ph type="subTitle" sz="quarter" idx="1"/>
          </p:nvPr>
        </p:nvSpPr>
        <p:spPr>
          <a:xfrm>
            <a:off x="754307" y="7305197"/>
            <a:ext cx="12167180" cy="1242572"/>
          </a:xfrm>
          <a:prstGeom prst="rect">
            <a:avLst/>
          </a:prstGeom>
        </p:spPr>
        <p:txBody>
          <a:bodyPr/>
          <a:lstStyle/>
          <a:p>
            <a:pPr/>
            <a:r>
              <a:t>Magsound</a:t>
            </a:r>
          </a:p>
          <a:p>
            <a:pPr/>
            <a:r>
              <a:t>202</a:t>
            </a:r>
            <a:r>
              <a:t>5</a:t>
            </a:r>
            <a:r>
              <a:t>/11/</a:t>
            </a:r>
            <a:r>
              <a:t>17</a:t>
            </a:r>
          </a:p>
        </p:txBody>
      </p:sp>
      <p:sp>
        <p:nvSpPr>
          <p:cNvPr id="1921" name="160-06025-91…"/>
          <p:cNvSpPr txBox="1"/>
          <p:nvPr/>
        </p:nvSpPr>
        <p:spPr>
          <a:xfrm>
            <a:off x="768384" y="4611448"/>
            <a:ext cx="3846503" cy="2313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algn="l" defTabSz="401962">
              <a:defRPr sz="2900">
                <a:solidFill>
                  <a:srgbClr val="0096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b="1">
                <a:solidFill>
                  <a:srgbClr val="000000"/>
                </a:solidFill>
              </a:rPr>
              <a:t>160-06025-91</a:t>
            </a:r>
            <a:endParaRPr b="1">
              <a:solidFill>
                <a:srgbClr val="000000"/>
              </a:solidFill>
            </a:endParaRPr>
          </a:p>
          <a:p>
            <a:pPr lvl="1" algn="l" defTabSz="401962">
              <a:defRPr sz="2900">
                <a:solidFill>
                  <a:srgbClr val="0096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b="1">
                <a:solidFill>
                  <a:srgbClr val="000000"/>
                </a:solidFill>
              </a:rPr>
              <a:t>160-06026-90</a:t>
            </a:r>
            <a:endParaRPr b="1">
              <a:solidFill>
                <a:srgbClr val="000000"/>
              </a:solidFill>
            </a:endParaRPr>
          </a:p>
          <a:p>
            <a:pPr lvl="1" algn="l" defTabSz="401962">
              <a:defRPr sz="2900">
                <a:solidFill>
                  <a:srgbClr val="0096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b="1">
                <a:solidFill>
                  <a:srgbClr val="000000"/>
                </a:solidFill>
              </a:rPr>
              <a:t>160-06027-90</a:t>
            </a:r>
            <a:endParaRPr b="1">
              <a:solidFill>
                <a:srgbClr val="000000"/>
              </a:solidFill>
            </a:endParaRPr>
          </a:p>
          <a:p>
            <a:pPr lvl="1" algn="l" defTabSz="401962">
              <a:defRPr sz="2900">
                <a:solidFill>
                  <a:srgbClr val="0096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b="1">
                <a:solidFill>
                  <a:srgbClr val="000000"/>
                </a:solidFill>
              </a:rPr>
              <a:t>160-06028-91</a:t>
            </a:r>
            <a:endParaRPr b="1">
              <a:solidFill>
                <a:srgbClr val="000000"/>
              </a:solidFill>
            </a:endParaRPr>
          </a:p>
          <a:p>
            <a:pPr lvl="1" algn="l" defTabSz="401962">
              <a:defRPr sz="2900">
                <a:solidFill>
                  <a:srgbClr val="0096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b="1">
                <a:solidFill>
                  <a:srgbClr val="000000"/>
                </a:solidFill>
              </a:rPr>
              <a:t>160-06029-90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3" name="表格 1"/>
          <p:cNvGraphicFramePr/>
          <p:nvPr/>
        </p:nvGraphicFramePr>
        <p:xfrm>
          <a:off x="192353" y="1337433"/>
          <a:ext cx="15848674" cy="694567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619348"/>
                <a:gridCol w="619348"/>
                <a:gridCol w="650871"/>
                <a:gridCol w="4148454"/>
                <a:gridCol w="1604372"/>
                <a:gridCol w="4346297"/>
                <a:gridCol w="3859983"/>
              </a:tblGrid>
              <a:tr h="631425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No.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FAI/SPC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Description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DWG Spec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Proposal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PD Disposition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</a:tr>
              <a:tr h="1154054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1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1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1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FAI 24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POR: ≥19 kOe
HRE FREE: ≥17 kOe
Due to the decrease in Hcj specifications,HRE FREE 72hr  85°C/85%RH MM decay can’t meet ＜5%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＜5%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1: keep current spec MM decay &lt;5%, but change the test condition from 85c/85% to 65c/90%</a:t>
                      </a: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2: keep current test condition 85c/85% unchanged, but relieve MM decay spec from &lt;5% to &lt;10%</a:t>
                      </a:r>
                    </a:p>
                  </a:txBody>
                  <a:tcPr marL="8670" marR="8670" marT="8670" marB="867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27091" algn="l" defTabSz="609600">
                        <a:spcBef>
                          <a:spcPts val="200"/>
                        </a:spcBef>
                        <a:tabLst>
                          <a:tab pos="863600" algn="l"/>
                        </a:tabLst>
                        <a:defRPr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24" name="B768 P1 | DWG Review | 806-38855-10"/>
          <p:cNvSpPr txBox="1"/>
          <p:nvPr>
            <p:ph type="title"/>
          </p:nvPr>
        </p:nvSpPr>
        <p:spPr>
          <a:xfrm>
            <a:off x="344705" y="203200"/>
            <a:ext cx="9574308" cy="558800"/>
          </a:xfrm>
          <a:prstGeom prst="rect">
            <a:avLst/>
          </a:prstGeom>
        </p:spPr>
        <p:txBody>
          <a:bodyPr/>
          <a:lstStyle/>
          <a:p>
            <a:pPr defTabSz="333629">
              <a:defRPr sz="2407"/>
            </a:pPr>
            <a:r>
              <a:t>B7</a:t>
            </a:r>
            <a:r>
              <a:t>47</a:t>
            </a:r>
            <a:r>
              <a:t> </a:t>
            </a:r>
            <a:r>
              <a:t>RAMP</a:t>
            </a:r>
            <a:r>
              <a:t> | </a:t>
            </a:r>
            <a:r>
              <a:rPr b="1">
                <a:solidFill>
                  <a:srgbClr val="000000"/>
                </a:solidFill>
              </a:rPr>
              <a:t>DWG Review | HRE FREE M1 Magnet</a:t>
            </a:r>
            <a:r>
              <a:rPr b="1">
                <a:solidFill>
                  <a:srgbClr val="000000"/>
                </a:solidFill>
              </a:rPr>
              <a:t>_160-06025-91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8" name="Table 1"/>
          <p:cNvGraphicFramePr/>
          <p:nvPr/>
        </p:nvGraphicFramePr>
        <p:xfrm>
          <a:off x="508000" y="3266016"/>
          <a:ext cx="15240000" cy="552767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080000"/>
                <a:gridCol w="5080000"/>
                <a:gridCol w="5080000"/>
              </a:tblGrid>
              <a:tr h="680004">
                <a:tc>
                  <a:txBody>
                    <a:bodyPr/>
                    <a:lstStyle/>
                    <a:p>
                      <a:pPr indent="152400" defTabSz="609600"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2D Drawing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51A8F9"/>
                    </a:solidFill>
                  </a:tcPr>
                </a:tc>
                <a:tc>
                  <a:txBody>
                    <a:bodyPr/>
                    <a:lstStyle/>
                    <a:p>
                      <a:pPr indent="152400" defTabSz="609600"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Legacy Best Practice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70BF41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Proposal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A6AAA9"/>
                    </a:solidFill>
                  </a:tcPr>
                </a:tc>
              </a:tr>
              <a:tr h="4847671"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
Due to HRE FREE dowm grade, Hcj reduced from POR&gt;19 to HRE FREE&gt;17,HS is tested under strict requirement of 85 ℃/85%.
After collecting more data, found HRE FREE 72hr  85°C/85%RH MM decay OOS.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  <a:r>
                        <a:t>/</a:t>
                      </a: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</a:txBody>
                  <a:tcPr marL="50800" marR="50800" marT="50800" marB="50800" anchor="t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  <a:r>
                        <a:t>Option 1: keep current spec MM decay &lt;5%, but change the test condition from 85c/85% to 65c/90%</a:t>
                      </a: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  <a:r>
                        <a:t>Option 2: keep current test condition 85c/85% unchanged, but relieve MM decay spec from &lt;5% to &lt;10%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29" name="Table 1"/>
          <p:cNvGraphicFramePr/>
          <p:nvPr/>
        </p:nvGraphicFramePr>
        <p:xfrm>
          <a:off x="505740" y="1079500"/>
          <a:ext cx="13650123" cy="173037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09886"/>
                <a:gridCol w="10937060"/>
              </a:tblGrid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Dimension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FAI 24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Issue Description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Due to the decrease in Hcj specifications,HRE FREE 72hr  85°C/85%RH MM decay can’t meet ＜5% 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Proposal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1: keep current spec MM decay &lt;5%, but change the test condition from 85c/85% to 65c/90%</a:t>
                      </a: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2: keep current test condition 85c/85% unchanged, but relieve MM decay spec from &lt;5% to &lt;10%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30" name="Table 1"/>
          <p:cNvGraphicFramePr/>
          <p:nvPr/>
        </p:nvGraphicFramePr>
        <p:xfrm>
          <a:off x="10817225" y="189441"/>
          <a:ext cx="4932363" cy="64981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15014"/>
                <a:gridCol w="4117348"/>
              </a:tblGrid>
              <a:tr h="649816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PD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76D6FF">
                        <a:alpha val="2039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>
                          <a:solidFill>
                            <a:schemeClr val="accent5"/>
                          </a:solidFill>
                          <a:sym typeface="Helvetica Neue Light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76D6FF">
                        <a:alpha val="20391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931" name="DWG Review | 604-29055 Callout/Definition"/>
          <p:cNvSpPr txBox="1"/>
          <p:nvPr>
            <p:ph type="title" idx="4294967295"/>
          </p:nvPr>
        </p:nvSpPr>
        <p:spPr>
          <a:xfrm>
            <a:off x="505089" y="282044"/>
            <a:ext cx="9770535" cy="558803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DWG Review |</a:t>
            </a:r>
            <a:r>
              <a:rPr>
                <a:solidFill>
                  <a:srgbClr val="000000"/>
                </a:solidFill>
              </a:rPr>
              <a:t> HRE FREE M1</a:t>
            </a:r>
            <a:r>
              <a:rPr>
                <a:solidFill>
                  <a:srgbClr val="000000"/>
                </a:solidFill>
              </a:rPr>
              <a:t> Magnet</a:t>
            </a:r>
            <a:r>
              <a:t> Callout/Definition</a:t>
            </a:r>
          </a:p>
        </p:txBody>
      </p:sp>
      <p:pic>
        <p:nvPicPr>
          <p:cNvPr id="1932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795" y="4695299"/>
            <a:ext cx="3734373" cy="20475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3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77888" y="4246302"/>
            <a:ext cx="4728792" cy="22866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4" name="已粘贴的影片.png" descr="已粘贴的影片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51656" y="4184650"/>
            <a:ext cx="4854651" cy="388627"/>
          </a:xfrm>
          <a:prstGeom prst="rect">
            <a:avLst/>
          </a:prstGeom>
          <a:ln w="12700">
            <a:miter lim="400000"/>
          </a:ln>
        </p:spPr>
      </p:pic>
      <p:sp>
        <p:nvSpPr>
          <p:cNvPr id="1935" name="矩形"/>
          <p:cNvSpPr/>
          <p:nvPr/>
        </p:nvSpPr>
        <p:spPr>
          <a:xfrm>
            <a:off x="943711" y="4157355"/>
            <a:ext cx="3475015" cy="151981"/>
          </a:xfrm>
          <a:prstGeom prst="rect">
            <a:avLst/>
          </a:prstGeom>
          <a:ln w="25400">
            <a:solidFill>
              <a:srgbClr val="FF2600"/>
            </a:solidFill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00FD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7" name="表格 1"/>
          <p:cNvGraphicFramePr/>
          <p:nvPr/>
        </p:nvGraphicFramePr>
        <p:xfrm>
          <a:off x="192353" y="1337433"/>
          <a:ext cx="15848674" cy="694567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619348"/>
                <a:gridCol w="619348"/>
                <a:gridCol w="650871"/>
                <a:gridCol w="4148454"/>
                <a:gridCol w="1604372"/>
                <a:gridCol w="4346297"/>
                <a:gridCol w="3859983"/>
              </a:tblGrid>
              <a:tr h="631425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No.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FAI/SPC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Description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DWG Spec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Proposal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PD Disposition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</a:tr>
              <a:tr h="1154054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1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1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1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FAI 24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POR: ≥19 kOe
HRE FREE: ≥17 kOe
Due to the decrease in Hcj specifications,HRE FREE 72hr  85°C/85%RH MM decay can’t meet ＜5%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＜5%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1: keep current spec MM decay &lt;5%, but change the test condition from 85c/85% to 65c/90%</a:t>
                      </a: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2: keep current test condition 85c/85% unchanged, but relieve MM decay spec from &lt;5% to &lt;10%</a:t>
                      </a:r>
                    </a:p>
                  </a:txBody>
                  <a:tcPr marL="8670" marR="8670" marT="8670" marB="867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27091" algn="l" defTabSz="609600">
                        <a:spcBef>
                          <a:spcPts val="200"/>
                        </a:spcBef>
                        <a:tabLst>
                          <a:tab pos="863600" algn="l"/>
                        </a:tabLst>
                        <a:defRPr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38" name="B768 P1 | DWG Review | 806-38855-10"/>
          <p:cNvSpPr txBox="1"/>
          <p:nvPr>
            <p:ph type="title"/>
          </p:nvPr>
        </p:nvSpPr>
        <p:spPr>
          <a:xfrm>
            <a:off x="344705" y="203200"/>
            <a:ext cx="9574308" cy="558800"/>
          </a:xfrm>
          <a:prstGeom prst="rect">
            <a:avLst/>
          </a:prstGeom>
        </p:spPr>
        <p:txBody>
          <a:bodyPr/>
          <a:lstStyle/>
          <a:p>
            <a:pPr defTabSz="333629">
              <a:defRPr sz="2407"/>
            </a:pPr>
            <a:r>
              <a:t>B7</a:t>
            </a:r>
            <a:r>
              <a:t>47</a:t>
            </a:r>
            <a:r>
              <a:t> </a:t>
            </a:r>
            <a:r>
              <a:t>RAMP</a:t>
            </a:r>
            <a:r>
              <a:t> | </a:t>
            </a:r>
            <a:r>
              <a:rPr b="1">
                <a:solidFill>
                  <a:srgbClr val="000000"/>
                </a:solidFill>
              </a:rPr>
              <a:t>DWG Review | HRE FREE M2 Magnet</a:t>
            </a:r>
            <a:r>
              <a:rPr b="1">
                <a:solidFill>
                  <a:srgbClr val="000000"/>
                </a:solidFill>
              </a:rPr>
              <a:t>_160-06026-90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2" name="Table 1"/>
          <p:cNvGraphicFramePr/>
          <p:nvPr/>
        </p:nvGraphicFramePr>
        <p:xfrm>
          <a:off x="508000" y="3266016"/>
          <a:ext cx="15240000" cy="552767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080000"/>
                <a:gridCol w="5080000"/>
                <a:gridCol w="5080000"/>
              </a:tblGrid>
              <a:tr h="680004">
                <a:tc>
                  <a:txBody>
                    <a:bodyPr/>
                    <a:lstStyle/>
                    <a:p>
                      <a:pPr indent="152400" defTabSz="609600"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2D Drawing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51A8F9"/>
                    </a:solidFill>
                  </a:tcPr>
                </a:tc>
                <a:tc>
                  <a:txBody>
                    <a:bodyPr/>
                    <a:lstStyle/>
                    <a:p>
                      <a:pPr indent="152400" defTabSz="609600"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Legacy Best Practice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70BF41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Proposal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A6AAA9"/>
                    </a:solidFill>
                  </a:tcPr>
                </a:tc>
              </a:tr>
              <a:tr h="4847671"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
Due to HRE FREE dowm grade, Hcj reduced from POR&gt;19 to HRE FREE&gt;17,HS is tested under strict requirement of 85 ℃/85%.
After collecting more data, found HRE FREE 72hr  85°C/85%RH MM decay OOS.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  <a:r>
                        <a:t>/</a:t>
                      </a: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</a:txBody>
                  <a:tcPr marL="50800" marR="50800" marT="50800" marB="50800" anchor="t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  <a:r>
                        <a:t>Option 1: keep current spec MM decay &lt;5%, but change the test condition from 85c/85% to 65c/90%</a:t>
                      </a: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  <a:r>
                        <a:t>Option 2: keep current test condition 85c/85% unchanged, but relieve MM decay spec from &lt;5% to &lt;10%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43" name="Table 1"/>
          <p:cNvGraphicFramePr/>
          <p:nvPr/>
        </p:nvGraphicFramePr>
        <p:xfrm>
          <a:off x="505740" y="1079500"/>
          <a:ext cx="13650123" cy="173037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09886"/>
                <a:gridCol w="10937060"/>
              </a:tblGrid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Dimension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FAI 24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Issue Description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Due to the decrease in Hcj specifications,HRE FREE 72hr  85°C/85%RH MM decay can’t meet ＜5% 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Proposal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1: keep current spec MM decay &lt;5%, but change the test condition from 85c/85% to 65c/90%</a:t>
                      </a: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2: keep current test condition 85c/85% unchanged, but relieve MM decay spec from &lt;5% to &lt;10%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44" name="Table 1"/>
          <p:cNvGraphicFramePr/>
          <p:nvPr/>
        </p:nvGraphicFramePr>
        <p:xfrm>
          <a:off x="10817225" y="189441"/>
          <a:ext cx="4932363" cy="64981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15014"/>
                <a:gridCol w="4117348"/>
              </a:tblGrid>
              <a:tr h="649816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PD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76D6FF">
                        <a:alpha val="2039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>
                          <a:solidFill>
                            <a:schemeClr val="accent5"/>
                          </a:solidFill>
                          <a:sym typeface="Helvetica Neue Light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76D6FF">
                        <a:alpha val="20391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945" name="DWG Review | 604-29055 Callout/Definition"/>
          <p:cNvSpPr txBox="1"/>
          <p:nvPr>
            <p:ph type="title" idx="4294967295"/>
          </p:nvPr>
        </p:nvSpPr>
        <p:spPr>
          <a:xfrm>
            <a:off x="505089" y="282044"/>
            <a:ext cx="9770535" cy="558803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DWG Review |</a:t>
            </a:r>
            <a:r>
              <a:rPr>
                <a:solidFill>
                  <a:srgbClr val="000000"/>
                </a:solidFill>
              </a:rPr>
              <a:t> HRE FREE</a:t>
            </a:r>
            <a:r>
              <a:rPr>
                <a:solidFill>
                  <a:srgbClr val="000000"/>
                </a:solidFill>
              </a:rPr>
              <a:t> M2 Magnet</a:t>
            </a:r>
            <a:r>
              <a:t> Callout/Definition</a:t>
            </a:r>
          </a:p>
        </p:txBody>
      </p:sp>
      <p:pic>
        <p:nvPicPr>
          <p:cNvPr id="1946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795" y="4695299"/>
            <a:ext cx="3734373" cy="20475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7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65442" y="4338014"/>
            <a:ext cx="4717115" cy="22810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8" name="已粘贴的影片.png" descr="已粘贴的影片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51656" y="4184650"/>
            <a:ext cx="4854651" cy="388627"/>
          </a:xfrm>
          <a:prstGeom prst="rect">
            <a:avLst/>
          </a:prstGeom>
          <a:ln w="12700">
            <a:miter lim="400000"/>
          </a:ln>
        </p:spPr>
      </p:pic>
      <p:sp>
        <p:nvSpPr>
          <p:cNvPr id="1949" name="矩形"/>
          <p:cNvSpPr/>
          <p:nvPr/>
        </p:nvSpPr>
        <p:spPr>
          <a:xfrm>
            <a:off x="943711" y="4157355"/>
            <a:ext cx="3475015" cy="151981"/>
          </a:xfrm>
          <a:prstGeom prst="rect">
            <a:avLst/>
          </a:prstGeom>
          <a:ln w="25400">
            <a:solidFill>
              <a:srgbClr val="FF2600"/>
            </a:solidFill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00FD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1" name="表格 1"/>
          <p:cNvGraphicFramePr/>
          <p:nvPr/>
        </p:nvGraphicFramePr>
        <p:xfrm>
          <a:off x="192353" y="1337433"/>
          <a:ext cx="15848674" cy="694567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619348"/>
                <a:gridCol w="619348"/>
                <a:gridCol w="650871"/>
                <a:gridCol w="4148454"/>
                <a:gridCol w="1604372"/>
                <a:gridCol w="4346297"/>
                <a:gridCol w="3859983"/>
              </a:tblGrid>
              <a:tr h="631425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No.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FAI/SPC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Description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DWG Spec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Proposal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PD Disposition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</a:tr>
              <a:tr h="1154054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1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1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1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FAI 24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POR: ≥19 kOe
HRE FREE: ≥17 kOe
Due to the decrease in Hcj specifications,HRE FREE 72hr  85°C/85%RH MM decay approaching the upper limit of 5%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＜5%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1: keep current spec MM decay &lt;5%, but change the test condition from 85c/85% to 65c/90%</a:t>
                      </a: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2: keep current test condition 85c/85% unchanged, but relieve MM decay spec from &lt;5% to &lt;10%</a:t>
                      </a:r>
                    </a:p>
                  </a:txBody>
                  <a:tcPr marL="8670" marR="8670" marT="8670" marB="867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27091" algn="l" defTabSz="609600">
                        <a:spcBef>
                          <a:spcPts val="200"/>
                        </a:spcBef>
                        <a:tabLst>
                          <a:tab pos="863600" algn="l"/>
                        </a:tabLst>
                        <a:defRPr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52" name="B768 P1 | DWG Review | 806-38855-10"/>
          <p:cNvSpPr txBox="1"/>
          <p:nvPr>
            <p:ph type="title"/>
          </p:nvPr>
        </p:nvSpPr>
        <p:spPr>
          <a:xfrm>
            <a:off x="344705" y="203200"/>
            <a:ext cx="9574308" cy="558800"/>
          </a:xfrm>
          <a:prstGeom prst="rect">
            <a:avLst/>
          </a:prstGeom>
        </p:spPr>
        <p:txBody>
          <a:bodyPr/>
          <a:lstStyle/>
          <a:p>
            <a:pPr defTabSz="333629">
              <a:defRPr sz="2407"/>
            </a:pPr>
            <a:r>
              <a:t>B7</a:t>
            </a:r>
            <a:r>
              <a:t>47</a:t>
            </a:r>
            <a:r>
              <a:t> </a:t>
            </a:r>
            <a:r>
              <a:t>RAMP</a:t>
            </a:r>
            <a:r>
              <a:t> | </a:t>
            </a:r>
            <a:r>
              <a:rPr b="1">
                <a:solidFill>
                  <a:srgbClr val="000000"/>
                </a:solidFill>
              </a:rPr>
              <a:t>DWG Review | HRE FREE M3 Magnet</a:t>
            </a:r>
            <a:r>
              <a:rPr b="1">
                <a:solidFill>
                  <a:srgbClr val="000000"/>
                </a:solidFill>
              </a:rPr>
              <a:t>_160-06027-90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6" name="Table 1"/>
          <p:cNvGraphicFramePr/>
          <p:nvPr/>
        </p:nvGraphicFramePr>
        <p:xfrm>
          <a:off x="508000" y="3266016"/>
          <a:ext cx="15240000" cy="552767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080000"/>
                <a:gridCol w="5080000"/>
                <a:gridCol w="5080000"/>
              </a:tblGrid>
              <a:tr h="680004">
                <a:tc>
                  <a:txBody>
                    <a:bodyPr/>
                    <a:lstStyle/>
                    <a:p>
                      <a:pPr indent="152400" defTabSz="609600"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2D Drawing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51A8F9"/>
                    </a:solidFill>
                  </a:tcPr>
                </a:tc>
                <a:tc>
                  <a:txBody>
                    <a:bodyPr/>
                    <a:lstStyle/>
                    <a:p>
                      <a:pPr indent="152400" defTabSz="609600"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Legacy Best Practice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70BF41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Proposal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A6AAA9"/>
                    </a:solidFill>
                  </a:tcPr>
                </a:tc>
              </a:tr>
              <a:tr h="4847671"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
Due to HRE FREE dowm grade, Hcj reduced from POR&gt;19 to HRE FREE&gt;17,HS is tested under strict requirement of 85 ℃/85%.
After collecting more data, found HRE FREE 72hr  85°C/85%RH MM decay approaching the upper limit of 5%.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  <a:r>
                        <a:t>/</a:t>
                      </a: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</a:txBody>
                  <a:tcPr marL="50800" marR="50800" marT="50800" marB="50800" anchor="t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  <a:r>
                        <a:t>Option 1: keep current spec MM decay &lt;5%, but change the test condition from 85c/85% to 65c/90%</a:t>
                      </a: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  <a:r>
                        <a:t>Option 2: keep current test condition 85c/85% unchanged, but relieve MM decay spec from &lt;5% to &lt;10%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57" name="Table 1"/>
          <p:cNvGraphicFramePr/>
          <p:nvPr/>
        </p:nvGraphicFramePr>
        <p:xfrm>
          <a:off x="505740" y="1079500"/>
          <a:ext cx="13650123" cy="173037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09886"/>
                <a:gridCol w="10937060"/>
              </a:tblGrid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Dimension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FAI 24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Issue Description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Due to the decrease in Hcj specifications,HRE FREE 72hr  85°C/85%RH MM decay approaching the upper limit of 5%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Proposal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1: keep current spec MM decay &lt;5%, but change the test condition from 85c/85% to 65c/90%</a:t>
                      </a: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2: keep current test condition 85c/85% unchanged, but relieve MM decay spec from &lt;5% to &lt;10%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58" name="Table 1"/>
          <p:cNvGraphicFramePr/>
          <p:nvPr/>
        </p:nvGraphicFramePr>
        <p:xfrm>
          <a:off x="10817225" y="189441"/>
          <a:ext cx="4932363" cy="64981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15014"/>
                <a:gridCol w="4117348"/>
              </a:tblGrid>
              <a:tr h="649816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PD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76D6FF">
                        <a:alpha val="2039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>
                          <a:solidFill>
                            <a:schemeClr val="accent5"/>
                          </a:solidFill>
                          <a:sym typeface="Helvetica Neue Light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76D6FF">
                        <a:alpha val="20391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959" name="DWG Review | 604-29055 Callout/Definition"/>
          <p:cNvSpPr txBox="1"/>
          <p:nvPr>
            <p:ph type="title" idx="4294967295"/>
          </p:nvPr>
        </p:nvSpPr>
        <p:spPr>
          <a:xfrm>
            <a:off x="505089" y="282044"/>
            <a:ext cx="9770535" cy="558803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DWG Review |</a:t>
            </a:r>
            <a:r>
              <a:rPr>
                <a:solidFill>
                  <a:srgbClr val="000000"/>
                </a:solidFill>
              </a:rPr>
              <a:t> HRE FREE</a:t>
            </a:r>
            <a:r>
              <a:rPr>
                <a:solidFill>
                  <a:srgbClr val="000000"/>
                </a:solidFill>
              </a:rPr>
              <a:t> M3 Magnet</a:t>
            </a:r>
            <a:r>
              <a:t> Callout/Definition</a:t>
            </a:r>
          </a:p>
        </p:txBody>
      </p:sp>
      <p:pic>
        <p:nvPicPr>
          <p:cNvPr id="1960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795" y="4695299"/>
            <a:ext cx="3734373" cy="20475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1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43056" y="4352610"/>
            <a:ext cx="4727409" cy="228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2" name="已粘贴的影片.png" descr="已粘贴的影片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51656" y="4184650"/>
            <a:ext cx="4854651" cy="388627"/>
          </a:xfrm>
          <a:prstGeom prst="rect">
            <a:avLst/>
          </a:prstGeom>
          <a:ln w="12700">
            <a:miter lim="400000"/>
          </a:ln>
        </p:spPr>
      </p:pic>
      <p:sp>
        <p:nvSpPr>
          <p:cNvPr id="1963" name="矩形"/>
          <p:cNvSpPr/>
          <p:nvPr/>
        </p:nvSpPr>
        <p:spPr>
          <a:xfrm>
            <a:off x="943711" y="4157355"/>
            <a:ext cx="3475015" cy="151981"/>
          </a:xfrm>
          <a:prstGeom prst="rect">
            <a:avLst/>
          </a:prstGeom>
          <a:ln w="25400">
            <a:solidFill>
              <a:srgbClr val="FF2600"/>
            </a:solidFill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00FD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5" name="表格 1"/>
          <p:cNvGraphicFramePr/>
          <p:nvPr/>
        </p:nvGraphicFramePr>
        <p:xfrm>
          <a:off x="192353" y="1337433"/>
          <a:ext cx="15848674" cy="694567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619348"/>
                <a:gridCol w="619348"/>
                <a:gridCol w="650871"/>
                <a:gridCol w="4148454"/>
                <a:gridCol w="1604372"/>
                <a:gridCol w="4346297"/>
                <a:gridCol w="3859983"/>
              </a:tblGrid>
              <a:tr h="631425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No.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FAI/SPC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Description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DWG Spec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Proposal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PD Disposition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</a:tr>
              <a:tr h="1154054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1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1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1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FAI 24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POR: ≥19 kOe
HRE FREE: ≥17 kOe
Due to the decrease in Hcj specifications,HRE FREE 72hr  85°C/85%RH MM decay approaching the upper limit of 5%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＜5%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1: keep current spec MM decay &lt;5%, but change the test condition from 85c/85% to 65c/90%</a:t>
                      </a: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2: keep current test condition 85c/85% unchanged, but relieve MM decay spec from &lt;5% to &lt;10%</a:t>
                      </a:r>
                    </a:p>
                  </a:txBody>
                  <a:tcPr marL="8670" marR="8670" marT="8670" marB="867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27091" algn="l" defTabSz="609600">
                        <a:spcBef>
                          <a:spcPts val="200"/>
                        </a:spcBef>
                        <a:tabLst>
                          <a:tab pos="863600" algn="l"/>
                        </a:tabLst>
                        <a:defRPr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66" name="B768 P1 | DWG Review | 806-38855-10"/>
          <p:cNvSpPr txBox="1"/>
          <p:nvPr>
            <p:ph type="title"/>
          </p:nvPr>
        </p:nvSpPr>
        <p:spPr>
          <a:xfrm>
            <a:off x="344705" y="203200"/>
            <a:ext cx="9574308" cy="558800"/>
          </a:xfrm>
          <a:prstGeom prst="rect">
            <a:avLst/>
          </a:prstGeom>
        </p:spPr>
        <p:txBody>
          <a:bodyPr/>
          <a:lstStyle/>
          <a:p>
            <a:pPr defTabSz="333629">
              <a:defRPr sz="2407"/>
            </a:pPr>
            <a:r>
              <a:t>B7</a:t>
            </a:r>
            <a:r>
              <a:t>47</a:t>
            </a:r>
            <a:r>
              <a:t> </a:t>
            </a:r>
            <a:r>
              <a:t>RAMP</a:t>
            </a:r>
            <a:r>
              <a:t> | </a:t>
            </a:r>
            <a:r>
              <a:rPr b="1">
                <a:solidFill>
                  <a:srgbClr val="000000"/>
                </a:solidFill>
              </a:rPr>
              <a:t>DWG Review | HRE FREE M4 Magnet</a:t>
            </a:r>
            <a:r>
              <a:rPr b="1">
                <a:solidFill>
                  <a:srgbClr val="000000"/>
                </a:solidFill>
              </a:rPr>
              <a:t>_160-06028-91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0" name="Table 1"/>
          <p:cNvGraphicFramePr/>
          <p:nvPr/>
        </p:nvGraphicFramePr>
        <p:xfrm>
          <a:off x="508000" y="3278716"/>
          <a:ext cx="15240000" cy="552767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080000"/>
                <a:gridCol w="5080000"/>
                <a:gridCol w="5080000"/>
              </a:tblGrid>
              <a:tr h="680004">
                <a:tc>
                  <a:txBody>
                    <a:bodyPr/>
                    <a:lstStyle/>
                    <a:p>
                      <a:pPr indent="152400" defTabSz="609600"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2D Drawing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51A8F9"/>
                    </a:solidFill>
                  </a:tcPr>
                </a:tc>
                <a:tc>
                  <a:txBody>
                    <a:bodyPr/>
                    <a:lstStyle/>
                    <a:p>
                      <a:pPr indent="152400" defTabSz="609600"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Legacy Best Practice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70BF41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Proposal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A6AAA9"/>
                    </a:solidFill>
                  </a:tcPr>
                </a:tc>
              </a:tr>
              <a:tr h="4847671"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
Due to HRE FREE dowm grade, Hcj reduced from POR&gt;19 to HRE FREE&gt;17,HS is tested under strict requirement of 85 ℃/85%.
After collecting more data, found HRE FREE 72hr  85°C/85%RH MM decay approaching the upper limit of 5%.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  <a:r>
                        <a:t>/</a:t>
                      </a: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</a:txBody>
                  <a:tcPr marL="50800" marR="50800" marT="50800" marB="50800" anchor="t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  <a:r>
                        <a:t>Option 1: keep current spec MM decay &lt;5%, but change the test condition from 85c/85% to 65c/90%</a:t>
                      </a: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  <a:r>
                        <a:t>Option 2: keep current test condition 85c/85% unchanged, but relieve MM decay spec from &lt;5% to &lt;10%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71" name="Table 1"/>
          <p:cNvGraphicFramePr/>
          <p:nvPr/>
        </p:nvGraphicFramePr>
        <p:xfrm>
          <a:off x="505740" y="1079500"/>
          <a:ext cx="13650123" cy="173037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09886"/>
                <a:gridCol w="10937060"/>
              </a:tblGrid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Dimension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FAI 24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Issue Description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Due to the decrease in Hcj specifications,HRE FREE 72hr  85°C/85%RH MM decay approaching the upper limit of 5%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Proposal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1: keep current spec MM decay &lt;5%, but change the test condition from 85c/85% to 65c/90%</a:t>
                      </a: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2: keep current test condition 85c/85% unchanged, but relieve MM decay spec from &lt;5% to &lt;10%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72" name="Table 1"/>
          <p:cNvGraphicFramePr/>
          <p:nvPr/>
        </p:nvGraphicFramePr>
        <p:xfrm>
          <a:off x="10817225" y="189441"/>
          <a:ext cx="4932363" cy="64981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15014"/>
                <a:gridCol w="4117348"/>
              </a:tblGrid>
              <a:tr h="649816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PD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76D6FF">
                        <a:alpha val="2039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>
                          <a:solidFill>
                            <a:schemeClr val="accent5"/>
                          </a:solidFill>
                          <a:sym typeface="Helvetica Neue Light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76D6FF">
                        <a:alpha val="20391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973" name="DWG Review | 604-29055 Callout/Definition"/>
          <p:cNvSpPr txBox="1"/>
          <p:nvPr>
            <p:ph type="title" idx="4294967295"/>
          </p:nvPr>
        </p:nvSpPr>
        <p:spPr>
          <a:xfrm>
            <a:off x="505089" y="282044"/>
            <a:ext cx="9770535" cy="558803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DWG Review |</a:t>
            </a:r>
            <a:r>
              <a:rPr>
                <a:solidFill>
                  <a:srgbClr val="000000"/>
                </a:solidFill>
              </a:rPr>
              <a:t> HRE FREE</a:t>
            </a:r>
            <a:r>
              <a:rPr>
                <a:solidFill>
                  <a:srgbClr val="000000"/>
                </a:solidFill>
              </a:rPr>
              <a:t> M4 Magnet</a:t>
            </a:r>
            <a:r>
              <a:t> Callout/Definition</a:t>
            </a:r>
          </a:p>
        </p:txBody>
      </p:sp>
      <p:pic>
        <p:nvPicPr>
          <p:cNvPr id="1974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795" y="4695299"/>
            <a:ext cx="3734373" cy="20475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5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23540" y="4338599"/>
            <a:ext cx="4727408" cy="228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6" name="已粘贴的影片.png" descr="已粘贴的影片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51656" y="4184650"/>
            <a:ext cx="4854651" cy="388627"/>
          </a:xfrm>
          <a:prstGeom prst="rect">
            <a:avLst/>
          </a:prstGeom>
          <a:ln w="12700">
            <a:miter lim="400000"/>
          </a:ln>
        </p:spPr>
      </p:pic>
      <p:sp>
        <p:nvSpPr>
          <p:cNvPr id="1977" name="矩形"/>
          <p:cNvSpPr/>
          <p:nvPr/>
        </p:nvSpPr>
        <p:spPr>
          <a:xfrm>
            <a:off x="943711" y="4157355"/>
            <a:ext cx="3475015" cy="151981"/>
          </a:xfrm>
          <a:prstGeom prst="rect">
            <a:avLst/>
          </a:prstGeom>
          <a:ln w="25400">
            <a:solidFill>
              <a:srgbClr val="FF2600"/>
            </a:solidFill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00FD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9" name="表格 1"/>
          <p:cNvGraphicFramePr/>
          <p:nvPr/>
        </p:nvGraphicFramePr>
        <p:xfrm>
          <a:off x="192353" y="1337433"/>
          <a:ext cx="15848674" cy="694567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619348"/>
                <a:gridCol w="619348"/>
                <a:gridCol w="650871"/>
                <a:gridCol w="4148454"/>
                <a:gridCol w="1604372"/>
                <a:gridCol w="4346297"/>
                <a:gridCol w="3859983"/>
              </a:tblGrid>
              <a:tr h="631425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No.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FAI/SPC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Description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DWG Spec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Proposal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53585F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PD Disposition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53585F"/>
                    </a:solidFill>
                  </a:tcPr>
                </a:tc>
              </a:tr>
              <a:tr h="1154054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1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1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1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/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POR: ≥20 kOe
HRE FREE: ≥17 kOe
Due to the decrease in Hcj specifications,HRE FREE 72hr  85°C/85%RH MM decay can’t meet ＜5%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＜5%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1: keep current spec MM decay &lt;5%, but change the test condition from 85c/85% to 65c/90%</a:t>
                      </a: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2: keep current test condition 85c/85% unchanged, but relieve MM decay spec from &lt;5% to &lt;10%</a:t>
                      </a:r>
                    </a:p>
                  </a:txBody>
                  <a:tcPr marL="8670" marR="8670" marT="8670" marB="867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27091" algn="l" defTabSz="609600">
                        <a:spcBef>
                          <a:spcPts val="200"/>
                        </a:spcBef>
                        <a:tabLst>
                          <a:tab pos="863600" algn="l"/>
                        </a:tabLst>
                        <a:defRPr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80" name="B768 P1 | DWG Review | 806-38855-10"/>
          <p:cNvSpPr txBox="1"/>
          <p:nvPr>
            <p:ph type="title"/>
          </p:nvPr>
        </p:nvSpPr>
        <p:spPr>
          <a:xfrm>
            <a:off x="344705" y="203200"/>
            <a:ext cx="9574308" cy="558800"/>
          </a:xfrm>
          <a:prstGeom prst="rect">
            <a:avLst/>
          </a:prstGeom>
        </p:spPr>
        <p:txBody>
          <a:bodyPr/>
          <a:lstStyle/>
          <a:p>
            <a:pPr defTabSz="333629">
              <a:defRPr sz="2407"/>
            </a:pPr>
            <a:r>
              <a:t>B7</a:t>
            </a:r>
            <a:r>
              <a:t>47</a:t>
            </a:r>
            <a:r>
              <a:t> </a:t>
            </a:r>
            <a:r>
              <a:t>RAMP</a:t>
            </a:r>
            <a:r>
              <a:t> | </a:t>
            </a:r>
            <a:r>
              <a:rPr b="1">
                <a:solidFill>
                  <a:srgbClr val="000000"/>
                </a:solidFill>
              </a:rPr>
              <a:t>DWG Review | HRE FREE WP Magnet</a:t>
            </a:r>
            <a:r>
              <a:rPr b="1">
                <a:solidFill>
                  <a:srgbClr val="000000"/>
                </a:solidFill>
              </a:rPr>
              <a:t>_160-06029-90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4" name="Table 1"/>
          <p:cNvGraphicFramePr/>
          <p:nvPr/>
        </p:nvGraphicFramePr>
        <p:xfrm>
          <a:off x="508000" y="3266016"/>
          <a:ext cx="15240000" cy="552767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080000"/>
                <a:gridCol w="5080000"/>
                <a:gridCol w="5080000"/>
              </a:tblGrid>
              <a:tr h="680004">
                <a:tc>
                  <a:txBody>
                    <a:bodyPr/>
                    <a:lstStyle/>
                    <a:p>
                      <a:pPr indent="152400" defTabSz="609600"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2D Drawing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51A8F9"/>
                    </a:solidFill>
                  </a:tcPr>
                </a:tc>
                <a:tc>
                  <a:txBody>
                    <a:bodyPr/>
                    <a:lstStyle/>
                    <a:p>
                      <a:pPr indent="152400" defTabSz="609600"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Legacy Best Practice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70BF41"/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Proposal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A6AAA9"/>
                    </a:solidFill>
                  </a:tcPr>
                </a:tc>
              </a:tr>
              <a:tr h="4847671"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
Due to HRE FREE dowm grade, Hcj reduced from POR&gt;20 to HRE FREE&gt;17,HS is tested under strict requirement of 85 ℃/85%.
After collecting more data, found HRE FREE 72hr  85°C/85%RH MM decay OOS.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</a:txBody>
                  <a:tcPr marL="50800" marR="50800" marT="50800" marB="50800" anchor="t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  <a:r>
                        <a:t>Option 1: keep current spec MM decay &lt;5%, but change the test condition from 85c/85% to 65c/90%</a:t>
                      </a: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  <a:r>
                        <a:t>Option 2: keep current test condition 85c/85% unchanged, but relieve MM decay spec from &lt;5% to &lt;10%</a:t>
                      </a:r>
                    </a:p>
                    <a:p>
                      <a:pPr defTabSz="609600">
                        <a:tabLst>
                          <a:tab pos="850900" algn="l"/>
                        </a:tabLst>
                        <a:def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85" name="Table 1"/>
          <p:cNvGraphicFramePr/>
          <p:nvPr/>
        </p:nvGraphicFramePr>
        <p:xfrm>
          <a:off x="505740" y="1079500"/>
          <a:ext cx="13650123" cy="173037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09886"/>
                <a:gridCol w="10937060"/>
              </a:tblGrid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Dimension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/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Issue Description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sz="1200">
                          <a:latin typeface="Arial Unicode MS"/>
                          <a:ea typeface="Arial Unicode MS"/>
                          <a:cs typeface="Arial Unicode MS"/>
                          <a:sym typeface="Arial Unicode MS"/>
                        </a:rPr>
                        <a:t>Due to the decrease in Hcj specifications,HRE FREE 72hr  85°C/85%RH MM decay can’t meet ＜5% 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Proposal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1: keep current spec MM decay &lt;5%, but change the test condition from 85c/85% to 65c/90%</a:t>
                      </a:r>
                    </a:p>
                    <a:p>
                      <a:pPr algn="l" defTabSz="609600">
                        <a:tabLst>
                          <a:tab pos="850900" algn="l"/>
                        </a:tabLst>
                        <a:defRPr sz="12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Option 2: keep current test condition 85c/85% unchanged, but relieve MM decay spec from &lt;5% to &lt;10%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86" name="Table 1"/>
          <p:cNvGraphicFramePr/>
          <p:nvPr/>
        </p:nvGraphicFramePr>
        <p:xfrm>
          <a:off x="10817225" y="189441"/>
          <a:ext cx="4932363" cy="64981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15014"/>
                <a:gridCol w="4117348"/>
              </a:tblGrid>
              <a:tr h="649816"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/>
                      </a:pPr>
                      <a:r>
                        <a:rPr b="1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PD</a:t>
                      </a: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76D6FF">
                        <a:alpha val="2039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defTabSz="609600">
                        <a:tabLst>
                          <a:tab pos="850900" algn="l"/>
                        </a:tabLst>
                        <a:defRPr sz="1800">
                          <a:solidFill>
                            <a:schemeClr val="accent5"/>
                          </a:solidFill>
                          <a:sym typeface="Helvetica Neue Light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3175">
                      <a:solidFill>
                        <a:srgbClr val="929292"/>
                      </a:solidFill>
                      <a:miter lim="400000"/>
                    </a:lnL>
                    <a:lnR w="3175">
                      <a:solidFill>
                        <a:srgbClr val="929292"/>
                      </a:solidFill>
                      <a:miter lim="400000"/>
                    </a:lnR>
                    <a:lnT w="3175">
                      <a:solidFill>
                        <a:srgbClr val="929292"/>
                      </a:solidFill>
                      <a:miter lim="400000"/>
                    </a:lnT>
                    <a:lnB w="3175">
                      <a:solidFill>
                        <a:srgbClr val="929292"/>
                      </a:solidFill>
                      <a:miter lim="400000"/>
                    </a:lnB>
                    <a:solidFill>
                      <a:srgbClr val="76D6FF">
                        <a:alpha val="20391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987" name="DWG Review | 604-29055 Callout/Definition"/>
          <p:cNvSpPr txBox="1"/>
          <p:nvPr>
            <p:ph type="title" idx="4294967295"/>
          </p:nvPr>
        </p:nvSpPr>
        <p:spPr>
          <a:xfrm>
            <a:off x="505089" y="282044"/>
            <a:ext cx="9770535" cy="558803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DWG Review |</a:t>
            </a:r>
            <a:r>
              <a:rPr>
                <a:solidFill>
                  <a:srgbClr val="000000"/>
                </a:solidFill>
              </a:rPr>
              <a:t> HRE FREE</a:t>
            </a:r>
            <a:r>
              <a:rPr>
                <a:solidFill>
                  <a:srgbClr val="000000"/>
                </a:solidFill>
              </a:rPr>
              <a:t> WP Magnet</a:t>
            </a:r>
            <a:r>
              <a:t> Callout/Definition</a:t>
            </a:r>
          </a:p>
        </p:txBody>
      </p:sp>
      <p:pic>
        <p:nvPicPr>
          <p:cNvPr id="1988" name="已粘贴的影片.png" descr="已粘贴的影片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9198" y="4148943"/>
            <a:ext cx="4935538" cy="419759"/>
          </a:xfrm>
          <a:prstGeom prst="rect">
            <a:avLst/>
          </a:prstGeom>
          <a:ln w="12700">
            <a:miter lim="400000"/>
          </a:ln>
        </p:spPr>
      </p:pic>
      <p:sp>
        <p:nvSpPr>
          <p:cNvPr id="1989" name="矩形"/>
          <p:cNvSpPr/>
          <p:nvPr/>
        </p:nvSpPr>
        <p:spPr>
          <a:xfrm>
            <a:off x="854811" y="4182755"/>
            <a:ext cx="3574477" cy="148986"/>
          </a:xfrm>
          <a:prstGeom prst="rect">
            <a:avLst/>
          </a:prstGeom>
          <a:ln w="25400">
            <a:solidFill>
              <a:srgbClr val="FF2600"/>
            </a:solidFill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00FDFF"/>
                </a:solidFill>
              </a:defRPr>
            </a:pPr>
          </a:p>
        </p:txBody>
      </p:sp>
      <p:pic>
        <p:nvPicPr>
          <p:cNvPr id="1990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40843" y="4650937"/>
            <a:ext cx="3475874" cy="21034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1" name="图像" descr="图像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867018" y="4380722"/>
            <a:ext cx="4556738" cy="22034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2" name="已粘贴的影片.png" descr="已粘贴的影片.png"/>
          <p:cNvPicPr>
            <a:picLocks noChangeAspect="1"/>
          </p:cNvPicPr>
          <p:nvPr/>
        </p:nvPicPr>
        <p:blipFill>
          <a:blip r:embed="rId5">
            <a:extLst/>
          </a:blip>
          <a:srcRect l="0" t="0" r="2255" b="0"/>
          <a:stretch>
            <a:fillRect/>
          </a:stretch>
        </p:blipFill>
        <p:spPr>
          <a:xfrm>
            <a:off x="6689025" y="4445480"/>
            <a:ext cx="2415424" cy="15340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3" name="已粘贴的影片.png" descr="已粘贴的影片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615418" y="6533143"/>
            <a:ext cx="4877830" cy="362422"/>
          </a:xfrm>
          <a:prstGeom prst="rect">
            <a:avLst/>
          </a:prstGeom>
          <a:ln w="12700">
            <a:miter lim="400000"/>
          </a:ln>
        </p:spPr>
      </p:pic>
      <p:sp>
        <p:nvSpPr>
          <p:cNvPr id="1994" name="矩形"/>
          <p:cNvSpPr/>
          <p:nvPr/>
        </p:nvSpPr>
        <p:spPr>
          <a:xfrm>
            <a:off x="5801012" y="6522190"/>
            <a:ext cx="3781712" cy="148986"/>
          </a:xfrm>
          <a:prstGeom prst="rect">
            <a:avLst/>
          </a:prstGeom>
          <a:ln w="25400">
            <a:solidFill>
              <a:srgbClr val="0433FF"/>
            </a:solidFill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00FD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