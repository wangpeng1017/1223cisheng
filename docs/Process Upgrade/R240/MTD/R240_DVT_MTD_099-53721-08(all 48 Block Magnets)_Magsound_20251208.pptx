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tif" ContentType="image/ti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tags/tag1.xml" ContentType="application/vnd.openxmlformats-officedocument.presentationml.tags+xml"/>
  <Override PartName="/ppt/notesSlides/notesSlide5.xml" ContentType="application/vnd.openxmlformats-officedocument.presentationml.notesSlide+xml"/>
  <Override PartName="/ppt/tags/tag2.xml" ContentType="application/vnd.openxmlformats-officedocument.presentationml.tags+xml"/>
  <Override PartName="/ppt/notesSlides/notesSlide6.xml" ContentType="application/vnd.openxmlformats-officedocument.presentationml.notesSlide+xml"/>
  <Override PartName="/ppt/tags/tag3.xml" ContentType="application/vnd.openxmlformats-officedocument.presentationml.tags+xml"/>
  <Override PartName="/ppt/notesSlides/notesSlide7.xml" ContentType="application/vnd.openxmlformats-officedocument.presentationml.notesSlide+xml"/>
  <Override PartName="/ppt/tags/tag4.xml" ContentType="application/vnd.openxmlformats-officedocument.presentationml.tags+xml"/>
  <Override PartName="/ppt/notesSlides/notesSlide8.xml" ContentType="application/vnd.openxmlformats-officedocument.presentationml.notesSlide+xml"/>
  <Override PartName="/ppt/tags/tag5.xml" ContentType="application/vnd.openxmlformats-officedocument.presentationml.tags+xml"/>
  <Override PartName="/ppt/notesSlides/notesSlide9.xml" ContentType="application/vnd.openxmlformats-officedocument.presentationml.notesSlide+xml"/>
  <Override PartName="/ppt/tags/tag6.xml" ContentType="application/vnd.openxmlformats-officedocument.presentationml.tags+xml"/>
  <Override PartName="/ppt/notesSlides/notesSlide10.xml" ContentType="application/vnd.openxmlformats-officedocument.presentationml.notesSlide+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8"/>
  </p:notesMasterIdLst>
  <p:handoutMasterIdLst>
    <p:handoutMasterId r:id="rId39"/>
  </p:handoutMasterIdLst>
  <p:sldIdLst>
    <p:sldId id="256" r:id="rId2"/>
    <p:sldId id="284" r:id="rId3"/>
    <p:sldId id="299" r:id="rId4"/>
    <p:sldId id="304" r:id="rId5"/>
    <p:sldId id="260" r:id="rId6"/>
    <p:sldId id="309" r:id="rId7"/>
    <p:sldId id="311" r:id="rId8"/>
    <p:sldId id="310" r:id="rId9"/>
    <p:sldId id="261" r:id="rId10"/>
    <p:sldId id="286" r:id="rId11"/>
    <p:sldId id="313" r:id="rId12"/>
    <p:sldId id="316" r:id="rId13"/>
    <p:sldId id="317" r:id="rId14"/>
    <p:sldId id="328" r:id="rId15"/>
    <p:sldId id="287" r:id="rId16"/>
    <p:sldId id="277" r:id="rId17"/>
    <p:sldId id="278" r:id="rId18"/>
    <p:sldId id="279" r:id="rId19"/>
    <p:sldId id="288" r:id="rId20"/>
    <p:sldId id="289" r:id="rId21"/>
    <p:sldId id="300" r:id="rId22"/>
    <p:sldId id="301" r:id="rId23"/>
    <p:sldId id="312" r:id="rId24"/>
    <p:sldId id="303" r:id="rId25"/>
    <p:sldId id="290" r:id="rId26"/>
    <p:sldId id="291" r:id="rId27"/>
    <p:sldId id="292" r:id="rId28"/>
    <p:sldId id="293" r:id="rId29"/>
    <p:sldId id="295" r:id="rId30"/>
    <p:sldId id="305" r:id="rId31"/>
    <p:sldId id="296" r:id="rId32"/>
    <p:sldId id="314" r:id="rId33"/>
    <p:sldId id="318" r:id="rId34"/>
    <p:sldId id="323" r:id="rId35"/>
    <p:sldId id="330" r:id="rId36"/>
    <p:sldId id="329" r:id="rId37"/>
  </p:sldIdLst>
  <p:sldSz cx="24384000" cy="13716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82153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000000"/>
        </a:solidFill>
        <a:effectLst/>
        <a:uFillTx/>
        <a:latin typeface="+mj-lt"/>
        <a:ea typeface="+mj-ea"/>
        <a:cs typeface="+mj-cs"/>
        <a:sym typeface="Helvetica Neue Medium"/>
      </a:defRPr>
    </a:lvl1pPr>
    <a:lvl2pPr marL="0" marR="0" indent="0" algn="ctr" defTabSz="82153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000000"/>
        </a:solidFill>
        <a:effectLst/>
        <a:uFillTx/>
        <a:latin typeface="+mj-lt"/>
        <a:ea typeface="+mj-ea"/>
        <a:cs typeface="+mj-cs"/>
        <a:sym typeface="Helvetica Neue Medium"/>
      </a:defRPr>
    </a:lvl2pPr>
    <a:lvl3pPr marL="0" marR="0" indent="0" algn="ctr" defTabSz="82153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000000"/>
        </a:solidFill>
        <a:effectLst/>
        <a:uFillTx/>
        <a:latin typeface="+mj-lt"/>
        <a:ea typeface="+mj-ea"/>
        <a:cs typeface="+mj-cs"/>
        <a:sym typeface="Helvetica Neue Medium"/>
      </a:defRPr>
    </a:lvl3pPr>
    <a:lvl4pPr marL="0" marR="0" indent="0" algn="ctr" defTabSz="82153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000000"/>
        </a:solidFill>
        <a:effectLst/>
        <a:uFillTx/>
        <a:latin typeface="+mj-lt"/>
        <a:ea typeface="+mj-ea"/>
        <a:cs typeface="+mj-cs"/>
        <a:sym typeface="Helvetica Neue Medium"/>
      </a:defRPr>
    </a:lvl4pPr>
    <a:lvl5pPr marL="0" marR="0" indent="0" algn="ctr" defTabSz="82153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000000"/>
        </a:solidFill>
        <a:effectLst/>
        <a:uFillTx/>
        <a:latin typeface="+mj-lt"/>
        <a:ea typeface="+mj-ea"/>
        <a:cs typeface="+mj-cs"/>
        <a:sym typeface="Helvetica Neue Medium"/>
      </a:defRPr>
    </a:lvl5pPr>
    <a:lvl6pPr marL="0" marR="0" indent="0" algn="ctr" defTabSz="82153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000000"/>
        </a:solidFill>
        <a:effectLst/>
        <a:uFillTx/>
        <a:latin typeface="+mj-lt"/>
        <a:ea typeface="+mj-ea"/>
        <a:cs typeface="+mj-cs"/>
        <a:sym typeface="Helvetica Neue Medium"/>
      </a:defRPr>
    </a:lvl6pPr>
    <a:lvl7pPr marL="0" marR="0" indent="0" algn="ctr" defTabSz="82153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000000"/>
        </a:solidFill>
        <a:effectLst/>
        <a:uFillTx/>
        <a:latin typeface="+mj-lt"/>
        <a:ea typeface="+mj-ea"/>
        <a:cs typeface="+mj-cs"/>
        <a:sym typeface="Helvetica Neue Medium"/>
      </a:defRPr>
    </a:lvl7pPr>
    <a:lvl8pPr marL="0" marR="0" indent="0" algn="ctr" defTabSz="82153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000000"/>
        </a:solidFill>
        <a:effectLst/>
        <a:uFillTx/>
        <a:latin typeface="+mj-lt"/>
        <a:ea typeface="+mj-ea"/>
        <a:cs typeface="+mj-cs"/>
        <a:sym typeface="Helvetica Neue Medium"/>
      </a:defRPr>
    </a:lvl8pPr>
    <a:lvl9pPr marL="0" marR="0" indent="0" algn="ctr" defTabSz="82153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000000"/>
        </a:solidFill>
        <a:effectLst/>
        <a:uFillTx/>
        <a:latin typeface="+mj-lt"/>
        <a:ea typeface="+mj-ea"/>
        <a:cs typeface="+mj-cs"/>
        <a:sym typeface="Helvetica Neue Medium"/>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432FF"/>
    <a:srgbClr val="6A6A6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8F44A2F1-9E1F-4B54-A3A2-5F16C0AD49E2}" styleName="">
    <a:tblBg/>
    <a:wholeTbl>
      <a:tcTxStyle b="off" i="off">
        <a:fontRef idx="maj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FFFFFF"/>
          </a:solidFill>
        </a:fill>
      </a:tcStyle>
    </a:wholeTbl>
    <a:band2H>
      <a:tcTxStyle/>
      <a:tcStyle>
        <a:tcBdr/>
        <a:fill>
          <a:solidFill>
            <a:srgbClr val="E3E5E8"/>
          </a:solidFill>
        </a:fill>
      </a:tcStyle>
    </a:band2H>
    <a:firstCol>
      <a:tcTxStyle b="on" i="off">
        <a:fontRef idx="min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lumOff val="-13575"/>
            </a:schemeClr>
          </a:solidFill>
        </a:fill>
      </a:tcStyle>
    </a:firstCol>
    <a:lastRow>
      <a:tcTxStyle b="off" i="off">
        <a:fontRef idx="major">
          <a:srgbClr val="000000"/>
        </a:fontRef>
        <a:srgbClr val="000000"/>
      </a:tcTxStyle>
      <a:tcStyle>
        <a:tcBdr>
          <a:left>
            <a:ln w="12700" cap="flat">
              <a:noFill/>
              <a:miter lim="400000"/>
            </a:ln>
          </a:left>
          <a:right>
            <a:ln w="12700" cap="flat">
              <a:noFill/>
              <a:miter lim="400000"/>
            </a:ln>
          </a:right>
          <a:top>
            <a:ln w="12700" cap="flat">
              <a:solidFill>
                <a:srgbClr val="3797C6"/>
              </a:solidFill>
              <a:prstDash val="solid"/>
              <a:miter lim="400000"/>
            </a:ln>
          </a:top>
          <a:bottom>
            <a:ln w="12700" cap="flat">
              <a:noFill/>
              <a:miter lim="400000"/>
            </a:ln>
          </a:bottom>
          <a:insideH>
            <a:ln w="12700" cap="flat">
              <a:noFill/>
              <a:miter lim="400000"/>
            </a:ln>
          </a:insideH>
          <a:insideV>
            <a:ln w="12700" cap="flat">
              <a:noFill/>
              <a:miter lim="400000"/>
            </a:ln>
          </a:insideV>
        </a:tcBdr>
        <a:fill>
          <a:solidFill>
            <a:srgbClr val="FFFFFF"/>
          </a:solidFill>
        </a:fill>
      </a:tcStyle>
    </a:lastRow>
    <a:firstRow>
      <a:tcTxStyle b="on" i="off">
        <a:fontRef idx="min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hueOff val="114395"/>
              <a:lumOff val="-24975"/>
            </a:schemeClr>
          </a:solidFill>
        </a:fill>
      </a:tcStyle>
    </a:firstRow>
  </a:tblStyle>
  <a:tblStyle styleId="{C7B018BB-80A7-4F77-B60F-C8B233D01FF8}" styleName="">
    <a:tblBg/>
    <a:wholeTbl>
      <a:tcTxStyle>
        <a:fontRef idx="minor">
          <a:srgbClr val="000000"/>
        </a:fontRef>
        <a:srgbClr val="000000"/>
      </a:tcTxStyle>
      <a:tcStyle>
        <a:tcBdr>
          <a:left>
            <a:ln w="12700" cap="flat">
              <a:solidFill>
                <a:srgbClr val="B8B8B8"/>
              </a:solidFill>
              <a:prstDash val="solid"/>
              <a:miter lim="400000"/>
            </a:ln>
          </a:left>
          <a:right>
            <a:ln w="12700" cap="flat">
              <a:solidFill>
                <a:srgbClr val="B8B8B8"/>
              </a:solidFill>
              <a:prstDash val="solid"/>
              <a:miter lim="400000"/>
            </a:ln>
          </a:right>
          <a:top>
            <a:ln w="12700" cap="flat">
              <a:solidFill>
                <a:srgbClr val="B8B8B8"/>
              </a:solidFill>
              <a:prstDash val="solid"/>
              <a:miter lim="400000"/>
            </a:ln>
          </a:top>
          <a:bottom>
            <a:ln w="12700" cap="flat">
              <a:solidFill>
                <a:srgbClr val="B8B8B8"/>
              </a:solidFill>
              <a:prstDash val="solid"/>
              <a:miter lim="400000"/>
            </a:ln>
          </a:bottom>
          <a:insideH>
            <a:ln w="12700" cap="flat">
              <a:solidFill>
                <a:srgbClr val="B8B8B8"/>
              </a:solidFill>
              <a:prstDash val="solid"/>
              <a:miter lim="400000"/>
            </a:ln>
          </a:insideH>
          <a:insideV>
            <a:ln w="12700" cap="flat">
              <a:solidFill>
                <a:srgbClr val="B8B8B8"/>
              </a:solidFill>
              <a:prstDash val="solid"/>
              <a:miter lim="400000"/>
            </a:ln>
          </a:insideV>
        </a:tcBdr>
        <a:fill>
          <a:solidFill>
            <a:srgbClr val="EBEBEB"/>
          </a:solidFill>
        </a:fill>
      </a:tcStyle>
    </a:wholeTbl>
    <a:band2H>
      <a:tcTxStyle/>
      <a:tcStyle>
        <a:tcBdr/>
        <a:fill>
          <a:solidFill>
            <a:srgbClr val="E1E0DA"/>
          </a:solidFill>
        </a:fill>
      </a:tcStyle>
    </a:band2H>
    <a:firstCol>
      <a:tcTxStyle>
        <a:fontRef idx="major">
          <a:srgbClr val="FFFFFF"/>
        </a:fontRef>
        <a:srgbClr val="FFFFFF"/>
      </a:tcTxStyle>
      <a:tcStyle>
        <a:tcBdr>
          <a:left>
            <a:ln w="12700" cap="flat">
              <a:solidFill>
                <a:srgbClr val="606060"/>
              </a:solidFill>
              <a:prstDash val="solid"/>
              <a:miter lim="400000"/>
            </a:ln>
          </a:left>
          <a:right>
            <a:ln w="12700" cap="flat">
              <a:solidFill>
                <a:srgbClr val="606060"/>
              </a:solidFill>
              <a:prstDash val="solid"/>
              <a:miter lim="400000"/>
            </a:ln>
          </a:right>
          <a:top>
            <a:ln w="12700" cap="flat">
              <a:solidFill>
                <a:srgbClr val="606060"/>
              </a:solidFill>
              <a:prstDash val="solid"/>
              <a:miter lim="400000"/>
            </a:ln>
          </a:top>
          <a:bottom>
            <a:ln w="12700" cap="flat">
              <a:solidFill>
                <a:srgbClr val="606060"/>
              </a:solidFill>
              <a:prstDash val="solid"/>
              <a:miter lim="400000"/>
            </a:ln>
          </a:bottom>
          <a:insideH>
            <a:ln w="12700" cap="flat">
              <a:solidFill>
                <a:srgbClr val="606060"/>
              </a:solidFill>
              <a:prstDash val="solid"/>
              <a:miter lim="400000"/>
            </a:ln>
          </a:insideH>
          <a:insideV>
            <a:ln w="12700" cap="flat">
              <a:solidFill>
                <a:srgbClr val="606060"/>
              </a:solidFill>
              <a:prstDash val="solid"/>
              <a:miter lim="400000"/>
            </a:ln>
          </a:insideV>
        </a:tcBdr>
        <a:fill>
          <a:solidFill>
            <a:schemeClr val="accent3">
              <a:hueOff val="362282"/>
              <a:satOff val="31803"/>
              <a:lumOff val="-18242"/>
            </a:schemeClr>
          </a:solidFill>
        </a:fill>
      </a:tcStyle>
    </a:firstCol>
    <a:lastRow>
      <a:tcTxStyle>
        <a:fontRef idx="minor">
          <a:srgbClr val="000000"/>
        </a:fontRef>
        <a:srgbClr val="000000"/>
      </a:tcTxStyle>
      <a:tcStyle>
        <a:tcBdr>
          <a:left>
            <a:ln w="12700" cap="flat">
              <a:solidFill>
                <a:srgbClr val="606060"/>
              </a:solidFill>
              <a:prstDash val="solid"/>
              <a:miter lim="400000"/>
            </a:ln>
          </a:left>
          <a:right>
            <a:ln w="12700" cap="flat">
              <a:solidFill>
                <a:srgbClr val="606060"/>
              </a:solidFill>
              <a:prstDash val="solid"/>
              <a:miter lim="400000"/>
            </a:ln>
          </a:right>
          <a:top>
            <a:ln w="25400" cap="flat">
              <a:solidFill>
                <a:srgbClr val="606060"/>
              </a:solidFill>
              <a:prstDash val="solid"/>
              <a:miter lim="400000"/>
            </a:ln>
          </a:top>
          <a:bottom>
            <a:ln w="12700" cap="flat">
              <a:solidFill>
                <a:srgbClr val="606060"/>
              </a:solidFill>
              <a:prstDash val="solid"/>
              <a:miter lim="400000"/>
            </a:ln>
          </a:bottom>
          <a:insideH>
            <a:ln w="12700" cap="flat">
              <a:solidFill>
                <a:srgbClr val="606060"/>
              </a:solidFill>
              <a:prstDash val="solid"/>
              <a:miter lim="400000"/>
            </a:ln>
          </a:insideH>
          <a:insideV>
            <a:ln w="12700" cap="flat">
              <a:solidFill>
                <a:srgbClr val="606060"/>
              </a:solidFill>
              <a:prstDash val="solid"/>
              <a:miter lim="400000"/>
            </a:ln>
          </a:insideV>
        </a:tcBdr>
        <a:fill>
          <a:solidFill>
            <a:srgbClr val="EBEBEB"/>
          </a:solidFill>
        </a:fill>
      </a:tcStyle>
    </a:lastRow>
    <a:firstRow>
      <a:tcTxStyle>
        <a:fontRef idx="major">
          <a:srgbClr val="FFFFFF"/>
        </a:fontRef>
        <a:srgbClr val="FFFFFF"/>
      </a:tcTxStyle>
      <a:tcStyle>
        <a:tcBdr>
          <a:left>
            <a:ln w="12700" cap="flat">
              <a:solidFill>
                <a:srgbClr val="929292"/>
              </a:solidFill>
              <a:prstDash val="solid"/>
              <a:miter lim="400000"/>
            </a:ln>
          </a:left>
          <a:right>
            <a:ln w="12700" cap="flat">
              <a:solidFill>
                <a:srgbClr val="929292"/>
              </a:solidFill>
              <a:prstDash val="solid"/>
              <a:miter lim="400000"/>
            </a:ln>
          </a:right>
          <a:top>
            <a:ln w="12700" cap="flat">
              <a:solidFill>
                <a:srgbClr val="606060"/>
              </a:solidFill>
              <a:prstDash val="solid"/>
              <a:miter lim="400000"/>
            </a:ln>
          </a:top>
          <a:bottom>
            <a:ln w="12700" cap="flat">
              <a:solidFill>
                <a:srgbClr val="606060"/>
              </a:solidFill>
              <a:prstDash val="solid"/>
              <a:miter lim="400000"/>
            </a:ln>
          </a:bottom>
          <a:insideH>
            <a:ln w="12700" cap="flat">
              <a:solidFill>
                <a:srgbClr val="929292"/>
              </a:solidFill>
              <a:prstDash val="solid"/>
              <a:miter lim="400000"/>
            </a:ln>
          </a:insideH>
          <a:insideV>
            <a:ln w="12700" cap="flat">
              <a:solidFill>
                <a:srgbClr val="929292"/>
              </a:solidFill>
              <a:prstDash val="solid"/>
              <a:miter lim="400000"/>
            </a:ln>
          </a:insideV>
        </a:tcBdr>
        <a:fill>
          <a:solidFill>
            <a:srgbClr val="017101"/>
          </a:solidFill>
        </a:fill>
      </a:tcStyle>
    </a:firstRow>
  </a:tblStyle>
  <a:tblStyle styleId="{EEE7283C-3CF3-47DC-8721-378D4A62B228}" styleName="">
    <a:tblBg/>
    <a:wholeTbl>
      <a:tcTxStyle>
        <a:font>
          <a:latin typeface="Helvetica Neue Light"/>
          <a:ea typeface="Helvetica Neue Light"/>
          <a:cs typeface="Helvetica Neue Light"/>
        </a:font>
        <a:srgbClr val="000000"/>
      </a:tcTxStyle>
      <a:tcStyle>
        <a:tcBdr>
          <a:left>
            <a:ln w="12700" cap="flat">
              <a:solidFill>
                <a:srgbClr val="5D5D5D"/>
              </a:solidFill>
              <a:custDash>
                <a:ds d="200000" sp="200000"/>
              </a:custDash>
              <a:miter lim="400000"/>
            </a:ln>
          </a:left>
          <a:right>
            <a:ln w="12700" cap="flat">
              <a:solidFill>
                <a:srgbClr val="5D5D5D"/>
              </a:solidFill>
              <a:custDash>
                <a:ds d="200000" sp="200000"/>
              </a:custDash>
              <a:miter lim="400000"/>
            </a:ln>
          </a:right>
          <a:top>
            <a:ln w="12700" cap="flat">
              <a:solidFill>
                <a:srgbClr val="5D5D5D"/>
              </a:solidFill>
              <a:custDash>
                <a:ds d="200000" sp="200000"/>
              </a:custDash>
              <a:miter lim="400000"/>
            </a:ln>
          </a:top>
          <a:bottom>
            <a:ln w="12700" cap="flat">
              <a:solidFill>
                <a:srgbClr val="5D5D5D"/>
              </a:solidFill>
              <a:custDash>
                <a:ds d="200000" sp="200000"/>
              </a:custDash>
              <a:miter lim="400000"/>
            </a:ln>
          </a:bottom>
          <a:insideH>
            <a:ln w="12700" cap="flat">
              <a:solidFill>
                <a:srgbClr val="5D5D5D"/>
              </a:solidFill>
              <a:custDash>
                <a:ds d="200000" sp="200000"/>
              </a:custDash>
              <a:miter lim="400000"/>
            </a:ln>
          </a:insideH>
          <a:insideV>
            <a:ln w="12700" cap="flat">
              <a:solidFill>
                <a:srgbClr val="5D5D5D"/>
              </a:solidFill>
              <a:custDash>
                <a:ds d="200000" sp="200000"/>
              </a:custDash>
              <a:miter lim="400000"/>
            </a:ln>
          </a:insideV>
        </a:tcBdr>
        <a:fill>
          <a:solidFill>
            <a:srgbClr val="FAF7E9"/>
          </a:solidFill>
        </a:fill>
      </a:tcStyle>
    </a:wholeTbl>
    <a:band2H>
      <a:tcTxStyle/>
      <a:tcStyle>
        <a:tcBdr/>
        <a:fill>
          <a:solidFill>
            <a:srgbClr val="EDEADD"/>
          </a:solidFill>
        </a:fill>
      </a:tcStyle>
    </a:band2H>
    <a:firstCol>
      <a:tcTxStyle>
        <a:fontRef idx="major">
          <a:srgbClr val="FFFFFF"/>
        </a:fontRef>
        <a:srgbClr val="FFFFFF"/>
      </a:tcTxStyle>
      <a:tcStyle>
        <a:tcBdr>
          <a:left>
            <a:ln w="12700" cap="flat">
              <a:solidFill>
                <a:srgbClr val="5D5D5D"/>
              </a:solidFill>
              <a:prstDash val="solid"/>
              <a:miter lim="400000"/>
            </a:ln>
          </a:left>
          <a:right>
            <a:ln w="12700" cap="flat">
              <a:solidFill>
                <a:srgbClr val="5D5D5D"/>
              </a:solidFill>
              <a:prstDash val="solid"/>
              <a:miter lim="400000"/>
            </a:ln>
          </a:right>
          <a:top>
            <a:ln w="12700" cap="flat">
              <a:solidFill>
                <a:srgbClr val="5D5D5D"/>
              </a:solidFill>
              <a:prstDash val="solid"/>
              <a:miter lim="400000"/>
            </a:ln>
          </a:top>
          <a:bottom>
            <a:ln w="12700" cap="flat">
              <a:solidFill>
                <a:srgbClr val="5D5D5D"/>
              </a:solidFill>
              <a:prstDash val="solid"/>
              <a:miter lim="400000"/>
            </a:ln>
          </a:bottom>
          <a:insideH>
            <a:ln w="12700" cap="flat">
              <a:solidFill>
                <a:srgbClr val="5D5D5D"/>
              </a:solidFill>
              <a:prstDash val="solid"/>
              <a:miter lim="400000"/>
            </a:ln>
          </a:insideH>
          <a:insideV>
            <a:ln w="12700" cap="flat">
              <a:solidFill>
                <a:srgbClr val="5D5D5D"/>
              </a:solidFill>
              <a:prstDash val="solid"/>
              <a:miter lim="400000"/>
            </a:ln>
          </a:insideV>
        </a:tcBdr>
        <a:fill>
          <a:solidFill>
            <a:srgbClr val="F9BA00"/>
          </a:solidFill>
        </a:fill>
      </a:tcStyle>
    </a:firstCol>
    <a:lastRow>
      <a:tcTxStyle>
        <a:fontRef idx="major">
          <a:srgbClr val="FFFFFF"/>
        </a:fontRef>
        <a:srgbClr val="FFFFFF"/>
      </a:tcTxStyle>
      <a:tcStyle>
        <a:tcBdr>
          <a:left>
            <a:ln w="12700" cap="flat">
              <a:solidFill>
                <a:srgbClr val="5D5D5D"/>
              </a:solidFill>
              <a:prstDash val="solid"/>
              <a:miter lim="400000"/>
            </a:ln>
          </a:left>
          <a:right>
            <a:ln w="12700" cap="flat">
              <a:solidFill>
                <a:srgbClr val="5D5D5D"/>
              </a:solidFill>
              <a:prstDash val="solid"/>
              <a:miter lim="400000"/>
            </a:ln>
          </a:right>
          <a:top>
            <a:ln w="12700" cap="flat">
              <a:solidFill>
                <a:srgbClr val="5D5D5D"/>
              </a:solidFill>
              <a:prstDash val="solid"/>
              <a:miter lim="400000"/>
            </a:ln>
          </a:top>
          <a:bottom>
            <a:ln w="12700" cap="flat">
              <a:solidFill>
                <a:srgbClr val="5D5D5D"/>
              </a:solidFill>
              <a:prstDash val="solid"/>
              <a:miter lim="400000"/>
            </a:ln>
          </a:bottom>
          <a:insideH>
            <a:ln w="12700" cap="flat">
              <a:solidFill>
                <a:srgbClr val="5D5D5D"/>
              </a:solidFill>
              <a:prstDash val="solid"/>
              <a:miter lim="400000"/>
            </a:ln>
          </a:insideH>
          <a:insideV>
            <a:ln w="12700" cap="flat">
              <a:solidFill>
                <a:srgbClr val="5D5D5D"/>
              </a:solidFill>
              <a:prstDash val="solid"/>
              <a:miter lim="400000"/>
            </a:ln>
          </a:insideV>
        </a:tcBdr>
        <a:fill>
          <a:solidFill>
            <a:srgbClr val="FF9400"/>
          </a:solidFill>
        </a:fill>
      </a:tcStyle>
    </a:lastRow>
    <a:firstRow>
      <a:tcTxStyle>
        <a:fontRef idx="major">
          <a:srgbClr val="FFFFFF"/>
        </a:fontRef>
        <a:srgbClr val="FFFFFF"/>
      </a:tcTxStyle>
      <a:tcStyle>
        <a:tcBdr>
          <a:left>
            <a:ln w="12700" cap="flat">
              <a:solidFill>
                <a:srgbClr val="5D5D5D"/>
              </a:solidFill>
              <a:prstDash val="solid"/>
              <a:miter lim="400000"/>
            </a:ln>
          </a:left>
          <a:right>
            <a:ln w="12700" cap="flat">
              <a:solidFill>
                <a:srgbClr val="5D5D5D"/>
              </a:solidFill>
              <a:prstDash val="solid"/>
              <a:miter lim="400000"/>
            </a:ln>
          </a:right>
          <a:top>
            <a:ln w="12700" cap="flat">
              <a:solidFill>
                <a:srgbClr val="5D5D5D"/>
              </a:solidFill>
              <a:prstDash val="solid"/>
              <a:miter lim="400000"/>
            </a:ln>
          </a:top>
          <a:bottom>
            <a:ln w="12700" cap="flat">
              <a:solidFill>
                <a:srgbClr val="5D5D5D"/>
              </a:solidFill>
              <a:prstDash val="solid"/>
              <a:miter lim="400000"/>
            </a:ln>
          </a:bottom>
          <a:insideH>
            <a:ln w="12700" cap="flat">
              <a:solidFill>
                <a:srgbClr val="5D5D5D"/>
              </a:solidFill>
              <a:prstDash val="solid"/>
              <a:miter lim="400000"/>
            </a:ln>
          </a:insideH>
          <a:insideV>
            <a:ln w="12700" cap="flat">
              <a:solidFill>
                <a:srgbClr val="5D5D5D"/>
              </a:solidFill>
              <a:prstDash val="solid"/>
              <a:miter lim="400000"/>
            </a:ln>
          </a:insideV>
        </a:tcBdr>
        <a:fill>
          <a:solidFill>
            <a:srgbClr val="FF9400"/>
          </a:solidFill>
        </a:fill>
      </a:tcStyle>
    </a:firstRow>
  </a:tblStyle>
  <a:tblStyle styleId="{CF821DB8-F4EB-4A41-A1BA-3FCAFE7338EE}" styleName="">
    <a:tblBg/>
    <a:wholeTbl>
      <a:tcTxStyle>
        <a:fontRef idx="minor">
          <a:srgbClr val="000000"/>
        </a:fontRef>
        <a:srgbClr val="000000"/>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A6AAA9"/>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EBEBEB"/>
          </a:solidFill>
        </a:fill>
      </a:tcStyle>
    </a:wholeTbl>
    <a:band2H>
      <a:tcTxStyle/>
      <a:tcStyle>
        <a:tcBdr/>
        <a:fill>
          <a:solidFill>
            <a:srgbClr val="DADBDA"/>
          </a:solidFill>
        </a:fill>
      </a:tcStyle>
    </a:band2H>
    <a:firstCol>
      <a:tcTxStyle b="on">
        <a:fontRef idx="minor">
          <a:srgbClr val="FFFFFF"/>
        </a:fontRef>
        <a:srgbClr val="FFFFFF"/>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A6AAA9"/>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chemeClr val="accent6">
              <a:hueOff val="-146070"/>
              <a:satOff val="-10048"/>
              <a:lumOff val="-30626"/>
            </a:schemeClr>
          </a:solidFill>
        </a:fill>
      </a:tcStyle>
    </a:firstCol>
    <a:lastRow>
      <a:tcTxStyle b="on">
        <a:fontRef idx="minor">
          <a:srgbClr val="FFFFFF"/>
        </a:fontRef>
        <a:srgbClr val="FFFFFF"/>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A6AAA9"/>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C24785"/>
          </a:solidFill>
        </a:fill>
      </a:tcStyle>
    </a:lastRow>
    <a:firstRow>
      <a:tcTxStyle b="on">
        <a:fontRef idx="minor">
          <a:srgbClr val="FFFFFF"/>
        </a:fontRef>
        <a:srgbClr val="FFFFFF"/>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A6AAA9"/>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C24785"/>
          </a:solidFill>
        </a:fill>
      </a:tcStyle>
    </a:firstRow>
  </a:tblStyle>
  <a:tblStyle styleId="{33BA23B1-9221-436E-865A-0063620EA4FD}" styleName="">
    <a:tblBg/>
    <a:wholeTbl>
      <a:tcTxStyle>
        <a:fontRef idx="minor">
          <a:srgbClr val="000000"/>
        </a:fontRef>
        <a:srgbClr val="000000"/>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B5B5C1"/>
          </a:solidFill>
        </a:fill>
      </a:tcStyle>
    </a:wholeTbl>
    <a:band2H>
      <a:tcTxStyle/>
      <a:tcStyle>
        <a:tcBdr/>
        <a:fill>
          <a:solidFill>
            <a:srgbClr val="9A9AA5"/>
          </a:solidFill>
        </a:fill>
      </a:tcStyle>
    </a:band2H>
    <a:firstCol>
      <a:tcTxStyle b="on">
        <a:fontRef idx="minor">
          <a:srgbClr val="FFFFFF"/>
        </a:fontRef>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53585F"/>
          </a:solidFill>
        </a:fill>
      </a:tcStyle>
    </a:firstCol>
    <a:lastRow>
      <a:tcTxStyle b="on">
        <a:fontRef idx="minor">
          <a:srgbClr val="FFFFFF"/>
        </a:fontRef>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798089"/>
          </a:solidFill>
        </a:fill>
      </a:tcStyle>
    </a:lastRow>
    <a:firstRow>
      <a:tcTxStyle b="on">
        <a:fontRef idx="minor">
          <a:srgbClr val="FFFFFF"/>
        </a:fontRef>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798089"/>
          </a:solidFill>
        </a:fill>
      </a:tcStyle>
    </a:firstRow>
  </a:tblStyle>
  <a:tblStyle styleId="{2708684C-4D16-4618-839F-0558EEFCDFE6}" styleName="">
    <a:tblBg/>
    <a:wholeTbl>
      <a:tcTxStyle>
        <a:fontRef idx="minor">
          <a:srgbClr val="000000"/>
        </a:fontRef>
        <a:srgbClr val="000000"/>
      </a:tcTxStyle>
      <a:tcStyle>
        <a:tcBdr>
          <a:left>
            <a:ln w="12700" cap="flat">
              <a:solidFill>
                <a:srgbClr val="000000"/>
              </a:solidFill>
              <a:custDash>
                <a:ds d="200000" sp="200000"/>
              </a:custDash>
              <a:miter lim="400000"/>
            </a:ln>
          </a:left>
          <a:right>
            <a:ln w="12700" cap="flat">
              <a:solidFill>
                <a:srgbClr val="000000"/>
              </a:solidFill>
              <a:custDash>
                <a:ds d="200000" sp="200000"/>
              </a:custDash>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wholeTbl>
    <a:band2H>
      <a:tcTxStyle/>
      <a:tcStyle>
        <a:tcBdr/>
        <a:fill>
          <a:solidFill>
            <a:srgbClr val="EDEEEE"/>
          </a:solidFill>
        </a:fill>
      </a:tcStyle>
    </a:band2H>
    <a:firstCol>
      <a:tcTxStyle b="on">
        <a:fontRef idx="minor">
          <a:srgbClr val="000000"/>
        </a:fontRef>
        <a:srgbClr val="000000"/>
      </a:tcTxStyle>
      <a:tcStyle>
        <a:tcBdr>
          <a:left>
            <a:ln w="12700" cap="flat">
              <a:noFill/>
              <a:miter lim="400000"/>
            </a:ln>
          </a:left>
          <a:right>
            <a:ln w="127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firstCol>
    <a:lastRow>
      <a:tcTxStyle b="on">
        <a:fontRef idx="minor">
          <a:srgbClr val="000000"/>
        </a:fontRef>
        <a:srgbClr val="000000"/>
      </a:tcTxStyle>
      <a:tcStyle>
        <a:tcBdr>
          <a:left>
            <a:ln w="12700" cap="flat">
              <a:solidFill>
                <a:srgbClr val="000000"/>
              </a:solidFill>
              <a:custDash>
                <a:ds d="200000" sp="200000"/>
              </a:custDash>
              <a:miter lim="400000"/>
            </a:ln>
          </a:left>
          <a:right>
            <a:ln w="12700" cap="flat">
              <a:solidFill>
                <a:srgbClr val="000000"/>
              </a:solidFill>
              <a:custDash>
                <a:ds d="200000" sp="200000"/>
              </a:custDash>
              <a:miter lim="400000"/>
            </a:ln>
          </a:right>
          <a:top>
            <a:ln w="12700" cap="flat">
              <a:solidFill>
                <a:srgbClr val="000000"/>
              </a:solidFill>
              <a:prstDash val="solid"/>
              <a:miter lim="400000"/>
            </a:ln>
          </a:top>
          <a:bottom>
            <a:ln w="12700" cap="flat">
              <a:noFill/>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lastRow>
    <a:firstRow>
      <a:tcTxStyle b="on">
        <a:fontRef idx="minor">
          <a:srgbClr val="000000"/>
        </a:fontRef>
        <a:srgbClr val="000000"/>
      </a:tcTxStyle>
      <a:tcStyle>
        <a:tcBdr>
          <a:left>
            <a:ln w="12700" cap="flat">
              <a:solidFill>
                <a:srgbClr val="000000"/>
              </a:solidFill>
              <a:custDash>
                <a:ds d="200000" sp="200000"/>
              </a:custDash>
              <a:miter lim="400000"/>
            </a:ln>
          </a:left>
          <a:right>
            <a:ln w="12700" cap="flat">
              <a:solidFill>
                <a:srgbClr val="000000"/>
              </a:solidFill>
              <a:custDash>
                <a:ds d="200000" sp="200000"/>
              </a:custDash>
              <a:miter lim="400000"/>
            </a:ln>
          </a:right>
          <a:top>
            <a:ln w="12700" cap="flat">
              <a:noFill/>
              <a:miter lim="400000"/>
            </a:ln>
          </a:top>
          <a:bottom>
            <a:ln w="12700" cap="flat">
              <a:solidFill>
                <a:srgbClr val="000000"/>
              </a:solidFill>
              <a:prstDash val="solid"/>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firstRow>
  </a:tblStyle>
  <a:tblStyle styleId="{4C3C2611-4C71-4FC5-86AE-919BDF0F9419}" styleName="">
    <a:tblBg/>
    <a:wholeTbl>
      <a:tcTxStyle>
        <a:fontRef idx="min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FFFFFF"/>
          </a:solidFill>
        </a:fill>
      </a:tcStyle>
    </a:wholeTbl>
    <a:band2H>
      <a:tcTxStyle/>
      <a:tcStyle>
        <a:tcBdr/>
        <a:fill>
          <a:solidFill>
            <a:srgbClr val="E3E5E8"/>
          </a:solidFill>
        </a:fill>
      </a:tcStyle>
    </a:band2H>
    <a:firstCol>
      <a:tcTxStyle b="on">
        <a:fontRef idx="min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lumOff val="-13575"/>
            </a:schemeClr>
          </a:solidFill>
        </a:fill>
      </a:tcStyle>
    </a:firstCol>
    <a:lastRow>
      <a:tcTxStyle>
        <a:fontRef idx="minor">
          <a:srgbClr val="000000"/>
        </a:fontRef>
        <a:srgbClr val="000000"/>
      </a:tcTxStyle>
      <a:tcStyle>
        <a:tcBdr>
          <a:left>
            <a:ln w="12700" cap="flat">
              <a:noFill/>
              <a:miter lim="400000"/>
            </a:ln>
          </a:left>
          <a:right>
            <a:ln w="12700" cap="flat">
              <a:noFill/>
              <a:miter lim="400000"/>
            </a:ln>
          </a:right>
          <a:top>
            <a:ln w="12700" cap="flat">
              <a:solidFill>
                <a:srgbClr val="3797C6"/>
              </a:solidFill>
              <a:prstDash val="solid"/>
              <a:miter lim="400000"/>
            </a:ln>
          </a:top>
          <a:bottom>
            <a:ln w="12700" cap="flat">
              <a:noFill/>
              <a:miter lim="400000"/>
            </a:ln>
          </a:bottom>
          <a:insideH>
            <a:ln w="12700" cap="flat">
              <a:noFill/>
              <a:miter lim="400000"/>
            </a:ln>
          </a:insideH>
          <a:insideV>
            <a:ln w="12700" cap="flat">
              <a:noFill/>
              <a:miter lim="400000"/>
            </a:ln>
          </a:insideV>
        </a:tcBdr>
        <a:fill>
          <a:solidFill>
            <a:srgbClr val="FFFFFF"/>
          </a:solidFill>
        </a:fill>
      </a:tcStyle>
    </a:lastRow>
    <a:firstRow>
      <a:tcTxStyle b="on">
        <a:fontRef idx="min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hueOff val="114395"/>
              <a:lumOff val="-24975"/>
            </a:schemeClr>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5854" autoAdjust="0"/>
    <p:restoredTop sz="94151" autoAdjust="0"/>
  </p:normalViewPr>
  <p:slideViewPr>
    <p:cSldViewPr snapToGrid="0">
      <p:cViewPr varScale="1">
        <p:scale>
          <a:sx n="54" d="100"/>
          <a:sy n="54" d="100"/>
        </p:scale>
        <p:origin x="1352" y="240"/>
      </p:cViewPr>
      <p:guideLst/>
    </p:cSldViewPr>
  </p:slideViewPr>
  <p:notesTextViewPr>
    <p:cViewPr>
      <p:scale>
        <a:sx n="1" d="1"/>
        <a:sy n="1" d="1"/>
      </p:scale>
      <p:origin x="0" y="0"/>
    </p:cViewPr>
  </p:notesTextViewPr>
  <p:sorterViewPr>
    <p:cViewPr>
      <p:scale>
        <a:sx n="80" d="100"/>
        <a:sy n="80" d="100"/>
      </p:scale>
      <p:origin x="0" y="0"/>
    </p:cViewPr>
  </p:sorterViewPr>
  <p:notesViewPr>
    <p:cSldViewPr snapToGrid="0">
      <p:cViewPr varScale="1">
        <p:scale>
          <a:sx n="54" d="100"/>
          <a:sy n="54" d="100"/>
        </p:scale>
        <p:origin x="2880" y="48"/>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handoutMaster" Target="handoutMasters/handoutMaster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571F32C-9FE2-4BE3-B5EA-E42ECE8F0A5A}" type="datetimeFigureOut">
              <a:rPr lang="zh-CN" altLang="en-US" smtClean="0"/>
              <a:t>2025/12/10</a:t>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D2BDDAF7-A9DC-4A7A-B16F-3FDD953A9B94}" type="slidenum">
              <a:rPr lang="zh-CN" altLang="en-US" smtClean="0"/>
              <a:t>‹#›</a:t>
            </a:fld>
            <a:endParaRPr lang="zh-CN" altLang="en-US"/>
          </a:p>
        </p:txBody>
      </p:sp>
    </p:spTree>
    <p:extLst>
      <p:ext uri="{BB962C8B-B14F-4D97-AF65-F5344CB8AC3E}">
        <p14:creationId xmlns:p14="http://schemas.microsoft.com/office/powerpoint/2010/main" val="1962965651"/>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39" name="Shape 139"/>
          <p:cNvSpPr>
            <a:spLocks noGrp="1" noRot="1" noChangeAspect="1"/>
          </p:cNvSpPr>
          <p:nvPr>
            <p:ph type="sldImg"/>
          </p:nvPr>
        </p:nvSpPr>
        <p:spPr>
          <a:xfrm>
            <a:off x="1143000" y="685800"/>
            <a:ext cx="4572000" cy="3429000"/>
          </a:xfrm>
          <a:prstGeom prst="rect">
            <a:avLst/>
          </a:prstGeom>
        </p:spPr>
        <p:txBody>
          <a:bodyPr/>
          <a:lstStyle/>
          <a:p>
            <a:endParaRPr/>
          </a:p>
        </p:txBody>
      </p:sp>
      <p:sp>
        <p:nvSpPr>
          <p:cNvPr id="140" name="Shape 140"/>
          <p:cNvSpPr>
            <a:spLocks noGrp="1"/>
          </p:cNvSpPr>
          <p:nvPr>
            <p:ph type="body" sz="quarter" idx="1"/>
          </p:nvPr>
        </p:nvSpPr>
        <p:spPr>
          <a:xfrm>
            <a:off x="914400" y="4343400"/>
            <a:ext cx="5029200" cy="4114800"/>
          </a:xfrm>
          <a:prstGeom prst="rect">
            <a:avLst/>
          </a:prstGeom>
        </p:spPr>
        <p:txBody>
          <a:bodyPr/>
          <a:lstStyle/>
          <a:p>
            <a:endParaRPr/>
          </a:p>
        </p:txBody>
      </p:sp>
    </p:spTree>
    <p:extLst>
      <p:ext uri="{BB962C8B-B14F-4D97-AF65-F5344CB8AC3E}">
        <p14:creationId xmlns:p14="http://schemas.microsoft.com/office/powerpoint/2010/main" val="753217851"/>
      </p:ext>
    </p:extLst>
  </p:cSld>
  <p:clrMap bg1="lt1" tx1="dk1" bg2="lt2" tx2="dk2" accent1="accent1" accent2="accent2" accent3="accent3" accent4="accent4" accent5="accent5" accent6="accent6" hlink="hlink" folHlink="folHlink"/>
  <p:hf hdr="0" ftr="0" dt="0"/>
  <p:notesStyle>
    <a:lvl1pPr defTabSz="457200" latinLnBrk="0">
      <a:defRPr sz="2200">
        <a:latin typeface="Lucida Grande"/>
        <a:ea typeface="Lucida Grande"/>
        <a:cs typeface="Lucida Grande"/>
        <a:sym typeface="Lucida Grande"/>
      </a:defRPr>
    </a:lvl1pPr>
    <a:lvl2pPr defTabSz="457200" latinLnBrk="0">
      <a:defRPr sz="2200">
        <a:latin typeface="Lucida Grande"/>
        <a:ea typeface="Lucida Grande"/>
        <a:cs typeface="Lucida Grande"/>
        <a:sym typeface="Lucida Grande"/>
      </a:defRPr>
    </a:lvl2pPr>
    <a:lvl3pPr defTabSz="457200" latinLnBrk="0">
      <a:defRPr sz="2200">
        <a:latin typeface="Lucida Grande"/>
        <a:ea typeface="Lucida Grande"/>
        <a:cs typeface="Lucida Grande"/>
        <a:sym typeface="Lucida Grande"/>
      </a:defRPr>
    </a:lvl3pPr>
    <a:lvl4pPr defTabSz="457200" latinLnBrk="0">
      <a:defRPr sz="2200">
        <a:latin typeface="Lucida Grande"/>
        <a:ea typeface="Lucida Grande"/>
        <a:cs typeface="Lucida Grande"/>
        <a:sym typeface="Lucida Grande"/>
      </a:defRPr>
    </a:lvl4pPr>
    <a:lvl5pPr defTabSz="457200" latinLnBrk="0">
      <a:defRPr sz="2200">
        <a:latin typeface="Lucida Grande"/>
        <a:ea typeface="Lucida Grande"/>
        <a:cs typeface="Lucida Grande"/>
        <a:sym typeface="Lucida Grande"/>
      </a:defRPr>
    </a:lvl5pPr>
    <a:lvl6pPr defTabSz="457200" latinLnBrk="0">
      <a:defRPr sz="2200">
        <a:latin typeface="Lucida Grande"/>
        <a:ea typeface="Lucida Grande"/>
        <a:cs typeface="Lucida Grande"/>
        <a:sym typeface="Lucida Grande"/>
      </a:defRPr>
    </a:lvl6pPr>
    <a:lvl7pPr defTabSz="457200" latinLnBrk="0">
      <a:defRPr sz="2200">
        <a:latin typeface="Lucida Grande"/>
        <a:ea typeface="Lucida Grande"/>
        <a:cs typeface="Lucida Grande"/>
        <a:sym typeface="Lucida Grande"/>
      </a:defRPr>
    </a:lvl7pPr>
    <a:lvl8pPr defTabSz="457200" latinLnBrk="0">
      <a:defRPr sz="2200">
        <a:latin typeface="Lucida Grande"/>
        <a:ea typeface="Lucida Grande"/>
        <a:cs typeface="Lucida Grande"/>
        <a:sym typeface="Lucida Grande"/>
      </a:defRPr>
    </a:lvl8pPr>
    <a:lvl9pPr defTabSz="457200" latinLnBrk="0">
      <a:defRPr sz="2200">
        <a:latin typeface="Lucida Grande"/>
        <a:ea typeface="Lucida Grande"/>
        <a:cs typeface="Lucida Grande"/>
        <a:sym typeface="Lucida Grande"/>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161783925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2286000" y="514350"/>
            <a:ext cx="4572000" cy="2571750"/>
          </a:xfrm>
        </p:spPr>
      </p:sp>
      <p:sp>
        <p:nvSpPr>
          <p:cNvPr id="3" name="备注占位符 2"/>
          <p:cNvSpPr>
            <a:spLocks noGrp="1"/>
          </p:cNvSpPr>
          <p:nvPr>
            <p:ph type="body" idx="1"/>
          </p:nvPr>
        </p:nvSpPr>
        <p:spPr/>
        <p:txBody>
          <a:bodyPr/>
          <a:lstStyle/>
          <a:p>
            <a:endParaRPr kumimoji="1" lang="zh-CN" altLang="en-US" dirty="0"/>
          </a:p>
        </p:txBody>
      </p:sp>
    </p:spTree>
    <p:extLst>
      <p:ext uri="{BB962C8B-B14F-4D97-AF65-F5344CB8AC3E}">
        <p14:creationId xmlns:p14="http://schemas.microsoft.com/office/powerpoint/2010/main" val="308634737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48FCBB-B923-FADC-BC25-81C0FB13E6FD}"/>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860158D1-2D07-5173-9C96-7B029ACC049D}"/>
              </a:ext>
            </a:extLst>
          </p:cNvPr>
          <p:cNvSpPr>
            <a:spLocks noGrp="1" noRot="1" noChangeAspect="1"/>
          </p:cNvSpPr>
          <p:nvPr>
            <p:ph type="sldImg"/>
          </p:nvPr>
        </p:nvSpPr>
        <p:spPr>
          <a:xfrm>
            <a:off x="2286000" y="514350"/>
            <a:ext cx="4572000" cy="2571750"/>
          </a:xfrm>
        </p:spPr>
      </p:sp>
      <p:sp>
        <p:nvSpPr>
          <p:cNvPr id="3" name="备注占位符 2">
            <a:extLst>
              <a:ext uri="{FF2B5EF4-FFF2-40B4-BE49-F238E27FC236}">
                <a16:creationId xmlns:a16="http://schemas.microsoft.com/office/drawing/2014/main" id="{462DC2BB-6A88-6482-312E-7A7C4BF186D4}"/>
              </a:ext>
            </a:extLst>
          </p:cNvPr>
          <p:cNvSpPr>
            <a:spLocks noGrp="1"/>
          </p:cNvSpPr>
          <p:nvPr>
            <p:ph type="body" idx="1"/>
          </p:nvPr>
        </p:nvSpPr>
        <p:spPr/>
        <p:txBody>
          <a:bodyPr/>
          <a:lstStyle/>
          <a:p>
            <a:endParaRPr kumimoji="1" lang="zh-CN" altLang="en-US" dirty="0"/>
          </a:p>
        </p:txBody>
      </p:sp>
    </p:spTree>
    <p:extLst>
      <p:ext uri="{BB962C8B-B14F-4D97-AF65-F5344CB8AC3E}">
        <p14:creationId xmlns:p14="http://schemas.microsoft.com/office/powerpoint/2010/main" val="53868299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2286000" y="514350"/>
            <a:ext cx="4572000" cy="2571750"/>
          </a:xfrm>
        </p:spPr>
      </p:sp>
      <p:sp>
        <p:nvSpPr>
          <p:cNvPr id="3" name="备注占位符 2"/>
          <p:cNvSpPr>
            <a:spLocks noGrp="1"/>
          </p:cNvSpPr>
          <p:nvPr>
            <p:ph type="body" idx="1"/>
          </p:nvPr>
        </p:nvSpPr>
        <p:spPr/>
        <p:txBody>
          <a:bodyPr/>
          <a:lstStyle/>
          <a:p>
            <a:endParaRPr kumimoji="1" lang="zh-CN" altLang="en-US" dirty="0"/>
          </a:p>
        </p:txBody>
      </p:sp>
    </p:spTree>
    <p:extLst>
      <p:ext uri="{BB962C8B-B14F-4D97-AF65-F5344CB8AC3E}">
        <p14:creationId xmlns:p14="http://schemas.microsoft.com/office/powerpoint/2010/main" val="45506938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16293320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401645081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209189169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2286000" y="514350"/>
            <a:ext cx="4572000" cy="2571750"/>
          </a:xfrm>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35012964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2286000" y="514350"/>
            <a:ext cx="4572000" cy="2571750"/>
          </a:xfrm>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406927447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2286000" y="514350"/>
            <a:ext cx="4572000" cy="2571750"/>
          </a:xfrm>
        </p:spPr>
      </p:sp>
      <p:sp>
        <p:nvSpPr>
          <p:cNvPr id="3" name="备注占位符 2"/>
          <p:cNvSpPr>
            <a:spLocks noGrp="1"/>
          </p:cNvSpPr>
          <p:nvPr>
            <p:ph type="body" idx="1"/>
          </p:nvPr>
        </p:nvSpPr>
        <p:spPr/>
        <p:txBody>
          <a:bodyPr/>
          <a:lstStyle/>
          <a:p>
            <a:endParaRPr kumimoji="1" lang="zh-CN" altLang="en-US" dirty="0"/>
          </a:p>
        </p:txBody>
      </p:sp>
    </p:spTree>
    <p:extLst>
      <p:ext uri="{BB962C8B-B14F-4D97-AF65-F5344CB8AC3E}">
        <p14:creationId xmlns:p14="http://schemas.microsoft.com/office/powerpoint/2010/main" val="227274189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slideLayout1.xml><?xml version="1.0" encoding="utf-8"?>
<p:sldLayout xmlns:a="http://schemas.openxmlformats.org/drawingml/2006/main" xmlns:r="http://schemas.openxmlformats.org/officeDocument/2006/relationships" xmlns:p="http://schemas.openxmlformats.org/presentationml/2006/main" type="tx">
  <p:cSld name="标题与副标题">
    <p:spTree>
      <p:nvGrpSpPr>
        <p:cNvPr id="1" name=""/>
        <p:cNvGrpSpPr/>
        <p:nvPr/>
      </p:nvGrpSpPr>
      <p:grpSpPr>
        <a:xfrm>
          <a:off x="0" y="0"/>
          <a:ext cx="0" cy="0"/>
          <a:chOff x="0" y="0"/>
          <a:chExt cx="0" cy="0"/>
        </a:xfrm>
      </p:grpSpPr>
      <p:sp>
        <p:nvSpPr>
          <p:cNvPr id="11" name="线条"/>
          <p:cNvSpPr/>
          <p:nvPr/>
        </p:nvSpPr>
        <p:spPr>
          <a:xfrm>
            <a:off x="791957" y="1803795"/>
            <a:ext cx="22800086" cy="1"/>
          </a:xfrm>
          <a:prstGeom prst="line">
            <a:avLst/>
          </a:prstGeom>
          <a:ln w="25400">
            <a:solidFill>
              <a:srgbClr val="000000"/>
            </a:solidFill>
            <a:miter lim="400000"/>
          </a:ln>
        </p:spPr>
        <p:txBody>
          <a:bodyPr lIns="0" tIns="0" rIns="0" bIns="0"/>
          <a:lstStyle/>
          <a:p>
            <a:pPr algn="l" defTabSz="457200">
              <a:defRPr sz="1200">
                <a:latin typeface="Helvetica"/>
                <a:ea typeface="Helvetica"/>
                <a:cs typeface="Helvetica"/>
                <a:sym typeface="Helvetica"/>
              </a:defRPr>
            </a:pPr>
            <a:endParaRPr/>
          </a:p>
        </p:txBody>
      </p:sp>
      <p:sp>
        <p:nvSpPr>
          <p:cNvPr id="12" name="幻灯片编号"/>
          <p:cNvSpPr txBox="1">
            <a:spLocks noGrp="1"/>
          </p:cNvSpPr>
          <p:nvPr>
            <p:ph type="sldNum" sz="quarter" idx="2"/>
          </p:nvPr>
        </p:nvSpPr>
        <p:spPr>
          <a:prstGeom prst="rect">
            <a:avLst/>
          </a:prstGeom>
        </p:spPr>
        <p:txBody>
          <a:bodyPr/>
          <a:lstStyle>
            <a:lvl1pPr>
              <a:defRPr>
                <a:latin typeface="Helvetica Neue Thin"/>
                <a:ea typeface="Helvetica Neue Thin"/>
                <a:cs typeface="Helvetica Neue Thin"/>
                <a:sym typeface="Helvetica Neue Thin"/>
              </a:defRPr>
            </a:lvl1pPr>
          </a:lstStyle>
          <a:p>
            <a:fld id="{86CB4B4D-7CA3-9044-876B-883B54F8677D}" type="slidenum">
              <a:t>‹#›</a:t>
            </a:fld>
            <a:endParaRPr/>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type="tx">
  <p:cSld name="标题 - 居中">
    <p:spTree>
      <p:nvGrpSpPr>
        <p:cNvPr id="1" name=""/>
        <p:cNvGrpSpPr/>
        <p:nvPr/>
      </p:nvGrpSpPr>
      <p:grpSpPr>
        <a:xfrm>
          <a:off x="0" y="0"/>
          <a:ext cx="0" cy="0"/>
          <a:chOff x="0" y="0"/>
          <a:chExt cx="0" cy="0"/>
        </a:xfrm>
      </p:grpSpPr>
      <p:sp>
        <p:nvSpPr>
          <p:cNvPr id="29" name="标题文本"/>
          <p:cNvSpPr txBox="1">
            <a:spLocks noGrp="1"/>
          </p:cNvSpPr>
          <p:nvPr>
            <p:ph type="title"/>
          </p:nvPr>
        </p:nvSpPr>
        <p:spPr>
          <a:xfrm>
            <a:off x="4833937" y="4536280"/>
            <a:ext cx="14716127" cy="4643439"/>
          </a:xfrm>
          <a:prstGeom prst="rect">
            <a:avLst/>
          </a:prstGeom>
        </p:spPr>
        <p:txBody>
          <a:bodyPr/>
          <a:lstStyle/>
          <a:p>
            <a:r>
              <a:t>标题文本</a:t>
            </a:r>
          </a:p>
        </p:txBody>
      </p:sp>
      <p:sp>
        <p:nvSpPr>
          <p:cNvPr id="30" name="幻灯片编号"/>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type="tx">
  <p:cSld name="照片 - 垂直">
    <p:spTree>
      <p:nvGrpSpPr>
        <p:cNvPr id="1" name=""/>
        <p:cNvGrpSpPr/>
        <p:nvPr/>
      </p:nvGrpSpPr>
      <p:grpSpPr>
        <a:xfrm>
          <a:off x="0" y="0"/>
          <a:ext cx="0" cy="0"/>
          <a:chOff x="0" y="0"/>
          <a:chExt cx="0" cy="0"/>
        </a:xfrm>
      </p:grpSpPr>
      <p:sp>
        <p:nvSpPr>
          <p:cNvPr id="37" name="图像"/>
          <p:cNvSpPr>
            <a:spLocks noGrp="1"/>
          </p:cNvSpPr>
          <p:nvPr>
            <p:ph type="pic" sz="half" idx="13"/>
          </p:nvPr>
        </p:nvSpPr>
        <p:spPr>
          <a:xfrm>
            <a:off x="12495609" y="892967"/>
            <a:ext cx="7500939" cy="11555019"/>
          </a:xfrm>
          <a:prstGeom prst="rect">
            <a:avLst/>
          </a:prstGeom>
        </p:spPr>
        <p:txBody>
          <a:bodyPr lIns="91439" tIns="45719" rIns="91439" bIns="45719" anchor="t">
            <a:noAutofit/>
          </a:bodyPr>
          <a:lstStyle/>
          <a:p>
            <a:endParaRPr/>
          </a:p>
        </p:txBody>
      </p:sp>
      <p:sp>
        <p:nvSpPr>
          <p:cNvPr id="38" name="标题文本"/>
          <p:cNvSpPr txBox="1">
            <a:spLocks noGrp="1"/>
          </p:cNvSpPr>
          <p:nvPr>
            <p:ph type="title"/>
          </p:nvPr>
        </p:nvSpPr>
        <p:spPr>
          <a:xfrm>
            <a:off x="4387453" y="892967"/>
            <a:ext cx="7500939" cy="5607846"/>
          </a:xfrm>
          <a:prstGeom prst="rect">
            <a:avLst/>
          </a:prstGeom>
        </p:spPr>
        <p:txBody>
          <a:bodyPr anchor="b"/>
          <a:lstStyle>
            <a:lvl1pPr>
              <a:defRPr sz="8400"/>
            </a:lvl1pPr>
          </a:lstStyle>
          <a:p>
            <a:r>
              <a:t>标题文本</a:t>
            </a:r>
          </a:p>
        </p:txBody>
      </p:sp>
      <p:sp>
        <p:nvSpPr>
          <p:cNvPr id="39" name="正文级别 1…"/>
          <p:cNvSpPr txBox="1">
            <a:spLocks noGrp="1"/>
          </p:cNvSpPr>
          <p:nvPr>
            <p:ph type="body" sz="quarter" idx="1"/>
          </p:nvPr>
        </p:nvSpPr>
        <p:spPr>
          <a:xfrm>
            <a:off x="4387453" y="6643686"/>
            <a:ext cx="7500939" cy="5786439"/>
          </a:xfrm>
          <a:prstGeom prst="rect">
            <a:avLst/>
          </a:prstGeom>
        </p:spPr>
        <p:txBody>
          <a:bodyPr anchor="t"/>
          <a:lstStyle>
            <a:lvl1pPr marL="0" indent="0" algn="ctr">
              <a:spcBef>
                <a:spcPts val="0"/>
              </a:spcBef>
              <a:buSzTx/>
              <a:buNone/>
              <a:defRPr sz="5200"/>
            </a:lvl1pPr>
            <a:lvl2pPr marL="0" indent="0" algn="ctr">
              <a:spcBef>
                <a:spcPts val="0"/>
              </a:spcBef>
              <a:buSzTx/>
              <a:buNone/>
              <a:defRPr sz="5200"/>
            </a:lvl2pPr>
            <a:lvl3pPr marL="0" indent="0" algn="ctr">
              <a:spcBef>
                <a:spcPts val="0"/>
              </a:spcBef>
              <a:buSzTx/>
              <a:buNone/>
              <a:defRPr sz="5200"/>
            </a:lvl3pPr>
            <a:lvl4pPr marL="0" indent="0" algn="ctr">
              <a:spcBef>
                <a:spcPts val="0"/>
              </a:spcBef>
              <a:buSzTx/>
              <a:buNone/>
              <a:defRPr sz="5200"/>
            </a:lvl4pPr>
            <a:lvl5pPr marL="0" indent="0" algn="ctr">
              <a:spcBef>
                <a:spcPts val="0"/>
              </a:spcBef>
              <a:buSzTx/>
              <a:buNone/>
              <a:defRPr sz="5200"/>
            </a:lvl5pPr>
          </a:lstStyle>
          <a:p>
            <a:r>
              <a:t>正文级别 1</a:t>
            </a:r>
          </a:p>
          <a:p>
            <a:pPr lvl="1"/>
            <a:r>
              <a:t>正文级别 2</a:t>
            </a:r>
          </a:p>
          <a:p>
            <a:pPr lvl="2"/>
            <a:r>
              <a:t>正文级别 3</a:t>
            </a:r>
          </a:p>
          <a:p>
            <a:pPr lvl="3"/>
            <a:r>
              <a:t>正文级别 4</a:t>
            </a:r>
          </a:p>
          <a:p>
            <a:pPr lvl="4"/>
            <a:r>
              <a:t>正文级别 5</a:t>
            </a:r>
          </a:p>
        </p:txBody>
      </p:sp>
      <p:sp>
        <p:nvSpPr>
          <p:cNvPr id="40" name="幻灯片编号"/>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type="tx">
  <p:cSld name="标题 - 顶部对齐">
    <p:spTree>
      <p:nvGrpSpPr>
        <p:cNvPr id="1" name=""/>
        <p:cNvGrpSpPr/>
        <p:nvPr/>
      </p:nvGrpSpPr>
      <p:grpSpPr>
        <a:xfrm>
          <a:off x="0" y="0"/>
          <a:ext cx="0" cy="0"/>
          <a:chOff x="0" y="0"/>
          <a:chExt cx="0" cy="0"/>
        </a:xfrm>
      </p:grpSpPr>
      <p:sp>
        <p:nvSpPr>
          <p:cNvPr id="47" name="标题文本"/>
          <p:cNvSpPr txBox="1">
            <a:spLocks noGrp="1"/>
          </p:cNvSpPr>
          <p:nvPr>
            <p:ph type="title"/>
          </p:nvPr>
        </p:nvSpPr>
        <p:spPr>
          <a:prstGeom prst="rect">
            <a:avLst/>
          </a:prstGeom>
        </p:spPr>
        <p:txBody>
          <a:bodyPr/>
          <a:lstStyle/>
          <a:p>
            <a:r>
              <a:t>标题文本</a:t>
            </a:r>
          </a:p>
        </p:txBody>
      </p:sp>
      <p:sp>
        <p:nvSpPr>
          <p:cNvPr id="48" name="幻灯片编号"/>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type="tx">
  <p:cSld name="标题与项目符号">
    <p:spTree>
      <p:nvGrpSpPr>
        <p:cNvPr id="1" name=""/>
        <p:cNvGrpSpPr/>
        <p:nvPr/>
      </p:nvGrpSpPr>
      <p:grpSpPr>
        <a:xfrm>
          <a:off x="0" y="0"/>
          <a:ext cx="0" cy="0"/>
          <a:chOff x="0" y="0"/>
          <a:chExt cx="0" cy="0"/>
        </a:xfrm>
      </p:grpSpPr>
      <p:sp>
        <p:nvSpPr>
          <p:cNvPr id="55" name="标题文本"/>
          <p:cNvSpPr txBox="1">
            <a:spLocks noGrp="1"/>
          </p:cNvSpPr>
          <p:nvPr>
            <p:ph type="title"/>
          </p:nvPr>
        </p:nvSpPr>
        <p:spPr>
          <a:prstGeom prst="rect">
            <a:avLst/>
          </a:prstGeom>
        </p:spPr>
        <p:txBody>
          <a:bodyPr/>
          <a:lstStyle/>
          <a:p>
            <a:r>
              <a:t>标题文本</a:t>
            </a:r>
          </a:p>
        </p:txBody>
      </p:sp>
      <p:sp>
        <p:nvSpPr>
          <p:cNvPr id="56" name="正文级别 1…"/>
          <p:cNvSpPr txBox="1">
            <a:spLocks noGrp="1"/>
          </p:cNvSpPr>
          <p:nvPr>
            <p:ph type="body" idx="1"/>
          </p:nvPr>
        </p:nvSpPr>
        <p:spPr>
          <a:xfrm>
            <a:off x="4387453" y="3643312"/>
            <a:ext cx="15609094" cy="8840393"/>
          </a:xfrm>
          <a:prstGeom prst="rect">
            <a:avLst/>
          </a:prstGeom>
        </p:spPr>
        <p:txBody>
          <a:bodyPr/>
          <a:lstStyle/>
          <a:p>
            <a:r>
              <a:t>正文级别 1</a:t>
            </a:r>
          </a:p>
          <a:p>
            <a:pPr lvl="1"/>
            <a:r>
              <a:t>正文级别 2</a:t>
            </a:r>
          </a:p>
          <a:p>
            <a:pPr lvl="2"/>
            <a:r>
              <a:t>正文级别 3</a:t>
            </a:r>
          </a:p>
          <a:p>
            <a:pPr lvl="3"/>
            <a:r>
              <a:t>正文级别 4</a:t>
            </a:r>
          </a:p>
          <a:p>
            <a:pPr lvl="4"/>
            <a:r>
              <a:t>正文级别 5</a:t>
            </a:r>
          </a:p>
        </p:txBody>
      </p:sp>
      <p:sp>
        <p:nvSpPr>
          <p:cNvPr id="57" name="幻灯片编号"/>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type="tx">
  <p:cSld name="标题、项目符号与照片">
    <p:spTree>
      <p:nvGrpSpPr>
        <p:cNvPr id="1" name=""/>
        <p:cNvGrpSpPr/>
        <p:nvPr/>
      </p:nvGrpSpPr>
      <p:grpSpPr>
        <a:xfrm>
          <a:off x="0" y="0"/>
          <a:ext cx="0" cy="0"/>
          <a:chOff x="0" y="0"/>
          <a:chExt cx="0" cy="0"/>
        </a:xfrm>
      </p:grpSpPr>
      <p:sp>
        <p:nvSpPr>
          <p:cNvPr id="64" name="图像"/>
          <p:cNvSpPr>
            <a:spLocks noGrp="1"/>
          </p:cNvSpPr>
          <p:nvPr>
            <p:ph type="pic" sz="quarter" idx="13"/>
          </p:nvPr>
        </p:nvSpPr>
        <p:spPr>
          <a:xfrm>
            <a:off x="12495609" y="3643312"/>
            <a:ext cx="7500939" cy="8840393"/>
          </a:xfrm>
          <a:prstGeom prst="rect">
            <a:avLst/>
          </a:prstGeom>
        </p:spPr>
        <p:txBody>
          <a:bodyPr lIns="91439" tIns="45719" rIns="91439" bIns="45719" anchor="t">
            <a:noAutofit/>
          </a:bodyPr>
          <a:lstStyle/>
          <a:p>
            <a:endParaRPr/>
          </a:p>
        </p:txBody>
      </p:sp>
      <p:sp>
        <p:nvSpPr>
          <p:cNvPr id="65" name="标题文本"/>
          <p:cNvSpPr txBox="1">
            <a:spLocks noGrp="1"/>
          </p:cNvSpPr>
          <p:nvPr>
            <p:ph type="title"/>
          </p:nvPr>
        </p:nvSpPr>
        <p:spPr>
          <a:prstGeom prst="rect">
            <a:avLst/>
          </a:prstGeom>
        </p:spPr>
        <p:txBody>
          <a:bodyPr/>
          <a:lstStyle/>
          <a:p>
            <a:r>
              <a:t>标题文本</a:t>
            </a:r>
          </a:p>
        </p:txBody>
      </p:sp>
      <p:sp>
        <p:nvSpPr>
          <p:cNvPr id="66" name="正文级别 1…"/>
          <p:cNvSpPr txBox="1">
            <a:spLocks noGrp="1"/>
          </p:cNvSpPr>
          <p:nvPr>
            <p:ph type="body" sz="quarter" idx="1"/>
          </p:nvPr>
        </p:nvSpPr>
        <p:spPr>
          <a:xfrm>
            <a:off x="4387453" y="3643312"/>
            <a:ext cx="7500939" cy="8840393"/>
          </a:xfrm>
          <a:prstGeom prst="rect">
            <a:avLst/>
          </a:prstGeom>
        </p:spPr>
        <p:txBody>
          <a:bodyPr/>
          <a:lstStyle>
            <a:lvl1pPr marL="465363" indent="-465363">
              <a:spcBef>
                <a:spcPts val="4500"/>
              </a:spcBef>
              <a:defRPr sz="3800"/>
            </a:lvl1pPr>
            <a:lvl2pPr marL="808263" indent="-465363">
              <a:spcBef>
                <a:spcPts val="4500"/>
              </a:spcBef>
              <a:defRPr sz="3800"/>
            </a:lvl2pPr>
            <a:lvl3pPr marL="1151163" indent="-465363">
              <a:spcBef>
                <a:spcPts val="4500"/>
              </a:spcBef>
              <a:defRPr sz="3800"/>
            </a:lvl3pPr>
            <a:lvl4pPr marL="1494064" indent="-465364">
              <a:spcBef>
                <a:spcPts val="4500"/>
              </a:spcBef>
              <a:defRPr sz="3800"/>
            </a:lvl4pPr>
            <a:lvl5pPr marL="1836964" indent="-465364">
              <a:spcBef>
                <a:spcPts val="4500"/>
              </a:spcBef>
              <a:defRPr sz="3800"/>
            </a:lvl5pPr>
          </a:lstStyle>
          <a:p>
            <a:r>
              <a:t>正文级别 1</a:t>
            </a:r>
          </a:p>
          <a:p>
            <a:pPr lvl="1"/>
            <a:r>
              <a:t>正文级别 2</a:t>
            </a:r>
          </a:p>
          <a:p>
            <a:pPr lvl="2"/>
            <a:r>
              <a:t>正文级别 3</a:t>
            </a:r>
          </a:p>
          <a:p>
            <a:pPr lvl="3"/>
            <a:r>
              <a:t>正文级别 4</a:t>
            </a:r>
          </a:p>
          <a:p>
            <a:pPr lvl="4"/>
            <a:r>
              <a:t>正文级别 5</a:t>
            </a:r>
          </a:p>
        </p:txBody>
      </p:sp>
      <p:sp>
        <p:nvSpPr>
          <p:cNvPr id="67" name="幻灯片编号"/>
          <p:cNvSpPr txBox="1">
            <a:spLocks noGrp="1"/>
          </p:cNvSpPr>
          <p:nvPr>
            <p:ph type="sldNum" sz="quarter" idx="2"/>
          </p:nvPr>
        </p:nvSpPr>
        <p:spPr>
          <a:xfrm>
            <a:off x="11954104" y="13073062"/>
            <a:ext cx="466267" cy="473075"/>
          </a:xfrm>
          <a:prstGeom prst="rect">
            <a:avLst/>
          </a:prstGeom>
        </p:spPr>
        <p:txBody>
          <a:bodyPr/>
          <a:lstStyle>
            <a:lvl1pPr>
              <a:defRPr>
                <a:latin typeface="Helvetica Light"/>
                <a:ea typeface="Helvetica Light"/>
                <a:cs typeface="Helvetica Light"/>
                <a:sym typeface="Helvetica Light"/>
              </a:defRPr>
            </a:lvl1pPr>
          </a:lstStyle>
          <a:p>
            <a:fld id="{86CB4B4D-7CA3-9044-876B-883B54F8677D}" type="slidenum">
              <a:t>‹#›</a:t>
            </a:fld>
            <a:endParaRPr/>
          </a:p>
        </p:txBody>
      </p:sp>
    </p:spTree>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type="tx">
  <p:cSld name="项目符号">
    <p:spTree>
      <p:nvGrpSpPr>
        <p:cNvPr id="1" name=""/>
        <p:cNvGrpSpPr/>
        <p:nvPr/>
      </p:nvGrpSpPr>
      <p:grpSpPr>
        <a:xfrm>
          <a:off x="0" y="0"/>
          <a:ext cx="0" cy="0"/>
          <a:chOff x="0" y="0"/>
          <a:chExt cx="0" cy="0"/>
        </a:xfrm>
      </p:grpSpPr>
      <p:sp>
        <p:nvSpPr>
          <p:cNvPr id="74" name="正文级别 1…"/>
          <p:cNvSpPr txBox="1">
            <a:spLocks noGrp="1"/>
          </p:cNvSpPr>
          <p:nvPr>
            <p:ph type="body" idx="1"/>
          </p:nvPr>
        </p:nvSpPr>
        <p:spPr>
          <a:xfrm>
            <a:off x="4387453" y="1785936"/>
            <a:ext cx="15609094" cy="10144127"/>
          </a:xfrm>
          <a:prstGeom prst="rect">
            <a:avLst/>
          </a:prstGeom>
        </p:spPr>
        <p:txBody>
          <a:bodyPr/>
          <a:lstStyle/>
          <a:p>
            <a:r>
              <a:t>正文级别 1</a:t>
            </a:r>
          </a:p>
          <a:p>
            <a:pPr lvl="1"/>
            <a:r>
              <a:t>正文级别 2</a:t>
            </a:r>
          </a:p>
          <a:p>
            <a:pPr lvl="2"/>
            <a:r>
              <a:t>正文级别 3</a:t>
            </a:r>
          </a:p>
          <a:p>
            <a:pPr lvl="3"/>
            <a:r>
              <a:t>正文级别 4</a:t>
            </a:r>
          </a:p>
          <a:p>
            <a:pPr lvl="4"/>
            <a:r>
              <a:t>正文级别 5</a:t>
            </a:r>
          </a:p>
        </p:txBody>
      </p:sp>
      <p:sp>
        <p:nvSpPr>
          <p:cNvPr id="75" name="幻灯片编号"/>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type="tx">
  <p:cSld name="照片 - 3 联">
    <p:spTree>
      <p:nvGrpSpPr>
        <p:cNvPr id="1" name=""/>
        <p:cNvGrpSpPr/>
        <p:nvPr/>
      </p:nvGrpSpPr>
      <p:grpSpPr>
        <a:xfrm>
          <a:off x="0" y="0"/>
          <a:ext cx="0" cy="0"/>
          <a:chOff x="0" y="0"/>
          <a:chExt cx="0" cy="0"/>
        </a:xfrm>
      </p:grpSpPr>
      <p:sp>
        <p:nvSpPr>
          <p:cNvPr id="82" name="图像"/>
          <p:cNvSpPr>
            <a:spLocks noGrp="1"/>
          </p:cNvSpPr>
          <p:nvPr>
            <p:ph type="pic" sz="quarter" idx="13"/>
          </p:nvPr>
        </p:nvSpPr>
        <p:spPr>
          <a:xfrm>
            <a:off x="12495609" y="7161609"/>
            <a:ext cx="7500939" cy="5304236"/>
          </a:xfrm>
          <a:prstGeom prst="rect">
            <a:avLst/>
          </a:prstGeom>
        </p:spPr>
        <p:txBody>
          <a:bodyPr lIns="91439" tIns="45719" rIns="91439" bIns="45719" anchor="t">
            <a:noAutofit/>
          </a:bodyPr>
          <a:lstStyle/>
          <a:p>
            <a:endParaRPr/>
          </a:p>
        </p:txBody>
      </p:sp>
      <p:sp>
        <p:nvSpPr>
          <p:cNvPr id="83" name="图像"/>
          <p:cNvSpPr>
            <a:spLocks noGrp="1"/>
          </p:cNvSpPr>
          <p:nvPr>
            <p:ph type="pic" sz="quarter" idx="14"/>
          </p:nvPr>
        </p:nvSpPr>
        <p:spPr>
          <a:xfrm>
            <a:off x="12495609" y="1250155"/>
            <a:ext cx="7500939" cy="5304237"/>
          </a:xfrm>
          <a:prstGeom prst="rect">
            <a:avLst/>
          </a:prstGeom>
        </p:spPr>
        <p:txBody>
          <a:bodyPr lIns="91439" tIns="45719" rIns="91439" bIns="45719" anchor="t">
            <a:noAutofit/>
          </a:bodyPr>
          <a:lstStyle/>
          <a:p>
            <a:endParaRPr/>
          </a:p>
        </p:txBody>
      </p:sp>
      <p:sp>
        <p:nvSpPr>
          <p:cNvPr id="84" name="图像"/>
          <p:cNvSpPr>
            <a:spLocks noGrp="1"/>
          </p:cNvSpPr>
          <p:nvPr>
            <p:ph type="pic" sz="half" idx="15"/>
          </p:nvPr>
        </p:nvSpPr>
        <p:spPr>
          <a:xfrm>
            <a:off x="4387453" y="1250155"/>
            <a:ext cx="7500939" cy="11215690"/>
          </a:xfrm>
          <a:prstGeom prst="rect">
            <a:avLst/>
          </a:prstGeom>
        </p:spPr>
        <p:txBody>
          <a:bodyPr lIns="91439" tIns="45719" rIns="91439" bIns="45719" anchor="t">
            <a:noAutofit/>
          </a:bodyPr>
          <a:lstStyle/>
          <a:p>
            <a:endParaRPr/>
          </a:p>
        </p:txBody>
      </p:sp>
      <p:sp>
        <p:nvSpPr>
          <p:cNvPr id="85" name="幻灯片编号"/>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type="tx">
  <p:cSld name="引文">
    <p:spTree>
      <p:nvGrpSpPr>
        <p:cNvPr id="1" name=""/>
        <p:cNvGrpSpPr/>
        <p:nvPr/>
      </p:nvGrpSpPr>
      <p:grpSpPr>
        <a:xfrm>
          <a:off x="0" y="0"/>
          <a:ext cx="0" cy="0"/>
          <a:chOff x="0" y="0"/>
          <a:chExt cx="0" cy="0"/>
        </a:xfrm>
      </p:grpSpPr>
      <p:sp>
        <p:nvSpPr>
          <p:cNvPr id="92" name="矩形"/>
          <p:cNvSpPr txBox="1">
            <a:spLocks noGrp="1"/>
          </p:cNvSpPr>
          <p:nvPr>
            <p:ph type="body" sz="quarter" idx="13"/>
          </p:nvPr>
        </p:nvSpPr>
        <p:spPr>
          <a:xfrm>
            <a:off x="4833937" y="5945187"/>
            <a:ext cx="14716128" cy="968377"/>
          </a:xfrm>
          <a:prstGeom prst="rect">
            <a:avLst/>
          </a:prstGeom>
        </p:spPr>
        <p:txBody>
          <a:bodyPr>
            <a:noAutofit/>
          </a:bodyPr>
          <a:lstStyle>
            <a:lvl1pPr marL="0" indent="0" algn="ctr">
              <a:spcBef>
                <a:spcPts val="0"/>
              </a:spcBef>
              <a:buSzTx/>
              <a:buNone/>
              <a:defRPr sz="4600">
                <a:latin typeface="+mj-lt"/>
                <a:ea typeface="+mj-ea"/>
                <a:cs typeface="+mj-cs"/>
                <a:sym typeface="Helvetica Neue Medium"/>
              </a:defRPr>
            </a:lvl1pPr>
          </a:lstStyle>
          <a:p>
            <a:r>
              <a:t> </a:t>
            </a:r>
          </a:p>
        </p:txBody>
      </p:sp>
      <p:sp>
        <p:nvSpPr>
          <p:cNvPr id="93" name="正文级别 1…"/>
          <p:cNvSpPr txBox="1">
            <a:spLocks noGrp="1"/>
          </p:cNvSpPr>
          <p:nvPr>
            <p:ph type="body" sz="quarter" idx="1"/>
          </p:nvPr>
        </p:nvSpPr>
        <p:spPr>
          <a:xfrm>
            <a:off x="4833937" y="8947546"/>
            <a:ext cx="14716127" cy="647702"/>
          </a:xfrm>
          <a:prstGeom prst="rect">
            <a:avLst/>
          </a:prstGeom>
        </p:spPr>
        <p:txBody>
          <a:bodyPr anchor="t"/>
          <a:lstStyle>
            <a:lvl1pPr marL="0" indent="0" algn="ctr">
              <a:spcBef>
                <a:spcPts val="0"/>
              </a:spcBef>
              <a:buSzTx/>
              <a:buNone/>
              <a:defRPr sz="3200" i="1"/>
            </a:lvl1pPr>
            <a:lvl2pPr marL="888999" indent="-444499" algn="ctr">
              <a:spcBef>
                <a:spcPts val="0"/>
              </a:spcBef>
              <a:defRPr sz="3200" i="1"/>
            </a:lvl2pPr>
            <a:lvl3pPr marL="1333499" indent="-444499" algn="ctr">
              <a:spcBef>
                <a:spcPts val="0"/>
              </a:spcBef>
              <a:defRPr sz="3200" i="1"/>
            </a:lvl3pPr>
            <a:lvl4pPr marL="1777999" indent="-444499" algn="ctr">
              <a:spcBef>
                <a:spcPts val="0"/>
              </a:spcBef>
              <a:defRPr sz="3200" i="1"/>
            </a:lvl4pPr>
            <a:lvl5pPr marL="2222499" indent="-444499" algn="ctr">
              <a:spcBef>
                <a:spcPts val="0"/>
              </a:spcBef>
              <a:defRPr sz="3200" i="1"/>
            </a:lvl5pPr>
          </a:lstStyle>
          <a:p>
            <a:r>
              <a:t>正文级别 1</a:t>
            </a:r>
          </a:p>
          <a:p>
            <a:pPr lvl="1"/>
            <a:r>
              <a:t>正文级别 2</a:t>
            </a:r>
          </a:p>
          <a:p>
            <a:pPr lvl="2"/>
            <a:r>
              <a:t>正文级别 3</a:t>
            </a:r>
          </a:p>
          <a:p>
            <a:pPr lvl="3"/>
            <a:r>
              <a:t>正文级别 4</a:t>
            </a:r>
          </a:p>
          <a:p>
            <a:pPr lvl="4"/>
            <a:r>
              <a:t>正文级别 5</a:t>
            </a:r>
          </a:p>
        </p:txBody>
      </p:sp>
      <p:sp>
        <p:nvSpPr>
          <p:cNvPr id="94" name="幻灯片编号"/>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0.xml><?xml version="1.0" encoding="utf-8"?>
<p:sldLayout xmlns:a="http://schemas.openxmlformats.org/drawingml/2006/main" xmlns:r="http://schemas.openxmlformats.org/officeDocument/2006/relationships" xmlns:p="http://schemas.openxmlformats.org/presentationml/2006/main" type="tx">
  <p:cSld name="照片">
    <p:spTree>
      <p:nvGrpSpPr>
        <p:cNvPr id="1" name=""/>
        <p:cNvGrpSpPr/>
        <p:nvPr/>
      </p:nvGrpSpPr>
      <p:grpSpPr>
        <a:xfrm>
          <a:off x="0" y="0"/>
          <a:ext cx="0" cy="0"/>
          <a:chOff x="0" y="0"/>
          <a:chExt cx="0" cy="0"/>
        </a:xfrm>
      </p:grpSpPr>
      <p:sp>
        <p:nvSpPr>
          <p:cNvPr id="101" name="图像"/>
          <p:cNvSpPr>
            <a:spLocks noGrp="1"/>
          </p:cNvSpPr>
          <p:nvPr>
            <p:ph type="pic" idx="13"/>
          </p:nvPr>
        </p:nvSpPr>
        <p:spPr>
          <a:xfrm>
            <a:off x="3047999" y="0"/>
            <a:ext cx="18288002" cy="13716000"/>
          </a:xfrm>
          <a:prstGeom prst="rect">
            <a:avLst/>
          </a:prstGeom>
        </p:spPr>
        <p:txBody>
          <a:bodyPr lIns="91439" tIns="45719" rIns="91439" bIns="45719" anchor="t">
            <a:noAutofit/>
          </a:bodyPr>
          <a:lstStyle/>
          <a:p>
            <a:endParaRPr/>
          </a:p>
        </p:txBody>
      </p:sp>
      <p:sp>
        <p:nvSpPr>
          <p:cNvPr id="102" name="幻灯片编号"/>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1.xml><?xml version="1.0" encoding="utf-8"?>
<p:sldLayout xmlns:a="http://schemas.openxmlformats.org/drawingml/2006/main" xmlns:r="http://schemas.openxmlformats.org/officeDocument/2006/relationships" xmlns:p="http://schemas.openxmlformats.org/presentationml/2006/main" type="tx">
  <p:cSld name="空白">
    <p:spTree>
      <p:nvGrpSpPr>
        <p:cNvPr id="1" name=""/>
        <p:cNvGrpSpPr/>
        <p:nvPr/>
      </p:nvGrpSpPr>
      <p:grpSpPr>
        <a:xfrm>
          <a:off x="0" y="0"/>
          <a:ext cx="0" cy="0"/>
          <a:chOff x="0" y="0"/>
          <a:chExt cx="0" cy="0"/>
        </a:xfrm>
      </p:grpSpPr>
      <p:sp>
        <p:nvSpPr>
          <p:cNvPr id="109" name="幻灯片编号"/>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2.xml><?xml version="1.0" encoding="utf-8"?>
<p:sldLayout xmlns:a="http://schemas.openxmlformats.org/drawingml/2006/main" xmlns:r="http://schemas.openxmlformats.org/officeDocument/2006/relationships" xmlns:p="http://schemas.openxmlformats.org/presentationml/2006/main" type="tx">
  <p:cSld name="标题与副标题">
    <p:spTree>
      <p:nvGrpSpPr>
        <p:cNvPr id="1" name=""/>
        <p:cNvGrpSpPr/>
        <p:nvPr/>
      </p:nvGrpSpPr>
      <p:grpSpPr>
        <a:xfrm>
          <a:off x="0" y="0"/>
          <a:ext cx="0" cy="0"/>
          <a:chOff x="0" y="0"/>
          <a:chExt cx="0" cy="0"/>
        </a:xfrm>
      </p:grpSpPr>
      <p:pic>
        <p:nvPicPr>
          <p:cNvPr id="116" name="image1.png" descr="image1.png"/>
          <p:cNvPicPr>
            <a:picLocks noChangeAspect="1"/>
          </p:cNvPicPr>
          <p:nvPr/>
        </p:nvPicPr>
        <p:blipFill>
          <a:blip r:embed="rId2"/>
          <a:stretch>
            <a:fillRect/>
          </a:stretch>
        </p:blipFill>
        <p:spPr>
          <a:xfrm>
            <a:off x="867537" y="0"/>
            <a:ext cx="23105668" cy="2496588"/>
          </a:xfrm>
          <a:prstGeom prst="rect">
            <a:avLst/>
          </a:prstGeom>
          <a:ln w="12700">
            <a:miter lim="400000"/>
          </a:ln>
        </p:spPr>
      </p:pic>
      <p:pic>
        <p:nvPicPr>
          <p:cNvPr id="117" name="image2.png" descr="image2.png"/>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20645437" y="503137"/>
            <a:ext cx="2649887" cy="437556"/>
          </a:xfrm>
          <a:prstGeom prst="rect">
            <a:avLst/>
          </a:prstGeom>
          <a:ln w="12700">
            <a:miter lim="400000"/>
          </a:ln>
        </p:spPr>
      </p:pic>
      <p:pic>
        <p:nvPicPr>
          <p:cNvPr id="118" name="image3.png" descr="image3.png"/>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20202525" y="1193005"/>
            <a:ext cx="3071814" cy="156271"/>
          </a:xfrm>
          <a:prstGeom prst="rect">
            <a:avLst/>
          </a:prstGeom>
          <a:ln w="12700">
            <a:miter lim="400000"/>
          </a:ln>
        </p:spPr>
      </p:pic>
      <p:sp>
        <p:nvSpPr>
          <p:cNvPr id="119" name="标题文本"/>
          <p:cNvSpPr txBox="1">
            <a:spLocks noGrp="1"/>
          </p:cNvSpPr>
          <p:nvPr>
            <p:ph type="title"/>
          </p:nvPr>
        </p:nvSpPr>
        <p:spPr>
          <a:xfrm>
            <a:off x="4833937" y="2303858"/>
            <a:ext cx="14716127" cy="4643439"/>
          </a:xfrm>
          <a:prstGeom prst="rect">
            <a:avLst/>
          </a:prstGeom>
        </p:spPr>
        <p:txBody>
          <a:bodyPr anchor="b"/>
          <a:lstStyle/>
          <a:p>
            <a:r>
              <a:t>标题文本</a:t>
            </a:r>
          </a:p>
        </p:txBody>
      </p:sp>
      <p:sp>
        <p:nvSpPr>
          <p:cNvPr id="120" name="正文级别 1…"/>
          <p:cNvSpPr txBox="1">
            <a:spLocks noGrp="1"/>
          </p:cNvSpPr>
          <p:nvPr>
            <p:ph type="body" sz="quarter" idx="1"/>
          </p:nvPr>
        </p:nvSpPr>
        <p:spPr>
          <a:xfrm>
            <a:off x="4833937" y="7090171"/>
            <a:ext cx="14716127" cy="1589487"/>
          </a:xfrm>
          <a:prstGeom prst="rect">
            <a:avLst/>
          </a:prstGeom>
        </p:spPr>
        <p:txBody>
          <a:bodyPr anchor="t"/>
          <a:lstStyle>
            <a:lvl1pPr marL="0" indent="0" algn="ctr">
              <a:spcBef>
                <a:spcPts val="0"/>
              </a:spcBef>
              <a:buSzTx/>
              <a:buNone/>
              <a:defRPr sz="5200"/>
            </a:lvl1pPr>
            <a:lvl2pPr marL="0" indent="0" algn="ctr">
              <a:spcBef>
                <a:spcPts val="0"/>
              </a:spcBef>
              <a:buSzTx/>
              <a:buNone/>
              <a:defRPr sz="5200"/>
            </a:lvl2pPr>
            <a:lvl3pPr marL="0" indent="0" algn="ctr">
              <a:spcBef>
                <a:spcPts val="0"/>
              </a:spcBef>
              <a:buSzTx/>
              <a:buNone/>
              <a:defRPr sz="5200"/>
            </a:lvl3pPr>
            <a:lvl4pPr marL="0" indent="0" algn="ctr">
              <a:spcBef>
                <a:spcPts val="0"/>
              </a:spcBef>
              <a:buSzTx/>
              <a:buNone/>
              <a:defRPr sz="5200"/>
            </a:lvl4pPr>
            <a:lvl5pPr marL="0" indent="0" algn="ctr">
              <a:spcBef>
                <a:spcPts val="0"/>
              </a:spcBef>
              <a:buSzTx/>
              <a:buNone/>
              <a:defRPr sz="5200"/>
            </a:lvl5pPr>
          </a:lstStyle>
          <a:p>
            <a:r>
              <a:t>正文级别 1</a:t>
            </a:r>
          </a:p>
          <a:p>
            <a:pPr lvl="1"/>
            <a:r>
              <a:t>正文级别 2</a:t>
            </a:r>
          </a:p>
          <a:p>
            <a:pPr lvl="2"/>
            <a:r>
              <a:t>正文级别 3</a:t>
            </a:r>
          </a:p>
          <a:p>
            <a:pPr lvl="3"/>
            <a:r>
              <a:t>正文级别 4</a:t>
            </a:r>
          </a:p>
          <a:p>
            <a:pPr lvl="4"/>
            <a:r>
              <a:t>正文级别 5</a:t>
            </a:r>
          </a:p>
        </p:txBody>
      </p:sp>
      <p:sp>
        <p:nvSpPr>
          <p:cNvPr id="121" name="幻灯片编号"/>
          <p:cNvSpPr txBox="1">
            <a:spLocks noGrp="1"/>
          </p:cNvSpPr>
          <p:nvPr>
            <p:ph type="sldNum" sz="quarter" idx="2"/>
          </p:nvPr>
        </p:nvSpPr>
        <p:spPr>
          <a:prstGeom prst="rect">
            <a:avLst/>
          </a:prstGeom>
        </p:spPr>
        <p:txBody>
          <a:bodyPr/>
          <a:lstStyle>
            <a:lvl1pPr>
              <a:defRPr>
                <a:latin typeface="Helvetica Neue Thin"/>
                <a:ea typeface="Helvetica Neue Thin"/>
                <a:cs typeface="Helvetica Neue Thin"/>
                <a:sym typeface="Helvetica Neue Thin"/>
              </a:defRPr>
            </a:lvl1pPr>
          </a:lstStyle>
          <a:p>
            <a:fld id="{86CB4B4D-7CA3-9044-876B-883B54F8677D}" type="slidenum">
              <a:t>‹#›</a:t>
            </a:fld>
            <a:endParaRPr/>
          </a:p>
        </p:txBody>
      </p:sp>
    </p:spTree>
  </p:cSld>
  <p:clrMapOvr>
    <a:masterClrMapping/>
  </p:clrMapOvr>
  <p:transition spd="med"/>
</p:sldLayout>
</file>

<file path=ppt/slideLayouts/slideLayout13.xml><?xml version="1.0" encoding="utf-8"?>
<p:sldLayout xmlns:a="http://schemas.openxmlformats.org/drawingml/2006/main" xmlns:r="http://schemas.openxmlformats.org/officeDocument/2006/relationships" xmlns:p="http://schemas.openxmlformats.org/presentationml/2006/main" type="tx">
  <p:cSld name="标题与副标题">
    <p:spTree>
      <p:nvGrpSpPr>
        <p:cNvPr id="1" name=""/>
        <p:cNvGrpSpPr/>
        <p:nvPr/>
      </p:nvGrpSpPr>
      <p:grpSpPr>
        <a:xfrm>
          <a:off x="0" y="0"/>
          <a:ext cx="0" cy="0"/>
          <a:chOff x="0" y="0"/>
          <a:chExt cx="0" cy="0"/>
        </a:xfrm>
      </p:grpSpPr>
      <p:pic>
        <p:nvPicPr>
          <p:cNvPr id="128" name="image1.png" descr="image1.png"/>
          <p:cNvPicPr>
            <a:picLocks noChangeAspect="1"/>
          </p:cNvPicPr>
          <p:nvPr/>
        </p:nvPicPr>
        <p:blipFill>
          <a:blip r:embed="rId2"/>
          <a:stretch>
            <a:fillRect/>
          </a:stretch>
        </p:blipFill>
        <p:spPr>
          <a:xfrm>
            <a:off x="3333750" y="0"/>
            <a:ext cx="16859250" cy="1821658"/>
          </a:xfrm>
          <a:prstGeom prst="rect">
            <a:avLst/>
          </a:prstGeom>
          <a:ln w="12700">
            <a:miter lim="400000"/>
          </a:ln>
        </p:spPr>
      </p:pic>
      <p:pic>
        <p:nvPicPr>
          <p:cNvPr id="129" name="image2.png" descr="image2.png"/>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6835437" y="477737"/>
            <a:ext cx="2649887" cy="437556"/>
          </a:xfrm>
          <a:prstGeom prst="rect">
            <a:avLst/>
          </a:prstGeom>
          <a:ln w="12700">
            <a:miter lim="400000"/>
          </a:ln>
        </p:spPr>
      </p:pic>
      <p:pic>
        <p:nvPicPr>
          <p:cNvPr id="130" name="image3.png" descr="image3.png"/>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16621125" y="964405"/>
            <a:ext cx="3071814" cy="156271"/>
          </a:xfrm>
          <a:prstGeom prst="rect">
            <a:avLst/>
          </a:prstGeom>
          <a:ln w="12700">
            <a:miter lim="400000"/>
          </a:ln>
        </p:spPr>
      </p:pic>
      <p:sp>
        <p:nvSpPr>
          <p:cNvPr id="131" name="标题文本"/>
          <p:cNvSpPr txBox="1">
            <a:spLocks noGrp="1"/>
          </p:cNvSpPr>
          <p:nvPr>
            <p:ph type="title"/>
          </p:nvPr>
        </p:nvSpPr>
        <p:spPr>
          <a:xfrm>
            <a:off x="4833937" y="2303858"/>
            <a:ext cx="14716127" cy="4643439"/>
          </a:xfrm>
          <a:prstGeom prst="rect">
            <a:avLst/>
          </a:prstGeom>
        </p:spPr>
        <p:txBody>
          <a:bodyPr anchor="b"/>
          <a:lstStyle/>
          <a:p>
            <a:r>
              <a:t>标题文本</a:t>
            </a:r>
          </a:p>
        </p:txBody>
      </p:sp>
      <p:sp>
        <p:nvSpPr>
          <p:cNvPr id="132" name="正文级别 1…"/>
          <p:cNvSpPr txBox="1">
            <a:spLocks noGrp="1"/>
          </p:cNvSpPr>
          <p:nvPr>
            <p:ph type="body" sz="quarter" idx="1"/>
          </p:nvPr>
        </p:nvSpPr>
        <p:spPr>
          <a:xfrm>
            <a:off x="4833937" y="7090171"/>
            <a:ext cx="14716127" cy="1589487"/>
          </a:xfrm>
          <a:prstGeom prst="rect">
            <a:avLst/>
          </a:prstGeom>
        </p:spPr>
        <p:txBody>
          <a:bodyPr anchor="t"/>
          <a:lstStyle>
            <a:lvl1pPr marL="0" indent="0" algn="ctr">
              <a:spcBef>
                <a:spcPts val="0"/>
              </a:spcBef>
              <a:buSzTx/>
              <a:buNone/>
              <a:defRPr sz="5200"/>
            </a:lvl1pPr>
            <a:lvl2pPr marL="0" indent="0" algn="ctr">
              <a:spcBef>
                <a:spcPts val="0"/>
              </a:spcBef>
              <a:buSzTx/>
              <a:buNone/>
              <a:defRPr sz="5200"/>
            </a:lvl2pPr>
            <a:lvl3pPr marL="0" indent="0" algn="ctr">
              <a:spcBef>
                <a:spcPts val="0"/>
              </a:spcBef>
              <a:buSzTx/>
              <a:buNone/>
              <a:defRPr sz="5200"/>
            </a:lvl3pPr>
            <a:lvl4pPr marL="0" indent="0" algn="ctr">
              <a:spcBef>
                <a:spcPts val="0"/>
              </a:spcBef>
              <a:buSzTx/>
              <a:buNone/>
              <a:defRPr sz="5200"/>
            </a:lvl4pPr>
            <a:lvl5pPr marL="0" indent="0" algn="ctr">
              <a:spcBef>
                <a:spcPts val="0"/>
              </a:spcBef>
              <a:buSzTx/>
              <a:buNone/>
              <a:defRPr sz="5200"/>
            </a:lvl5pPr>
          </a:lstStyle>
          <a:p>
            <a:r>
              <a:t>正文级别 1</a:t>
            </a:r>
          </a:p>
          <a:p>
            <a:pPr lvl="1"/>
            <a:r>
              <a:t>正文级别 2</a:t>
            </a:r>
          </a:p>
          <a:p>
            <a:pPr lvl="2"/>
            <a:r>
              <a:t>正文级别 3</a:t>
            </a:r>
          </a:p>
          <a:p>
            <a:pPr lvl="3"/>
            <a:r>
              <a:t>正文级别 4</a:t>
            </a:r>
          </a:p>
          <a:p>
            <a:pPr lvl="4"/>
            <a:r>
              <a:t>正文级别 5</a:t>
            </a:r>
          </a:p>
        </p:txBody>
      </p:sp>
      <p:sp>
        <p:nvSpPr>
          <p:cNvPr id="133" name="幻灯片编号"/>
          <p:cNvSpPr txBox="1">
            <a:spLocks noGrp="1"/>
          </p:cNvSpPr>
          <p:nvPr>
            <p:ph type="sldNum" sz="quarter" idx="2"/>
          </p:nvPr>
        </p:nvSpPr>
        <p:spPr>
          <a:prstGeom prst="rect">
            <a:avLst/>
          </a:prstGeom>
        </p:spPr>
        <p:txBody>
          <a:bodyPr/>
          <a:lstStyle>
            <a:lvl1pPr>
              <a:defRPr>
                <a:latin typeface="Helvetica Neue Thin"/>
                <a:ea typeface="Helvetica Neue Thin"/>
                <a:cs typeface="Helvetica Neue Thin"/>
                <a:sym typeface="Helvetica Neue Thin"/>
              </a:defRPr>
            </a:lvl1pPr>
          </a:lstStyle>
          <a:p>
            <a:fld id="{86CB4B4D-7CA3-9044-876B-883B54F8677D}" type="slidenum">
              <a:t>‹#›</a:t>
            </a:fld>
            <a:endParaRPr/>
          </a:p>
        </p:txBody>
      </p:sp>
    </p:spTree>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标题文本"/>
          <p:cNvSpPr txBox="1">
            <a:spLocks noGrp="1"/>
          </p:cNvSpPr>
          <p:nvPr>
            <p:ph type="title"/>
          </p:nvPr>
        </p:nvSpPr>
        <p:spPr>
          <a:xfrm>
            <a:off x="4387453" y="357186"/>
            <a:ext cx="15609094" cy="303609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71436" tIns="71436" rIns="71436" bIns="71436" anchor="ctr">
            <a:normAutofit/>
          </a:bodyPr>
          <a:lstStyle/>
          <a:p>
            <a:r>
              <a:t>标题文本</a:t>
            </a:r>
          </a:p>
        </p:txBody>
      </p:sp>
      <p:sp>
        <p:nvSpPr>
          <p:cNvPr id="3" name="正文级别 1…"/>
          <p:cNvSpPr txBox="1">
            <a:spLocks noGrp="1"/>
          </p:cNvSpPr>
          <p:nvPr>
            <p:ph type="body" idx="1"/>
          </p:nvPr>
        </p:nvSpPr>
        <p:spPr>
          <a:xfrm>
            <a:off x="13610166" y="3962400"/>
            <a:ext cx="9550401" cy="97536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71436" tIns="71436" rIns="71436" bIns="71436" anchor="ctr">
            <a:normAutofit/>
          </a:bodyPr>
          <a:lstStyle/>
          <a:p>
            <a:r>
              <a:t>正文级别 1</a:t>
            </a:r>
          </a:p>
          <a:p>
            <a:pPr lvl="1"/>
            <a:r>
              <a:t>正文级别 2</a:t>
            </a:r>
          </a:p>
          <a:p>
            <a:pPr lvl="2"/>
            <a:r>
              <a:t>正文级别 3</a:t>
            </a:r>
          </a:p>
          <a:p>
            <a:pPr lvl="3"/>
            <a:r>
              <a:t>正文级别 4</a:t>
            </a:r>
          </a:p>
          <a:p>
            <a:pPr lvl="4"/>
            <a:r>
              <a:t>正文级别 5</a:t>
            </a:r>
          </a:p>
        </p:txBody>
      </p:sp>
      <p:sp>
        <p:nvSpPr>
          <p:cNvPr id="4" name="幻灯片编号"/>
          <p:cNvSpPr txBox="1">
            <a:spLocks noGrp="1"/>
          </p:cNvSpPr>
          <p:nvPr>
            <p:ph type="sldNum" sz="quarter" idx="2"/>
          </p:nvPr>
        </p:nvSpPr>
        <p:spPr>
          <a:xfrm>
            <a:off x="11954104" y="13073062"/>
            <a:ext cx="466267" cy="477670"/>
          </a:xfrm>
          <a:prstGeom prst="rect">
            <a:avLst/>
          </a:prstGeom>
          <a:ln w="12700">
            <a:miter lim="400000"/>
          </a:ln>
        </p:spPr>
        <p:txBody>
          <a:bodyPr wrap="none" lIns="71436" tIns="71436" rIns="71436" bIns="71436">
            <a:spAutoFit/>
          </a:bodyPr>
          <a:lstStyle>
            <a:lvl1pPr>
              <a:defRPr sz="2200">
                <a:latin typeface="Helvetica Neue Light"/>
                <a:ea typeface="Helvetica Neue Light"/>
                <a:cs typeface="Helvetica Neue Light"/>
                <a:sym typeface="Helvetica Neue Light"/>
              </a:defRPr>
            </a:lvl1pPr>
          </a:lstStyle>
          <a:p>
            <a:fld id="{86CB4B4D-7CA3-9044-876B-883B54F8677D}" type="slidenum">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 id="2147483660" r:id="rId11"/>
    <p:sldLayoutId id="2147483661" r:id="rId12"/>
    <p:sldLayoutId id="2147483662" r:id="rId13"/>
  </p:sldLayoutIdLst>
  <p:transition spd="med"/>
  <p:hf hdr="0" dt="0"/>
  <p:txStyles>
    <p:titleStyle>
      <a:lvl1pPr marL="0" marR="0" indent="0" algn="ctr" defTabSz="821530" rtl="0" latinLnBrk="0">
        <a:lnSpc>
          <a:spcPct val="100000"/>
        </a:lnSpc>
        <a:spcBef>
          <a:spcPts val="0"/>
        </a:spcBef>
        <a:spcAft>
          <a:spcPts val="0"/>
        </a:spcAft>
        <a:buClrTx/>
        <a:buSzTx/>
        <a:buFontTx/>
        <a:buNone/>
        <a:tabLst/>
        <a:defRPr sz="11200" b="0" i="0" u="none" strike="noStrike" cap="none" spc="0" baseline="0">
          <a:ln>
            <a:noFill/>
          </a:ln>
          <a:solidFill>
            <a:srgbClr val="000000"/>
          </a:solidFill>
          <a:uFillTx/>
          <a:latin typeface="+mj-lt"/>
          <a:ea typeface="+mj-ea"/>
          <a:cs typeface="+mj-cs"/>
          <a:sym typeface="Helvetica Neue Medium"/>
        </a:defRPr>
      </a:lvl1pPr>
      <a:lvl2pPr marL="0" marR="0" indent="0" algn="ctr" defTabSz="821530" rtl="0" latinLnBrk="0">
        <a:lnSpc>
          <a:spcPct val="100000"/>
        </a:lnSpc>
        <a:spcBef>
          <a:spcPts val="0"/>
        </a:spcBef>
        <a:spcAft>
          <a:spcPts val="0"/>
        </a:spcAft>
        <a:buClrTx/>
        <a:buSzTx/>
        <a:buFontTx/>
        <a:buNone/>
        <a:tabLst/>
        <a:defRPr sz="11200" b="0" i="0" u="none" strike="noStrike" cap="none" spc="0" baseline="0">
          <a:ln>
            <a:noFill/>
          </a:ln>
          <a:solidFill>
            <a:srgbClr val="000000"/>
          </a:solidFill>
          <a:uFillTx/>
          <a:latin typeface="+mj-lt"/>
          <a:ea typeface="+mj-ea"/>
          <a:cs typeface="+mj-cs"/>
          <a:sym typeface="Helvetica Neue Medium"/>
        </a:defRPr>
      </a:lvl2pPr>
      <a:lvl3pPr marL="0" marR="0" indent="0" algn="ctr" defTabSz="821530" rtl="0" latinLnBrk="0">
        <a:lnSpc>
          <a:spcPct val="100000"/>
        </a:lnSpc>
        <a:spcBef>
          <a:spcPts val="0"/>
        </a:spcBef>
        <a:spcAft>
          <a:spcPts val="0"/>
        </a:spcAft>
        <a:buClrTx/>
        <a:buSzTx/>
        <a:buFontTx/>
        <a:buNone/>
        <a:tabLst/>
        <a:defRPr sz="11200" b="0" i="0" u="none" strike="noStrike" cap="none" spc="0" baseline="0">
          <a:ln>
            <a:noFill/>
          </a:ln>
          <a:solidFill>
            <a:srgbClr val="000000"/>
          </a:solidFill>
          <a:uFillTx/>
          <a:latin typeface="+mj-lt"/>
          <a:ea typeface="+mj-ea"/>
          <a:cs typeface="+mj-cs"/>
          <a:sym typeface="Helvetica Neue Medium"/>
        </a:defRPr>
      </a:lvl3pPr>
      <a:lvl4pPr marL="0" marR="0" indent="0" algn="ctr" defTabSz="821530" rtl="0" latinLnBrk="0">
        <a:lnSpc>
          <a:spcPct val="100000"/>
        </a:lnSpc>
        <a:spcBef>
          <a:spcPts val="0"/>
        </a:spcBef>
        <a:spcAft>
          <a:spcPts val="0"/>
        </a:spcAft>
        <a:buClrTx/>
        <a:buSzTx/>
        <a:buFontTx/>
        <a:buNone/>
        <a:tabLst/>
        <a:defRPr sz="11200" b="0" i="0" u="none" strike="noStrike" cap="none" spc="0" baseline="0">
          <a:ln>
            <a:noFill/>
          </a:ln>
          <a:solidFill>
            <a:srgbClr val="000000"/>
          </a:solidFill>
          <a:uFillTx/>
          <a:latin typeface="+mj-lt"/>
          <a:ea typeface="+mj-ea"/>
          <a:cs typeface="+mj-cs"/>
          <a:sym typeface="Helvetica Neue Medium"/>
        </a:defRPr>
      </a:lvl4pPr>
      <a:lvl5pPr marL="0" marR="0" indent="0" algn="ctr" defTabSz="821530" rtl="0" latinLnBrk="0">
        <a:lnSpc>
          <a:spcPct val="100000"/>
        </a:lnSpc>
        <a:spcBef>
          <a:spcPts val="0"/>
        </a:spcBef>
        <a:spcAft>
          <a:spcPts val="0"/>
        </a:spcAft>
        <a:buClrTx/>
        <a:buSzTx/>
        <a:buFontTx/>
        <a:buNone/>
        <a:tabLst/>
        <a:defRPr sz="11200" b="0" i="0" u="none" strike="noStrike" cap="none" spc="0" baseline="0">
          <a:ln>
            <a:noFill/>
          </a:ln>
          <a:solidFill>
            <a:srgbClr val="000000"/>
          </a:solidFill>
          <a:uFillTx/>
          <a:latin typeface="+mj-lt"/>
          <a:ea typeface="+mj-ea"/>
          <a:cs typeface="+mj-cs"/>
          <a:sym typeface="Helvetica Neue Medium"/>
        </a:defRPr>
      </a:lvl5pPr>
      <a:lvl6pPr marL="0" marR="0" indent="0" algn="ctr" defTabSz="821530" rtl="0" latinLnBrk="0">
        <a:lnSpc>
          <a:spcPct val="100000"/>
        </a:lnSpc>
        <a:spcBef>
          <a:spcPts val="0"/>
        </a:spcBef>
        <a:spcAft>
          <a:spcPts val="0"/>
        </a:spcAft>
        <a:buClrTx/>
        <a:buSzTx/>
        <a:buFontTx/>
        <a:buNone/>
        <a:tabLst/>
        <a:defRPr sz="11200" b="0" i="0" u="none" strike="noStrike" cap="none" spc="0" baseline="0">
          <a:ln>
            <a:noFill/>
          </a:ln>
          <a:solidFill>
            <a:srgbClr val="000000"/>
          </a:solidFill>
          <a:uFillTx/>
          <a:latin typeface="+mj-lt"/>
          <a:ea typeface="+mj-ea"/>
          <a:cs typeface="+mj-cs"/>
          <a:sym typeface="Helvetica Neue Medium"/>
        </a:defRPr>
      </a:lvl6pPr>
      <a:lvl7pPr marL="0" marR="0" indent="0" algn="ctr" defTabSz="821530" rtl="0" latinLnBrk="0">
        <a:lnSpc>
          <a:spcPct val="100000"/>
        </a:lnSpc>
        <a:spcBef>
          <a:spcPts val="0"/>
        </a:spcBef>
        <a:spcAft>
          <a:spcPts val="0"/>
        </a:spcAft>
        <a:buClrTx/>
        <a:buSzTx/>
        <a:buFontTx/>
        <a:buNone/>
        <a:tabLst/>
        <a:defRPr sz="11200" b="0" i="0" u="none" strike="noStrike" cap="none" spc="0" baseline="0">
          <a:ln>
            <a:noFill/>
          </a:ln>
          <a:solidFill>
            <a:srgbClr val="000000"/>
          </a:solidFill>
          <a:uFillTx/>
          <a:latin typeface="+mj-lt"/>
          <a:ea typeface="+mj-ea"/>
          <a:cs typeface="+mj-cs"/>
          <a:sym typeface="Helvetica Neue Medium"/>
        </a:defRPr>
      </a:lvl7pPr>
      <a:lvl8pPr marL="0" marR="0" indent="0" algn="ctr" defTabSz="821530" rtl="0" latinLnBrk="0">
        <a:lnSpc>
          <a:spcPct val="100000"/>
        </a:lnSpc>
        <a:spcBef>
          <a:spcPts val="0"/>
        </a:spcBef>
        <a:spcAft>
          <a:spcPts val="0"/>
        </a:spcAft>
        <a:buClrTx/>
        <a:buSzTx/>
        <a:buFontTx/>
        <a:buNone/>
        <a:tabLst/>
        <a:defRPr sz="11200" b="0" i="0" u="none" strike="noStrike" cap="none" spc="0" baseline="0">
          <a:ln>
            <a:noFill/>
          </a:ln>
          <a:solidFill>
            <a:srgbClr val="000000"/>
          </a:solidFill>
          <a:uFillTx/>
          <a:latin typeface="+mj-lt"/>
          <a:ea typeface="+mj-ea"/>
          <a:cs typeface="+mj-cs"/>
          <a:sym typeface="Helvetica Neue Medium"/>
        </a:defRPr>
      </a:lvl8pPr>
      <a:lvl9pPr marL="0" marR="0" indent="0" algn="ctr" defTabSz="821530" rtl="0" latinLnBrk="0">
        <a:lnSpc>
          <a:spcPct val="100000"/>
        </a:lnSpc>
        <a:spcBef>
          <a:spcPts val="0"/>
        </a:spcBef>
        <a:spcAft>
          <a:spcPts val="0"/>
        </a:spcAft>
        <a:buClrTx/>
        <a:buSzTx/>
        <a:buFontTx/>
        <a:buNone/>
        <a:tabLst/>
        <a:defRPr sz="11200" b="0" i="0" u="none" strike="noStrike" cap="none" spc="0" baseline="0">
          <a:ln>
            <a:noFill/>
          </a:ln>
          <a:solidFill>
            <a:srgbClr val="000000"/>
          </a:solidFill>
          <a:uFillTx/>
          <a:latin typeface="+mj-lt"/>
          <a:ea typeface="+mj-ea"/>
          <a:cs typeface="+mj-cs"/>
          <a:sym typeface="Helvetica Neue Medium"/>
        </a:defRPr>
      </a:lvl9pPr>
    </p:titleStyle>
    <p:bodyStyle>
      <a:lvl1pPr marL="611187" marR="0" indent="-611187" algn="l" defTabSz="821530" rtl="0" latinLnBrk="0">
        <a:lnSpc>
          <a:spcPct val="100000"/>
        </a:lnSpc>
        <a:spcBef>
          <a:spcPts val="5900"/>
        </a:spcBef>
        <a:spcAft>
          <a:spcPts val="0"/>
        </a:spcAft>
        <a:buClrTx/>
        <a:buSzPct val="145000"/>
        <a:buFontTx/>
        <a:buChar char="•"/>
        <a:tabLst/>
        <a:defRPr sz="4400" b="0" i="0" u="none" strike="noStrike" cap="none" spc="0" baseline="0">
          <a:ln>
            <a:noFill/>
          </a:ln>
          <a:solidFill>
            <a:srgbClr val="000000"/>
          </a:solidFill>
          <a:uFillTx/>
          <a:latin typeface="+mn-lt"/>
          <a:ea typeface="+mn-ea"/>
          <a:cs typeface="+mn-cs"/>
          <a:sym typeface="Helvetica Neue"/>
        </a:defRPr>
      </a:lvl1pPr>
      <a:lvl2pPr marL="1055687" marR="0" indent="-611187" algn="l" defTabSz="821530" rtl="0" latinLnBrk="0">
        <a:lnSpc>
          <a:spcPct val="100000"/>
        </a:lnSpc>
        <a:spcBef>
          <a:spcPts val="5900"/>
        </a:spcBef>
        <a:spcAft>
          <a:spcPts val="0"/>
        </a:spcAft>
        <a:buClrTx/>
        <a:buSzPct val="145000"/>
        <a:buFontTx/>
        <a:buChar char="•"/>
        <a:tabLst/>
        <a:defRPr sz="4400" b="0" i="0" u="none" strike="noStrike" cap="none" spc="0" baseline="0">
          <a:ln>
            <a:noFill/>
          </a:ln>
          <a:solidFill>
            <a:srgbClr val="000000"/>
          </a:solidFill>
          <a:uFillTx/>
          <a:latin typeface="+mn-lt"/>
          <a:ea typeface="+mn-ea"/>
          <a:cs typeface="+mn-cs"/>
          <a:sym typeface="Helvetica Neue"/>
        </a:defRPr>
      </a:lvl2pPr>
      <a:lvl3pPr marL="1500187" marR="0" indent="-611187" algn="l" defTabSz="821530" rtl="0" latinLnBrk="0">
        <a:lnSpc>
          <a:spcPct val="100000"/>
        </a:lnSpc>
        <a:spcBef>
          <a:spcPts val="5900"/>
        </a:spcBef>
        <a:spcAft>
          <a:spcPts val="0"/>
        </a:spcAft>
        <a:buClrTx/>
        <a:buSzPct val="145000"/>
        <a:buFontTx/>
        <a:buChar char="•"/>
        <a:tabLst/>
        <a:defRPr sz="4400" b="0" i="0" u="none" strike="noStrike" cap="none" spc="0" baseline="0">
          <a:ln>
            <a:noFill/>
          </a:ln>
          <a:solidFill>
            <a:srgbClr val="000000"/>
          </a:solidFill>
          <a:uFillTx/>
          <a:latin typeface="+mn-lt"/>
          <a:ea typeface="+mn-ea"/>
          <a:cs typeface="+mn-cs"/>
          <a:sym typeface="Helvetica Neue"/>
        </a:defRPr>
      </a:lvl3pPr>
      <a:lvl4pPr marL="1944687" marR="0" indent="-611187" algn="l" defTabSz="821530" rtl="0" latinLnBrk="0">
        <a:lnSpc>
          <a:spcPct val="100000"/>
        </a:lnSpc>
        <a:spcBef>
          <a:spcPts val="5900"/>
        </a:spcBef>
        <a:spcAft>
          <a:spcPts val="0"/>
        </a:spcAft>
        <a:buClrTx/>
        <a:buSzPct val="145000"/>
        <a:buFontTx/>
        <a:buChar char="•"/>
        <a:tabLst/>
        <a:defRPr sz="4400" b="0" i="0" u="none" strike="noStrike" cap="none" spc="0" baseline="0">
          <a:ln>
            <a:noFill/>
          </a:ln>
          <a:solidFill>
            <a:srgbClr val="000000"/>
          </a:solidFill>
          <a:uFillTx/>
          <a:latin typeface="+mn-lt"/>
          <a:ea typeface="+mn-ea"/>
          <a:cs typeface="+mn-cs"/>
          <a:sym typeface="Helvetica Neue"/>
        </a:defRPr>
      </a:lvl4pPr>
      <a:lvl5pPr marL="2389186" marR="0" indent="-611186" algn="l" defTabSz="821530" rtl="0" latinLnBrk="0">
        <a:lnSpc>
          <a:spcPct val="100000"/>
        </a:lnSpc>
        <a:spcBef>
          <a:spcPts val="5900"/>
        </a:spcBef>
        <a:spcAft>
          <a:spcPts val="0"/>
        </a:spcAft>
        <a:buClrTx/>
        <a:buSzPct val="145000"/>
        <a:buFontTx/>
        <a:buChar char="•"/>
        <a:tabLst/>
        <a:defRPr sz="4400" b="0" i="0" u="none" strike="noStrike" cap="none" spc="0" baseline="0">
          <a:ln>
            <a:noFill/>
          </a:ln>
          <a:solidFill>
            <a:srgbClr val="000000"/>
          </a:solidFill>
          <a:uFillTx/>
          <a:latin typeface="+mn-lt"/>
          <a:ea typeface="+mn-ea"/>
          <a:cs typeface="+mn-cs"/>
          <a:sym typeface="Helvetica Neue"/>
        </a:defRPr>
      </a:lvl5pPr>
      <a:lvl6pPr marL="2833686" marR="0" indent="-611186" algn="l" defTabSz="821530" rtl="0" latinLnBrk="0">
        <a:lnSpc>
          <a:spcPct val="100000"/>
        </a:lnSpc>
        <a:spcBef>
          <a:spcPts val="5900"/>
        </a:spcBef>
        <a:spcAft>
          <a:spcPts val="0"/>
        </a:spcAft>
        <a:buClrTx/>
        <a:buSzPct val="145000"/>
        <a:buFontTx/>
        <a:buChar char="•"/>
        <a:tabLst/>
        <a:defRPr sz="4400" b="0" i="0" u="none" strike="noStrike" cap="none" spc="0" baseline="0">
          <a:ln>
            <a:noFill/>
          </a:ln>
          <a:solidFill>
            <a:srgbClr val="000000"/>
          </a:solidFill>
          <a:uFillTx/>
          <a:latin typeface="+mn-lt"/>
          <a:ea typeface="+mn-ea"/>
          <a:cs typeface="+mn-cs"/>
          <a:sym typeface="Helvetica Neue"/>
        </a:defRPr>
      </a:lvl6pPr>
      <a:lvl7pPr marL="3278187" marR="0" indent="-611187" algn="l" defTabSz="821530" rtl="0" latinLnBrk="0">
        <a:lnSpc>
          <a:spcPct val="100000"/>
        </a:lnSpc>
        <a:spcBef>
          <a:spcPts val="5900"/>
        </a:spcBef>
        <a:spcAft>
          <a:spcPts val="0"/>
        </a:spcAft>
        <a:buClrTx/>
        <a:buSzPct val="145000"/>
        <a:buFontTx/>
        <a:buChar char="•"/>
        <a:tabLst/>
        <a:defRPr sz="4400" b="0" i="0" u="none" strike="noStrike" cap="none" spc="0" baseline="0">
          <a:ln>
            <a:noFill/>
          </a:ln>
          <a:solidFill>
            <a:srgbClr val="000000"/>
          </a:solidFill>
          <a:uFillTx/>
          <a:latin typeface="+mn-lt"/>
          <a:ea typeface="+mn-ea"/>
          <a:cs typeface="+mn-cs"/>
          <a:sym typeface="Helvetica Neue"/>
        </a:defRPr>
      </a:lvl7pPr>
      <a:lvl8pPr marL="3722687" marR="0" indent="-611187" algn="l" defTabSz="821530" rtl="0" latinLnBrk="0">
        <a:lnSpc>
          <a:spcPct val="100000"/>
        </a:lnSpc>
        <a:spcBef>
          <a:spcPts val="5900"/>
        </a:spcBef>
        <a:spcAft>
          <a:spcPts val="0"/>
        </a:spcAft>
        <a:buClrTx/>
        <a:buSzPct val="145000"/>
        <a:buFontTx/>
        <a:buChar char="•"/>
        <a:tabLst/>
        <a:defRPr sz="4400" b="0" i="0" u="none" strike="noStrike" cap="none" spc="0" baseline="0">
          <a:ln>
            <a:noFill/>
          </a:ln>
          <a:solidFill>
            <a:srgbClr val="000000"/>
          </a:solidFill>
          <a:uFillTx/>
          <a:latin typeface="+mn-lt"/>
          <a:ea typeface="+mn-ea"/>
          <a:cs typeface="+mn-cs"/>
          <a:sym typeface="Helvetica Neue"/>
        </a:defRPr>
      </a:lvl8pPr>
      <a:lvl9pPr marL="4167187" marR="0" indent="-611187" algn="l" defTabSz="821530" rtl="0" latinLnBrk="0">
        <a:lnSpc>
          <a:spcPct val="100000"/>
        </a:lnSpc>
        <a:spcBef>
          <a:spcPts val="5900"/>
        </a:spcBef>
        <a:spcAft>
          <a:spcPts val="0"/>
        </a:spcAft>
        <a:buClrTx/>
        <a:buSzPct val="145000"/>
        <a:buFontTx/>
        <a:buChar char="•"/>
        <a:tabLst/>
        <a:defRPr sz="4400" b="0" i="0" u="none" strike="noStrike" cap="none" spc="0" baseline="0">
          <a:ln>
            <a:noFill/>
          </a:ln>
          <a:solidFill>
            <a:srgbClr val="000000"/>
          </a:solidFill>
          <a:uFillTx/>
          <a:latin typeface="+mn-lt"/>
          <a:ea typeface="+mn-ea"/>
          <a:cs typeface="+mn-cs"/>
          <a:sym typeface="Helvetica Neue"/>
        </a:defRPr>
      </a:lvl9pPr>
    </p:bodyStyle>
    <p:otherStyle>
      <a:lvl1pPr marL="0" marR="0" indent="0" algn="ctr" defTabSz="821530" latinLnBrk="0">
        <a:lnSpc>
          <a:spcPct val="100000"/>
        </a:lnSpc>
        <a:spcBef>
          <a:spcPts val="0"/>
        </a:spcBef>
        <a:spcAft>
          <a:spcPts val="0"/>
        </a:spcAft>
        <a:buClrTx/>
        <a:buSzTx/>
        <a:buFontTx/>
        <a:buNone/>
        <a:tabLst/>
        <a:defRPr sz="2200" b="0" i="0" u="none" strike="noStrike" cap="none" spc="0" baseline="0">
          <a:ln>
            <a:noFill/>
          </a:ln>
          <a:solidFill>
            <a:schemeClr val="tx1"/>
          </a:solidFill>
          <a:uFillTx/>
          <a:latin typeface="+mn-lt"/>
          <a:ea typeface="+mn-ea"/>
          <a:cs typeface="+mn-cs"/>
          <a:sym typeface="Helvetica Neue Light"/>
        </a:defRPr>
      </a:lvl1pPr>
      <a:lvl2pPr marL="0" marR="0" indent="0" algn="ctr" defTabSz="821530" latinLnBrk="0">
        <a:lnSpc>
          <a:spcPct val="100000"/>
        </a:lnSpc>
        <a:spcBef>
          <a:spcPts val="0"/>
        </a:spcBef>
        <a:spcAft>
          <a:spcPts val="0"/>
        </a:spcAft>
        <a:buClrTx/>
        <a:buSzTx/>
        <a:buFontTx/>
        <a:buNone/>
        <a:tabLst/>
        <a:defRPr sz="2200" b="0" i="0" u="none" strike="noStrike" cap="none" spc="0" baseline="0">
          <a:ln>
            <a:noFill/>
          </a:ln>
          <a:solidFill>
            <a:schemeClr val="tx1"/>
          </a:solidFill>
          <a:uFillTx/>
          <a:latin typeface="+mn-lt"/>
          <a:ea typeface="+mn-ea"/>
          <a:cs typeface="+mn-cs"/>
          <a:sym typeface="Helvetica Neue Light"/>
        </a:defRPr>
      </a:lvl2pPr>
      <a:lvl3pPr marL="0" marR="0" indent="0" algn="ctr" defTabSz="821530" latinLnBrk="0">
        <a:lnSpc>
          <a:spcPct val="100000"/>
        </a:lnSpc>
        <a:spcBef>
          <a:spcPts val="0"/>
        </a:spcBef>
        <a:spcAft>
          <a:spcPts val="0"/>
        </a:spcAft>
        <a:buClrTx/>
        <a:buSzTx/>
        <a:buFontTx/>
        <a:buNone/>
        <a:tabLst/>
        <a:defRPr sz="2200" b="0" i="0" u="none" strike="noStrike" cap="none" spc="0" baseline="0">
          <a:ln>
            <a:noFill/>
          </a:ln>
          <a:solidFill>
            <a:schemeClr val="tx1"/>
          </a:solidFill>
          <a:uFillTx/>
          <a:latin typeface="+mn-lt"/>
          <a:ea typeface="+mn-ea"/>
          <a:cs typeface="+mn-cs"/>
          <a:sym typeface="Helvetica Neue Light"/>
        </a:defRPr>
      </a:lvl3pPr>
      <a:lvl4pPr marL="0" marR="0" indent="0" algn="ctr" defTabSz="821530" latinLnBrk="0">
        <a:lnSpc>
          <a:spcPct val="100000"/>
        </a:lnSpc>
        <a:spcBef>
          <a:spcPts val="0"/>
        </a:spcBef>
        <a:spcAft>
          <a:spcPts val="0"/>
        </a:spcAft>
        <a:buClrTx/>
        <a:buSzTx/>
        <a:buFontTx/>
        <a:buNone/>
        <a:tabLst/>
        <a:defRPr sz="2200" b="0" i="0" u="none" strike="noStrike" cap="none" spc="0" baseline="0">
          <a:ln>
            <a:noFill/>
          </a:ln>
          <a:solidFill>
            <a:schemeClr val="tx1"/>
          </a:solidFill>
          <a:uFillTx/>
          <a:latin typeface="+mn-lt"/>
          <a:ea typeface="+mn-ea"/>
          <a:cs typeface="+mn-cs"/>
          <a:sym typeface="Helvetica Neue Light"/>
        </a:defRPr>
      </a:lvl4pPr>
      <a:lvl5pPr marL="0" marR="0" indent="0" algn="ctr" defTabSz="821530" latinLnBrk="0">
        <a:lnSpc>
          <a:spcPct val="100000"/>
        </a:lnSpc>
        <a:spcBef>
          <a:spcPts val="0"/>
        </a:spcBef>
        <a:spcAft>
          <a:spcPts val="0"/>
        </a:spcAft>
        <a:buClrTx/>
        <a:buSzTx/>
        <a:buFontTx/>
        <a:buNone/>
        <a:tabLst/>
        <a:defRPr sz="2200" b="0" i="0" u="none" strike="noStrike" cap="none" spc="0" baseline="0">
          <a:ln>
            <a:noFill/>
          </a:ln>
          <a:solidFill>
            <a:schemeClr val="tx1"/>
          </a:solidFill>
          <a:uFillTx/>
          <a:latin typeface="+mn-lt"/>
          <a:ea typeface="+mn-ea"/>
          <a:cs typeface="+mn-cs"/>
          <a:sym typeface="Helvetica Neue Light"/>
        </a:defRPr>
      </a:lvl5pPr>
      <a:lvl6pPr marL="0" marR="0" indent="0" algn="ctr" defTabSz="821530" latinLnBrk="0">
        <a:lnSpc>
          <a:spcPct val="100000"/>
        </a:lnSpc>
        <a:spcBef>
          <a:spcPts val="0"/>
        </a:spcBef>
        <a:spcAft>
          <a:spcPts val="0"/>
        </a:spcAft>
        <a:buClrTx/>
        <a:buSzTx/>
        <a:buFontTx/>
        <a:buNone/>
        <a:tabLst/>
        <a:defRPr sz="2200" b="0" i="0" u="none" strike="noStrike" cap="none" spc="0" baseline="0">
          <a:ln>
            <a:noFill/>
          </a:ln>
          <a:solidFill>
            <a:schemeClr val="tx1"/>
          </a:solidFill>
          <a:uFillTx/>
          <a:latin typeface="+mn-lt"/>
          <a:ea typeface="+mn-ea"/>
          <a:cs typeface="+mn-cs"/>
          <a:sym typeface="Helvetica Neue Light"/>
        </a:defRPr>
      </a:lvl6pPr>
      <a:lvl7pPr marL="0" marR="0" indent="0" algn="ctr" defTabSz="821530" latinLnBrk="0">
        <a:lnSpc>
          <a:spcPct val="100000"/>
        </a:lnSpc>
        <a:spcBef>
          <a:spcPts val="0"/>
        </a:spcBef>
        <a:spcAft>
          <a:spcPts val="0"/>
        </a:spcAft>
        <a:buClrTx/>
        <a:buSzTx/>
        <a:buFontTx/>
        <a:buNone/>
        <a:tabLst/>
        <a:defRPr sz="2200" b="0" i="0" u="none" strike="noStrike" cap="none" spc="0" baseline="0">
          <a:ln>
            <a:noFill/>
          </a:ln>
          <a:solidFill>
            <a:schemeClr val="tx1"/>
          </a:solidFill>
          <a:uFillTx/>
          <a:latin typeface="+mn-lt"/>
          <a:ea typeface="+mn-ea"/>
          <a:cs typeface="+mn-cs"/>
          <a:sym typeface="Helvetica Neue Light"/>
        </a:defRPr>
      </a:lvl7pPr>
      <a:lvl8pPr marL="0" marR="0" indent="0" algn="ctr" defTabSz="821530" latinLnBrk="0">
        <a:lnSpc>
          <a:spcPct val="100000"/>
        </a:lnSpc>
        <a:spcBef>
          <a:spcPts val="0"/>
        </a:spcBef>
        <a:spcAft>
          <a:spcPts val="0"/>
        </a:spcAft>
        <a:buClrTx/>
        <a:buSzTx/>
        <a:buFontTx/>
        <a:buNone/>
        <a:tabLst/>
        <a:defRPr sz="2200" b="0" i="0" u="none" strike="noStrike" cap="none" spc="0" baseline="0">
          <a:ln>
            <a:noFill/>
          </a:ln>
          <a:solidFill>
            <a:schemeClr val="tx1"/>
          </a:solidFill>
          <a:uFillTx/>
          <a:latin typeface="+mn-lt"/>
          <a:ea typeface="+mn-ea"/>
          <a:cs typeface="+mn-cs"/>
          <a:sym typeface="Helvetica Neue Light"/>
        </a:defRPr>
      </a:lvl8pPr>
      <a:lvl9pPr marL="0" marR="0" indent="0" algn="ctr" defTabSz="821530" latinLnBrk="0">
        <a:lnSpc>
          <a:spcPct val="100000"/>
        </a:lnSpc>
        <a:spcBef>
          <a:spcPts val="0"/>
        </a:spcBef>
        <a:spcAft>
          <a:spcPts val="0"/>
        </a:spcAft>
        <a:buClrTx/>
        <a:buSzTx/>
        <a:buFontTx/>
        <a:buNone/>
        <a:tabLst/>
        <a:defRPr sz="2200" b="0" i="0" u="none" strike="noStrike" cap="none" spc="0" baseline="0">
          <a:ln>
            <a:noFill/>
          </a:ln>
          <a:solidFill>
            <a:schemeClr val="tx1"/>
          </a:solidFill>
          <a:uFillTx/>
          <a:latin typeface="+mn-lt"/>
          <a:ea typeface="+mn-ea"/>
          <a:cs typeface="+mn-cs"/>
          <a:sym typeface="Helvetica Neue Light"/>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4.tif"/><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jpe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1.xml"/><Relationship Id="rId4" Type="http://schemas.openxmlformats.org/officeDocument/2006/relationships/image" Target="../media/image14.png"/></Relationships>
</file>

<file path=ppt/slides/_rels/slide1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19.png"/></Relationships>
</file>

<file path=ppt/slides/_rels/slide1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1.xml"/><Relationship Id="rId5" Type="http://schemas.openxmlformats.org/officeDocument/2006/relationships/image" Target="../media/image25.png"/><Relationship Id="rId4" Type="http://schemas.openxmlformats.org/officeDocument/2006/relationships/image" Target="../media/image24.png"/></Relationships>
</file>

<file path=ppt/slides/_rels/slide19.xml.rels><?xml version="1.0" encoding="UTF-8" standalone="yes"?>
<Relationships xmlns="http://schemas.openxmlformats.org/package/2006/relationships"><Relationship Id="rId8" Type="http://schemas.openxmlformats.org/officeDocument/2006/relationships/image" Target="../media/image32.png"/><Relationship Id="rId13" Type="http://schemas.openxmlformats.org/officeDocument/2006/relationships/image" Target="../media/image37.png"/><Relationship Id="rId3" Type="http://schemas.openxmlformats.org/officeDocument/2006/relationships/image" Target="../media/image27.png"/><Relationship Id="rId7" Type="http://schemas.openxmlformats.org/officeDocument/2006/relationships/image" Target="../media/image31.png"/><Relationship Id="rId12" Type="http://schemas.openxmlformats.org/officeDocument/2006/relationships/image" Target="../media/image36.png"/><Relationship Id="rId2" Type="http://schemas.openxmlformats.org/officeDocument/2006/relationships/image" Target="../media/image26.png"/><Relationship Id="rId1" Type="http://schemas.openxmlformats.org/officeDocument/2006/relationships/slideLayout" Target="../slideLayouts/slideLayout1.xml"/><Relationship Id="rId6" Type="http://schemas.openxmlformats.org/officeDocument/2006/relationships/image" Target="../media/image30.png"/><Relationship Id="rId11" Type="http://schemas.openxmlformats.org/officeDocument/2006/relationships/image" Target="../media/image35.png"/><Relationship Id="rId5" Type="http://schemas.openxmlformats.org/officeDocument/2006/relationships/image" Target="../media/image29.png"/><Relationship Id="rId10" Type="http://schemas.openxmlformats.org/officeDocument/2006/relationships/image" Target="../media/image34.png"/><Relationship Id="rId4" Type="http://schemas.openxmlformats.org/officeDocument/2006/relationships/image" Target="../media/image28.png"/><Relationship Id="rId9" Type="http://schemas.openxmlformats.org/officeDocument/2006/relationships/image" Target="../media/image33.png"/><Relationship Id="rId14" Type="http://schemas.openxmlformats.org/officeDocument/2006/relationships/image" Target="../media/image38.png"/></Relationships>
</file>

<file path=ppt/slides/_rels/slide20.xml.rels><?xml version="1.0" encoding="UTF-8" standalone="yes"?>
<Relationships xmlns="http://schemas.openxmlformats.org/package/2006/relationships"><Relationship Id="rId8" Type="http://schemas.openxmlformats.org/officeDocument/2006/relationships/image" Target="../media/image31.png"/><Relationship Id="rId13" Type="http://schemas.openxmlformats.org/officeDocument/2006/relationships/image" Target="../media/image42.png"/><Relationship Id="rId3" Type="http://schemas.openxmlformats.org/officeDocument/2006/relationships/image" Target="../media/image26.png"/><Relationship Id="rId7" Type="http://schemas.openxmlformats.org/officeDocument/2006/relationships/image" Target="../media/image30.png"/><Relationship Id="rId12" Type="http://schemas.openxmlformats.org/officeDocument/2006/relationships/image" Target="../media/image41.png"/><Relationship Id="rId2" Type="http://schemas.openxmlformats.org/officeDocument/2006/relationships/image" Target="../media/image39.png"/><Relationship Id="rId1" Type="http://schemas.openxmlformats.org/officeDocument/2006/relationships/slideLayout" Target="../slideLayouts/slideLayout1.xml"/><Relationship Id="rId6" Type="http://schemas.openxmlformats.org/officeDocument/2006/relationships/image" Target="../media/image40.png"/><Relationship Id="rId11" Type="http://schemas.openxmlformats.org/officeDocument/2006/relationships/image" Target="../media/image38.png"/><Relationship Id="rId5" Type="http://schemas.openxmlformats.org/officeDocument/2006/relationships/image" Target="../media/image28.png"/><Relationship Id="rId15" Type="http://schemas.openxmlformats.org/officeDocument/2006/relationships/image" Target="../media/image44.png"/><Relationship Id="rId10" Type="http://schemas.openxmlformats.org/officeDocument/2006/relationships/image" Target="../media/image33.png"/><Relationship Id="rId4" Type="http://schemas.openxmlformats.org/officeDocument/2006/relationships/image" Target="../media/image27.png"/><Relationship Id="rId9" Type="http://schemas.openxmlformats.org/officeDocument/2006/relationships/image" Target="../media/image32.png"/><Relationship Id="rId14" Type="http://schemas.openxmlformats.org/officeDocument/2006/relationships/image" Target="../media/image43.png"/></Relationships>
</file>

<file path=ppt/slides/_rels/slide21.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19.png"/><Relationship Id="rId1" Type="http://schemas.openxmlformats.org/officeDocument/2006/relationships/slideLayout" Target="../slideLayouts/slideLayout1.xml"/><Relationship Id="rId5" Type="http://schemas.openxmlformats.org/officeDocument/2006/relationships/image" Target="../media/image47.png"/><Relationship Id="rId4" Type="http://schemas.openxmlformats.org/officeDocument/2006/relationships/image" Target="../media/image46.png"/></Relationships>
</file>

<file path=ppt/slides/_rels/slide2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image" Target="../media/image49.png"/><Relationship Id="rId4" Type="http://schemas.openxmlformats.org/officeDocument/2006/relationships/image" Target="../media/image48.png"/></Relationships>
</file>

<file path=ppt/slides/_rels/slide2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image" Target="../media/image49.png"/><Relationship Id="rId4" Type="http://schemas.openxmlformats.org/officeDocument/2006/relationships/image" Target="../media/image48.png"/></Relationships>
</file>

<file path=ppt/slides/_rels/slide24.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49.png"/><Relationship Id="rId5" Type="http://schemas.openxmlformats.org/officeDocument/2006/relationships/image" Target="../media/image46.png"/><Relationship Id="rId4" Type="http://schemas.openxmlformats.org/officeDocument/2006/relationships/image" Target="../media/image50.png"/></Relationships>
</file>

<file path=ppt/slides/_rels/slide25.xml.rels><?xml version="1.0" encoding="UTF-8" standalone="yes"?>
<Relationships xmlns="http://schemas.openxmlformats.org/package/2006/relationships"><Relationship Id="rId8" Type="http://schemas.openxmlformats.org/officeDocument/2006/relationships/image" Target="../media/image55.png"/><Relationship Id="rId3" Type="http://schemas.openxmlformats.org/officeDocument/2006/relationships/notesSlide" Target="../notesSlides/notesSlide5.xml"/><Relationship Id="rId7" Type="http://schemas.openxmlformats.org/officeDocument/2006/relationships/image" Target="../media/image54.png"/><Relationship Id="rId12" Type="http://schemas.openxmlformats.org/officeDocument/2006/relationships/image" Target="../media/image59.png"/><Relationship Id="rId2" Type="http://schemas.openxmlformats.org/officeDocument/2006/relationships/slideLayout" Target="../slideLayouts/slideLayout1.xml"/><Relationship Id="rId1" Type="http://schemas.openxmlformats.org/officeDocument/2006/relationships/tags" Target="../tags/tag1.xml"/><Relationship Id="rId6" Type="http://schemas.openxmlformats.org/officeDocument/2006/relationships/image" Target="../media/image53.png"/><Relationship Id="rId11" Type="http://schemas.openxmlformats.org/officeDocument/2006/relationships/image" Target="../media/image58.png"/><Relationship Id="rId5" Type="http://schemas.openxmlformats.org/officeDocument/2006/relationships/image" Target="../media/image52.png"/><Relationship Id="rId10" Type="http://schemas.openxmlformats.org/officeDocument/2006/relationships/image" Target="../media/image57.jpeg"/><Relationship Id="rId4" Type="http://schemas.openxmlformats.org/officeDocument/2006/relationships/image" Target="../media/image51.png"/><Relationship Id="rId9" Type="http://schemas.openxmlformats.org/officeDocument/2006/relationships/image" Target="../media/image56.png"/></Relationships>
</file>

<file path=ppt/slides/_rels/slide26.xml.rels><?xml version="1.0" encoding="UTF-8" standalone="yes"?>
<Relationships xmlns="http://schemas.openxmlformats.org/package/2006/relationships"><Relationship Id="rId8" Type="http://schemas.openxmlformats.org/officeDocument/2006/relationships/image" Target="../media/image55.png"/><Relationship Id="rId3" Type="http://schemas.openxmlformats.org/officeDocument/2006/relationships/notesSlide" Target="../notesSlides/notesSlide6.xml"/><Relationship Id="rId7" Type="http://schemas.openxmlformats.org/officeDocument/2006/relationships/image" Target="../media/image54.png"/><Relationship Id="rId12" Type="http://schemas.openxmlformats.org/officeDocument/2006/relationships/image" Target="../media/image59.png"/><Relationship Id="rId2" Type="http://schemas.openxmlformats.org/officeDocument/2006/relationships/slideLayout" Target="../slideLayouts/slideLayout1.xml"/><Relationship Id="rId1" Type="http://schemas.openxmlformats.org/officeDocument/2006/relationships/tags" Target="../tags/tag2.xml"/><Relationship Id="rId6" Type="http://schemas.openxmlformats.org/officeDocument/2006/relationships/image" Target="../media/image53.png"/><Relationship Id="rId11" Type="http://schemas.openxmlformats.org/officeDocument/2006/relationships/image" Target="../media/image58.png"/><Relationship Id="rId5" Type="http://schemas.openxmlformats.org/officeDocument/2006/relationships/image" Target="../media/image52.png"/><Relationship Id="rId10" Type="http://schemas.openxmlformats.org/officeDocument/2006/relationships/image" Target="../media/image57.jpeg"/><Relationship Id="rId4" Type="http://schemas.openxmlformats.org/officeDocument/2006/relationships/image" Target="../media/image51.png"/><Relationship Id="rId9" Type="http://schemas.openxmlformats.org/officeDocument/2006/relationships/image" Target="../media/image56.png"/></Relationships>
</file>

<file path=ppt/slides/_rels/slide27.xml.rels><?xml version="1.0" encoding="UTF-8" standalone="yes"?>
<Relationships xmlns="http://schemas.openxmlformats.org/package/2006/relationships"><Relationship Id="rId8" Type="http://schemas.openxmlformats.org/officeDocument/2006/relationships/image" Target="../media/image55.png"/><Relationship Id="rId3" Type="http://schemas.openxmlformats.org/officeDocument/2006/relationships/notesSlide" Target="../notesSlides/notesSlide7.xml"/><Relationship Id="rId7" Type="http://schemas.openxmlformats.org/officeDocument/2006/relationships/image" Target="../media/image54.png"/><Relationship Id="rId12" Type="http://schemas.openxmlformats.org/officeDocument/2006/relationships/image" Target="../media/image59.png"/><Relationship Id="rId2" Type="http://schemas.openxmlformats.org/officeDocument/2006/relationships/slideLayout" Target="../slideLayouts/slideLayout1.xml"/><Relationship Id="rId1" Type="http://schemas.openxmlformats.org/officeDocument/2006/relationships/tags" Target="../tags/tag3.xml"/><Relationship Id="rId6" Type="http://schemas.openxmlformats.org/officeDocument/2006/relationships/image" Target="../media/image53.png"/><Relationship Id="rId11" Type="http://schemas.openxmlformats.org/officeDocument/2006/relationships/image" Target="../media/image58.png"/><Relationship Id="rId5" Type="http://schemas.openxmlformats.org/officeDocument/2006/relationships/image" Target="../media/image52.png"/><Relationship Id="rId10" Type="http://schemas.openxmlformats.org/officeDocument/2006/relationships/image" Target="../media/image57.jpeg"/><Relationship Id="rId4" Type="http://schemas.openxmlformats.org/officeDocument/2006/relationships/image" Target="../media/image51.png"/><Relationship Id="rId9" Type="http://schemas.openxmlformats.org/officeDocument/2006/relationships/image" Target="../media/image56.png"/></Relationships>
</file>

<file path=ppt/slides/_rels/slide28.xml.rels><?xml version="1.0" encoding="UTF-8" standalone="yes"?>
<Relationships xmlns="http://schemas.openxmlformats.org/package/2006/relationships"><Relationship Id="rId8" Type="http://schemas.openxmlformats.org/officeDocument/2006/relationships/image" Target="../media/image64.jpeg"/><Relationship Id="rId3" Type="http://schemas.openxmlformats.org/officeDocument/2006/relationships/notesSlide" Target="../notesSlides/notesSlide8.xml"/><Relationship Id="rId7" Type="http://schemas.openxmlformats.org/officeDocument/2006/relationships/image" Target="../media/image63.png"/><Relationship Id="rId2" Type="http://schemas.openxmlformats.org/officeDocument/2006/relationships/slideLayout" Target="../slideLayouts/slideLayout1.xml"/><Relationship Id="rId1" Type="http://schemas.openxmlformats.org/officeDocument/2006/relationships/tags" Target="../tags/tag4.xml"/><Relationship Id="rId6" Type="http://schemas.openxmlformats.org/officeDocument/2006/relationships/image" Target="../media/image62.png"/><Relationship Id="rId11" Type="http://schemas.openxmlformats.org/officeDocument/2006/relationships/image" Target="../media/image59.png"/><Relationship Id="rId5" Type="http://schemas.openxmlformats.org/officeDocument/2006/relationships/image" Target="../media/image61.png"/><Relationship Id="rId10" Type="http://schemas.openxmlformats.org/officeDocument/2006/relationships/image" Target="../media/image66.png"/><Relationship Id="rId4" Type="http://schemas.openxmlformats.org/officeDocument/2006/relationships/image" Target="../media/image60.png"/><Relationship Id="rId9" Type="http://schemas.openxmlformats.org/officeDocument/2006/relationships/image" Target="../media/image65.png"/></Relationships>
</file>

<file path=ppt/slides/_rels/slide29.xml.rels><?xml version="1.0" encoding="UTF-8" standalone="yes"?>
<Relationships xmlns="http://schemas.openxmlformats.org/package/2006/relationships"><Relationship Id="rId8" Type="http://schemas.openxmlformats.org/officeDocument/2006/relationships/image" Target="../media/image64.jpeg"/><Relationship Id="rId3" Type="http://schemas.openxmlformats.org/officeDocument/2006/relationships/notesSlide" Target="../notesSlides/notesSlide9.xml"/><Relationship Id="rId7" Type="http://schemas.openxmlformats.org/officeDocument/2006/relationships/image" Target="../media/image63.png"/><Relationship Id="rId2" Type="http://schemas.openxmlformats.org/officeDocument/2006/relationships/slideLayout" Target="../slideLayouts/slideLayout1.xml"/><Relationship Id="rId1" Type="http://schemas.openxmlformats.org/officeDocument/2006/relationships/tags" Target="../tags/tag5.xml"/><Relationship Id="rId6" Type="http://schemas.openxmlformats.org/officeDocument/2006/relationships/image" Target="../media/image62.png"/><Relationship Id="rId11" Type="http://schemas.openxmlformats.org/officeDocument/2006/relationships/image" Target="../media/image59.png"/><Relationship Id="rId5" Type="http://schemas.openxmlformats.org/officeDocument/2006/relationships/image" Target="../media/image61.png"/><Relationship Id="rId10" Type="http://schemas.openxmlformats.org/officeDocument/2006/relationships/image" Target="../media/image66.png"/><Relationship Id="rId4" Type="http://schemas.openxmlformats.org/officeDocument/2006/relationships/image" Target="../media/image60.png"/><Relationship Id="rId9" Type="http://schemas.openxmlformats.org/officeDocument/2006/relationships/image" Target="../media/image65.png"/></Relationships>
</file>

<file path=ppt/slides/_rels/slide30.xml.rels><?xml version="1.0" encoding="UTF-8" standalone="yes"?>
<Relationships xmlns="http://schemas.openxmlformats.org/package/2006/relationships"><Relationship Id="rId8" Type="http://schemas.openxmlformats.org/officeDocument/2006/relationships/image" Target="../media/image71.png"/><Relationship Id="rId3" Type="http://schemas.openxmlformats.org/officeDocument/2006/relationships/notesSlide" Target="../notesSlides/notesSlide10.xml"/><Relationship Id="rId7" Type="http://schemas.openxmlformats.org/officeDocument/2006/relationships/image" Target="../media/image70.png"/><Relationship Id="rId2" Type="http://schemas.openxmlformats.org/officeDocument/2006/relationships/slideLayout" Target="../slideLayouts/slideLayout1.xml"/><Relationship Id="rId1" Type="http://schemas.openxmlformats.org/officeDocument/2006/relationships/tags" Target="../tags/tag6.xml"/><Relationship Id="rId6" Type="http://schemas.openxmlformats.org/officeDocument/2006/relationships/image" Target="../media/image69.png"/><Relationship Id="rId5" Type="http://schemas.openxmlformats.org/officeDocument/2006/relationships/image" Target="../media/image68.png"/><Relationship Id="rId10" Type="http://schemas.openxmlformats.org/officeDocument/2006/relationships/image" Target="../media/image73.png"/><Relationship Id="rId4" Type="http://schemas.openxmlformats.org/officeDocument/2006/relationships/image" Target="../media/image67.png"/><Relationship Id="rId9" Type="http://schemas.openxmlformats.org/officeDocument/2006/relationships/image" Target="../media/image72.png"/></Relationships>
</file>

<file path=ppt/slides/_rels/slide31.xml.rels><?xml version="1.0" encoding="UTF-8" standalone="yes"?>
<Relationships xmlns="http://schemas.openxmlformats.org/package/2006/relationships"><Relationship Id="rId8" Type="http://schemas.openxmlformats.org/officeDocument/2006/relationships/image" Target="../media/image80.png"/><Relationship Id="rId13" Type="http://schemas.openxmlformats.org/officeDocument/2006/relationships/image" Target="../media/image85.png"/><Relationship Id="rId18" Type="http://schemas.openxmlformats.org/officeDocument/2006/relationships/image" Target="../media/image90.png"/><Relationship Id="rId3" Type="http://schemas.openxmlformats.org/officeDocument/2006/relationships/image" Target="../media/image75.png"/><Relationship Id="rId21" Type="http://schemas.openxmlformats.org/officeDocument/2006/relationships/image" Target="../media/image93.png"/><Relationship Id="rId7" Type="http://schemas.openxmlformats.org/officeDocument/2006/relationships/image" Target="../media/image79.png"/><Relationship Id="rId12" Type="http://schemas.openxmlformats.org/officeDocument/2006/relationships/image" Target="../media/image84.png"/><Relationship Id="rId17" Type="http://schemas.openxmlformats.org/officeDocument/2006/relationships/image" Target="../media/image89.png"/><Relationship Id="rId2" Type="http://schemas.openxmlformats.org/officeDocument/2006/relationships/image" Target="../media/image74.jpeg"/><Relationship Id="rId16" Type="http://schemas.openxmlformats.org/officeDocument/2006/relationships/image" Target="../media/image88.png"/><Relationship Id="rId20" Type="http://schemas.openxmlformats.org/officeDocument/2006/relationships/image" Target="../media/image92.png"/><Relationship Id="rId1" Type="http://schemas.openxmlformats.org/officeDocument/2006/relationships/slideLayout" Target="../slideLayouts/slideLayout1.xml"/><Relationship Id="rId6" Type="http://schemas.openxmlformats.org/officeDocument/2006/relationships/image" Target="../media/image78.png"/><Relationship Id="rId11" Type="http://schemas.openxmlformats.org/officeDocument/2006/relationships/image" Target="../media/image83.png"/><Relationship Id="rId5" Type="http://schemas.openxmlformats.org/officeDocument/2006/relationships/image" Target="../media/image77.png"/><Relationship Id="rId15" Type="http://schemas.openxmlformats.org/officeDocument/2006/relationships/image" Target="../media/image87.png"/><Relationship Id="rId10" Type="http://schemas.openxmlformats.org/officeDocument/2006/relationships/image" Target="../media/image82.png"/><Relationship Id="rId19" Type="http://schemas.openxmlformats.org/officeDocument/2006/relationships/image" Target="../media/image91.png"/><Relationship Id="rId4" Type="http://schemas.openxmlformats.org/officeDocument/2006/relationships/image" Target="../media/image76.png"/><Relationship Id="rId9" Type="http://schemas.openxmlformats.org/officeDocument/2006/relationships/image" Target="../media/image81.png"/><Relationship Id="rId14" Type="http://schemas.openxmlformats.org/officeDocument/2006/relationships/image" Target="../media/image86.png"/><Relationship Id="rId22" Type="http://schemas.openxmlformats.org/officeDocument/2006/relationships/image" Target="../media/image73.png"/></Relationships>
</file>

<file path=ppt/slides/_rels/slide32.xml.rels><?xml version="1.0" encoding="UTF-8" standalone="yes"?>
<Relationships xmlns="http://schemas.openxmlformats.org/package/2006/relationships"><Relationship Id="rId3" Type="http://schemas.openxmlformats.org/officeDocument/2006/relationships/image" Target="../media/image94.png"/><Relationship Id="rId2" Type="http://schemas.openxmlformats.org/officeDocument/2006/relationships/slideLayout" Target="../slideLayouts/slideLayout1.xml"/><Relationship Id="rId1" Type="http://schemas.openxmlformats.org/officeDocument/2006/relationships/tags" Target="../tags/tag7.xml"/><Relationship Id="rId6" Type="http://schemas.openxmlformats.org/officeDocument/2006/relationships/image" Target="../media/image97.png"/><Relationship Id="rId5" Type="http://schemas.openxmlformats.org/officeDocument/2006/relationships/image" Target="../media/image96.png"/><Relationship Id="rId4" Type="http://schemas.openxmlformats.org/officeDocument/2006/relationships/image" Target="../media/image95.png"/></Relationships>
</file>

<file path=ppt/slides/_rels/slide33.xml.rels><?xml version="1.0" encoding="UTF-8" standalone="yes"?>
<Relationships xmlns="http://schemas.openxmlformats.org/package/2006/relationships"><Relationship Id="rId8" Type="http://schemas.openxmlformats.org/officeDocument/2006/relationships/image" Target="../media/image104.png"/><Relationship Id="rId13" Type="http://schemas.openxmlformats.org/officeDocument/2006/relationships/image" Target="../media/image109.png"/><Relationship Id="rId3" Type="http://schemas.openxmlformats.org/officeDocument/2006/relationships/image" Target="../media/image99.png"/><Relationship Id="rId7" Type="http://schemas.openxmlformats.org/officeDocument/2006/relationships/image" Target="../media/image103.png"/><Relationship Id="rId12" Type="http://schemas.openxmlformats.org/officeDocument/2006/relationships/image" Target="../media/image108.png"/><Relationship Id="rId2" Type="http://schemas.openxmlformats.org/officeDocument/2006/relationships/image" Target="../media/image98.png"/><Relationship Id="rId1" Type="http://schemas.openxmlformats.org/officeDocument/2006/relationships/slideLayout" Target="../slideLayouts/slideLayout1.xml"/><Relationship Id="rId6" Type="http://schemas.openxmlformats.org/officeDocument/2006/relationships/image" Target="../media/image102.png"/><Relationship Id="rId11" Type="http://schemas.openxmlformats.org/officeDocument/2006/relationships/image" Target="../media/image107.jpeg"/><Relationship Id="rId5" Type="http://schemas.openxmlformats.org/officeDocument/2006/relationships/image" Target="../media/image101.png"/><Relationship Id="rId10" Type="http://schemas.openxmlformats.org/officeDocument/2006/relationships/image" Target="../media/image106.png"/><Relationship Id="rId4" Type="http://schemas.openxmlformats.org/officeDocument/2006/relationships/image" Target="../media/image100.png"/><Relationship Id="rId9" Type="http://schemas.openxmlformats.org/officeDocument/2006/relationships/image" Target="../media/image105.png"/></Relationships>
</file>

<file path=ppt/slides/_rels/slide34.xml.rels><?xml version="1.0" encoding="UTF-8" standalone="yes"?>
<Relationships xmlns="http://schemas.openxmlformats.org/package/2006/relationships"><Relationship Id="rId3" Type="http://schemas.openxmlformats.org/officeDocument/2006/relationships/image" Target="../media/image111.png"/><Relationship Id="rId2" Type="http://schemas.openxmlformats.org/officeDocument/2006/relationships/image" Target="../media/image110.png"/><Relationship Id="rId1" Type="http://schemas.openxmlformats.org/officeDocument/2006/relationships/slideLayout" Target="../slideLayouts/slideLayout1.xml"/><Relationship Id="rId5" Type="http://schemas.openxmlformats.org/officeDocument/2006/relationships/image" Target="../media/image113.png"/><Relationship Id="rId4" Type="http://schemas.openxmlformats.org/officeDocument/2006/relationships/image" Target="../media/image112.png"/></Relationships>
</file>

<file path=ppt/slides/_rels/slide35.xml.rels><?xml version="1.0" encoding="UTF-8" standalone="yes"?>
<Relationships xmlns="http://schemas.openxmlformats.org/package/2006/relationships"><Relationship Id="rId8" Type="http://schemas.openxmlformats.org/officeDocument/2006/relationships/image" Target="../media/image119.png"/><Relationship Id="rId3" Type="http://schemas.openxmlformats.org/officeDocument/2006/relationships/image" Target="../media/image114.png"/><Relationship Id="rId7" Type="http://schemas.openxmlformats.org/officeDocument/2006/relationships/image" Target="../media/image118.png"/><Relationship Id="rId2" Type="http://schemas.openxmlformats.org/officeDocument/2006/relationships/slideLayout" Target="../slideLayouts/slideLayout1.xml"/><Relationship Id="rId1" Type="http://schemas.openxmlformats.org/officeDocument/2006/relationships/tags" Target="../tags/tag8.xml"/><Relationship Id="rId6" Type="http://schemas.openxmlformats.org/officeDocument/2006/relationships/image" Target="../media/image117.png"/><Relationship Id="rId11" Type="http://schemas.openxmlformats.org/officeDocument/2006/relationships/image" Target="../media/image122.png"/><Relationship Id="rId5" Type="http://schemas.openxmlformats.org/officeDocument/2006/relationships/image" Target="../media/image116.png"/><Relationship Id="rId10" Type="http://schemas.openxmlformats.org/officeDocument/2006/relationships/image" Target="../media/image121.png"/><Relationship Id="rId4" Type="http://schemas.openxmlformats.org/officeDocument/2006/relationships/image" Target="../media/image115.png"/><Relationship Id="rId9" Type="http://schemas.openxmlformats.org/officeDocument/2006/relationships/image" Target="../media/image120.jpeg"/></Relationships>
</file>

<file path=ppt/slides/_rels/slide36.xml.rels><?xml version="1.0" encoding="UTF-8" standalone="yes"?>
<Relationships xmlns="http://schemas.openxmlformats.org/package/2006/relationships"><Relationship Id="rId8" Type="http://schemas.openxmlformats.org/officeDocument/2006/relationships/image" Target="../media/image119.png"/><Relationship Id="rId3" Type="http://schemas.openxmlformats.org/officeDocument/2006/relationships/image" Target="../media/image114.png"/><Relationship Id="rId7" Type="http://schemas.openxmlformats.org/officeDocument/2006/relationships/image" Target="../media/image118.png"/><Relationship Id="rId12" Type="http://schemas.openxmlformats.org/officeDocument/2006/relationships/image" Target="../media/image121.png"/><Relationship Id="rId2" Type="http://schemas.openxmlformats.org/officeDocument/2006/relationships/slideLayout" Target="../slideLayouts/slideLayout1.xml"/><Relationship Id="rId1" Type="http://schemas.openxmlformats.org/officeDocument/2006/relationships/tags" Target="../tags/tag9.xml"/><Relationship Id="rId6" Type="http://schemas.openxmlformats.org/officeDocument/2006/relationships/image" Target="../media/image117.png"/><Relationship Id="rId11" Type="http://schemas.openxmlformats.org/officeDocument/2006/relationships/image" Target="../media/image120.jpeg"/><Relationship Id="rId5" Type="http://schemas.openxmlformats.org/officeDocument/2006/relationships/image" Target="../media/image116.png"/><Relationship Id="rId10" Type="http://schemas.openxmlformats.org/officeDocument/2006/relationships/image" Target="../media/image124.png"/><Relationship Id="rId4" Type="http://schemas.openxmlformats.org/officeDocument/2006/relationships/image" Target="../media/image115.png"/><Relationship Id="rId9" Type="http://schemas.openxmlformats.org/officeDocument/2006/relationships/image" Target="../media/image12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 name="Metrology Design"/>
          <p:cNvSpPr txBox="1"/>
          <p:nvPr/>
        </p:nvSpPr>
        <p:spPr>
          <a:xfrm>
            <a:off x="4687021" y="4324910"/>
            <a:ext cx="14105436" cy="156540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2516" tIns="42516" rIns="42516" bIns="42516" anchor="b">
            <a:spAutoFit/>
          </a:bodyPr>
          <a:lstStyle>
            <a:lvl1pPr defTabSz="914400">
              <a:defRPr sz="10500" b="1">
                <a:latin typeface="Arial"/>
                <a:ea typeface="Arial"/>
                <a:cs typeface="Arial"/>
                <a:sym typeface="Arial"/>
              </a:defRPr>
            </a:lvl1pPr>
          </a:lstStyle>
          <a:p>
            <a:r>
              <a:rPr dirty="0"/>
              <a:t>Metrology Design </a:t>
            </a:r>
          </a:p>
        </p:txBody>
      </p:sp>
      <p:sp>
        <p:nvSpPr>
          <p:cNvPr id="143" name="Project Name:X1335…"/>
          <p:cNvSpPr txBox="1"/>
          <p:nvPr/>
        </p:nvSpPr>
        <p:spPr>
          <a:xfrm>
            <a:off x="6211021" y="6618962"/>
            <a:ext cx="15769748" cy="387920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2516" tIns="42516" rIns="42516" bIns="42516" anchor="ctr">
            <a:spAutoFit/>
          </a:bodyPr>
          <a:lstStyle/>
          <a:p>
            <a:pPr algn="l" defTabSz="739775">
              <a:lnSpc>
                <a:spcPct val="150000"/>
              </a:lnSpc>
              <a:spcBef>
                <a:spcPts val="500"/>
              </a:spcBef>
              <a:defRPr sz="3900" b="1">
                <a:latin typeface="Arial"/>
                <a:ea typeface="Arial"/>
                <a:cs typeface="Arial"/>
                <a:sym typeface="Arial"/>
              </a:defRPr>
            </a:pPr>
            <a:r>
              <a:rPr dirty="0"/>
              <a:t>Project Name:</a:t>
            </a:r>
            <a:r>
              <a:rPr lang="en-US" dirty="0"/>
              <a:t>R</a:t>
            </a:r>
            <a:r>
              <a:rPr lang="en-US" altLang="zh-CN" dirty="0"/>
              <a:t>240</a:t>
            </a:r>
            <a:endParaRPr dirty="0"/>
          </a:p>
          <a:p>
            <a:pPr algn="l" defTabSz="739775">
              <a:lnSpc>
                <a:spcPct val="150000"/>
              </a:lnSpc>
              <a:spcBef>
                <a:spcPts val="500"/>
              </a:spcBef>
              <a:defRPr sz="3900" b="1">
                <a:latin typeface="Arial"/>
                <a:ea typeface="Arial"/>
                <a:cs typeface="Arial"/>
                <a:sym typeface="Arial"/>
              </a:defRPr>
            </a:pPr>
            <a:r>
              <a:rPr dirty="0"/>
              <a:t>Part Number &amp; Rev</a:t>
            </a:r>
            <a:r>
              <a:rPr lang="zh-CN" altLang="en-US" dirty="0"/>
              <a:t>：</a:t>
            </a:r>
            <a:r>
              <a:rPr lang="en-US" altLang="zh-CN" dirty="0"/>
              <a:t>099-53721-08(48 Block Magnets)</a:t>
            </a:r>
          </a:p>
          <a:p>
            <a:pPr algn="l" defTabSz="739775">
              <a:lnSpc>
                <a:spcPct val="150000"/>
              </a:lnSpc>
              <a:spcBef>
                <a:spcPts val="500"/>
              </a:spcBef>
              <a:defRPr sz="3900" b="1">
                <a:latin typeface="Arial"/>
                <a:ea typeface="Arial"/>
                <a:cs typeface="Arial"/>
                <a:sym typeface="Arial"/>
              </a:defRPr>
            </a:pPr>
            <a:r>
              <a:rPr dirty="0"/>
              <a:t>Vendor</a:t>
            </a:r>
            <a:r>
              <a:rPr lang="zh-CN" altLang="en-US" dirty="0"/>
              <a:t>：</a:t>
            </a:r>
            <a:r>
              <a:rPr dirty="0" err="1"/>
              <a:t>M</a:t>
            </a:r>
            <a:r>
              <a:rPr lang="en-US" altLang="zh-CN" dirty="0" err="1"/>
              <a:t>agsound</a:t>
            </a:r>
            <a:endParaRPr dirty="0"/>
          </a:p>
          <a:p>
            <a:pPr algn="l" defTabSz="739775">
              <a:lnSpc>
                <a:spcPct val="150000"/>
              </a:lnSpc>
              <a:spcBef>
                <a:spcPts val="500"/>
              </a:spcBef>
              <a:defRPr sz="3900" b="1">
                <a:latin typeface="Arial"/>
                <a:ea typeface="Arial"/>
                <a:cs typeface="Arial"/>
                <a:sym typeface="Arial"/>
              </a:defRPr>
            </a:pPr>
            <a:r>
              <a:rPr dirty="0"/>
              <a:t>Date</a:t>
            </a:r>
            <a:r>
              <a:rPr lang="zh-CN" altLang="en-US" dirty="0"/>
              <a:t>：</a:t>
            </a:r>
            <a:r>
              <a:rPr lang="en-US" altLang="zh-CN" dirty="0"/>
              <a:t>2025/12/08</a:t>
            </a:r>
            <a:endParaRPr lang="zh-CN" altLang="en-US" dirty="0"/>
          </a:p>
        </p:txBody>
      </p:sp>
      <p:sp>
        <p:nvSpPr>
          <p:cNvPr id="2" name="灯片编号占位符 1"/>
          <p:cNvSpPr>
            <a:spLocks noGrp="1"/>
          </p:cNvSpPr>
          <p:nvPr>
            <p:ph type="sldNum" sz="quarter" idx="2"/>
          </p:nvPr>
        </p:nvSpPr>
        <p:spPr/>
        <p:txBody>
          <a:bodyPr/>
          <a:lstStyle/>
          <a:p>
            <a:fld id="{86CB4B4D-7CA3-9044-876B-883B54F8677D}" type="slidenum">
              <a:rPr lang="en-US" altLang="zh-CN" smtClean="0"/>
              <a:t>1</a:t>
            </a:fld>
            <a:endParaRPr lang="zh-CN" altLang="en-US"/>
          </a:p>
        </p:txBody>
      </p:sp>
    </p:spTree>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 name="MTD | X1335 Content 160-02017-05 (Series)"/>
          <p:cNvSpPr txBox="1">
            <a:spLocks noGrp="1"/>
          </p:cNvSpPr>
          <p:nvPr>
            <p:ph type="title" idx="4294967295"/>
          </p:nvPr>
        </p:nvSpPr>
        <p:spPr>
          <a:xfrm>
            <a:off x="720725" y="804692"/>
            <a:ext cx="9617075" cy="1011865"/>
          </a:xfrm>
          <a:prstGeom prst="rect">
            <a:avLst/>
          </a:prstGeom>
        </p:spPr>
        <p:txBody>
          <a:bodyPr lIns="50800" tIns="50800" rIns="50800" bIns="50800">
            <a:normAutofit/>
          </a:bodyPr>
          <a:lstStyle/>
          <a:p>
            <a:pPr algn="l" defTabSz="212866" hangingPunct="1">
              <a:defRPr sz="4400">
                <a:solidFill>
                  <a:srgbClr val="024C90"/>
                </a:solidFill>
                <a:latin typeface="Helvetica Neue Light"/>
                <a:ea typeface="Helvetica Neue Light"/>
                <a:cs typeface="Helvetica Neue Light"/>
                <a:sym typeface="Helvetica Neue Light"/>
              </a:defRPr>
            </a:pPr>
            <a:r>
              <a:rPr dirty="0">
                <a:solidFill>
                  <a:schemeClr val="accent1">
                    <a:lumMod val="50000"/>
                  </a:schemeClr>
                </a:solidFill>
                <a:latin typeface="Arial" panose="020B0604020202020204" pitchFamily="34" charset="0"/>
                <a:cs typeface="Arial" panose="020B0604020202020204" pitchFamily="34" charset="0"/>
              </a:rPr>
              <a:t>MTD | </a:t>
            </a:r>
            <a:r>
              <a:rPr lang="en-US" altLang="zh-CN" sz="4400" dirty="0">
                <a:solidFill>
                  <a:schemeClr val="tx1"/>
                </a:solidFill>
                <a:latin typeface="Arial" panose="020B0604020202020204" pitchFamily="34" charset="0"/>
                <a:ea typeface="Helvetica Neue Light"/>
                <a:cs typeface="Arial" panose="020B0604020202020204" pitchFamily="34" charset="0"/>
                <a:sym typeface="Helvetica Neue Light"/>
              </a:rPr>
              <a:t>R240</a:t>
            </a:r>
            <a:r>
              <a:rPr lang="en-US" dirty="0">
                <a:solidFill>
                  <a:schemeClr val="accent1">
                    <a:lumMod val="50000"/>
                  </a:schemeClr>
                </a:solidFill>
                <a:latin typeface="Arial" panose="020B0604020202020204" pitchFamily="34" charset="0"/>
                <a:cs typeface="Arial" panose="020B0604020202020204" pitchFamily="34" charset="0"/>
              </a:rPr>
              <a:t>-</a:t>
            </a:r>
            <a:r>
              <a:rPr dirty="0">
                <a:solidFill>
                  <a:schemeClr val="tx1"/>
                </a:solidFill>
                <a:latin typeface="Arial" panose="020B0604020202020204" pitchFamily="34" charset="0"/>
                <a:cs typeface="Arial" panose="020B0604020202020204" pitchFamily="34" charset="0"/>
              </a:rPr>
              <a:t>Content</a:t>
            </a:r>
            <a:r>
              <a:rPr lang="en-US" dirty="0">
                <a:solidFill>
                  <a:schemeClr val="tx1"/>
                </a:solidFill>
                <a:latin typeface="Arial" panose="020B0604020202020204" pitchFamily="34" charset="0"/>
                <a:cs typeface="Arial" panose="020B0604020202020204" pitchFamily="34" charset="0"/>
              </a:rPr>
              <a:t>-</a:t>
            </a:r>
            <a:r>
              <a:rPr lang="en-US" altLang="zh-CN" sz="4400" dirty="0">
                <a:solidFill>
                  <a:schemeClr val="tx1"/>
                </a:solidFill>
                <a:latin typeface="Arial" panose="020B0604020202020204" pitchFamily="34" charset="0"/>
                <a:ea typeface="Helvetica Neue Light"/>
                <a:cs typeface="Arial" panose="020B0604020202020204" pitchFamily="34" charset="0"/>
                <a:sym typeface="Helvetica Neue Light"/>
              </a:rPr>
              <a:t>099-53721-08</a:t>
            </a:r>
          </a:p>
        </p:txBody>
      </p:sp>
      <p:sp>
        <p:nvSpPr>
          <p:cNvPr id="2" name="灯片编号占位符 1"/>
          <p:cNvSpPr>
            <a:spLocks noGrp="1"/>
          </p:cNvSpPr>
          <p:nvPr>
            <p:ph type="sldNum" sz="quarter" idx="2"/>
          </p:nvPr>
        </p:nvSpPr>
        <p:spPr/>
        <p:txBody>
          <a:bodyPr/>
          <a:lstStyle/>
          <a:p>
            <a:fld id="{86CB4B4D-7CA3-9044-876B-883B54F8677D}" type="slidenum">
              <a:rPr lang="en-US" altLang="zh-CN" smtClean="0"/>
              <a:t>2</a:t>
            </a:fld>
            <a:endParaRPr lang="zh-CN" altLang="en-US"/>
          </a:p>
        </p:txBody>
      </p:sp>
      <p:graphicFrame>
        <p:nvGraphicFramePr>
          <p:cNvPr id="5" name="表格"/>
          <p:cNvGraphicFramePr/>
          <p:nvPr>
            <p:extLst>
              <p:ext uri="{D42A27DB-BD31-4B8C-83A1-F6EECF244321}">
                <p14:modId xmlns:p14="http://schemas.microsoft.com/office/powerpoint/2010/main" val="2768183606"/>
              </p:ext>
            </p:extLst>
          </p:nvPr>
        </p:nvGraphicFramePr>
        <p:xfrm>
          <a:off x="933826" y="1950968"/>
          <a:ext cx="22657694" cy="9337715"/>
        </p:xfrm>
        <a:graphic>
          <a:graphicData uri="http://schemas.openxmlformats.org/drawingml/2006/table">
            <a:tbl>
              <a:tblPr>
                <a:tableStyleId>{8F44A2F1-9E1F-4B54-A3A2-5F16C0AD49E2}</a:tableStyleId>
              </a:tblPr>
              <a:tblGrid>
                <a:gridCol w="12092630">
                  <a:extLst>
                    <a:ext uri="{9D8B030D-6E8A-4147-A177-3AD203B41FA5}">
                      <a16:colId xmlns:a16="http://schemas.microsoft.com/office/drawing/2014/main" val="20000"/>
                    </a:ext>
                  </a:extLst>
                </a:gridCol>
                <a:gridCol w="10565064">
                  <a:extLst>
                    <a:ext uri="{9D8B030D-6E8A-4147-A177-3AD203B41FA5}">
                      <a16:colId xmlns:a16="http://schemas.microsoft.com/office/drawing/2014/main" val="20001"/>
                    </a:ext>
                  </a:extLst>
                </a:gridCol>
              </a:tblGrid>
              <a:tr h="1555636">
                <a:tc>
                  <a:txBody>
                    <a:bodyPr/>
                    <a:lstStyle/>
                    <a:p>
                      <a:pPr defTabSz="914400">
                        <a:tabLst>
                          <a:tab pos="1168400" algn="l"/>
                        </a:tabLst>
                        <a:defRPr sz="1800"/>
                      </a:pPr>
                      <a:r>
                        <a:rPr sz="3600" dirty="0">
                          <a:latin typeface="Arial" panose="020B0604020202020204" pitchFamily="34" charset="0"/>
                          <a:ea typeface="Arial Unicode MS" panose="020B0604020202020204" pitchFamily="34" charset="-122"/>
                          <a:cs typeface="Arial" panose="020B0604020202020204" pitchFamily="34" charset="0"/>
                          <a:sym typeface="Helvetica Neue Medium"/>
                        </a:rPr>
                        <a:t>Cover sheet</a:t>
                      </a:r>
                    </a:p>
                  </a:txBody>
                  <a:tcPr marL="26791" marR="26791" marT="26791" marB="26791"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0365C0">
                        <a:alpha val="0"/>
                      </a:srgbClr>
                    </a:solidFill>
                  </a:tcPr>
                </a:tc>
                <a:tc>
                  <a:txBody>
                    <a:bodyPr/>
                    <a:lstStyle/>
                    <a:p>
                      <a:pPr defTabSz="914400">
                        <a:tabLst>
                          <a:tab pos="1168400" algn="l"/>
                        </a:tabLst>
                        <a:defRPr sz="1800"/>
                      </a:pPr>
                      <a:r>
                        <a:rPr sz="3600" dirty="0">
                          <a:latin typeface="Arial" panose="020B0604020202020204" pitchFamily="34" charset="0"/>
                          <a:ea typeface="Arial Unicode MS" panose="020B0604020202020204" pitchFamily="34" charset="-122"/>
                          <a:cs typeface="Arial" panose="020B0604020202020204" pitchFamily="34" charset="0"/>
                          <a:sym typeface="Helvetica Neue Medium"/>
                        </a:rPr>
                        <a:t>Page 1</a:t>
                      </a:r>
                    </a:p>
                  </a:txBody>
                  <a:tcPr marL="26791" marR="26791" marT="26791" marB="26791"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0365C0">
                        <a:alpha val="0"/>
                      </a:srgbClr>
                    </a:solidFill>
                  </a:tcPr>
                </a:tc>
                <a:extLst>
                  <a:ext uri="{0D108BD9-81ED-4DB2-BD59-A6C34878D82A}">
                    <a16:rowId xmlns:a16="http://schemas.microsoft.com/office/drawing/2014/main" val="10000"/>
                  </a:ext>
                </a:extLst>
              </a:tr>
              <a:tr h="1555636">
                <a:tc>
                  <a:txBody>
                    <a:bodyPr/>
                    <a:lstStyle/>
                    <a:p>
                      <a:pPr defTabSz="914400">
                        <a:tabLst>
                          <a:tab pos="1168400" algn="l"/>
                        </a:tabLst>
                        <a:defRPr sz="1800"/>
                      </a:pPr>
                      <a:r>
                        <a:rPr sz="3600" dirty="0">
                          <a:latin typeface="Arial" panose="020B0604020202020204" pitchFamily="34" charset="0"/>
                          <a:ea typeface="Arial Unicode MS" panose="020B0604020202020204" pitchFamily="34" charset="-122"/>
                          <a:cs typeface="Arial" panose="020B0604020202020204" pitchFamily="34" charset="0"/>
                          <a:sym typeface="Helvetica Neue Medium"/>
                        </a:rPr>
                        <a:t>Content</a:t>
                      </a:r>
                    </a:p>
                  </a:txBody>
                  <a:tcPr marL="26791" marR="26791" marT="26791" marB="26791"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0365C0">
                        <a:alpha val="0"/>
                      </a:srgbClr>
                    </a:solidFill>
                  </a:tcPr>
                </a:tc>
                <a:tc>
                  <a:txBody>
                    <a:bodyPr/>
                    <a:lstStyle/>
                    <a:p>
                      <a:pPr defTabSz="914400">
                        <a:tabLst>
                          <a:tab pos="1168400" algn="l"/>
                        </a:tabLst>
                        <a:defRPr sz="1800"/>
                      </a:pPr>
                      <a:r>
                        <a:rPr sz="3600" dirty="0">
                          <a:latin typeface="Arial" panose="020B0604020202020204" pitchFamily="34" charset="0"/>
                          <a:ea typeface="Arial Unicode MS" panose="020B0604020202020204" pitchFamily="34" charset="-122"/>
                          <a:cs typeface="Arial" panose="020B0604020202020204" pitchFamily="34" charset="0"/>
                          <a:sym typeface="Helvetica Neue Medium"/>
                        </a:rPr>
                        <a:t>Page 2</a:t>
                      </a:r>
                    </a:p>
                  </a:txBody>
                  <a:tcPr marL="26791" marR="26791" marT="26791" marB="26791"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0365C0">
                        <a:alpha val="0"/>
                      </a:srgbClr>
                    </a:solidFill>
                  </a:tcPr>
                </a:tc>
                <a:extLst>
                  <a:ext uri="{0D108BD9-81ED-4DB2-BD59-A6C34878D82A}">
                    <a16:rowId xmlns:a16="http://schemas.microsoft.com/office/drawing/2014/main" val="10001"/>
                  </a:ext>
                </a:extLst>
              </a:tr>
              <a:tr h="1555636">
                <a:tc>
                  <a:txBody>
                    <a:bodyPr/>
                    <a:lstStyle/>
                    <a:p>
                      <a:pPr defTabSz="914400">
                        <a:tabLst>
                          <a:tab pos="1168400" algn="l"/>
                        </a:tabLst>
                        <a:defRPr sz="1800"/>
                      </a:pPr>
                      <a:r>
                        <a:rPr lang="en-US" sz="3600" dirty="0">
                          <a:latin typeface="Arial" panose="020B0604020202020204" pitchFamily="34" charset="0"/>
                          <a:ea typeface="Arial Unicode MS" panose="020B0604020202020204" pitchFamily="34" charset="-122"/>
                          <a:cs typeface="Arial" panose="020B0604020202020204" pitchFamily="34" charset="0"/>
                          <a:sym typeface="Helvetica Neue Medium"/>
                        </a:rPr>
                        <a:t>BOM</a:t>
                      </a:r>
                      <a:r>
                        <a:rPr lang="en-US" sz="3600" baseline="0" dirty="0">
                          <a:latin typeface="Arial" panose="020B0604020202020204" pitchFamily="34" charset="0"/>
                          <a:ea typeface="Arial Unicode MS" panose="020B0604020202020204" pitchFamily="34" charset="-122"/>
                          <a:cs typeface="Arial" panose="020B0604020202020204" pitchFamily="34" charset="0"/>
                          <a:sym typeface="Helvetica Neue Medium"/>
                        </a:rPr>
                        <a:t> </a:t>
                      </a:r>
                      <a:r>
                        <a:rPr sz="3600" dirty="0">
                          <a:latin typeface="Arial" panose="020B0604020202020204" pitchFamily="34" charset="0"/>
                          <a:ea typeface="Arial Unicode MS" panose="020B0604020202020204" pitchFamily="34" charset="-122"/>
                          <a:cs typeface="Arial" panose="020B0604020202020204" pitchFamily="34" charset="0"/>
                          <a:sym typeface="Helvetica Neue Medium"/>
                        </a:rPr>
                        <a:t>List</a:t>
                      </a:r>
                    </a:p>
                  </a:txBody>
                  <a:tcPr marL="26791" marR="26791" marT="26791" marB="26791"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0365C0">
                        <a:alpha val="0"/>
                      </a:srgbClr>
                    </a:solidFill>
                  </a:tcPr>
                </a:tc>
                <a:tc>
                  <a:txBody>
                    <a:bodyPr/>
                    <a:lstStyle/>
                    <a:p>
                      <a:pPr defTabSz="914400">
                        <a:tabLst>
                          <a:tab pos="1168400" algn="l"/>
                        </a:tabLst>
                        <a:defRPr sz="1800"/>
                      </a:pPr>
                      <a:r>
                        <a:rPr sz="3600" dirty="0">
                          <a:latin typeface="Arial" panose="020B0604020202020204" pitchFamily="34" charset="0"/>
                          <a:ea typeface="Arial Unicode MS" panose="020B0604020202020204" pitchFamily="34" charset="-122"/>
                          <a:cs typeface="Arial" panose="020B0604020202020204" pitchFamily="34" charset="0"/>
                          <a:sym typeface="Helvetica Neue Medium"/>
                        </a:rPr>
                        <a:t>Page </a:t>
                      </a:r>
                      <a:r>
                        <a:rPr lang="en-US" sz="3600" dirty="0">
                          <a:latin typeface="Arial" panose="020B0604020202020204" pitchFamily="34" charset="0"/>
                          <a:ea typeface="Arial Unicode MS" panose="020B0604020202020204" pitchFamily="34" charset="-122"/>
                          <a:cs typeface="Arial" panose="020B0604020202020204" pitchFamily="34" charset="0"/>
                          <a:sym typeface="Helvetica Neue Medium"/>
                        </a:rPr>
                        <a:t>3-4</a:t>
                      </a:r>
                      <a:endParaRPr sz="3600" dirty="0">
                        <a:latin typeface="Arial" panose="020B0604020202020204" pitchFamily="34" charset="0"/>
                        <a:ea typeface="Arial Unicode MS" panose="020B0604020202020204" pitchFamily="34" charset="-122"/>
                        <a:cs typeface="Arial" panose="020B0604020202020204" pitchFamily="34" charset="0"/>
                        <a:sym typeface="Helvetica Neue Medium"/>
                      </a:endParaRPr>
                    </a:p>
                  </a:txBody>
                  <a:tcPr marL="26791" marR="26791" marT="26791" marB="26791"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0365C0">
                        <a:alpha val="0"/>
                      </a:srgbClr>
                    </a:solidFill>
                  </a:tcPr>
                </a:tc>
                <a:extLst>
                  <a:ext uri="{0D108BD9-81ED-4DB2-BD59-A6C34878D82A}">
                    <a16:rowId xmlns:a16="http://schemas.microsoft.com/office/drawing/2014/main" val="10002"/>
                  </a:ext>
                </a:extLst>
              </a:tr>
              <a:tr h="1555636">
                <a:tc>
                  <a:txBody>
                    <a:bodyPr/>
                    <a:lstStyle/>
                    <a:p>
                      <a:pPr defTabSz="914400">
                        <a:tabLst>
                          <a:tab pos="1168400" algn="l"/>
                        </a:tabLst>
                        <a:defRPr sz="1800"/>
                      </a:pPr>
                      <a:r>
                        <a:rPr sz="3600" dirty="0">
                          <a:latin typeface="Arial" panose="020B0604020202020204" pitchFamily="34" charset="0"/>
                          <a:ea typeface="Arial Unicode MS" panose="020B0604020202020204" pitchFamily="34" charset="-122"/>
                          <a:cs typeface="Arial" panose="020B0604020202020204" pitchFamily="34" charset="0"/>
                          <a:sym typeface="Helvetica Neue Medium"/>
                        </a:rPr>
                        <a:t>Measurement Equipment Details</a:t>
                      </a:r>
                    </a:p>
                  </a:txBody>
                  <a:tcPr marL="26791" marR="26791" marT="26791" marB="26791"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0365C0">
                        <a:alpha val="0"/>
                      </a:srgbClr>
                    </a:solidFill>
                  </a:tcPr>
                </a:tc>
                <a:tc>
                  <a:txBody>
                    <a:bodyPr/>
                    <a:lstStyle/>
                    <a:p>
                      <a:pPr defTabSz="914400">
                        <a:tabLst>
                          <a:tab pos="1168400" algn="l"/>
                        </a:tabLst>
                        <a:defRPr sz="1800"/>
                      </a:pPr>
                      <a:r>
                        <a:rPr sz="3600" dirty="0">
                          <a:latin typeface="Arial" panose="020B0604020202020204" pitchFamily="34" charset="0"/>
                          <a:ea typeface="Arial Unicode MS" panose="020B0604020202020204" pitchFamily="34" charset="-122"/>
                          <a:cs typeface="Arial" panose="020B0604020202020204" pitchFamily="34" charset="0"/>
                          <a:sym typeface="Helvetica Neue Medium"/>
                        </a:rPr>
                        <a:t>Page </a:t>
                      </a:r>
                      <a:r>
                        <a:rPr lang="en-US" sz="3600" dirty="0">
                          <a:latin typeface="Arial" panose="020B0604020202020204" pitchFamily="34" charset="0"/>
                          <a:ea typeface="Arial Unicode MS" panose="020B0604020202020204" pitchFamily="34" charset="-122"/>
                          <a:cs typeface="Arial" panose="020B0604020202020204" pitchFamily="34" charset="0"/>
                          <a:sym typeface="Helvetica Neue Medium"/>
                        </a:rPr>
                        <a:t>5</a:t>
                      </a:r>
                      <a:r>
                        <a:rPr sz="3600" dirty="0">
                          <a:latin typeface="Arial" panose="020B0604020202020204" pitchFamily="34" charset="0"/>
                          <a:ea typeface="Arial Unicode MS" panose="020B0604020202020204" pitchFamily="34" charset="-122"/>
                          <a:cs typeface="Arial" panose="020B0604020202020204" pitchFamily="34" charset="0"/>
                          <a:sym typeface="Helvetica Neue Medium"/>
                        </a:rPr>
                        <a:t>-</a:t>
                      </a:r>
                      <a:r>
                        <a:rPr lang="en-US" sz="3600" dirty="0">
                          <a:latin typeface="Arial" panose="020B0604020202020204" pitchFamily="34" charset="0"/>
                          <a:ea typeface="Arial Unicode MS" panose="020B0604020202020204" pitchFamily="34" charset="-122"/>
                          <a:cs typeface="Arial" panose="020B0604020202020204" pitchFamily="34" charset="0"/>
                          <a:sym typeface="Helvetica Neue Medium"/>
                        </a:rPr>
                        <a:t>14</a:t>
                      </a:r>
                      <a:endParaRPr sz="3600" dirty="0">
                        <a:latin typeface="Arial" panose="020B0604020202020204" pitchFamily="34" charset="0"/>
                        <a:ea typeface="Arial Unicode MS" panose="020B0604020202020204" pitchFamily="34" charset="-122"/>
                        <a:cs typeface="Arial" panose="020B0604020202020204" pitchFamily="34" charset="0"/>
                        <a:sym typeface="Helvetica Neue Medium"/>
                      </a:endParaRPr>
                    </a:p>
                  </a:txBody>
                  <a:tcPr marL="26791" marR="26791" marT="26791" marB="26791"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0365C0">
                        <a:alpha val="0"/>
                      </a:srgbClr>
                    </a:solidFill>
                  </a:tcPr>
                </a:tc>
                <a:extLst>
                  <a:ext uri="{0D108BD9-81ED-4DB2-BD59-A6C34878D82A}">
                    <a16:rowId xmlns:a16="http://schemas.microsoft.com/office/drawing/2014/main" val="10003"/>
                  </a:ext>
                </a:extLst>
              </a:tr>
              <a:tr h="1559535">
                <a:tc>
                  <a:txBody>
                    <a:bodyPr/>
                    <a:lstStyle/>
                    <a:p>
                      <a:pPr defTabSz="914400">
                        <a:tabLst>
                          <a:tab pos="1168400" algn="l"/>
                        </a:tabLst>
                        <a:defRPr sz="1800"/>
                      </a:pPr>
                      <a:r>
                        <a:rPr sz="3600" dirty="0">
                          <a:latin typeface="Arial" panose="020B0604020202020204" pitchFamily="34" charset="0"/>
                          <a:ea typeface="Arial Unicode MS" panose="020B0604020202020204" pitchFamily="34" charset="-122"/>
                          <a:cs typeface="Arial" panose="020B0604020202020204" pitchFamily="34" charset="0"/>
                          <a:sym typeface="Helvetica Neue Medium"/>
                        </a:rPr>
                        <a:t>Measurement Fixture List</a:t>
                      </a:r>
                    </a:p>
                  </a:txBody>
                  <a:tcPr marL="26791" marR="26791" marT="26791" marB="26791"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0365C0">
                        <a:alpha val="0"/>
                      </a:srgbClr>
                    </a:solidFill>
                  </a:tcPr>
                </a:tc>
                <a:tc>
                  <a:txBody>
                    <a:bodyPr/>
                    <a:lstStyle/>
                    <a:p>
                      <a:pPr defTabSz="914400">
                        <a:tabLst>
                          <a:tab pos="1168400" algn="l"/>
                        </a:tabLst>
                        <a:defRPr sz="1800"/>
                      </a:pPr>
                      <a:r>
                        <a:rPr lang="en-US" altLang="zh-CN" sz="3600" dirty="0">
                          <a:latin typeface="Arial" panose="020B0604020202020204" pitchFamily="34" charset="0"/>
                          <a:ea typeface="Arial Unicode MS" panose="020B0604020202020204" pitchFamily="34" charset="-122"/>
                          <a:cs typeface="Arial" panose="020B0604020202020204" pitchFamily="34" charset="0"/>
                          <a:sym typeface="Helvetica Neue Medium"/>
                        </a:rPr>
                        <a:t>Page 15</a:t>
                      </a:r>
                    </a:p>
                  </a:txBody>
                  <a:tcPr marL="26791" marR="26791" marT="26791" marB="26791"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0365C0">
                        <a:alpha val="0"/>
                      </a:srgbClr>
                    </a:solidFill>
                  </a:tcPr>
                </a:tc>
                <a:extLst>
                  <a:ext uri="{0D108BD9-81ED-4DB2-BD59-A6C34878D82A}">
                    <a16:rowId xmlns:a16="http://schemas.microsoft.com/office/drawing/2014/main" val="10004"/>
                  </a:ext>
                </a:extLst>
              </a:tr>
              <a:tr h="1555636">
                <a:tc>
                  <a:txBody>
                    <a:bodyPr/>
                    <a:lstStyle/>
                    <a:p>
                      <a:pPr defTabSz="914400">
                        <a:tabLst>
                          <a:tab pos="1168400" algn="l"/>
                        </a:tabLst>
                        <a:defRPr sz="1800"/>
                      </a:pPr>
                      <a:r>
                        <a:rPr sz="3600" dirty="0">
                          <a:latin typeface="Arial" panose="020B0604020202020204" pitchFamily="34" charset="0"/>
                          <a:ea typeface="Arial Unicode MS" panose="020B0604020202020204" pitchFamily="34" charset="-122"/>
                          <a:cs typeface="Arial" panose="020B0604020202020204" pitchFamily="34" charset="0"/>
                          <a:sym typeface="Helvetica Neue Medium"/>
                        </a:rPr>
                        <a:t>Details for Each Measurement</a:t>
                      </a:r>
                    </a:p>
                  </a:txBody>
                  <a:tcPr marL="26791" marR="26791" marT="26791" marB="26791"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0365C0">
                        <a:alpha val="0"/>
                      </a:srgbClr>
                    </a:solidFill>
                  </a:tcPr>
                </a:tc>
                <a:tc>
                  <a:txBody>
                    <a:bodyPr/>
                    <a:lstStyle/>
                    <a:p>
                      <a:pPr defTabSz="914400">
                        <a:tabLst>
                          <a:tab pos="1168400" algn="l"/>
                        </a:tabLst>
                        <a:defRPr sz="1800"/>
                      </a:pPr>
                      <a:r>
                        <a:rPr sz="3600" dirty="0">
                          <a:latin typeface="Arial" panose="020B0604020202020204" pitchFamily="34" charset="0"/>
                          <a:ea typeface="Arial Unicode MS" panose="020B0604020202020204" pitchFamily="34" charset="-122"/>
                          <a:cs typeface="Arial" panose="020B0604020202020204" pitchFamily="34" charset="0"/>
                          <a:sym typeface="Helvetica Neue Medium"/>
                        </a:rPr>
                        <a:t>Page </a:t>
                      </a:r>
                      <a:r>
                        <a:rPr lang="en-US" sz="3600" dirty="0">
                          <a:latin typeface="Arial" panose="020B0604020202020204" pitchFamily="34" charset="0"/>
                          <a:ea typeface="Arial Unicode MS" panose="020B0604020202020204" pitchFamily="34" charset="-122"/>
                          <a:cs typeface="Arial" panose="020B0604020202020204" pitchFamily="34" charset="0"/>
                          <a:sym typeface="Helvetica Neue Medium"/>
                        </a:rPr>
                        <a:t>16</a:t>
                      </a:r>
                      <a:r>
                        <a:rPr sz="3600" dirty="0">
                          <a:latin typeface="Arial" panose="020B0604020202020204" pitchFamily="34" charset="0"/>
                          <a:ea typeface="Arial Unicode MS" panose="020B0604020202020204" pitchFamily="34" charset="-122"/>
                          <a:cs typeface="Arial" panose="020B0604020202020204" pitchFamily="34" charset="0"/>
                          <a:sym typeface="Helvetica Neue Medium"/>
                        </a:rPr>
                        <a:t>-</a:t>
                      </a:r>
                      <a:r>
                        <a:rPr lang="en-US" altLang="zh-CN" sz="3600" dirty="0">
                          <a:latin typeface="Arial" panose="020B0604020202020204" pitchFamily="34" charset="0"/>
                          <a:ea typeface="Arial Unicode MS" panose="020B0604020202020204" pitchFamily="34" charset="-122"/>
                          <a:cs typeface="Arial" panose="020B0604020202020204" pitchFamily="34" charset="0"/>
                          <a:sym typeface="Helvetica Neue Medium"/>
                        </a:rPr>
                        <a:t>36</a:t>
                      </a:r>
                      <a:endParaRPr sz="3600" dirty="0">
                        <a:latin typeface="Arial" panose="020B0604020202020204" pitchFamily="34" charset="0"/>
                        <a:ea typeface="Arial Unicode MS" panose="020B0604020202020204" pitchFamily="34" charset="-122"/>
                        <a:cs typeface="Arial" panose="020B0604020202020204" pitchFamily="34" charset="0"/>
                        <a:sym typeface="Helvetica Neue Medium"/>
                      </a:endParaRPr>
                    </a:p>
                  </a:txBody>
                  <a:tcPr marL="26791" marR="26791" marT="26791" marB="26791"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0365C0">
                        <a:alpha val="0"/>
                      </a:srgbClr>
                    </a:solidFill>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3912503724"/>
      </p:ext>
    </p:extLst>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2"/>
          </p:nvPr>
        </p:nvSpPr>
        <p:spPr>
          <a:xfrm>
            <a:off x="12024401" y="13238330"/>
            <a:ext cx="466267" cy="477670"/>
          </a:xfrm>
        </p:spPr>
        <p:txBody>
          <a:bodyPr/>
          <a:lstStyle/>
          <a:p>
            <a:fld id="{86CB4B4D-7CA3-9044-876B-883B54F8677D}" type="slidenum">
              <a:rPr lang="en-US" altLang="zh-CN" smtClean="0"/>
              <a:t>3</a:t>
            </a:fld>
            <a:endParaRPr lang="zh-CN" altLang="en-US" dirty="0"/>
          </a:p>
        </p:txBody>
      </p:sp>
      <p:sp>
        <p:nvSpPr>
          <p:cNvPr id="6" name="MTD | X1335 Content 160-02017-05 (Series)"/>
          <p:cNvSpPr txBox="1">
            <a:spLocks/>
          </p:cNvSpPr>
          <p:nvPr/>
        </p:nvSpPr>
        <p:spPr>
          <a:xfrm>
            <a:off x="771525" y="889462"/>
            <a:ext cx="10988675" cy="762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chor="ctr">
            <a:noAutofit/>
          </a:bodyPr>
          <a:lstStyle>
            <a:lvl1pPr marL="0" marR="0" indent="0" algn="ctr" defTabSz="821530" rtl="0" latinLnBrk="0">
              <a:lnSpc>
                <a:spcPct val="100000"/>
              </a:lnSpc>
              <a:spcBef>
                <a:spcPts val="0"/>
              </a:spcBef>
              <a:spcAft>
                <a:spcPts val="0"/>
              </a:spcAft>
              <a:buClrTx/>
              <a:buSzTx/>
              <a:buFontTx/>
              <a:buNone/>
              <a:tabLst/>
              <a:defRPr sz="11200" b="0" i="0" u="none" strike="noStrike" cap="none" spc="0" baseline="0">
                <a:ln>
                  <a:noFill/>
                </a:ln>
                <a:solidFill>
                  <a:srgbClr val="000000"/>
                </a:solidFill>
                <a:uFillTx/>
                <a:latin typeface="+mj-lt"/>
                <a:ea typeface="+mj-ea"/>
                <a:cs typeface="+mj-cs"/>
                <a:sym typeface="Helvetica Neue Medium"/>
              </a:defRPr>
            </a:lvl1pPr>
            <a:lvl2pPr marL="0" marR="0" indent="0" algn="ctr" defTabSz="821530" rtl="0" latinLnBrk="0">
              <a:lnSpc>
                <a:spcPct val="100000"/>
              </a:lnSpc>
              <a:spcBef>
                <a:spcPts val="0"/>
              </a:spcBef>
              <a:spcAft>
                <a:spcPts val="0"/>
              </a:spcAft>
              <a:buClrTx/>
              <a:buSzTx/>
              <a:buFontTx/>
              <a:buNone/>
              <a:tabLst/>
              <a:defRPr sz="11200" b="0" i="0" u="none" strike="noStrike" cap="none" spc="0" baseline="0">
                <a:ln>
                  <a:noFill/>
                </a:ln>
                <a:solidFill>
                  <a:srgbClr val="000000"/>
                </a:solidFill>
                <a:uFillTx/>
                <a:latin typeface="+mj-lt"/>
                <a:ea typeface="+mj-ea"/>
                <a:cs typeface="+mj-cs"/>
                <a:sym typeface="Helvetica Neue Medium"/>
              </a:defRPr>
            </a:lvl2pPr>
            <a:lvl3pPr marL="0" marR="0" indent="0" algn="ctr" defTabSz="821530" rtl="0" latinLnBrk="0">
              <a:lnSpc>
                <a:spcPct val="100000"/>
              </a:lnSpc>
              <a:spcBef>
                <a:spcPts val="0"/>
              </a:spcBef>
              <a:spcAft>
                <a:spcPts val="0"/>
              </a:spcAft>
              <a:buClrTx/>
              <a:buSzTx/>
              <a:buFontTx/>
              <a:buNone/>
              <a:tabLst/>
              <a:defRPr sz="11200" b="0" i="0" u="none" strike="noStrike" cap="none" spc="0" baseline="0">
                <a:ln>
                  <a:noFill/>
                </a:ln>
                <a:solidFill>
                  <a:srgbClr val="000000"/>
                </a:solidFill>
                <a:uFillTx/>
                <a:latin typeface="+mj-lt"/>
                <a:ea typeface="+mj-ea"/>
                <a:cs typeface="+mj-cs"/>
                <a:sym typeface="Helvetica Neue Medium"/>
              </a:defRPr>
            </a:lvl3pPr>
            <a:lvl4pPr marL="0" marR="0" indent="0" algn="ctr" defTabSz="821530" rtl="0" latinLnBrk="0">
              <a:lnSpc>
                <a:spcPct val="100000"/>
              </a:lnSpc>
              <a:spcBef>
                <a:spcPts val="0"/>
              </a:spcBef>
              <a:spcAft>
                <a:spcPts val="0"/>
              </a:spcAft>
              <a:buClrTx/>
              <a:buSzTx/>
              <a:buFontTx/>
              <a:buNone/>
              <a:tabLst/>
              <a:defRPr sz="11200" b="0" i="0" u="none" strike="noStrike" cap="none" spc="0" baseline="0">
                <a:ln>
                  <a:noFill/>
                </a:ln>
                <a:solidFill>
                  <a:srgbClr val="000000"/>
                </a:solidFill>
                <a:uFillTx/>
                <a:latin typeface="+mj-lt"/>
                <a:ea typeface="+mj-ea"/>
                <a:cs typeface="+mj-cs"/>
                <a:sym typeface="Helvetica Neue Medium"/>
              </a:defRPr>
            </a:lvl4pPr>
            <a:lvl5pPr marL="0" marR="0" indent="0" algn="ctr" defTabSz="821530" rtl="0" latinLnBrk="0">
              <a:lnSpc>
                <a:spcPct val="100000"/>
              </a:lnSpc>
              <a:spcBef>
                <a:spcPts val="0"/>
              </a:spcBef>
              <a:spcAft>
                <a:spcPts val="0"/>
              </a:spcAft>
              <a:buClrTx/>
              <a:buSzTx/>
              <a:buFontTx/>
              <a:buNone/>
              <a:tabLst/>
              <a:defRPr sz="11200" b="0" i="0" u="none" strike="noStrike" cap="none" spc="0" baseline="0">
                <a:ln>
                  <a:noFill/>
                </a:ln>
                <a:solidFill>
                  <a:srgbClr val="000000"/>
                </a:solidFill>
                <a:uFillTx/>
                <a:latin typeface="+mj-lt"/>
                <a:ea typeface="+mj-ea"/>
                <a:cs typeface="+mj-cs"/>
                <a:sym typeface="Helvetica Neue Medium"/>
              </a:defRPr>
            </a:lvl5pPr>
            <a:lvl6pPr marL="0" marR="0" indent="0" algn="ctr" defTabSz="821530" rtl="0" latinLnBrk="0">
              <a:lnSpc>
                <a:spcPct val="100000"/>
              </a:lnSpc>
              <a:spcBef>
                <a:spcPts val="0"/>
              </a:spcBef>
              <a:spcAft>
                <a:spcPts val="0"/>
              </a:spcAft>
              <a:buClrTx/>
              <a:buSzTx/>
              <a:buFontTx/>
              <a:buNone/>
              <a:tabLst/>
              <a:defRPr sz="11200" b="0" i="0" u="none" strike="noStrike" cap="none" spc="0" baseline="0">
                <a:ln>
                  <a:noFill/>
                </a:ln>
                <a:solidFill>
                  <a:srgbClr val="000000"/>
                </a:solidFill>
                <a:uFillTx/>
                <a:latin typeface="+mj-lt"/>
                <a:ea typeface="+mj-ea"/>
                <a:cs typeface="+mj-cs"/>
                <a:sym typeface="Helvetica Neue Medium"/>
              </a:defRPr>
            </a:lvl6pPr>
            <a:lvl7pPr marL="0" marR="0" indent="0" algn="ctr" defTabSz="821530" rtl="0" latinLnBrk="0">
              <a:lnSpc>
                <a:spcPct val="100000"/>
              </a:lnSpc>
              <a:spcBef>
                <a:spcPts val="0"/>
              </a:spcBef>
              <a:spcAft>
                <a:spcPts val="0"/>
              </a:spcAft>
              <a:buClrTx/>
              <a:buSzTx/>
              <a:buFontTx/>
              <a:buNone/>
              <a:tabLst/>
              <a:defRPr sz="11200" b="0" i="0" u="none" strike="noStrike" cap="none" spc="0" baseline="0">
                <a:ln>
                  <a:noFill/>
                </a:ln>
                <a:solidFill>
                  <a:srgbClr val="000000"/>
                </a:solidFill>
                <a:uFillTx/>
                <a:latin typeface="+mj-lt"/>
                <a:ea typeface="+mj-ea"/>
                <a:cs typeface="+mj-cs"/>
                <a:sym typeface="Helvetica Neue Medium"/>
              </a:defRPr>
            </a:lvl7pPr>
            <a:lvl8pPr marL="0" marR="0" indent="0" algn="ctr" defTabSz="821530" rtl="0" latinLnBrk="0">
              <a:lnSpc>
                <a:spcPct val="100000"/>
              </a:lnSpc>
              <a:spcBef>
                <a:spcPts val="0"/>
              </a:spcBef>
              <a:spcAft>
                <a:spcPts val="0"/>
              </a:spcAft>
              <a:buClrTx/>
              <a:buSzTx/>
              <a:buFontTx/>
              <a:buNone/>
              <a:tabLst/>
              <a:defRPr sz="11200" b="0" i="0" u="none" strike="noStrike" cap="none" spc="0" baseline="0">
                <a:ln>
                  <a:noFill/>
                </a:ln>
                <a:solidFill>
                  <a:srgbClr val="000000"/>
                </a:solidFill>
                <a:uFillTx/>
                <a:latin typeface="+mj-lt"/>
                <a:ea typeface="+mj-ea"/>
                <a:cs typeface="+mj-cs"/>
                <a:sym typeface="Helvetica Neue Medium"/>
              </a:defRPr>
            </a:lvl8pPr>
            <a:lvl9pPr marL="0" marR="0" indent="0" algn="ctr" defTabSz="821530" rtl="0" latinLnBrk="0">
              <a:lnSpc>
                <a:spcPct val="100000"/>
              </a:lnSpc>
              <a:spcBef>
                <a:spcPts val="0"/>
              </a:spcBef>
              <a:spcAft>
                <a:spcPts val="0"/>
              </a:spcAft>
              <a:buClrTx/>
              <a:buSzTx/>
              <a:buFontTx/>
              <a:buNone/>
              <a:tabLst/>
              <a:defRPr sz="11200" b="0" i="0" u="none" strike="noStrike" cap="none" spc="0" baseline="0">
                <a:ln>
                  <a:noFill/>
                </a:ln>
                <a:solidFill>
                  <a:srgbClr val="000000"/>
                </a:solidFill>
                <a:uFillTx/>
                <a:latin typeface="+mj-lt"/>
                <a:ea typeface="+mj-ea"/>
                <a:cs typeface="+mj-cs"/>
                <a:sym typeface="Helvetica Neue Medium"/>
              </a:defRPr>
            </a:lvl9pPr>
          </a:lstStyle>
          <a:p>
            <a:pPr algn="l" defTabSz="212866" hangingPunct="1">
              <a:defRPr sz="4400">
                <a:solidFill>
                  <a:srgbClr val="024C90"/>
                </a:solidFill>
                <a:latin typeface="Helvetica Neue Light"/>
                <a:ea typeface="Helvetica Neue Light"/>
                <a:cs typeface="Helvetica Neue Light"/>
                <a:sym typeface="Helvetica Neue Light"/>
              </a:defRPr>
            </a:pPr>
            <a:r>
              <a:rPr lang="en-US" sz="4400" dirty="0">
                <a:solidFill>
                  <a:schemeClr val="accent1">
                    <a:lumMod val="50000"/>
                  </a:schemeClr>
                </a:solidFill>
                <a:latin typeface="Arial" panose="020B0604020202020204" pitchFamily="34" charset="0"/>
                <a:ea typeface="Helvetica Neue Light"/>
                <a:cs typeface="Arial" panose="020B0604020202020204" pitchFamily="34" charset="0"/>
                <a:sym typeface="Helvetica Neue Light"/>
              </a:rPr>
              <a:t>MTD | </a:t>
            </a:r>
            <a:r>
              <a:rPr lang="en-US" sz="4400" dirty="0">
                <a:solidFill>
                  <a:schemeClr val="tx1"/>
                </a:solidFill>
                <a:latin typeface="Arial" panose="020B0604020202020204" pitchFamily="34" charset="0"/>
                <a:ea typeface="Helvetica Neue Light"/>
                <a:cs typeface="Arial" panose="020B0604020202020204" pitchFamily="34" charset="0"/>
                <a:sym typeface="Helvetica Neue Light"/>
              </a:rPr>
              <a:t>R240</a:t>
            </a:r>
            <a:r>
              <a:rPr lang="zh-CN" altLang="en-US" sz="4400" dirty="0">
                <a:solidFill>
                  <a:schemeClr val="accent1">
                    <a:lumMod val="50000"/>
                  </a:schemeClr>
                </a:solidFill>
                <a:latin typeface="Arial" panose="020B0604020202020204" pitchFamily="34" charset="0"/>
                <a:ea typeface="Helvetica Neue Light"/>
                <a:cs typeface="Arial" panose="020B0604020202020204" pitchFamily="34" charset="0"/>
                <a:sym typeface="Helvetica Neue Light"/>
              </a:rPr>
              <a:t> </a:t>
            </a:r>
            <a:r>
              <a:rPr lang="en-US" altLang="zh-CN" sz="4400" dirty="0">
                <a:solidFill>
                  <a:schemeClr val="tx1"/>
                </a:solidFill>
                <a:latin typeface="Arial" panose="020B0604020202020204" pitchFamily="34" charset="0"/>
                <a:ea typeface="Helvetica Neue Light"/>
                <a:cs typeface="Arial" panose="020B0604020202020204" pitchFamily="34" charset="0"/>
                <a:sym typeface="Helvetica Neue Light"/>
              </a:rPr>
              <a:t>Part</a:t>
            </a:r>
            <a:r>
              <a:rPr lang="en-US" sz="4400" dirty="0">
                <a:solidFill>
                  <a:schemeClr val="tx1"/>
                </a:solidFill>
                <a:latin typeface="Arial" panose="020B0604020202020204" pitchFamily="34" charset="0"/>
                <a:ea typeface="Helvetica Neue Light"/>
                <a:cs typeface="Arial" panose="020B0604020202020204" pitchFamily="34" charset="0"/>
                <a:sym typeface="Helvetica Neue Light"/>
              </a:rPr>
              <a:t> List</a:t>
            </a:r>
            <a:r>
              <a:rPr lang="zh-CN" altLang="en-US" sz="4400" dirty="0">
                <a:solidFill>
                  <a:schemeClr val="tx1"/>
                </a:solidFill>
                <a:latin typeface="Arial" panose="020B0604020202020204" pitchFamily="34" charset="0"/>
                <a:ea typeface="Helvetica Neue Light"/>
                <a:cs typeface="Arial" panose="020B0604020202020204" pitchFamily="34" charset="0"/>
                <a:sym typeface="Helvetica Neue Light"/>
              </a:rPr>
              <a:t> </a:t>
            </a:r>
            <a:r>
              <a:rPr lang="en-US" altLang="zh-CN" sz="4400" dirty="0">
                <a:solidFill>
                  <a:schemeClr val="tx1"/>
                </a:solidFill>
                <a:latin typeface="Arial" panose="020B0604020202020204" pitchFamily="34" charset="0"/>
                <a:ea typeface="Helvetica Neue Light"/>
                <a:cs typeface="Arial" panose="020B0604020202020204" pitchFamily="34" charset="0"/>
                <a:sym typeface="Helvetica Neue Light"/>
              </a:rPr>
              <a:t>099-53721-08</a:t>
            </a:r>
            <a:endParaRPr lang="en-US" sz="4400" dirty="0">
              <a:solidFill>
                <a:schemeClr val="tx1"/>
              </a:solidFill>
              <a:latin typeface="Arial" panose="020B0604020202020204" pitchFamily="34" charset="0"/>
              <a:ea typeface="Helvetica Neue Light"/>
              <a:cs typeface="Arial" panose="020B0604020202020204" pitchFamily="34" charset="0"/>
              <a:sym typeface="Helvetica Neue Light"/>
            </a:endParaRPr>
          </a:p>
        </p:txBody>
      </p:sp>
      <p:graphicFrame>
        <p:nvGraphicFramePr>
          <p:cNvPr id="5" name="表格 4"/>
          <p:cNvGraphicFramePr>
            <a:graphicFrameLocks noGrp="1"/>
          </p:cNvGraphicFramePr>
          <p:nvPr>
            <p:extLst>
              <p:ext uri="{D42A27DB-BD31-4B8C-83A1-F6EECF244321}">
                <p14:modId xmlns:p14="http://schemas.microsoft.com/office/powerpoint/2010/main" val="326958521"/>
              </p:ext>
            </p:extLst>
          </p:nvPr>
        </p:nvGraphicFramePr>
        <p:xfrm>
          <a:off x="771525" y="1854445"/>
          <a:ext cx="22845107" cy="10867610"/>
        </p:xfrm>
        <a:graphic>
          <a:graphicData uri="http://schemas.openxmlformats.org/drawingml/2006/table">
            <a:tbl>
              <a:tblPr>
                <a:tableStyleId>{5940675A-B579-460E-94D1-54222C63F5DA}</a:tableStyleId>
              </a:tblPr>
              <a:tblGrid>
                <a:gridCol w="671596">
                  <a:extLst>
                    <a:ext uri="{9D8B030D-6E8A-4147-A177-3AD203B41FA5}">
                      <a16:colId xmlns:a16="http://schemas.microsoft.com/office/drawing/2014/main" val="2881066424"/>
                    </a:ext>
                  </a:extLst>
                </a:gridCol>
                <a:gridCol w="1387962">
                  <a:extLst>
                    <a:ext uri="{9D8B030D-6E8A-4147-A177-3AD203B41FA5}">
                      <a16:colId xmlns:a16="http://schemas.microsoft.com/office/drawing/2014/main" val="1994568547"/>
                    </a:ext>
                  </a:extLst>
                </a:gridCol>
                <a:gridCol w="1107831">
                  <a:extLst>
                    <a:ext uri="{9D8B030D-6E8A-4147-A177-3AD203B41FA5}">
                      <a16:colId xmlns:a16="http://schemas.microsoft.com/office/drawing/2014/main" val="3571663565"/>
                    </a:ext>
                  </a:extLst>
                </a:gridCol>
                <a:gridCol w="1141710">
                  <a:extLst>
                    <a:ext uri="{9D8B030D-6E8A-4147-A177-3AD203B41FA5}">
                      <a16:colId xmlns:a16="http://schemas.microsoft.com/office/drawing/2014/main" val="2560146625"/>
                    </a:ext>
                  </a:extLst>
                </a:gridCol>
                <a:gridCol w="1124922">
                  <a:extLst>
                    <a:ext uri="{9D8B030D-6E8A-4147-A177-3AD203B41FA5}">
                      <a16:colId xmlns:a16="http://schemas.microsoft.com/office/drawing/2014/main" val="3108367578"/>
                    </a:ext>
                  </a:extLst>
                </a:gridCol>
                <a:gridCol w="1567053">
                  <a:extLst>
                    <a:ext uri="{9D8B030D-6E8A-4147-A177-3AD203B41FA5}">
                      <a16:colId xmlns:a16="http://schemas.microsoft.com/office/drawing/2014/main" val="649645474"/>
                    </a:ext>
                  </a:extLst>
                </a:gridCol>
                <a:gridCol w="2287760">
                  <a:extLst>
                    <a:ext uri="{9D8B030D-6E8A-4147-A177-3AD203B41FA5}">
                      <a16:colId xmlns:a16="http://schemas.microsoft.com/office/drawing/2014/main" val="14077451"/>
                    </a:ext>
                  </a:extLst>
                </a:gridCol>
                <a:gridCol w="2228850">
                  <a:extLst>
                    <a:ext uri="{9D8B030D-6E8A-4147-A177-3AD203B41FA5}">
                      <a16:colId xmlns:a16="http://schemas.microsoft.com/office/drawing/2014/main" val="4159237337"/>
                    </a:ext>
                  </a:extLst>
                </a:gridCol>
                <a:gridCol w="2152650">
                  <a:extLst>
                    <a:ext uri="{9D8B030D-6E8A-4147-A177-3AD203B41FA5}">
                      <a16:colId xmlns:a16="http://schemas.microsoft.com/office/drawing/2014/main" val="2369380481"/>
                    </a:ext>
                  </a:extLst>
                </a:gridCol>
                <a:gridCol w="1507405">
                  <a:extLst>
                    <a:ext uri="{9D8B030D-6E8A-4147-A177-3AD203B41FA5}">
                      <a16:colId xmlns:a16="http://schemas.microsoft.com/office/drawing/2014/main" val="1031876014"/>
                    </a:ext>
                  </a:extLst>
                </a:gridCol>
                <a:gridCol w="1164097">
                  <a:extLst>
                    <a:ext uri="{9D8B030D-6E8A-4147-A177-3AD203B41FA5}">
                      <a16:colId xmlns:a16="http://schemas.microsoft.com/office/drawing/2014/main" val="2373083615"/>
                    </a:ext>
                  </a:extLst>
                </a:gridCol>
                <a:gridCol w="1141710">
                  <a:extLst>
                    <a:ext uri="{9D8B030D-6E8A-4147-A177-3AD203B41FA5}">
                      <a16:colId xmlns:a16="http://schemas.microsoft.com/office/drawing/2014/main" val="481152432"/>
                    </a:ext>
                  </a:extLst>
                </a:gridCol>
                <a:gridCol w="1096937">
                  <a:extLst>
                    <a:ext uri="{9D8B030D-6E8A-4147-A177-3AD203B41FA5}">
                      <a16:colId xmlns:a16="http://schemas.microsoft.com/office/drawing/2014/main" val="2423167007"/>
                    </a:ext>
                  </a:extLst>
                </a:gridCol>
                <a:gridCol w="1796515">
                  <a:extLst>
                    <a:ext uri="{9D8B030D-6E8A-4147-A177-3AD203B41FA5}">
                      <a16:colId xmlns:a16="http://schemas.microsoft.com/office/drawing/2014/main" val="2085416230"/>
                    </a:ext>
                  </a:extLst>
                </a:gridCol>
                <a:gridCol w="2468109">
                  <a:extLst>
                    <a:ext uri="{9D8B030D-6E8A-4147-A177-3AD203B41FA5}">
                      <a16:colId xmlns:a16="http://schemas.microsoft.com/office/drawing/2014/main" val="3962518698"/>
                    </a:ext>
                  </a:extLst>
                </a:gridCol>
              </a:tblGrid>
              <a:tr h="714760">
                <a:tc>
                  <a:txBody>
                    <a:bodyPr/>
                    <a:lstStyle/>
                    <a:p>
                      <a:pPr algn="ctr" fontAlgn="ctr"/>
                      <a:r>
                        <a:rPr lang="en-US" sz="1600" u="none" strike="noStrike" dirty="0">
                          <a:effectLst/>
                          <a:latin typeface="Arial" panose="020B0604020202020204" pitchFamily="34" charset="0"/>
                          <a:cs typeface="Arial" panose="020B0604020202020204" pitchFamily="34" charset="0"/>
                        </a:rPr>
                        <a:t>No.</a:t>
                      </a:r>
                      <a:endParaRPr lang="en-US" sz="1600" b="0" i="0" u="none" strike="noStrike" dirty="0">
                        <a:solidFill>
                          <a:srgbClr val="000000"/>
                        </a:solidFill>
                        <a:effectLst/>
                        <a:latin typeface="Arial" panose="020B0604020202020204" pitchFamily="34" charset="0"/>
                        <a:ea typeface="微软雅黑" panose="020B0503020204020204" pitchFamily="34" charset="-122"/>
                        <a:cs typeface="Arial" panose="020B0604020202020204" pitchFamily="34" charset="0"/>
                      </a:endParaRPr>
                    </a:p>
                  </a:txBody>
                  <a:tcPr marL="7022" marR="7022" marT="7022" marB="0" anchor="ctr">
                    <a:solidFill>
                      <a:srgbClr val="00B0F0"/>
                    </a:solidFill>
                  </a:tcPr>
                </a:tc>
                <a:tc>
                  <a:txBody>
                    <a:bodyPr/>
                    <a:lstStyle/>
                    <a:p>
                      <a:pPr algn="ctr" fontAlgn="ctr"/>
                      <a:r>
                        <a:rPr lang="en-US" sz="1600" u="none" strike="noStrike" dirty="0">
                          <a:effectLst/>
                          <a:latin typeface="Arial" panose="020B0604020202020204" pitchFamily="34" charset="0"/>
                          <a:cs typeface="Arial" panose="020B0604020202020204" pitchFamily="34" charset="0"/>
                        </a:rPr>
                        <a:t>APNs</a:t>
                      </a:r>
                      <a:endParaRPr lang="en-US" sz="1600" b="0" i="0" u="none" strike="noStrike" dirty="0">
                        <a:solidFill>
                          <a:srgbClr val="000000"/>
                        </a:solidFill>
                        <a:effectLst/>
                        <a:latin typeface="Arial" panose="020B0604020202020204" pitchFamily="34" charset="0"/>
                        <a:ea typeface="微软雅黑" panose="020B0503020204020204" pitchFamily="34" charset="-122"/>
                        <a:cs typeface="Arial" panose="020B0604020202020204" pitchFamily="34" charset="0"/>
                      </a:endParaRPr>
                    </a:p>
                  </a:txBody>
                  <a:tcPr marL="7022" marR="7022" marT="7022" marB="0" anchor="ctr">
                    <a:solidFill>
                      <a:srgbClr val="00B0F0"/>
                    </a:solidFill>
                  </a:tcPr>
                </a:tc>
                <a:tc>
                  <a:txBody>
                    <a:bodyPr/>
                    <a:lstStyle/>
                    <a:p>
                      <a:pPr algn="ctr" fontAlgn="ctr"/>
                      <a:r>
                        <a:rPr lang="en-US" sz="1600" u="none" strike="noStrike" dirty="0">
                          <a:effectLst/>
                          <a:latin typeface="Arial" panose="020B0604020202020204" pitchFamily="34" charset="0"/>
                          <a:cs typeface="Arial" panose="020B0604020202020204" pitchFamily="34" charset="0"/>
                        </a:rPr>
                        <a:t>FAI1/SPCA</a:t>
                      </a:r>
                      <a:br>
                        <a:rPr lang="en-US" sz="1600" u="none" strike="noStrike" dirty="0">
                          <a:effectLst/>
                          <a:latin typeface="Arial" panose="020B0604020202020204" pitchFamily="34" charset="0"/>
                          <a:cs typeface="Arial" panose="020B0604020202020204" pitchFamily="34" charset="0"/>
                        </a:rPr>
                      </a:br>
                      <a:r>
                        <a:rPr lang="en-US" sz="1600" u="none" strike="noStrike" dirty="0">
                          <a:effectLst/>
                          <a:latin typeface="Arial" panose="020B0604020202020204" pitchFamily="34" charset="0"/>
                          <a:cs typeface="Arial" panose="020B0604020202020204" pitchFamily="34" charset="0"/>
                        </a:rPr>
                        <a:t>X-(mm)</a:t>
                      </a:r>
                      <a:endParaRPr lang="en-US" sz="1600" b="0" i="0" u="none" strike="noStrike" dirty="0">
                        <a:solidFill>
                          <a:srgbClr val="000000"/>
                        </a:solidFill>
                        <a:effectLst/>
                        <a:latin typeface="Arial" panose="020B0604020202020204" pitchFamily="34" charset="0"/>
                        <a:ea typeface="微软雅黑" panose="020B0503020204020204" pitchFamily="34" charset="-122"/>
                        <a:cs typeface="Arial" panose="020B0604020202020204" pitchFamily="34" charset="0"/>
                      </a:endParaRPr>
                    </a:p>
                  </a:txBody>
                  <a:tcPr marL="7022" marR="7022" marT="7022" marB="0" anchor="ctr">
                    <a:solidFill>
                      <a:srgbClr val="00B0F0"/>
                    </a:solidFill>
                  </a:tcPr>
                </a:tc>
                <a:tc>
                  <a:txBody>
                    <a:bodyPr/>
                    <a:lstStyle/>
                    <a:p>
                      <a:pPr algn="ctr" fontAlgn="ctr"/>
                      <a:r>
                        <a:rPr lang="en-US" sz="1600" u="none" strike="noStrike" dirty="0">
                          <a:effectLst/>
                          <a:latin typeface="Arial" panose="020B0604020202020204" pitchFamily="34" charset="0"/>
                          <a:cs typeface="Arial" panose="020B0604020202020204" pitchFamily="34" charset="0"/>
                        </a:rPr>
                        <a:t>FAI2/SPCB</a:t>
                      </a:r>
                      <a:br>
                        <a:rPr lang="en-US" sz="1600" u="none" strike="noStrike" dirty="0">
                          <a:effectLst/>
                          <a:latin typeface="Arial" panose="020B0604020202020204" pitchFamily="34" charset="0"/>
                          <a:cs typeface="Arial" panose="020B0604020202020204" pitchFamily="34" charset="0"/>
                        </a:rPr>
                      </a:br>
                      <a:r>
                        <a:rPr lang="en-US" sz="1600" u="none" strike="noStrike" dirty="0">
                          <a:effectLst/>
                          <a:latin typeface="Arial" panose="020B0604020202020204" pitchFamily="34" charset="0"/>
                          <a:cs typeface="Arial" panose="020B0604020202020204" pitchFamily="34" charset="0"/>
                        </a:rPr>
                        <a:t>Y-(mm)</a:t>
                      </a:r>
                      <a:endParaRPr lang="en-US" sz="1600" b="0" i="0" u="none" strike="noStrike" dirty="0">
                        <a:solidFill>
                          <a:srgbClr val="000000"/>
                        </a:solidFill>
                        <a:effectLst/>
                        <a:latin typeface="Arial" panose="020B0604020202020204" pitchFamily="34" charset="0"/>
                        <a:ea typeface="微软雅黑" panose="020B0503020204020204" pitchFamily="34" charset="-122"/>
                        <a:cs typeface="Arial" panose="020B0604020202020204" pitchFamily="34" charset="0"/>
                      </a:endParaRPr>
                    </a:p>
                  </a:txBody>
                  <a:tcPr marL="7022" marR="7022" marT="7022" marB="0" anchor="ctr">
                    <a:solidFill>
                      <a:srgbClr val="00B0F0"/>
                    </a:solidFill>
                  </a:tcPr>
                </a:tc>
                <a:tc>
                  <a:txBody>
                    <a:bodyPr/>
                    <a:lstStyle/>
                    <a:p>
                      <a:pPr algn="ctr" fontAlgn="ctr"/>
                      <a:r>
                        <a:rPr lang="en-US" sz="1600" u="none" strike="noStrike" dirty="0">
                          <a:effectLst/>
                          <a:latin typeface="Arial" panose="020B0604020202020204" pitchFamily="34" charset="0"/>
                          <a:cs typeface="Arial" panose="020B0604020202020204" pitchFamily="34" charset="0"/>
                        </a:rPr>
                        <a:t>FAI3/SPCC</a:t>
                      </a:r>
                      <a:br>
                        <a:rPr lang="en-US" sz="1600" u="none" strike="noStrike" dirty="0">
                          <a:effectLst/>
                          <a:latin typeface="Arial" panose="020B0604020202020204" pitchFamily="34" charset="0"/>
                          <a:cs typeface="Arial" panose="020B0604020202020204" pitchFamily="34" charset="0"/>
                        </a:rPr>
                      </a:br>
                      <a:r>
                        <a:rPr lang="en-US" sz="1600" u="none" strike="noStrike" dirty="0">
                          <a:effectLst/>
                          <a:latin typeface="Arial" panose="020B0604020202020204" pitchFamily="34" charset="0"/>
                          <a:cs typeface="Arial" panose="020B0604020202020204" pitchFamily="34" charset="0"/>
                        </a:rPr>
                        <a:t>Z-(mm)</a:t>
                      </a:r>
                      <a:endParaRPr lang="en-US" sz="1600" b="0" i="0" u="none" strike="noStrike" dirty="0">
                        <a:solidFill>
                          <a:srgbClr val="000000"/>
                        </a:solidFill>
                        <a:effectLst/>
                        <a:latin typeface="Arial" panose="020B0604020202020204" pitchFamily="34" charset="0"/>
                        <a:ea typeface="微软雅黑" panose="020B0503020204020204" pitchFamily="34" charset="-122"/>
                        <a:cs typeface="Arial" panose="020B0604020202020204" pitchFamily="34" charset="0"/>
                      </a:endParaRPr>
                    </a:p>
                  </a:txBody>
                  <a:tcPr marL="7022" marR="7022" marT="7022" marB="0" anchor="ctr">
                    <a:solidFill>
                      <a:srgbClr val="00B0F0"/>
                    </a:solidFill>
                  </a:tcPr>
                </a:tc>
                <a:tc>
                  <a:txBody>
                    <a:bodyPr/>
                    <a:lstStyle/>
                    <a:p>
                      <a:pPr algn="ctr" fontAlgn="ctr"/>
                      <a:r>
                        <a:rPr lang="en-US" sz="1600" u="none" strike="noStrike" dirty="0">
                          <a:effectLst/>
                          <a:latin typeface="Arial" panose="020B0604020202020204" pitchFamily="34" charset="0"/>
                          <a:cs typeface="Arial" panose="020B0604020202020204" pitchFamily="34" charset="0"/>
                        </a:rPr>
                        <a:t>FAI4/SPCD</a:t>
                      </a:r>
                      <a:br>
                        <a:rPr lang="en-US" sz="1600" u="none" strike="noStrike" dirty="0">
                          <a:effectLst/>
                          <a:latin typeface="Arial" panose="020B0604020202020204" pitchFamily="34" charset="0"/>
                          <a:cs typeface="Arial" panose="020B0604020202020204" pitchFamily="34" charset="0"/>
                        </a:rPr>
                      </a:br>
                      <a:r>
                        <a:rPr lang="en-US" sz="1600" u="none" strike="noStrike" dirty="0">
                          <a:effectLst/>
                          <a:latin typeface="Arial" panose="020B0604020202020204" pitchFamily="34" charset="0"/>
                          <a:cs typeface="Arial" panose="020B0604020202020204" pitchFamily="34" charset="0"/>
                        </a:rPr>
                        <a:t>(</a:t>
                      </a:r>
                      <a:r>
                        <a:rPr lang="el-GR" sz="1600" u="none" strike="noStrike" dirty="0">
                          <a:effectLst/>
                          <a:latin typeface="Arial" panose="020B0604020202020204" pitchFamily="34" charset="0"/>
                          <a:cs typeface="Arial" panose="020B0604020202020204" pitchFamily="34" charset="0"/>
                        </a:rPr>
                        <a:t>μ</a:t>
                      </a:r>
                      <a:r>
                        <a:rPr lang="en-US" sz="1600" u="none" strike="noStrike" dirty="0" err="1">
                          <a:effectLst/>
                          <a:latin typeface="Arial" panose="020B0604020202020204" pitchFamily="34" charset="0"/>
                          <a:cs typeface="Arial" panose="020B0604020202020204" pitchFamily="34" charset="0"/>
                        </a:rPr>
                        <a:t>Wb</a:t>
                      </a:r>
                      <a:r>
                        <a:rPr lang="en-US" sz="1600" u="none" strike="noStrike" dirty="0">
                          <a:effectLst/>
                          <a:latin typeface="Arial" panose="020B0604020202020204" pitchFamily="34" charset="0"/>
                          <a:cs typeface="Arial" panose="020B0604020202020204" pitchFamily="34" charset="0"/>
                        </a:rPr>
                        <a:t>*cm)</a:t>
                      </a:r>
                      <a:endParaRPr lang="en-US" sz="1600" b="0" i="0" u="none" strike="noStrike" dirty="0">
                        <a:solidFill>
                          <a:srgbClr val="000000"/>
                        </a:solidFill>
                        <a:effectLst/>
                        <a:latin typeface="Arial" panose="020B0604020202020204" pitchFamily="34" charset="0"/>
                        <a:ea typeface="微软雅黑" panose="020B0503020204020204" pitchFamily="34" charset="-122"/>
                        <a:cs typeface="Arial" panose="020B0604020202020204" pitchFamily="34" charset="0"/>
                      </a:endParaRPr>
                    </a:p>
                  </a:txBody>
                  <a:tcPr marL="7022" marR="7022" marT="7022" marB="0" anchor="ctr">
                    <a:solidFill>
                      <a:srgbClr val="00B0F0"/>
                    </a:solidFill>
                  </a:tcPr>
                </a:tc>
                <a:tc>
                  <a:txBody>
                    <a:bodyPr/>
                    <a:lstStyle/>
                    <a:p>
                      <a:pPr algn="ctr" fontAlgn="ctr"/>
                      <a:r>
                        <a:rPr lang="en-US" sz="1600" u="none" strike="noStrike" dirty="0">
                          <a:effectLst/>
                          <a:latin typeface="Arial" panose="020B0604020202020204" pitchFamily="34" charset="0"/>
                          <a:cs typeface="Arial" panose="020B0604020202020204" pitchFamily="34" charset="0"/>
                        </a:rPr>
                        <a:t>FAI5/SPCE ±7°</a:t>
                      </a:r>
                      <a:br>
                        <a:rPr lang="en-US" sz="1600" u="none" strike="noStrike" dirty="0">
                          <a:effectLst/>
                          <a:latin typeface="Arial" panose="020B0604020202020204" pitchFamily="34" charset="0"/>
                          <a:cs typeface="Arial" panose="020B0604020202020204" pitchFamily="34" charset="0"/>
                        </a:rPr>
                      </a:br>
                      <a:r>
                        <a:rPr lang="en-US" sz="1600" u="none" strike="noStrike" dirty="0">
                          <a:effectLst/>
                          <a:latin typeface="Arial" panose="020B0604020202020204" pitchFamily="34" charset="0"/>
                          <a:cs typeface="Arial" panose="020B0604020202020204" pitchFamily="34" charset="0"/>
                        </a:rPr>
                        <a:t>Magnetization angle </a:t>
                      </a:r>
                      <a:endParaRPr lang="en-US" sz="1600" b="0" i="0" u="none" strike="noStrike" dirty="0">
                        <a:solidFill>
                          <a:srgbClr val="000000"/>
                        </a:solidFill>
                        <a:effectLst/>
                        <a:latin typeface="Arial" panose="020B0604020202020204" pitchFamily="34" charset="0"/>
                        <a:ea typeface="微软雅黑" panose="020B0503020204020204" pitchFamily="34" charset="-122"/>
                        <a:cs typeface="Arial" panose="020B0604020202020204" pitchFamily="34" charset="0"/>
                      </a:endParaRPr>
                    </a:p>
                  </a:txBody>
                  <a:tcPr marL="7022" marR="7022" marT="7022" marB="0" anchor="ctr">
                    <a:solidFill>
                      <a:srgbClr val="00B0F0"/>
                    </a:solidFill>
                  </a:tcPr>
                </a:tc>
                <a:tc>
                  <a:txBody>
                    <a:bodyPr/>
                    <a:lstStyle/>
                    <a:p>
                      <a:pPr algn="ctr" fontAlgn="ctr"/>
                      <a:r>
                        <a:rPr lang="en-US" sz="1600" u="none" strike="noStrike" dirty="0">
                          <a:effectLst/>
                          <a:latin typeface="Arial" panose="020B0604020202020204" pitchFamily="34" charset="0"/>
                          <a:cs typeface="Arial" panose="020B0604020202020204" pitchFamily="34" charset="0"/>
                        </a:rPr>
                        <a:t>4*FAI6 (mm)</a:t>
                      </a:r>
                      <a:br>
                        <a:rPr lang="en-US" sz="1600" u="none" strike="noStrike" dirty="0">
                          <a:effectLst/>
                          <a:latin typeface="Arial" panose="020B0604020202020204" pitchFamily="34" charset="0"/>
                          <a:cs typeface="Arial" panose="020B0604020202020204" pitchFamily="34" charset="0"/>
                        </a:rPr>
                      </a:br>
                      <a:r>
                        <a:rPr lang="en-US" sz="1600" u="none" strike="noStrike" dirty="0">
                          <a:effectLst/>
                          <a:latin typeface="Arial" panose="020B0604020202020204" pitchFamily="34" charset="0"/>
                          <a:cs typeface="Arial" panose="020B0604020202020204" pitchFamily="34" charset="0"/>
                        </a:rPr>
                        <a:t>Short Edge Radius</a:t>
                      </a:r>
                      <a:endParaRPr lang="en-US" sz="1600" b="0" i="0" u="none" strike="noStrike" dirty="0">
                        <a:solidFill>
                          <a:srgbClr val="000000"/>
                        </a:solidFill>
                        <a:effectLst/>
                        <a:latin typeface="Arial" panose="020B0604020202020204" pitchFamily="34" charset="0"/>
                        <a:ea typeface="微软雅黑" panose="020B0503020204020204" pitchFamily="34" charset="-122"/>
                        <a:cs typeface="Arial" panose="020B0604020202020204" pitchFamily="34" charset="0"/>
                      </a:endParaRPr>
                    </a:p>
                  </a:txBody>
                  <a:tcPr marL="7022" marR="7022" marT="7022" marB="0" anchor="ctr">
                    <a:solidFill>
                      <a:srgbClr val="00B0F0"/>
                    </a:solidFill>
                  </a:tcPr>
                </a:tc>
                <a:tc>
                  <a:txBody>
                    <a:bodyPr/>
                    <a:lstStyle/>
                    <a:p>
                      <a:pPr algn="ctr" fontAlgn="ctr"/>
                      <a:r>
                        <a:rPr lang="en-US" sz="1600" u="none" strike="noStrike" dirty="0">
                          <a:effectLst/>
                          <a:latin typeface="Arial" panose="020B0604020202020204" pitchFamily="34" charset="0"/>
                          <a:cs typeface="Arial" panose="020B0604020202020204" pitchFamily="34" charset="0"/>
                        </a:rPr>
                        <a:t>8*FAI7 (mm)</a:t>
                      </a:r>
                      <a:br>
                        <a:rPr lang="en-US" sz="1600" u="none" strike="noStrike" dirty="0">
                          <a:effectLst/>
                          <a:latin typeface="Arial" panose="020B0604020202020204" pitchFamily="34" charset="0"/>
                          <a:cs typeface="Arial" panose="020B0604020202020204" pitchFamily="34" charset="0"/>
                        </a:rPr>
                      </a:br>
                      <a:r>
                        <a:rPr lang="en-US" sz="1600" u="none" strike="noStrike" dirty="0">
                          <a:effectLst/>
                          <a:latin typeface="Arial" panose="020B0604020202020204" pitchFamily="34" charset="0"/>
                          <a:cs typeface="Arial" panose="020B0604020202020204" pitchFamily="34" charset="0"/>
                        </a:rPr>
                        <a:t>Long Edge Radius</a:t>
                      </a:r>
                      <a:endParaRPr lang="en-US" sz="1600" b="0" i="0" u="none" strike="noStrike" dirty="0">
                        <a:solidFill>
                          <a:srgbClr val="000000"/>
                        </a:solidFill>
                        <a:effectLst/>
                        <a:latin typeface="Arial" panose="020B0604020202020204" pitchFamily="34" charset="0"/>
                        <a:ea typeface="微软雅黑" panose="020B0503020204020204" pitchFamily="34" charset="-122"/>
                        <a:cs typeface="Arial" panose="020B0604020202020204" pitchFamily="34" charset="0"/>
                      </a:endParaRPr>
                    </a:p>
                  </a:txBody>
                  <a:tcPr marL="7022" marR="7022" marT="7022" marB="0" anchor="ctr">
                    <a:solidFill>
                      <a:srgbClr val="00B0F0"/>
                    </a:solidFill>
                  </a:tcPr>
                </a:tc>
                <a:tc>
                  <a:txBody>
                    <a:bodyPr/>
                    <a:lstStyle/>
                    <a:p>
                      <a:pPr algn="ctr" fontAlgn="ctr"/>
                      <a:r>
                        <a:rPr lang="en-US" sz="1600" u="none" strike="noStrike" dirty="0">
                          <a:effectLst/>
                          <a:latin typeface="Arial" panose="020B0604020202020204" pitchFamily="34" charset="0"/>
                          <a:cs typeface="Arial" panose="020B0604020202020204" pitchFamily="34" charset="0"/>
                        </a:rPr>
                        <a:t>Material</a:t>
                      </a:r>
                      <a:endParaRPr lang="en-US" sz="1600" b="0" i="0" u="none" strike="noStrike" dirty="0">
                        <a:solidFill>
                          <a:srgbClr val="000000"/>
                        </a:solidFill>
                        <a:effectLst/>
                        <a:latin typeface="Arial" panose="020B0604020202020204" pitchFamily="34" charset="0"/>
                        <a:ea typeface="微软雅黑" panose="020B0503020204020204" pitchFamily="34" charset="-122"/>
                        <a:cs typeface="Arial" panose="020B0604020202020204" pitchFamily="34" charset="0"/>
                      </a:endParaRPr>
                    </a:p>
                  </a:txBody>
                  <a:tcPr marL="7022" marR="7022" marT="7022" marB="0" anchor="ctr">
                    <a:solidFill>
                      <a:srgbClr val="00B0F0"/>
                    </a:solidFill>
                  </a:tcPr>
                </a:tc>
                <a:tc>
                  <a:txBody>
                    <a:bodyPr/>
                    <a:lstStyle/>
                    <a:p>
                      <a:pPr algn="ctr" fontAlgn="ctr"/>
                      <a:r>
                        <a:rPr lang="en-US" sz="1600" u="none" strike="noStrike" dirty="0">
                          <a:effectLst/>
                          <a:latin typeface="Arial" panose="020B0604020202020204" pitchFamily="34" charset="0"/>
                          <a:cs typeface="Arial" panose="020B0604020202020204" pitchFamily="34" charset="0"/>
                        </a:rPr>
                        <a:t>Br(KGs)</a:t>
                      </a:r>
                      <a:endParaRPr lang="en-US" sz="1600" b="0" i="0" u="none" strike="noStrike" dirty="0">
                        <a:solidFill>
                          <a:srgbClr val="000000"/>
                        </a:solidFill>
                        <a:effectLst/>
                        <a:latin typeface="Arial" panose="020B0604020202020204" pitchFamily="34" charset="0"/>
                        <a:ea typeface="微软雅黑" panose="020B0503020204020204" pitchFamily="34" charset="-122"/>
                        <a:cs typeface="Arial" panose="020B0604020202020204" pitchFamily="34" charset="0"/>
                      </a:endParaRPr>
                    </a:p>
                  </a:txBody>
                  <a:tcPr marL="7022" marR="7022" marT="7022" marB="0" anchor="ctr">
                    <a:solidFill>
                      <a:srgbClr val="00B0F0"/>
                    </a:solidFill>
                  </a:tcPr>
                </a:tc>
                <a:tc>
                  <a:txBody>
                    <a:bodyPr/>
                    <a:lstStyle/>
                    <a:p>
                      <a:pPr algn="ctr" fontAlgn="ctr"/>
                      <a:r>
                        <a:rPr lang="en-US" sz="1600" u="none" strike="noStrike" dirty="0" err="1">
                          <a:effectLst/>
                          <a:latin typeface="Arial" panose="020B0604020202020204" pitchFamily="34" charset="0"/>
                          <a:cs typeface="Arial" panose="020B0604020202020204" pitchFamily="34" charset="0"/>
                        </a:rPr>
                        <a:t>Hcb</a:t>
                      </a:r>
                      <a:r>
                        <a:rPr lang="en-US" sz="1600" u="none" strike="noStrike" dirty="0">
                          <a:effectLst/>
                          <a:latin typeface="Arial" panose="020B0604020202020204" pitchFamily="34" charset="0"/>
                          <a:cs typeface="Arial" panose="020B0604020202020204" pitchFamily="34" charset="0"/>
                        </a:rPr>
                        <a:t>(</a:t>
                      </a:r>
                      <a:r>
                        <a:rPr lang="en-US" sz="1600" u="none" strike="noStrike" dirty="0" err="1">
                          <a:effectLst/>
                          <a:latin typeface="Arial" panose="020B0604020202020204" pitchFamily="34" charset="0"/>
                          <a:cs typeface="Arial" panose="020B0604020202020204" pitchFamily="34" charset="0"/>
                        </a:rPr>
                        <a:t>KOe</a:t>
                      </a:r>
                      <a:r>
                        <a:rPr lang="en-US" sz="1600" u="none" strike="noStrike" dirty="0">
                          <a:effectLst/>
                          <a:latin typeface="Arial" panose="020B0604020202020204" pitchFamily="34" charset="0"/>
                          <a:cs typeface="Arial" panose="020B0604020202020204" pitchFamily="34" charset="0"/>
                        </a:rPr>
                        <a:t>)</a:t>
                      </a:r>
                      <a:endParaRPr lang="en-US" sz="1600" b="0" i="0" u="none" strike="noStrike" dirty="0">
                        <a:solidFill>
                          <a:srgbClr val="000000"/>
                        </a:solidFill>
                        <a:effectLst/>
                        <a:latin typeface="Arial" panose="020B0604020202020204" pitchFamily="34" charset="0"/>
                        <a:ea typeface="微软雅黑" panose="020B0503020204020204" pitchFamily="34" charset="-122"/>
                        <a:cs typeface="Arial" panose="020B0604020202020204" pitchFamily="34" charset="0"/>
                      </a:endParaRPr>
                    </a:p>
                  </a:txBody>
                  <a:tcPr marL="7022" marR="7022" marT="7022" marB="0" anchor="ctr">
                    <a:solidFill>
                      <a:srgbClr val="00B0F0"/>
                    </a:solidFill>
                  </a:tcPr>
                </a:tc>
                <a:tc>
                  <a:txBody>
                    <a:bodyPr/>
                    <a:lstStyle/>
                    <a:p>
                      <a:pPr algn="ctr" fontAlgn="ctr"/>
                      <a:r>
                        <a:rPr lang="en-US" sz="1600" u="none" strike="noStrike" dirty="0" err="1">
                          <a:effectLst/>
                          <a:latin typeface="Arial" panose="020B0604020202020204" pitchFamily="34" charset="0"/>
                          <a:cs typeface="Arial" panose="020B0604020202020204" pitchFamily="34" charset="0"/>
                        </a:rPr>
                        <a:t>HcJ</a:t>
                      </a:r>
                      <a:r>
                        <a:rPr lang="en-US" sz="1600" u="none" strike="noStrike" dirty="0">
                          <a:effectLst/>
                          <a:latin typeface="Arial" panose="020B0604020202020204" pitchFamily="34" charset="0"/>
                          <a:cs typeface="Arial" panose="020B0604020202020204" pitchFamily="34" charset="0"/>
                        </a:rPr>
                        <a:t>(</a:t>
                      </a:r>
                      <a:r>
                        <a:rPr lang="en-US" sz="1600" u="none" strike="noStrike" dirty="0" err="1">
                          <a:effectLst/>
                          <a:latin typeface="Arial" panose="020B0604020202020204" pitchFamily="34" charset="0"/>
                          <a:cs typeface="Arial" panose="020B0604020202020204" pitchFamily="34" charset="0"/>
                        </a:rPr>
                        <a:t>KOe</a:t>
                      </a:r>
                      <a:r>
                        <a:rPr lang="en-US" sz="1600" u="none" strike="noStrike" dirty="0">
                          <a:effectLst/>
                          <a:latin typeface="Arial" panose="020B0604020202020204" pitchFamily="34" charset="0"/>
                          <a:cs typeface="Arial" panose="020B0604020202020204" pitchFamily="34" charset="0"/>
                        </a:rPr>
                        <a:t>)</a:t>
                      </a:r>
                      <a:endParaRPr lang="en-US" sz="1600" b="0" i="0" u="none" strike="noStrike" dirty="0">
                        <a:solidFill>
                          <a:srgbClr val="000000"/>
                        </a:solidFill>
                        <a:effectLst/>
                        <a:latin typeface="Arial" panose="020B0604020202020204" pitchFamily="34" charset="0"/>
                        <a:ea typeface="微软雅黑" panose="020B0503020204020204" pitchFamily="34" charset="-122"/>
                        <a:cs typeface="Arial" panose="020B0604020202020204" pitchFamily="34" charset="0"/>
                      </a:endParaRPr>
                    </a:p>
                  </a:txBody>
                  <a:tcPr marL="7022" marR="7022" marT="7022" marB="0" anchor="ctr">
                    <a:solidFill>
                      <a:srgbClr val="00B0F0"/>
                    </a:solidFill>
                  </a:tcPr>
                </a:tc>
                <a:tc>
                  <a:txBody>
                    <a:bodyPr/>
                    <a:lstStyle/>
                    <a:p>
                      <a:pPr algn="ctr" fontAlgn="ctr"/>
                      <a:r>
                        <a:rPr lang="en-US" sz="1600" u="none" strike="noStrike" dirty="0">
                          <a:effectLst/>
                          <a:latin typeface="Arial" panose="020B0604020202020204" pitchFamily="34" charset="0"/>
                          <a:cs typeface="Arial" panose="020B0604020202020204" pitchFamily="34" charset="0"/>
                        </a:rPr>
                        <a:t>BH Max(</a:t>
                      </a:r>
                      <a:r>
                        <a:rPr lang="en-US" sz="1600" u="none" strike="noStrike" dirty="0" err="1">
                          <a:effectLst/>
                          <a:latin typeface="Arial" panose="020B0604020202020204" pitchFamily="34" charset="0"/>
                          <a:cs typeface="Arial" panose="020B0604020202020204" pitchFamily="34" charset="0"/>
                        </a:rPr>
                        <a:t>MGOe</a:t>
                      </a:r>
                      <a:r>
                        <a:rPr lang="en-US" sz="1600" u="none" strike="noStrike" dirty="0">
                          <a:effectLst/>
                          <a:latin typeface="Arial" panose="020B0604020202020204" pitchFamily="34" charset="0"/>
                          <a:cs typeface="Arial" panose="020B0604020202020204" pitchFamily="34" charset="0"/>
                        </a:rPr>
                        <a:t>)</a:t>
                      </a:r>
                      <a:endParaRPr lang="en-US" sz="1600" b="0" i="0" u="none" strike="noStrike" dirty="0">
                        <a:solidFill>
                          <a:srgbClr val="000000"/>
                        </a:solidFill>
                        <a:effectLst/>
                        <a:latin typeface="Arial" panose="020B0604020202020204" pitchFamily="34" charset="0"/>
                        <a:ea typeface="微软雅黑" panose="020B0503020204020204" pitchFamily="34" charset="-122"/>
                        <a:cs typeface="Arial" panose="020B0604020202020204" pitchFamily="34" charset="0"/>
                      </a:endParaRPr>
                    </a:p>
                  </a:txBody>
                  <a:tcPr marL="7022" marR="7022" marT="7022" marB="0" anchor="ctr">
                    <a:solidFill>
                      <a:srgbClr val="00B0F0"/>
                    </a:solidFill>
                  </a:tcPr>
                </a:tc>
                <a:tc>
                  <a:txBody>
                    <a:bodyPr/>
                    <a:lstStyle/>
                    <a:p>
                      <a:pPr algn="ctr" fontAlgn="ctr"/>
                      <a:r>
                        <a:rPr lang="en-US" sz="1600" u="none" strike="noStrike" dirty="0">
                          <a:effectLst/>
                          <a:latin typeface="Arial" panose="020B0604020202020204" pitchFamily="34" charset="0"/>
                          <a:cs typeface="Arial" panose="020B0604020202020204" pitchFamily="34" charset="0"/>
                        </a:rPr>
                        <a:t>Plating Thickness(</a:t>
                      </a:r>
                      <a:r>
                        <a:rPr lang="el-GR" sz="1600" u="none" strike="noStrike" dirty="0">
                          <a:effectLst/>
                          <a:latin typeface="Arial" panose="020B0604020202020204" pitchFamily="34" charset="0"/>
                          <a:cs typeface="Arial" panose="020B0604020202020204" pitchFamily="34" charset="0"/>
                        </a:rPr>
                        <a:t>μ</a:t>
                      </a:r>
                      <a:r>
                        <a:rPr lang="en-US" sz="1600" u="none" strike="noStrike" dirty="0">
                          <a:effectLst/>
                          <a:latin typeface="Arial" panose="020B0604020202020204" pitchFamily="34" charset="0"/>
                          <a:cs typeface="Arial" panose="020B0604020202020204" pitchFamily="34" charset="0"/>
                        </a:rPr>
                        <a:t>m)</a:t>
                      </a:r>
                      <a:endParaRPr lang="en-US" sz="1600" b="0" i="0" u="none" strike="noStrike" dirty="0">
                        <a:solidFill>
                          <a:srgbClr val="000000"/>
                        </a:solidFill>
                        <a:effectLst/>
                        <a:latin typeface="Arial" panose="020B0604020202020204" pitchFamily="34" charset="0"/>
                        <a:ea typeface="微软雅黑" panose="020B0503020204020204" pitchFamily="34" charset="-122"/>
                        <a:cs typeface="Arial" panose="020B0604020202020204" pitchFamily="34" charset="0"/>
                      </a:endParaRPr>
                    </a:p>
                  </a:txBody>
                  <a:tcPr marL="7022" marR="7022" marT="7022" marB="0" anchor="ctr">
                    <a:solidFill>
                      <a:srgbClr val="00B0F0"/>
                    </a:solidFill>
                  </a:tcPr>
                </a:tc>
                <a:extLst>
                  <a:ext uri="{0D108BD9-81ED-4DB2-BD59-A6C34878D82A}">
                    <a16:rowId xmlns:a16="http://schemas.microsoft.com/office/drawing/2014/main" val="1688341721"/>
                  </a:ext>
                </a:extLst>
              </a:tr>
              <a:tr h="406114">
                <a:tc>
                  <a:txBody>
                    <a:bodyPr/>
                    <a:lstStyle/>
                    <a:p>
                      <a:pPr algn="ctr" fontAlgn="ctr"/>
                      <a:r>
                        <a:rPr lang="en-US" altLang="zh-CN" sz="1600" u="none" strike="noStrike" dirty="0">
                          <a:effectLst/>
                          <a:latin typeface="Arial" panose="020B0604020202020204" pitchFamily="34" charset="0"/>
                          <a:cs typeface="Arial" panose="020B0604020202020204" pitchFamily="34" charset="0"/>
                        </a:rPr>
                        <a:t>1</a:t>
                      </a:r>
                      <a:endParaRPr lang="en-US" altLang="zh-CN" sz="1600" b="0" i="0" u="none" strike="noStrike" dirty="0">
                        <a:solidFill>
                          <a:srgbClr val="000000"/>
                        </a:solidFill>
                        <a:effectLst/>
                        <a:latin typeface="Arial" panose="020B0604020202020204" pitchFamily="34" charset="0"/>
                        <a:ea typeface="微软雅黑" panose="020B0503020204020204" pitchFamily="34" charset="-122"/>
                        <a:cs typeface="Arial" panose="020B0604020202020204" pitchFamily="34" charset="0"/>
                      </a:endParaRPr>
                    </a:p>
                  </a:txBody>
                  <a:tcPr marL="7022" marR="7022" marT="7022" marB="0" anchor="ctr"/>
                </a:tc>
                <a:tc>
                  <a:txBody>
                    <a:bodyPr/>
                    <a:lstStyle/>
                    <a:p>
                      <a:pPr algn="ctr" fontAlgn="ctr"/>
                      <a:r>
                        <a:rPr lang="en-US" altLang="zh-CN" sz="1600" b="0" i="0" u="none" strike="noStrike" dirty="0">
                          <a:solidFill>
                            <a:srgbClr val="000000"/>
                          </a:solidFill>
                          <a:effectLst/>
                          <a:latin typeface="Arial" panose="020B0604020202020204" pitchFamily="34" charset="0"/>
                          <a:ea typeface="等线" panose="02010600030101010101" pitchFamily="2" charset="-122"/>
                        </a:rPr>
                        <a:t>160-05846</a:t>
                      </a:r>
                    </a:p>
                  </a:txBody>
                  <a:tcPr marL="9525" marR="9525" marT="9525" marB="0" anchor="ctr"/>
                </a:tc>
                <a:tc>
                  <a:txBody>
                    <a:bodyPr/>
                    <a:lstStyle/>
                    <a:p>
                      <a:pPr algn="ctr" fontAlgn="ctr"/>
                      <a:r>
                        <a:rPr lang="en-US" altLang="zh-CN" sz="1600" b="0" i="0" u="none" strike="noStrike" dirty="0">
                          <a:solidFill>
                            <a:srgbClr val="000000"/>
                          </a:solidFill>
                          <a:effectLst/>
                          <a:latin typeface="Arial" panose="020B0604020202020204" pitchFamily="34" charset="0"/>
                          <a:ea typeface="等线" panose="02010600030101010101" pitchFamily="2" charset="-122"/>
                        </a:rPr>
                        <a:t>10.17</a:t>
                      </a:r>
                    </a:p>
                  </a:txBody>
                  <a:tcPr marL="9525" marR="9525" marT="9525" marB="0" anchor="ctr"/>
                </a:tc>
                <a:tc>
                  <a:txBody>
                    <a:bodyPr/>
                    <a:lstStyle/>
                    <a:p>
                      <a:pPr algn="ctr" fontAlgn="ctr"/>
                      <a:r>
                        <a:rPr lang="en-US" altLang="zh-CN" sz="1600" b="0" i="0" u="none" strike="noStrike" dirty="0">
                          <a:solidFill>
                            <a:srgbClr val="000000"/>
                          </a:solidFill>
                          <a:effectLst/>
                          <a:latin typeface="Arial" panose="020B0604020202020204" pitchFamily="34" charset="0"/>
                          <a:ea typeface="等线" panose="02010600030101010101" pitchFamily="2" charset="-122"/>
                        </a:rPr>
                        <a:t>4.55</a:t>
                      </a:r>
                    </a:p>
                  </a:txBody>
                  <a:tcPr marL="9525" marR="9525" marT="9525" marB="0" anchor="ctr"/>
                </a:tc>
                <a:tc>
                  <a:txBody>
                    <a:bodyPr/>
                    <a:lstStyle/>
                    <a:p>
                      <a:pPr algn="ctr" fontAlgn="ctr"/>
                      <a:r>
                        <a:rPr lang="en-US" altLang="zh-CN" sz="1600" b="0" i="0" u="none" strike="noStrike" dirty="0">
                          <a:solidFill>
                            <a:srgbClr val="000000"/>
                          </a:solidFill>
                          <a:effectLst/>
                          <a:latin typeface="Arial" panose="020B0604020202020204" pitchFamily="34" charset="0"/>
                          <a:ea typeface="等线" panose="02010600030101010101" pitchFamily="2" charset="-122"/>
                        </a:rPr>
                        <a:t>0.9</a:t>
                      </a:r>
                    </a:p>
                  </a:txBody>
                  <a:tcPr marL="9525" marR="9525" marT="9525" marB="0" anchor="ctr"/>
                </a:tc>
                <a:tc>
                  <a:txBody>
                    <a:bodyPr/>
                    <a:lstStyle/>
                    <a:p>
                      <a:pPr marL="0" marR="0" indent="0" algn="ctr" defTabSz="821530" fontAlgn="ctr" latinLnBrk="0">
                        <a:lnSpc>
                          <a:spcPct val="100000"/>
                        </a:lnSpc>
                        <a:spcBef>
                          <a:spcPts val="0"/>
                        </a:spcBef>
                        <a:spcAft>
                          <a:spcPts val="0"/>
                        </a:spcAft>
                        <a:buClrTx/>
                        <a:buSzTx/>
                        <a:buFontTx/>
                        <a:buNone/>
                        <a:tabLst/>
                      </a:pPr>
                      <a:r>
                        <a:rPr lang="en-US" altLang="zh-CN" sz="1600" b="0" i="0" u="none" strike="noStrike" cap="none" spc="0" baseline="0" dirty="0">
                          <a:ln>
                            <a:noFill/>
                          </a:ln>
                          <a:solidFill>
                            <a:srgbClr val="000000"/>
                          </a:solidFill>
                          <a:effectLst/>
                          <a:uFillTx/>
                          <a:latin typeface="Arial" panose="020B0604020202020204" pitchFamily="34" charset="0"/>
                          <a:ea typeface="等线" panose="02010600030101010101" pitchFamily="2" charset="-122"/>
                          <a:cs typeface="+mn-cs"/>
                          <a:sym typeface="Helvetica Neue Light"/>
                        </a:rPr>
                        <a:t>4.65</a:t>
                      </a:r>
                      <a:r>
                        <a:rPr lang="el-GR" altLang="zh-CN" sz="1600" b="0" i="0" u="none" strike="noStrike" cap="none" spc="0" baseline="0" dirty="0">
                          <a:ln>
                            <a:noFill/>
                          </a:ln>
                          <a:solidFill>
                            <a:srgbClr val="000000"/>
                          </a:solidFill>
                          <a:effectLst/>
                          <a:uFillTx/>
                          <a:latin typeface="Arial" panose="020B0604020202020204" pitchFamily="34" charset="0"/>
                          <a:ea typeface="等线" panose="02010600030101010101" pitchFamily="2" charset="-122"/>
                          <a:cs typeface="+mn-cs"/>
                          <a:sym typeface="Helvetica Neue Light"/>
                        </a:rPr>
                        <a:t>~</a:t>
                      </a:r>
                      <a:r>
                        <a:rPr lang="en-US" altLang="zh-CN" sz="1600" b="0" i="0" u="none" strike="noStrike" cap="none" spc="0" baseline="0" dirty="0">
                          <a:ln>
                            <a:noFill/>
                          </a:ln>
                          <a:solidFill>
                            <a:srgbClr val="000000"/>
                          </a:solidFill>
                          <a:effectLst/>
                          <a:uFillTx/>
                          <a:latin typeface="Arial" panose="020B0604020202020204" pitchFamily="34" charset="0"/>
                          <a:ea typeface="等线" panose="02010600030101010101" pitchFamily="2" charset="-122"/>
                          <a:cs typeface="+mn-cs"/>
                          <a:sym typeface="Helvetica Neue Light"/>
                        </a:rPr>
                        <a:t>5.45</a:t>
                      </a:r>
                    </a:p>
                  </a:txBody>
                  <a:tcPr marL="9525" marR="9525" marT="9525" marB="0" anchor="ctr"/>
                </a:tc>
                <a:tc>
                  <a:txBody>
                    <a:bodyPr/>
                    <a:lstStyle/>
                    <a:p>
                      <a:pPr algn="ctr" fontAlgn="ctr"/>
                      <a:r>
                        <a:rPr lang="en-US" sz="1600" b="0" i="0" u="none" strike="noStrike" dirty="0">
                          <a:solidFill>
                            <a:srgbClr val="000000"/>
                          </a:solidFill>
                          <a:effectLst/>
                          <a:latin typeface="微软雅黑" panose="020B0503020204020204" pitchFamily="34" charset="-122"/>
                          <a:ea typeface="微软雅黑" panose="020B0503020204020204" pitchFamily="34" charset="-122"/>
                        </a:rPr>
                        <a:t>55</a:t>
                      </a:r>
                      <a:r>
                        <a:rPr lang="el-GR" sz="1600" b="0" i="0" u="none" strike="noStrike" dirty="0">
                          <a:solidFill>
                            <a:srgbClr val="000000"/>
                          </a:solidFill>
                          <a:effectLst/>
                          <a:latin typeface="微软雅黑" panose="020B0503020204020204" pitchFamily="34" charset="-122"/>
                          <a:ea typeface="微软雅黑" panose="020B0503020204020204" pitchFamily="34" charset="-122"/>
                        </a:rPr>
                        <a:t>° Θ</a:t>
                      </a:r>
                      <a:r>
                        <a:rPr lang="en-US" sz="1600" b="0" i="0" u="none" strike="noStrike" dirty="0">
                          <a:solidFill>
                            <a:srgbClr val="000000"/>
                          </a:solidFill>
                          <a:effectLst/>
                          <a:latin typeface="微软雅黑" panose="020B0503020204020204" pitchFamily="34" charset="-122"/>
                          <a:ea typeface="微软雅黑" panose="020B0503020204020204" pitchFamily="34" charset="-122"/>
                        </a:rPr>
                        <a:t>YZ</a:t>
                      </a:r>
                    </a:p>
                  </a:txBody>
                  <a:tcPr marL="9525" marR="9525" marT="9525" marB="0" anchor="ctr"/>
                </a:tc>
                <a:tc>
                  <a:txBody>
                    <a:bodyPr/>
                    <a:lstStyle/>
                    <a:p>
                      <a:pPr algn="ctr" fontAlgn="ctr"/>
                      <a:r>
                        <a:rPr lang="en-US" altLang="zh-CN" sz="1600" b="0" i="0" u="none" strike="noStrike" dirty="0">
                          <a:solidFill>
                            <a:srgbClr val="000000"/>
                          </a:solidFill>
                          <a:effectLst/>
                          <a:latin typeface="Arial" panose="020B0604020202020204" pitchFamily="34" charset="0"/>
                          <a:ea typeface="等线" panose="02010600030101010101" pitchFamily="2" charset="-122"/>
                        </a:rPr>
                        <a:t>0.2</a:t>
                      </a:r>
                      <a:r>
                        <a:rPr lang="zh-CN" altLang="en-US" sz="1600" b="0" i="0" u="none" strike="noStrike" dirty="0">
                          <a:solidFill>
                            <a:srgbClr val="000000"/>
                          </a:solidFill>
                          <a:effectLst/>
                          <a:latin typeface="Arial" panose="020B0604020202020204" pitchFamily="34" charset="0"/>
                          <a:ea typeface="等线" panose="02010600030101010101" pitchFamily="2" charset="-122"/>
                        </a:rPr>
                        <a:t> </a:t>
                      </a:r>
                      <a:r>
                        <a:rPr lang="en-US" altLang="zh-CN" sz="1600" b="0" i="0" u="none" strike="noStrike" dirty="0">
                          <a:solidFill>
                            <a:srgbClr val="000000"/>
                          </a:solidFill>
                          <a:effectLst/>
                          <a:latin typeface="Arial" panose="020B0604020202020204" pitchFamily="34" charset="0"/>
                          <a:ea typeface="等线" panose="02010600030101010101" pitchFamily="2" charset="-122"/>
                        </a:rPr>
                        <a:t>+0.1/-0.08</a:t>
                      </a:r>
                      <a:endParaRPr lang="en-US" sz="1600" b="0" i="0" u="none" strike="noStrike" dirty="0">
                        <a:solidFill>
                          <a:srgbClr val="000000"/>
                        </a:solidFill>
                        <a:effectLst/>
                        <a:latin typeface="Arial" panose="020B0604020202020204" pitchFamily="34" charset="0"/>
                        <a:ea typeface="等线" panose="02010600030101010101" pitchFamily="2" charset="-122"/>
                      </a:endParaRPr>
                    </a:p>
                  </a:txBody>
                  <a:tcPr marL="9525" marR="9525" marT="9525" marB="0" anchor="ctr"/>
                </a:tc>
                <a:tc>
                  <a:txBody>
                    <a:bodyPr/>
                    <a:lstStyle/>
                    <a:p>
                      <a:pPr algn="ctr" fontAlgn="ctr"/>
                      <a:r>
                        <a:rPr lang="en-US" sz="1600" b="0" i="0" u="none" strike="noStrike" dirty="0">
                          <a:solidFill>
                            <a:srgbClr val="000000"/>
                          </a:solidFill>
                          <a:effectLst/>
                          <a:latin typeface="Arial" panose="020B0604020202020204" pitchFamily="34" charset="0"/>
                          <a:ea typeface="等线" panose="02010600030101010101" pitchFamily="2" charset="-122"/>
                        </a:rPr>
                        <a:t>Max 0.</a:t>
                      </a:r>
                      <a:r>
                        <a:rPr lang="en-US" altLang="zh-CN" sz="1600" b="0" i="0" u="none" strike="noStrike" dirty="0">
                          <a:solidFill>
                            <a:srgbClr val="000000"/>
                          </a:solidFill>
                          <a:effectLst/>
                          <a:latin typeface="Arial" panose="020B0604020202020204" pitchFamily="34" charset="0"/>
                          <a:ea typeface="等线" panose="02010600030101010101" pitchFamily="2" charset="-122"/>
                        </a:rPr>
                        <a:t>2</a:t>
                      </a:r>
                      <a:endParaRPr lang="en-US" sz="1600" b="0" i="0" u="none" strike="noStrike" dirty="0">
                        <a:solidFill>
                          <a:srgbClr val="000000"/>
                        </a:solidFill>
                        <a:effectLst/>
                        <a:latin typeface="Arial" panose="020B0604020202020204" pitchFamily="34" charset="0"/>
                        <a:ea typeface="等线" panose="02010600030101010101" pitchFamily="2" charset="-122"/>
                      </a:endParaRPr>
                    </a:p>
                  </a:txBody>
                  <a:tcPr marL="9525" marR="9525" marT="9525" marB="0" anchor="ctr"/>
                </a:tc>
                <a:tc>
                  <a:txBody>
                    <a:bodyPr/>
                    <a:lstStyle/>
                    <a:p>
                      <a:pPr algn="ctr" fontAlgn="ctr"/>
                      <a:r>
                        <a:rPr lang="en-US" sz="1600" b="0" i="0" u="none" strike="noStrike">
                          <a:solidFill>
                            <a:srgbClr val="000000"/>
                          </a:solidFill>
                          <a:effectLst/>
                          <a:latin typeface="Arial" panose="020B0604020202020204" pitchFamily="34" charset="0"/>
                          <a:ea typeface="等线" panose="02010600030101010101" pitchFamily="2" charset="-122"/>
                        </a:rPr>
                        <a:t>N42SH-100RC</a:t>
                      </a:r>
                    </a:p>
                  </a:txBody>
                  <a:tcPr marL="9525" marR="9525" marT="9525" marB="0" anchor="ctr"/>
                </a:tc>
                <a:tc>
                  <a:txBody>
                    <a:bodyPr/>
                    <a:lstStyle/>
                    <a:p>
                      <a:pPr algn="ctr" fontAlgn="ctr"/>
                      <a:r>
                        <a:rPr lang="en-US" altLang="zh-CN" sz="1600" b="0" i="0" u="none" strike="noStrike">
                          <a:solidFill>
                            <a:srgbClr val="000000"/>
                          </a:solidFill>
                          <a:effectLst/>
                          <a:latin typeface="Arial" panose="020B0604020202020204" pitchFamily="34" charset="0"/>
                          <a:ea typeface="等线" panose="02010600030101010101" pitchFamily="2" charset="-122"/>
                        </a:rPr>
                        <a:t>12.8~13.2</a:t>
                      </a:r>
                    </a:p>
                  </a:txBody>
                  <a:tcPr marL="9525" marR="9525" marT="9525" marB="0" anchor="ctr"/>
                </a:tc>
                <a:tc>
                  <a:txBody>
                    <a:bodyPr/>
                    <a:lstStyle/>
                    <a:p>
                      <a:pPr algn="ctr" fontAlgn="ctr"/>
                      <a:r>
                        <a:rPr lang="en-US" altLang="zh-CN" sz="1600" b="0" i="0" u="none" strike="noStrike">
                          <a:solidFill>
                            <a:srgbClr val="000000"/>
                          </a:solidFill>
                          <a:effectLst/>
                          <a:latin typeface="Arial" panose="020B0604020202020204" pitchFamily="34" charset="0"/>
                          <a:ea typeface="等线" panose="02010600030101010101" pitchFamily="2" charset="-122"/>
                        </a:rPr>
                        <a:t>/</a:t>
                      </a:r>
                    </a:p>
                  </a:txBody>
                  <a:tcPr marL="9525" marR="9525" marT="9525" marB="0" anchor="ctr"/>
                </a:tc>
                <a:tc>
                  <a:txBody>
                    <a:bodyPr/>
                    <a:lstStyle/>
                    <a:p>
                      <a:pPr algn="ctr" fontAlgn="ctr"/>
                      <a:r>
                        <a:rPr lang="en-US" sz="1600" b="0" i="0" u="none" strike="noStrike">
                          <a:solidFill>
                            <a:srgbClr val="000000"/>
                          </a:solidFill>
                          <a:effectLst/>
                          <a:latin typeface="Arial" panose="020B0604020202020204" pitchFamily="34" charset="0"/>
                          <a:ea typeface="等线" panose="02010600030101010101" pitchFamily="2" charset="-122"/>
                        </a:rPr>
                        <a:t>20MIN</a:t>
                      </a:r>
                    </a:p>
                  </a:txBody>
                  <a:tcPr marL="9525" marR="9525" marT="9525" marB="0" anchor="ctr"/>
                </a:tc>
                <a:tc>
                  <a:txBody>
                    <a:bodyPr/>
                    <a:lstStyle/>
                    <a:p>
                      <a:pPr algn="ctr" fontAlgn="ctr"/>
                      <a:r>
                        <a:rPr lang="en-US" altLang="zh-CN" sz="1600" b="0" i="0" u="none" strike="noStrike">
                          <a:solidFill>
                            <a:srgbClr val="000000"/>
                          </a:solidFill>
                          <a:effectLst/>
                          <a:latin typeface="Arial" panose="020B0604020202020204" pitchFamily="34" charset="0"/>
                          <a:ea typeface="等线" panose="02010600030101010101" pitchFamily="2" charset="-122"/>
                        </a:rPr>
                        <a:t>40~43</a:t>
                      </a:r>
                    </a:p>
                  </a:txBody>
                  <a:tcPr marL="9525" marR="9525" marT="9525" marB="0" anchor="ctr"/>
                </a:tc>
                <a:tc>
                  <a:txBody>
                    <a:bodyPr/>
                    <a:lstStyle/>
                    <a:p>
                      <a:pPr algn="ctr" fontAlgn="ctr"/>
                      <a:r>
                        <a:rPr lang="en-US" sz="1600" b="0" i="0" u="none" strike="noStrike">
                          <a:solidFill>
                            <a:srgbClr val="000000"/>
                          </a:solidFill>
                          <a:effectLst/>
                          <a:latin typeface="Arial" panose="020B0604020202020204" pitchFamily="34" charset="0"/>
                          <a:ea typeface="等线" panose="02010600030101010101" pitchFamily="2" charset="-122"/>
                        </a:rPr>
                        <a:t>Zinc:6-14</a:t>
                      </a:r>
                    </a:p>
                  </a:txBody>
                  <a:tcPr marL="9525" marR="9525" marT="9525" marB="0" anchor="ctr"/>
                </a:tc>
                <a:extLst>
                  <a:ext uri="{0D108BD9-81ED-4DB2-BD59-A6C34878D82A}">
                    <a16:rowId xmlns:a16="http://schemas.microsoft.com/office/drawing/2014/main" val="2349129737"/>
                  </a:ext>
                </a:extLst>
              </a:tr>
              <a:tr h="406114">
                <a:tc>
                  <a:txBody>
                    <a:bodyPr/>
                    <a:lstStyle/>
                    <a:p>
                      <a:pPr algn="ctr" fontAlgn="ctr"/>
                      <a:r>
                        <a:rPr lang="en-US" altLang="zh-CN" sz="1600" u="none" strike="noStrike" dirty="0">
                          <a:effectLst/>
                          <a:latin typeface="Arial" panose="020B0604020202020204" pitchFamily="34" charset="0"/>
                          <a:cs typeface="Arial" panose="020B0604020202020204" pitchFamily="34" charset="0"/>
                        </a:rPr>
                        <a:t>2</a:t>
                      </a:r>
                      <a:endParaRPr lang="en-US" altLang="zh-CN" sz="1600" b="0" i="0" u="none" strike="noStrike" dirty="0">
                        <a:solidFill>
                          <a:srgbClr val="000000"/>
                        </a:solidFill>
                        <a:effectLst/>
                        <a:latin typeface="Arial" panose="020B0604020202020204" pitchFamily="34" charset="0"/>
                        <a:ea typeface="微软雅黑" panose="020B0503020204020204" pitchFamily="34" charset="-122"/>
                        <a:cs typeface="Arial" panose="020B0604020202020204" pitchFamily="34" charset="0"/>
                      </a:endParaRPr>
                    </a:p>
                  </a:txBody>
                  <a:tcPr marL="7022" marR="7022" marT="7022" marB="0" anchor="ctr"/>
                </a:tc>
                <a:tc>
                  <a:txBody>
                    <a:bodyPr/>
                    <a:lstStyle/>
                    <a:p>
                      <a:pPr algn="ctr" fontAlgn="ctr"/>
                      <a:r>
                        <a:rPr lang="en-US" altLang="zh-CN" sz="1600" b="0" i="0" u="none" strike="noStrike" dirty="0">
                          <a:solidFill>
                            <a:srgbClr val="000000"/>
                          </a:solidFill>
                          <a:effectLst/>
                          <a:latin typeface="Arial" panose="020B0604020202020204" pitchFamily="34" charset="0"/>
                          <a:ea typeface="等线" panose="02010600030101010101" pitchFamily="2" charset="-122"/>
                        </a:rPr>
                        <a:t>160-05847</a:t>
                      </a:r>
                    </a:p>
                  </a:txBody>
                  <a:tcPr marL="9525" marR="9525" marT="9525" marB="0" anchor="ctr"/>
                </a:tc>
                <a:tc>
                  <a:txBody>
                    <a:bodyPr/>
                    <a:lstStyle/>
                    <a:p>
                      <a:pPr algn="ctr" fontAlgn="ctr"/>
                      <a:r>
                        <a:rPr lang="en-US" altLang="zh-CN" sz="1600" b="0" i="0" u="none" strike="noStrike" dirty="0">
                          <a:solidFill>
                            <a:srgbClr val="000000"/>
                          </a:solidFill>
                          <a:effectLst/>
                          <a:latin typeface="Arial" panose="020B0604020202020204" pitchFamily="34" charset="0"/>
                          <a:ea typeface="等线" panose="02010600030101010101" pitchFamily="2" charset="-122"/>
                        </a:rPr>
                        <a:t>5.69</a:t>
                      </a:r>
                    </a:p>
                  </a:txBody>
                  <a:tcPr marL="9525" marR="9525" marT="9525" marB="0" anchor="ctr"/>
                </a:tc>
                <a:tc>
                  <a:txBody>
                    <a:bodyPr/>
                    <a:lstStyle/>
                    <a:p>
                      <a:pPr algn="ctr" fontAlgn="ctr"/>
                      <a:r>
                        <a:rPr lang="en-US" altLang="zh-CN" sz="1600" b="0" i="0" u="none" strike="noStrike">
                          <a:solidFill>
                            <a:srgbClr val="000000"/>
                          </a:solidFill>
                          <a:effectLst/>
                          <a:latin typeface="Arial" panose="020B0604020202020204" pitchFamily="34" charset="0"/>
                          <a:ea typeface="等线" panose="02010600030101010101" pitchFamily="2" charset="-122"/>
                        </a:rPr>
                        <a:t>5.8</a:t>
                      </a:r>
                    </a:p>
                  </a:txBody>
                  <a:tcPr marL="9525" marR="9525" marT="9525" marB="0" anchor="ctr"/>
                </a:tc>
                <a:tc>
                  <a:txBody>
                    <a:bodyPr/>
                    <a:lstStyle/>
                    <a:p>
                      <a:pPr algn="ctr" fontAlgn="ctr"/>
                      <a:r>
                        <a:rPr lang="en-US" altLang="zh-CN" sz="1600" b="0" i="0" u="none" strike="noStrike" dirty="0">
                          <a:solidFill>
                            <a:srgbClr val="000000"/>
                          </a:solidFill>
                          <a:effectLst/>
                          <a:latin typeface="Arial" panose="020B0604020202020204" pitchFamily="34" charset="0"/>
                          <a:ea typeface="等线" panose="02010600030101010101" pitchFamily="2" charset="-122"/>
                        </a:rPr>
                        <a:t>0.9</a:t>
                      </a:r>
                    </a:p>
                  </a:txBody>
                  <a:tcPr marL="9525" marR="9525" marT="9525" marB="0" anchor="ctr"/>
                </a:tc>
                <a:tc>
                  <a:txBody>
                    <a:bodyPr/>
                    <a:lstStyle/>
                    <a:p>
                      <a:pPr marL="0" marR="0" indent="0" algn="ctr" defTabSz="821530" fontAlgn="ctr" latinLnBrk="0">
                        <a:lnSpc>
                          <a:spcPct val="100000"/>
                        </a:lnSpc>
                        <a:spcBef>
                          <a:spcPts val="0"/>
                        </a:spcBef>
                        <a:spcAft>
                          <a:spcPts val="0"/>
                        </a:spcAft>
                        <a:buClrTx/>
                        <a:buSzTx/>
                        <a:buFontTx/>
                        <a:buNone/>
                        <a:tabLst/>
                      </a:pPr>
                      <a:r>
                        <a:rPr lang="en-US" altLang="zh-CN" sz="1600" b="0" i="0" u="none" strike="noStrike" cap="none" spc="0" baseline="0" dirty="0">
                          <a:ln>
                            <a:noFill/>
                          </a:ln>
                          <a:solidFill>
                            <a:srgbClr val="000000"/>
                          </a:solidFill>
                          <a:effectLst/>
                          <a:uFillTx/>
                          <a:latin typeface="Arial" panose="020B0604020202020204" pitchFamily="34" charset="0"/>
                          <a:ea typeface="等线" panose="02010600030101010101" pitchFamily="2" charset="-122"/>
                          <a:cs typeface="+mn-cs"/>
                          <a:sym typeface="Helvetica Neue Light"/>
                        </a:rPr>
                        <a:t>3.31</a:t>
                      </a:r>
                      <a:r>
                        <a:rPr lang="el-GR" altLang="zh-CN" sz="1600" b="0" i="0" u="none" strike="noStrike" cap="none" spc="0" baseline="0" dirty="0">
                          <a:ln>
                            <a:noFill/>
                          </a:ln>
                          <a:solidFill>
                            <a:srgbClr val="000000"/>
                          </a:solidFill>
                          <a:effectLst/>
                          <a:uFillTx/>
                          <a:latin typeface="Arial" panose="020B0604020202020204" pitchFamily="34" charset="0"/>
                          <a:ea typeface="等线" panose="02010600030101010101" pitchFamily="2" charset="-122"/>
                          <a:cs typeface="+mn-cs"/>
                          <a:sym typeface="Helvetica Neue Light"/>
                        </a:rPr>
                        <a:t>~</a:t>
                      </a:r>
                      <a:r>
                        <a:rPr lang="en-US" altLang="zh-CN" sz="1600" b="0" i="0" u="none" strike="noStrike" cap="none" spc="0" baseline="0" dirty="0">
                          <a:ln>
                            <a:noFill/>
                          </a:ln>
                          <a:solidFill>
                            <a:srgbClr val="000000"/>
                          </a:solidFill>
                          <a:effectLst/>
                          <a:uFillTx/>
                          <a:latin typeface="Arial" panose="020B0604020202020204" pitchFamily="34" charset="0"/>
                          <a:ea typeface="等线" panose="02010600030101010101" pitchFamily="2" charset="-122"/>
                          <a:cs typeface="+mn-cs"/>
                          <a:sym typeface="Helvetica Neue Light"/>
                        </a:rPr>
                        <a:t>3.89</a:t>
                      </a:r>
                    </a:p>
                  </a:txBody>
                  <a:tcPr marL="9525" marR="9525" marT="9525" marB="0" anchor="ctr"/>
                </a:tc>
                <a:tc>
                  <a:txBody>
                    <a:bodyPr/>
                    <a:lstStyle/>
                    <a:p>
                      <a:pPr algn="ctr" fontAlgn="ctr"/>
                      <a:r>
                        <a:rPr lang="en-US" altLang="zh-CN" sz="1600" b="0" i="0" u="none" strike="noStrike">
                          <a:solidFill>
                            <a:srgbClr val="000000"/>
                          </a:solidFill>
                          <a:effectLst/>
                          <a:latin typeface="微软雅黑" panose="020B0503020204020204" pitchFamily="34" charset="-122"/>
                          <a:ea typeface="微软雅黑" panose="020B0503020204020204" pitchFamily="34" charset="-122"/>
                        </a:rPr>
                        <a:t>55</a:t>
                      </a:r>
                      <a:r>
                        <a:rPr lang="el-GR" altLang="zh-CN" sz="1600" b="0" i="0" u="none" strike="noStrike">
                          <a:solidFill>
                            <a:srgbClr val="000000"/>
                          </a:solidFill>
                          <a:effectLst/>
                          <a:latin typeface="微软雅黑" panose="020B0503020204020204" pitchFamily="34" charset="-122"/>
                          <a:ea typeface="微软雅黑" panose="020B0503020204020204" pitchFamily="34" charset="-122"/>
                        </a:rPr>
                        <a:t>° Θ</a:t>
                      </a:r>
                      <a:r>
                        <a:rPr lang="en-US" altLang="zh-CN" sz="1600" b="0" i="0" u="none" strike="noStrike">
                          <a:solidFill>
                            <a:srgbClr val="000000"/>
                          </a:solidFill>
                          <a:effectLst/>
                          <a:latin typeface="微软雅黑" panose="020B0503020204020204" pitchFamily="34" charset="-122"/>
                          <a:ea typeface="微软雅黑" panose="020B0503020204020204" pitchFamily="34" charset="-122"/>
                        </a:rPr>
                        <a:t>YZ</a:t>
                      </a:r>
                      <a:endParaRPr lang="en-US" altLang="zh-CN" sz="1600" b="0" i="0" u="none" strike="noStrike" dirty="0">
                        <a:solidFill>
                          <a:srgbClr val="000000"/>
                        </a:solidFill>
                        <a:effectLst/>
                        <a:latin typeface="微软雅黑" panose="020B0503020204020204" pitchFamily="34" charset="-122"/>
                        <a:ea typeface="微软雅黑" panose="020B0503020204020204" pitchFamily="34" charset="-122"/>
                      </a:endParaRPr>
                    </a:p>
                  </a:txBody>
                  <a:tcPr marL="9525" marR="9525" marT="9525" marB="0" anchor="ctr"/>
                </a:tc>
                <a:tc>
                  <a:txBody>
                    <a:bodyPr/>
                    <a:lstStyle/>
                    <a:p>
                      <a:pPr marL="0" marR="0" lvl="0" indent="0" algn="ctr" defTabSz="821530" eaLnBrk="1" fontAlgn="ctr" latinLnBrk="0" hangingPunct="1">
                        <a:lnSpc>
                          <a:spcPct val="100000"/>
                        </a:lnSpc>
                        <a:spcBef>
                          <a:spcPts val="0"/>
                        </a:spcBef>
                        <a:spcAft>
                          <a:spcPts val="0"/>
                        </a:spcAft>
                        <a:buClrTx/>
                        <a:buSzTx/>
                        <a:buFontTx/>
                        <a:buNone/>
                        <a:tabLst/>
                        <a:defRPr/>
                      </a:pPr>
                      <a:r>
                        <a:rPr kumimoji="0" lang="en-US" altLang="zh-CN" sz="1600" b="0" i="0" u="none" strike="noStrike" kern="0" cap="none" spc="0" normalizeH="0" baseline="0" noProof="0">
                          <a:ln>
                            <a:noFill/>
                          </a:ln>
                          <a:solidFill>
                            <a:srgbClr val="000000"/>
                          </a:solidFill>
                          <a:effectLst/>
                          <a:uLnTx/>
                          <a:uFillTx/>
                          <a:latin typeface="Arial" panose="020B0604020202020204" pitchFamily="34" charset="0"/>
                          <a:ea typeface="等线" panose="02010600030101010101" pitchFamily="2" charset="-122"/>
                          <a:cs typeface="Helvetica Neue"/>
                          <a:sym typeface="Helvetica Neue Light"/>
                        </a:rPr>
                        <a:t>0.2</a:t>
                      </a:r>
                      <a:r>
                        <a:rPr kumimoji="0" lang="zh-CN" altLang="en-US" sz="1600" b="0" i="0" u="none" strike="noStrike" kern="0" cap="none" spc="0" normalizeH="0" baseline="0" noProof="0">
                          <a:ln>
                            <a:noFill/>
                          </a:ln>
                          <a:solidFill>
                            <a:srgbClr val="000000"/>
                          </a:solidFill>
                          <a:effectLst/>
                          <a:uLnTx/>
                          <a:uFillTx/>
                          <a:latin typeface="Arial" panose="020B0604020202020204" pitchFamily="34" charset="0"/>
                          <a:ea typeface="等线" panose="02010600030101010101" pitchFamily="2" charset="-122"/>
                          <a:cs typeface="Helvetica Neue"/>
                          <a:sym typeface="Helvetica Neue Light"/>
                        </a:rPr>
                        <a:t> </a:t>
                      </a:r>
                      <a:r>
                        <a:rPr kumimoji="0" lang="en-US" altLang="zh-CN" sz="1600" b="0" i="0" u="none" strike="noStrike" kern="0" cap="none" spc="0" normalizeH="0" baseline="0" noProof="0">
                          <a:ln>
                            <a:noFill/>
                          </a:ln>
                          <a:solidFill>
                            <a:srgbClr val="000000"/>
                          </a:solidFill>
                          <a:effectLst/>
                          <a:uLnTx/>
                          <a:uFillTx/>
                          <a:latin typeface="Arial" panose="020B0604020202020204" pitchFamily="34" charset="0"/>
                          <a:ea typeface="等线" panose="02010600030101010101" pitchFamily="2" charset="-122"/>
                          <a:cs typeface="Helvetica Neue"/>
                          <a:sym typeface="Helvetica Neue Light"/>
                        </a:rPr>
                        <a:t>+0.1/-0.08</a:t>
                      </a:r>
                      <a:endParaRPr kumimoji="0" lang="en-US" altLang="zh-CN" sz="1600" b="0" i="0" u="none" strike="noStrike" kern="0" cap="none" spc="0" normalizeH="0" baseline="0" noProof="0" dirty="0">
                        <a:ln>
                          <a:noFill/>
                        </a:ln>
                        <a:solidFill>
                          <a:srgbClr val="000000"/>
                        </a:solidFill>
                        <a:effectLst/>
                        <a:uLnTx/>
                        <a:uFillTx/>
                        <a:latin typeface="Arial" panose="020B0604020202020204" pitchFamily="34" charset="0"/>
                        <a:ea typeface="等线" panose="02010600030101010101" pitchFamily="2" charset="-122"/>
                        <a:cs typeface="Helvetica Neue"/>
                        <a:sym typeface="Helvetica Neue Light"/>
                      </a:endParaRPr>
                    </a:p>
                  </a:txBody>
                  <a:tcPr marL="9525" marR="9525" marT="9525" marB="0" anchor="ctr"/>
                </a:tc>
                <a:tc>
                  <a:txBody>
                    <a:bodyPr/>
                    <a:lstStyle/>
                    <a:p>
                      <a:pPr algn="ctr" fontAlgn="ctr"/>
                      <a:r>
                        <a:rPr lang="en-US" altLang="zh-CN" sz="1600" b="0" i="0" u="none" strike="noStrike">
                          <a:solidFill>
                            <a:srgbClr val="000000"/>
                          </a:solidFill>
                          <a:effectLst/>
                          <a:latin typeface="Arial" panose="020B0604020202020204" pitchFamily="34" charset="0"/>
                          <a:ea typeface="等线" panose="02010600030101010101" pitchFamily="2" charset="-122"/>
                        </a:rPr>
                        <a:t>Max 0.2</a:t>
                      </a:r>
                      <a:endParaRPr lang="en-US" altLang="zh-CN" sz="1600" b="0" i="0" u="none" strike="noStrike" dirty="0">
                        <a:solidFill>
                          <a:srgbClr val="000000"/>
                        </a:solidFill>
                        <a:effectLst/>
                        <a:latin typeface="Arial" panose="020B0604020202020204" pitchFamily="34" charset="0"/>
                        <a:ea typeface="等线" panose="02010600030101010101" pitchFamily="2" charset="-122"/>
                      </a:endParaRPr>
                    </a:p>
                  </a:txBody>
                  <a:tcPr marL="9525" marR="9525" marT="9525" marB="0" anchor="ctr"/>
                </a:tc>
                <a:tc>
                  <a:txBody>
                    <a:bodyPr/>
                    <a:lstStyle/>
                    <a:p>
                      <a:pPr algn="ctr" fontAlgn="ctr"/>
                      <a:r>
                        <a:rPr lang="en-US" sz="1600" b="0" i="0" u="none" strike="noStrike">
                          <a:solidFill>
                            <a:srgbClr val="000000"/>
                          </a:solidFill>
                          <a:effectLst/>
                          <a:latin typeface="Arial" panose="020B0604020202020204" pitchFamily="34" charset="0"/>
                          <a:ea typeface="等线" panose="02010600030101010101" pitchFamily="2" charset="-122"/>
                        </a:rPr>
                        <a:t>N42SH-100RC</a:t>
                      </a:r>
                    </a:p>
                  </a:txBody>
                  <a:tcPr marL="9525" marR="9525" marT="9525" marB="0" anchor="ctr"/>
                </a:tc>
                <a:tc>
                  <a:txBody>
                    <a:bodyPr/>
                    <a:lstStyle/>
                    <a:p>
                      <a:pPr algn="ctr" fontAlgn="ctr"/>
                      <a:r>
                        <a:rPr lang="en-US" altLang="zh-CN" sz="1600" b="0" i="0" u="none" strike="noStrike">
                          <a:solidFill>
                            <a:srgbClr val="000000"/>
                          </a:solidFill>
                          <a:effectLst/>
                          <a:latin typeface="Arial" panose="020B0604020202020204" pitchFamily="34" charset="0"/>
                          <a:ea typeface="等线" panose="02010600030101010101" pitchFamily="2" charset="-122"/>
                        </a:rPr>
                        <a:t>12.8~13.2</a:t>
                      </a:r>
                    </a:p>
                  </a:txBody>
                  <a:tcPr marL="9525" marR="9525" marT="9525" marB="0" anchor="ctr"/>
                </a:tc>
                <a:tc>
                  <a:txBody>
                    <a:bodyPr/>
                    <a:lstStyle/>
                    <a:p>
                      <a:pPr algn="ctr" fontAlgn="ctr"/>
                      <a:r>
                        <a:rPr lang="en-US" altLang="zh-CN" sz="1600" b="0" i="0" u="none" strike="noStrike">
                          <a:solidFill>
                            <a:srgbClr val="000000"/>
                          </a:solidFill>
                          <a:effectLst/>
                          <a:latin typeface="Arial" panose="020B0604020202020204" pitchFamily="34" charset="0"/>
                          <a:ea typeface="等线" panose="02010600030101010101" pitchFamily="2" charset="-122"/>
                        </a:rPr>
                        <a:t>/</a:t>
                      </a:r>
                    </a:p>
                  </a:txBody>
                  <a:tcPr marL="9525" marR="9525" marT="9525" marB="0" anchor="ctr"/>
                </a:tc>
                <a:tc>
                  <a:txBody>
                    <a:bodyPr/>
                    <a:lstStyle/>
                    <a:p>
                      <a:pPr algn="ctr" fontAlgn="ctr"/>
                      <a:r>
                        <a:rPr lang="en-US" sz="1600" b="0" i="0" u="none" strike="noStrike">
                          <a:solidFill>
                            <a:srgbClr val="000000"/>
                          </a:solidFill>
                          <a:effectLst/>
                          <a:latin typeface="Arial" panose="020B0604020202020204" pitchFamily="34" charset="0"/>
                          <a:ea typeface="等线" panose="02010600030101010101" pitchFamily="2" charset="-122"/>
                        </a:rPr>
                        <a:t>20MIN</a:t>
                      </a:r>
                    </a:p>
                  </a:txBody>
                  <a:tcPr marL="9525" marR="9525" marT="9525" marB="0" anchor="ctr"/>
                </a:tc>
                <a:tc>
                  <a:txBody>
                    <a:bodyPr/>
                    <a:lstStyle/>
                    <a:p>
                      <a:pPr algn="ctr" fontAlgn="ctr"/>
                      <a:r>
                        <a:rPr lang="en-US" altLang="zh-CN" sz="1600" b="0" i="0" u="none" strike="noStrike">
                          <a:solidFill>
                            <a:srgbClr val="000000"/>
                          </a:solidFill>
                          <a:effectLst/>
                          <a:latin typeface="Arial" panose="020B0604020202020204" pitchFamily="34" charset="0"/>
                          <a:ea typeface="等线" panose="02010600030101010101" pitchFamily="2" charset="-122"/>
                        </a:rPr>
                        <a:t>40~43</a:t>
                      </a:r>
                    </a:p>
                  </a:txBody>
                  <a:tcPr marL="9525" marR="9525" marT="9525" marB="0" anchor="ctr"/>
                </a:tc>
                <a:tc>
                  <a:txBody>
                    <a:bodyPr/>
                    <a:lstStyle/>
                    <a:p>
                      <a:pPr algn="ctr" fontAlgn="ctr"/>
                      <a:r>
                        <a:rPr lang="en-US" sz="1600" b="0" i="0" u="none" strike="noStrike">
                          <a:solidFill>
                            <a:srgbClr val="000000"/>
                          </a:solidFill>
                          <a:effectLst/>
                          <a:latin typeface="Arial" panose="020B0604020202020204" pitchFamily="34" charset="0"/>
                          <a:ea typeface="等线" panose="02010600030101010101" pitchFamily="2" charset="-122"/>
                        </a:rPr>
                        <a:t>Zinc:6-14</a:t>
                      </a:r>
                    </a:p>
                  </a:txBody>
                  <a:tcPr marL="9525" marR="9525" marT="9525" marB="0" anchor="ctr"/>
                </a:tc>
                <a:extLst>
                  <a:ext uri="{0D108BD9-81ED-4DB2-BD59-A6C34878D82A}">
                    <a16:rowId xmlns:a16="http://schemas.microsoft.com/office/drawing/2014/main" val="2904629414"/>
                  </a:ext>
                </a:extLst>
              </a:tr>
              <a:tr h="406114">
                <a:tc>
                  <a:txBody>
                    <a:bodyPr/>
                    <a:lstStyle/>
                    <a:p>
                      <a:pPr algn="ctr" fontAlgn="ctr"/>
                      <a:r>
                        <a:rPr lang="en-US" altLang="zh-CN" sz="1600" u="none" strike="noStrike" dirty="0">
                          <a:effectLst/>
                          <a:latin typeface="Arial" panose="020B0604020202020204" pitchFamily="34" charset="0"/>
                          <a:cs typeface="Arial" panose="020B0604020202020204" pitchFamily="34" charset="0"/>
                        </a:rPr>
                        <a:t>3</a:t>
                      </a:r>
                      <a:endParaRPr lang="en-US" altLang="zh-CN" sz="1600" b="0" i="0" u="none" strike="noStrike" dirty="0">
                        <a:solidFill>
                          <a:srgbClr val="000000"/>
                        </a:solidFill>
                        <a:effectLst/>
                        <a:latin typeface="Arial" panose="020B0604020202020204" pitchFamily="34" charset="0"/>
                        <a:ea typeface="微软雅黑" panose="020B0503020204020204" pitchFamily="34" charset="-122"/>
                        <a:cs typeface="Arial" panose="020B0604020202020204" pitchFamily="34" charset="0"/>
                      </a:endParaRPr>
                    </a:p>
                  </a:txBody>
                  <a:tcPr marL="7022" marR="7022" marT="7022" marB="0" anchor="ctr"/>
                </a:tc>
                <a:tc>
                  <a:txBody>
                    <a:bodyPr/>
                    <a:lstStyle/>
                    <a:p>
                      <a:pPr algn="ctr" fontAlgn="ctr"/>
                      <a:r>
                        <a:rPr lang="en-US" altLang="zh-CN" sz="1600" b="0" i="0" u="none" strike="noStrike">
                          <a:solidFill>
                            <a:srgbClr val="000000"/>
                          </a:solidFill>
                          <a:effectLst/>
                          <a:latin typeface="Arial" panose="020B0604020202020204" pitchFamily="34" charset="0"/>
                          <a:ea typeface="等线" panose="02010600030101010101" pitchFamily="2" charset="-122"/>
                        </a:rPr>
                        <a:t>160-05849</a:t>
                      </a:r>
                    </a:p>
                  </a:txBody>
                  <a:tcPr marL="9525" marR="9525" marT="9525" marB="0" anchor="ctr"/>
                </a:tc>
                <a:tc>
                  <a:txBody>
                    <a:bodyPr/>
                    <a:lstStyle/>
                    <a:p>
                      <a:pPr algn="ctr" fontAlgn="ctr"/>
                      <a:r>
                        <a:rPr lang="en-US" altLang="zh-CN" sz="1600" b="0" i="0" u="none" strike="noStrike" dirty="0">
                          <a:solidFill>
                            <a:srgbClr val="000000"/>
                          </a:solidFill>
                          <a:effectLst/>
                          <a:latin typeface="Arial" panose="020B0604020202020204" pitchFamily="34" charset="0"/>
                          <a:ea typeface="等线" panose="02010600030101010101" pitchFamily="2" charset="-122"/>
                        </a:rPr>
                        <a:t>5.96</a:t>
                      </a:r>
                    </a:p>
                  </a:txBody>
                  <a:tcPr marL="9525" marR="9525" marT="9525" marB="0" anchor="ctr"/>
                </a:tc>
                <a:tc>
                  <a:txBody>
                    <a:bodyPr/>
                    <a:lstStyle/>
                    <a:p>
                      <a:pPr algn="ctr" fontAlgn="ctr"/>
                      <a:r>
                        <a:rPr lang="en-US" altLang="zh-CN" sz="1600" b="0" i="0" u="none" strike="noStrike" dirty="0">
                          <a:solidFill>
                            <a:srgbClr val="000000"/>
                          </a:solidFill>
                          <a:effectLst/>
                          <a:latin typeface="Arial" panose="020B0604020202020204" pitchFamily="34" charset="0"/>
                          <a:ea typeface="等线" panose="02010600030101010101" pitchFamily="2" charset="-122"/>
                        </a:rPr>
                        <a:t>4.55</a:t>
                      </a:r>
                    </a:p>
                  </a:txBody>
                  <a:tcPr marL="9525" marR="9525" marT="9525" marB="0" anchor="ctr"/>
                </a:tc>
                <a:tc>
                  <a:txBody>
                    <a:bodyPr/>
                    <a:lstStyle/>
                    <a:p>
                      <a:pPr algn="ctr" fontAlgn="ctr"/>
                      <a:r>
                        <a:rPr lang="en-US" altLang="zh-CN" sz="1600" b="0" i="0" u="none" strike="noStrike">
                          <a:solidFill>
                            <a:srgbClr val="000000"/>
                          </a:solidFill>
                          <a:effectLst/>
                          <a:latin typeface="Arial" panose="020B0604020202020204" pitchFamily="34" charset="0"/>
                          <a:ea typeface="等线" panose="02010600030101010101" pitchFamily="2" charset="-122"/>
                        </a:rPr>
                        <a:t>0.9</a:t>
                      </a:r>
                    </a:p>
                  </a:txBody>
                  <a:tcPr marL="9525" marR="9525" marT="9525" marB="0" anchor="ctr"/>
                </a:tc>
                <a:tc>
                  <a:txBody>
                    <a:bodyPr/>
                    <a:lstStyle/>
                    <a:p>
                      <a:pPr marL="0" marR="0" indent="0" algn="ctr" defTabSz="821530" fontAlgn="ctr" latinLnBrk="0">
                        <a:lnSpc>
                          <a:spcPct val="100000"/>
                        </a:lnSpc>
                        <a:spcBef>
                          <a:spcPts val="0"/>
                        </a:spcBef>
                        <a:spcAft>
                          <a:spcPts val="0"/>
                        </a:spcAft>
                        <a:buClrTx/>
                        <a:buSzTx/>
                        <a:buFontTx/>
                        <a:buNone/>
                        <a:tabLst/>
                      </a:pPr>
                      <a:r>
                        <a:rPr lang="en-US" altLang="zh-CN" sz="1600" b="0" i="0" u="none" strike="noStrike" cap="none" spc="0" baseline="0" dirty="0">
                          <a:ln>
                            <a:noFill/>
                          </a:ln>
                          <a:solidFill>
                            <a:srgbClr val="000000"/>
                          </a:solidFill>
                          <a:effectLst/>
                          <a:uFillTx/>
                          <a:latin typeface="Arial" panose="020B0604020202020204" pitchFamily="34" charset="0"/>
                          <a:ea typeface="等线" panose="02010600030101010101" pitchFamily="2" charset="-122"/>
                          <a:cs typeface="+mn-cs"/>
                          <a:sym typeface="Helvetica Neue Light"/>
                        </a:rPr>
                        <a:t>2.49</a:t>
                      </a:r>
                      <a:r>
                        <a:rPr lang="el-GR" altLang="zh-CN" sz="1600" b="0" i="0" u="none" strike="noStrike" cap="none" spc="0" baseline="0" dirty="0">
                          <a:ln>
                            <a:noFill/>
                          </a:ln>
                          <a:solidFill>
                            <a:srgbClr val="000000"/>
                          </a:solidFill>
                          <a:effectLst/>
                          <a:uFillTx/>
                          <a:latin typeface="Arial" panose="020B0604020202020204" pitchFamily="34" charset="0"/>
                          <a:ea typeface="等线" panose="02010600030101010101" pitchFamily="2" charset="-122"/>
                          <a:cs typeface="+mn-cs"/>
                          <a:sym typeface="Helvetica Neue Light"/>
                        </a:rPr>
                        <a:t>~</a:t>
                      </a:r>
                      <a:r>
                        <a:rPr lang="en-US" altLang="zh-CN" sz="1600" b="0" i="0" u="none" strike="noStrike" cap="none" spc="0" baseline="0" dirty="0">
                          <a:ln>
                            <a:noFill/>
                          </a:ln>
                          <a:solidFill>
                            <a:srgbClr val="000000"/>
                          </a:solidFill>
                          <a:effectLst/>
                          <a:uFillTx/>
                          <a:latin typeface="Arial" panose="020B0604020202020204" pitchFamily="34" charset="0"/>
                          <a:ea typeface="等线" panose="02010600030101010101" pitchFamily="2" charset="-122"/>
                          <a:cs typeface="+mn-cs"/>
                          <a:sym typeface="Helvetica Neue Light"/>
                        </a:rPr>
                        <a:t>2.93</a:t>
                      </a:r>
                    </a:p>
                  </a:txBody>
                  <a:tcPr marL="9525" marR="9525" marT="9525" marB="0" anchor="ctr"/>
                </a:tc>
                <a:tc>
                  <a:txBody>
                    <a:bodyPr/>
                    <a:lstStyle/>
                    <a:p>
                      <a:pPr algn="ctr" fontAlgn="ctr"/>
                      <a:r>
                        <a:rPr lang="en-US" altLang="zh-CN" sz="1600" b="0" i="0" u="none" strike="noStrike" dirty="0">
                          <a:solidFill>
                            <a:srgbClr val="000000"/>
                          </a:solidFill>
                          <a:effectLst/>
                          <a:latin typeface="微软雅黑" panose="020B0503020204020204" pitchFamily="34" charset="-122"/>
                          <a:ea typeface="微软雅黑" panose="020B0503020204020204" pitchFamily="34" charset="-122"/>
                        </a:rPr>
                        <a:t>55</a:t>
                      </a:r>
                      <a:r>
                        <a:rPr lang="el-GR" altLang="zh-CN" sz="1600" b="0" i="0" u="none" strike="noStrike" dirty="0">
                          <a:solidFill>
                            <a:srgbClr val="000000"/>
                          </a:solidFill>
                          <a:effectLst/>
                          <a:latin typeface="微软雅黑" panose="020B0503020204020204" pitchFamily="34" charset="-122"/>
                          <a:ea typeface="微软雅黑" panose="020B0503020204020204" pitchFamily="34" charset="-122"/>
                        </a:rPr>
                        <a:t>° Θ</a:t>
                      </a:r>
                      <a:r>
                        <a:rPr lang="en-US" altLang="zh-CN" sz="1600" b="0" i="0" u="none" strike="noStrike" dirty="0">
                          <a:solidFill>
                            <a:srgbClr val="000000"/>
                          </a:solidFill>
                          <a:effectLst/>
                          <a:latin typeface="微软雅黑" panose="020B0503020204020204" pitchFamily="34" charset="-122"/>
                          <a:ea typeface="微软雅黑" panose="020B0503020204020204" pitchFamily="34" charset="-122"/>
                        </a:rPr>
                        <a:t>YZ</a:t>
                      </a:r>
                    </a:p>
                  </a:txBody>
                  <a:tcPr marL="9525" marR="9525" marT="9525" marB="0" anchor="ctr"/>
                </a:tc>
                <a:tc>
                  <a:txBody>
                    <a:bodyPr/>
                    <a:lstStyle/>
                    <a:p>
                      <a:pPr marL="0" marR="0" lvl="0" indent="0" algn="ctr" defTabSz="821530" eaLnBrk="1" fontAlgn="ctr" latinLnBrk="0" hangingPunct="1">
                        <a:lnSpc>
                          <a:spcPct val="100000"/>
                        </a:lnSpc>
                        <a:spcBef>
                          <a:spcPts val="0"/>
                        </a:spcBef>
                        <a:spcAft>
                          <a:spcPts val="0"/>
                        </a:spcAft>
                        <a:buClrTx/>
                        <a:buSzTx/>
                        <a:buFontTx/>
                        <a:buNone/>
                        <a:tabLst/>
                        <a:defRPr/>
                      </a:pPr>
                      <a:r>
                        <a:rPr kumimoji="0" lang="en-US" altLang="zh-CN" sz="1600" b="0" i="0" u="none" strike="noStrike" kern="0" cap="none" spc="0" normalizeH="0" baseline="0" noProof="0">
                          <a:ln>
                            <a:noFill/>
                          </a:ln>
                          <a:solidFill>
                            <a:srgbClr val="000000"/>
                          </a:solidFill>
                          <a:effectLst/>
                          <a:uLnTx/>
                          <a:uFillTx/>
                          <a:latin typeface="Arial" panose="020B0604020202020204" pitchFamily="34" charset="0"/>
                          <a:ea typeface="等线" panose="02010600030101010101" pitchFamily="2" charset="-122"/>
                          <a:cs typeface="Helvetica Neue"/>
                          <a:sym typeface="Helvetica Neue Light"/>
                        </a:rPr>
                        <a:t>0.2</a:t>
                      </a:r>
                      <a:r>
                        <a:rPr kumimoji="0" lang="zh-CN" altLang="en-US" sz="1600" b="0" i="0" u="none" strike="noStrike" kern="0" cap="none" spc="0" normalizeH="0" baseline="0" noProof="0">
                          <a:ln>
                            <a:noFill/>
                          </a:ln>
                          <a:solidFill>
                            <a:srgbClr val="000000"/>
                          </a:solidFill>
                          <a:effectLst/>
                          <a:uLnTx/>
                          <a:uFillTx/>
                          <a:latin typeface="Arial" panose="020B0604020202020204" pitchFamily="34" charset="0"/>
                          <a:ea typeface="等线" panose="02010600030101010101" pitchFamily="2" charset="-122"/>
                          <a:cs typeface="Helvetica Neue"/>
                          <a:sym typeface="Helvetica Neue Light"/>
                        </a:rPr>
                        <a:t> </a:t>
                      </a:r>
                      <a:r>
                        <a:rPr kumimoji="0" lang="en-US" altLang="zh-CN" sz="1600" b="0" i="0" u="none" strike="noStrike" kern="0" cap="none" spc="0" normalizeH="0" baseline="0" noProof="0">
                          <a:ln>
                            <a:noFill/>
                          </a:ln>
                          <a:solidFill>
                            <a:srgbClr val="000000"/>
                          </a:solidFill>
                          <a:effectLst/>
                          <a:uLnTx/>
                          <a:uFillTx/>
                          <a:latin typeface="Arial" panose="020B0604020202020204" pitchFamily="34" charset="0"/>
                          <a:ea typeface="等线" panose="02010600030101010101" pitchFamily="2" charset="-122"/>
                          <a:cs typeface="Helvetica Neue"/>
                          <a:sym typeface="Helvetica Neue Light"/>
                        </a:rPr>
                        <a:t>+0.1/-0.08</a:t>
                      </a:r>
                      <a:endParaRPr kumimoji="0" lang="en-US" altLang="zh-CN" sz="1600" b="0" i="0" u="none" strike="noStrike" kern="0" cap="none" spc="0" normalizeH="0" baseline="0" noProof="0" dirty="0">
                        <a:ln>
                          <a:noFill/>
                        </a:ln>
                        <a:solidFill>
                          <a:srgbClr val="000000"/>
                        </a:solidFill>
                        <a:effectLst/>
                        <a:uLnTx/>
                        <a:uFillTx/>
                        <a:latin typeface="Arial" panose="020B0604020202020204" pitchFamily="34" charset="0"/>
                        <a:ea typeface="等线" panose="02010600030101010101" pitchFamily="2" charset="-122"/>
                        <a:cs typeface="Helvetica Neue"/>
                        <a:sym typeface="Helvetica Neue Light"/>
                      </a:endParaRPr>
                    </a:p>
                  </a:txBody>
                  <a:tcPr marL="9525" marR="9525" marT="9525" marB="0" anchor="ctr"/>
                </a:tc>
                <a:tc>
                  <a:txBody>
                    <a:bodyPr/>
                    <a:lstStyle/>
                    <a:p>
                      <a:pPr algn="ctr" fontAlgn="ctr"/>
                      <a:r>
                        <a:rPr lang="en-US" altLang="zh-CN" sz="1600" b="0" i="0" u="none" strike="noStrike">
                          <a:solidFill>
                            <a:srgbClr val="000000"/>
                          </a:solidFill>
                          <a:effectLst/>
                          <a:latin typeface="Arial" panose="020B0604020202020204" pitchFamily="34" charset="0"/>
                          <a:ea typeface="等线" panose="02010600030101010101" pitchFamily="2" charset="-122"/>
                        </a:rPr>
                        <a:t>Max 0.2</a:t>
                      </a:r>
                      <a:endParaRPr lang="en-US" altLang="zh-CN" sz="1600" b="0" i="0" u="none" strike="noStrike" dirty="0">
                        <a:solidFill>
                          <a:srgbClr val="000000"/>
                        </a:solidFill>
                        <a:effectLst/>
                        <a:latin typeface="Arial" panose="020B0604020202020204" pitchFamily="34" charset="0"/>
                        <a:ea typeface="等线" panose="02010600030101010101" pitchFamily="2" charset="-122"/>
                      </a:endParaRPr>
                    </a:p>
                  </a:txBody>
                  <a:tcPr marL="9525" marR="9525" marT="9525" marB="0" anchor="ctr"/>
                </a:tc>
                <a:tc>
                  <a:txBody>
                    <a:bodyPr/>
                    <a:lstStyle/>
                    <a:p>
                      <a:pPr algn="ctr" fontAlgn="ctr"/>
                      <a:r>
                        <a:rPr lang="en-US" sz="1600" b="0" i="0" u="none" strike="noStrike">
                          <a:solidFill>
                            <a:srgbClr val="000000"/>
                          </a:solidFill>
                          <a:effectLst/>
                          <a:latin typeface="Arial" panose="020B0604020202020204" pitchFamily="34" charset="0"/>
                          <a:ea typeface="等线" panose="02010600030101010101" pitchFamily="2" charset="-122"/>
                        </a:rPr>
                        <a:t>N35SH-100RC</a:t>
                      </a:r>
                    </a:p>
                  </a:txBody>
                  <a:tcPr marL="9525" marR="9525" marT="9525" marB="0" anchor="ctr"/>
                </a:tc>
                <a:tc>
                  <a:txBody>
                    <a:bodyPr/>
                    <a:lstStyle/>
                    <a:p>
                      <a:pPr algn="ctr" fontAlgn="ctr"/>
                      <a:r>
                        <a:rPr lang="en-US" altLang="zh-CN" sz="1600" b="0" i="0" u="none" strike="noStrike">
                          <a:solidFill>
                            <a:srgbClr val="000000"/>
                          </a:solidFill>
                          <a:effectLst/>
                          <a:latin typeface="Arial" panose="020B0604020202020204" pitchFamily="34" charset="0"/>
                          <a:ea typeface="等线" panose="02010600030101010101" pitchFamily="2" charset="-122"/>
                        </a:rPr>
                        <a:t>11.7~12.2</a:t>
                      </a:r>
                    </a:p>
                  </a:txBody>
                  <a:tcPr marL="9525" marR="9525" marT="9525" marB="0" anchor="ctr"/>
                </a:tc>
                <a:tc>
                  <a:txBody>
                    <a:bodyPr/>
                    <a:lstStyle/>
                    <a:p>
                      <a:pPr algn="ctr" fontAlgn="ctr"/>
                      <a:r>
                        <a:rPr lang="en-US" altLang="zh-CN" sz="1600" b="0" i="0" u="none" strike="noStrike">
                          <a:solidFill>
                            <a:srgbClr val="000000"/>
                          </a:solidFill>
                          <a:effectLst/>
                          <a:latin typeface="Arial" panose="020B0604020202020204" pitchFamily="34" charset="0"/>
                          <a:ea typeface="等线" panose="02010600030101010101" pitchFamily="2" charset="-122"/>
                        </a:rPr>
                        <a:t>/</a:t>
                      </a:r>
                    </a:p>
                  </a:txBody>
                  <a:tcPr marL="9525" marR="9525" marT="9525" marB="0" anchor="ctr"/>
                </a:tc>
                <a:tc>
                  <a:txBody>
                    <a:bodyPr/>
                    <a:lstStyle/>
                    <a:p>
                      <a:pPr algn="ctr" fontAlgn="ctr"/>
                      <a:r>
                        <a:rPr lang="en-US" sz="1600" b="0" i="0" u="none" strike="noStrike">
                          <a:solidFill>
                            <a:srgbClr val="000000"/>
                          </a:solidFill>
                          <a:effectLst/>
                          <a:latin typeface="Arial" panose="020B0604020202020204" pitchFamily="34" charset="0"/>
                          <a:ea typeface="等线" panose="02010600030101010101" pitchFamily="2" charset="-122"/>
                        </a:rPr>
                        <a:t>20MIN</a:t>
                      </a:r>
                    </a:p>
                  </a:txBody>
                  <a:tcPr marL="9525" marR="9525" marT="9525" marB="0" anchor="ctr"/>
                </a:tc>
                <a:tc>
                  <a:txBody>
                    <a:bodyPr/>
                    <a:lstStyle/>
                    <a:p>
                      <a:pPr algn="ctr" fontAlgn="ctr"/>
                      <a:r>
                        <a:rPr lang="en-US" altLang="zh-CN" sz="1600" b="0" i="0" u="none" strike="noStrike">
                          <a:solidFill>
                            <a:srgbClr val="000000"/>
                          </a:solidFill>
                          <a:effectLst/>
                          <a:latin typeface="Arial" panose="020B0604020202020204" pitchFamily="34" charset="0"/>
                          <a:ea typeface="等线" panose="02010600030101010101" pitchFamily="2" charset="-122"/>
                        </a:rPr>
                        <a:t>33~36</a:t>
                      </a:r>
                    </a:p>
                  </a:txBody>
                  <a:tcPr marL="9525" marR="9525" marT="9525" marB="0" anchor="ctr"/>
                </a:tc>
                <a:tc>
                  <a:txBody>
                    <a:bodyPr/>
                    <a:lstStyle/>
                    <a:p>
                      <a:pPr algn="ctr" fontAlgn="ctr"/>
                      <a:r>
                        <a:rPr lang="en-US" sz="1600" b="0" i="0" u="none" strike="noStrike">
                          <a:solidFill>
                            <a:srgbClr val="000000"/>
                          </a:solidFill>
                          <a:effectLst/>
                          <a:latin typeface="Arial" panose="020B0604020202020204" pitchFamily="34" charset="0"/>
                          <a:ea typeface="等线" panose="02010600030101010101" pitchFamily="2" charset="-122"/>
                        </a:rPr>
                        <a:t>Zinc:6-14</a:t>
                      </a:r>
                    </a:p>
                  </a:txBody>
                  <a:tcPr marL="9525" marR="9525" marT="9525" marB="0" anchor="ctr"/>
                </a:tc>
                <a:extLst>
                  <a:ext uri="{0D108BD9-81ED-4DB2-BD59-A6C34878D82A}">
                    <a16:rowId xmlns:a16="http://schemas.microsoft.com/office/drawing/2014/main" val="195705480"/>
                  </a:ext>
                </a:extLst>
              </a:tr>
              <a:tr h="406114">
                <a:tc>
                  <a:txBody>
                    <a:bodyPr/>
                    <a:lstStyle/>
                    <a:p>
                      <a:pPr algn="ctr" fontAlgn="ctr"/>
                      <a:r>
                        <a:rPr lang="en-US" altLang="zh-CN" sz="1600" u="none" strike="noStrike" dirty="0">
                          <a:effectLst/>
                          <a:latin typeface="Arial" panose="020B0604020202020204" pitchFamily="34" charset="0"/>
                          <a:cs typeface="Arial" panose="020B0604020202020204" pitchFamily="34" charset="0"/>
                        </a:rPr>
                        <a:t>4</a:t>
                      </a:r>
                      <a:endParaRPr lang="en-US" altLang="zh-CN" sz="1600" b="0" i="0" u="none" strike="noStrike" dirty="0">
                        <a:solidFill>
                          <a:srgbClr val="000000"/>
                        </a:solidFill>
                        <a:effectLst/>
                        <a:latin typeface="Arial" panose="020B0604020202020204" pitchFamily="34" charset="0"/>
                        <a:ea typeface="微软雅黑" panose="020B0503020204020204" pitchFamily="34" charset="-122"/>
                        <a:cs typeface="Arial" panose="020B0604020202020204" pitchFamily="34" charset="0"/>
                      </a:endParaRPr>
                    </a:p>
                  </a:txBody>
                  <a:tcPr marL="7022" marR="7022" marT="7022" marB="0" anchor="ctr"/>
                </a:tc>
                <a:tc>
                  <a:txBody>
                    <a:bodyPr/>
                    <a:lstStyle/>
                    <a:p>
                      <a:pPr algn="ctr" fontAlgn="ctr"/>
                      <a:r>
                        <a:rPr lang="en-US" altLang="zh-CN" sz="1600" b="0" i="0" u="none" strike="noStrike">
                          <a:solidFill>
                            <a:srgbClr val="000000"/>
                          </a:solidFill>
                          <a:effectLst/>
                          <a:latin typeface="Arial" panose="020B0604020202020204" pitchFamily="34" charset="0"/>
                          <a:ea typeface="等线" panose="02010600030101010101" pitchFamily="2" charset="-122"/>
                        </a:rPr>
                        <a:t>160-05851</a:t>
                      </a:r>
                    </a:p>
                  </a:txBody>
                  <a:tcPr marL="9525" marR="9525" marT="9525" marB="0" anchor="ctr"/>
                </a:tc>
                <a:tc>
                  <a:txBody>
                    <a:bodyPr/>
                    <a:lstStyle/>
                    <a:p>
                      <a:pPr algn="ctr" fontAlgn="ctr"/>
                      <a:r>
                        <a:rPr lang="en-US" altLang="zh-CN" sz="1600" b="0" i="0" u="none" strike="noStrike" dirty="0">
                          <a:solidFill>
                            <a:srgbClr val="000000"/>
                          </a:solidFill>
                          <a:effectLst/>
                          <a:latin typeface="Arial" panose="020B0604020202020204" pitchFamily="34" charset="0"/>
                          <a:ea typeface="等线" panose="02010600030101010101" pitchFamily="2" charset="-122"/>
                        </a:rPr>
                        <a:t>12.38</a:t>
                      </a:r>
                    </a:p>
                  </a:txBody>
                  <a:tcPr marL="9525" marR="9525" marT="9525" marB="0" anchor="ctr"/>
                </a:tc>
                <a:tc>
                  <a:txBody>
                    <a:bodyPr/>
                    <a:lstStyle/>
                    <a:p>
                      <a:pPr algn="ctr" fontAlgn="ctr"/>
                      <a:r>
                        <a:rPr lang="en-US" altLang="zh-CN" sz="1600" b="0" i="0" u="none" strike="noStrike" dirty="0">
                          <a:solidFill>
                            <a:srgbClr val="000000"/>
                          </a:solidFill>
                          <a:effectLst/>
                          <a:latin typeface="Arial" panose="020B0604020202020204" pitchFamily="34" charset="0"/>
                          <a:ea typeface="等线" panose="02010600030101010101" pitchFamily="2" charset="-122"/>
                        </a:rPr>
                        <a:t>4.55</a:t>
                      </a:r>
                    </a:p>
                  </a:txBody>
                  <a:tcPr marL="9525" marR="9525" marT="9525" marB="0" anchor="ctr"/>
                </a:tc>
                <a:tc>
                  <a:txBody>
                    <a:bodyPr/>
                    <a:lstStyle/>
                    <a:p>
                      <a:pPr algn="ctr" fontAlgn="ctr"/>
                      <a:r>
                        <a:rPr lang="en-US" altLang="zh-CN" sz="1600" b="0" i="0" u="none" strike="noStrike">
                          <a:solidFill>
                            <a:srgbClr val="000000"/>
                          </a:solidFill>
                          <a:effectLst/>
                          <a:latin typeface="Arial" panose="020B0604020202020204" pitchFamily="34" charset="0"/>
                          <a:ea typeface="等线" panose="02010600030101010101" pitchFamily="2" charset="-122"/>
                        </a:rPr>
                        <a:t>0.9</a:t>
                      </a:r>
                    </a:p>
                  </a:txBody>
                  <a:tcPr marL="9525" marR="9525" marT="9525" marB="0" anchor="ctr"/>
                </a:tc>
                <a:tc>
                  <a:txBody>
                    <a:bodyPr/>
                    <a:lstStyle/>
                    <a:p>
                      <a:pPr marL="0" marR="0" indent="0" algn="ctr" defTabSz="821530" fontAlgn="ctr" latinLnBrk="0">
                        <a:lnSpc>
                          <a:spcPct val="100000"/>
                        </a:lnSpc>
                        <a:spcBef>
                          <a:spcPts val="0"/>
                        </a:spcBef>
                        <a:spcAft>
                          <a:spcPts val="0"/>
                        </a:spcAft>
                        <a:buClrTx/>
                        <a:buSzTx/>
                        <a:buFontTx/>
                        <a:buNone/>
                        <a:tabLst/>
                      </a:pPr>
                      <a:r>
                        <a:rPr lang="en-US" altLang="zh-CN" sz="1600" b="0" i="0" u="none" strike="noStrike" cap="none" spc="0" baseline="0" dirty="0">
                          <a:ln>
                            <a:noFill/>
                          </a:ln>
                          <a:solidFill>
                            <a:srgbClr val="000000"/>
                          </a:solidFill>
                          <a:effectLst/>
                          <a:uFillTx/>
                          <a:latin typeface="Arial" panose="020B0604020202020204" pitchFamily="34" charset="0"/>
                          <a:ea typeface="等线" panose="02010600030101010101" pitchFamily="2" charset="-122"/>
                          <a:cs typeface="+mn-cs"/>
                          <a:sym typeface="Helvetica Neue Light"/>
                        </a:rPr>
                        <a:t>5.19</a:t>
                      </a:r>
                      <a:r>
                        <a:rPr lang="el-GR" altLang="zh-CN" sz="1600" b="0" i="0" u="none" strike="noStrike" cap="none" spc="0" baseline="0" dirty="0">
                          <a:ln>
                            <a:noFill/>
                          </a:ln>
                          <a:solidFill>
                            <a:srgbClr val="000000"/>
                          </a:solidFill>
                          <a:effectLst/>
                          <a:uFillTx/>
                          <a:latin typeface="Arial" panose="020B0604020202020204" pitchFamily="34" charset="0"/>
                          <a:ea typeface="等线" panose="02010600030101010101" pitchFamily="2" charset="-122"/>
                          <a:cs typeface="+mn-cs"/>
                          <a:sym typeface="Helvetica Neue Light"/>
                        </a:rPr>
                        <a:t>~</a:t>
                      </a:r>
                      <a:r>
                        <a:rPr lang="en-US" altLang="zh-CN" sz="1600" b="0" i="0" u="none" strike="noStrike" cap="none" spc="0" baseline="0" dirty="0">
                          <a:ln>
                            <a:noFill/>
                          </a:ln>
                          <a:solidFill>
                            <a:srgbClr val="000000"/>
                          </a:solidFill>
                          <a:effectLst/>
                          <a:uFillTx/>
                          <a:latin typeface="Arial" panose="020B0604020202020204" pitchFamily="34" charset="0"/>
                          <a:ea typeface="等线" panose="02010600030101010101" pitchFamily="2" charset="-122"/>
                          <a:cs typeface="+mn-cs"/>
                          <a:sym typeface="Helvetica Neue Light"/>
                        </a:rPr>
                        <a:t>6.09</a:t>
                      </a:r>
                    </a:p>
                  </a:txBody>
                  <a:tcPr marL="9525" marR="9525" marT="9525" marB="0" anchor="ctr"/>
                </a:tc>
                <a:tc>
                  <a:txBody>
                    <a:bodyPr/>
                    <a:lstStyle/>
                    <a:p>
                      <a:pPr algn="ctr" fontAlgn="ctr"/>
                      <a:r>
                        <a:rPr lang="en-US" altLang="zh-CN" sz="1600" b="0" i="0" u="none" strike="noStrike" dirty="0">
                          <a:solidFill>
                            <a:srgbClr val="000000"/>
                          </a:solidFill>
                          <a:effectLst/>
                          <a:latin typeface="微软雅黑" panose="020B0503020204020204" pitchFamily="34" charset="-122"/>
                          <a:ea typeface="微软雅黑" panose="020B0503020204020204" pitchFamily="34" charset="-122"/>
                        </a:rPr>
                        <a:t>55</a:t>
                      </a:r>
                      <a:r>
                        <a:rPr lang="el-GR" altLang="zh-CN" sz="1600" b="0" i="0" u="none" strike="noStrike" dirty="0">
                          <a:solidFill>
                            <a:srgbClr val="000000"/>
                          </a:solidFill>
                          <a:effectLst/>
                          <a:latin typeface="微软雅黑" panose="020B0503020204020204" pitchFamily="34" charset="-122"/>
                          <a:ea typeface="微软雅黑" panose="020B0503020204020204" pitchFamily="34" charset="-122"/>
                        </a:rPr>
                        <a:t>° Θ</a:t>
                      </a:r>
                      <a:r>
                        <a:rPr lang="en-US" altLang="zh-CN" sz="1600" b="0" i="0" u="none" strike="noStrike" dirty="0">
                          <a:solidFill>
                            <a:srgbClr val="000000"/>
                          </a:solidFill>
                          <a:effectLst/>
                          <a:latin typeface="微软雅黑" panose="020B0503020204020204" pitchFamily="34" charset="-122"/>
                          <a:ea typeface="微软雅黑" panose="020B0503020204020204" pitchFamily="34" charset="-122"/>
                        </a:rPr>
                        <a:t>YZ</a:t>
                      </a:r>
                    </a:p>
                  </a:txBody>
                  <a:tcPr marL="9525" marR="9525" marT="9525" marB="0" anchor="ctr"/>
                </a:tc>
                <a:tc>
                  <a:txBody>
                    <a:bodyPr/>
                    <a:lstStyle/>
                    <a:p>
                      <a:pPr marL="0" marR="0" lvl="0" indent="0" algn="ctr" defTabSz="821530" eaLnBrk="1" fontAlgn="ctr" latinLnBrk="0" hangingPunct="1">
                        <a:lnSpc>
                          <a:spcPct val="100000"/>
                        </a:lnSpc>
                        <a:spcBef>
                          <a:spcPts val="0"/>
                        </a:spcBef>
                        <a:spcAft>
                          <a:spcPts val="0"/>
                        </a:spcAft>
                        <a:buClrTx/>
                        <a:buSzTx/>
                        <a:buFontTx/>
                        <a:buNone/>
                        <a:tabLst/>
                        <a:defRPr/>
                      </a:pPr>
                      <a:r>
                        <a:rPr kumimoji="0" lang="en-US" altLang="zh-CN" sz="1600" b="0" i="0" u="none" strike="noStrike" kern="0" cap="none" spc="0" normalizeH="0" baseline="0" noProof="0" dirty="0">
                          <a:ln>
                            <a:noFill/>
                          </a:ln>
                          <a:solidFill>
                            <a:srgbClr val="000000"/>
                          </a:solidFill>
                          <a:effectLst/>
                          <a:uLnTx/>
                          <a:uFillTx/>
                          <a:latin typeface="Arial" panose="020B0604020202020204" pitchFamily="34" charset="0"/>
                          <a:ea typeface="等线" panose="02010600030101010101" pitchFamily="2" charset="-122"/>
                          <a:cs typeface="Helvetica Neue"/>
                          <a:sym typeface="Helvetica Neue Light"/>
                        </a:rPr>
                        <a:t>0.2</a:t>
                      </a:r>
                      <a:r>
                        <a:rPr kumimoji="0" lang="zh-CN" altLang="en-US" sz="1600" b="0" i="0" u="none" strike="noStrike" kern="0" cap="none" spc="0" normalizeH="0" baseline="0" noProof="0" dirty="0">
                          <a:ln>
                            <a:noFill/>
                          </a:ln>
                          <a:solidFill>
                            <a:srgbClr val="000000"/>
                          </a:solidFill>
                          <a:effectLst/>
                          <a:uLnTx/>
                          <a:uFillTx/>
                          <a:latin typeface="Arial" panose="020B0604020202020204" pitchFamily="34" charset="0"/>
                          <a:ea typeface="等线" panose="02010600030101010101" pitchFamily="2" charset="-122"/>
                          <a:cs typeface="Helvetica Neue"/>
                          <a:sym typeface="Helvetica Neue Light"/>
                        </a:rPr>
                        <a:t> </a:t>
                      </a:r>
                      <a:r>
                        <a:rPr kumimoji="0" lang="en-US" altLang="zh-CN" sz="1600" b="0" i="0" u="none" strike="noStrike" kern="0" cap="none" spc="0" normalizeH="0" baseline="0" noProof="0" dirty="0">
                          <a:ln>
                            <a:noFill/>
                          </a:ln>
                          <a:solidFill>
                            <a:srgbClr val="000000"/>
                          </a:solidFill>
                          <a:effectLst/>
                          <a:uLnTx/>
                          <a:uFillTx/>
                          <a:latin typeface="Arial" panose="020B0604020202020204" pitchFamily="34" charset="0"/>
                          <a:ea typeface="等线" panose="02010600030101010101" pitchFamily="2" charset="-122"/>
                          <a:cs typeface="Helvetica Neue"/>
                          <a:sym typeface="Helvetica Neue Light"/>
                        </a:rPr>
                        <a:t>+0.1/-0.08</a:t>
                      </a:r>
                    </a:p>
                  </a:txBody>
                  <a:tcPr marL="9525" marR="9525" marT="9525" marB="0" anchor="ctr"/>
                </a:tc>
                <a:tc>
                  <a:txBody>
                    <a:bodyPr/>
                    <a:lstStyle/>
                    <a:p>
                      <a:pPr algn="ctr" fontAlgn="ctr"/>
                      <a:r>
                        <a:rPr lang="en-US" altLang="zh-CN" sz="1600" b="0" i="0" u="none" strike="noStrike">
                          <a:solidFill>
                            <a:srgbClr val="000000"/>
                          </a:solidFill>
                          <a:effectLst/>
                          <a:latin typeface="Arial" panose="020B0604020202020204" pitchFamily="34" charset="0"/>
                          <a:ea typeface="等线" panose="02010600030101010101" pitchFamily="2" charset="-122"/>
                        </a:rPr>
                        <a:t>Max 0.2</a:t>
                      </a:r>
                      <a:endParaRPr lang="en-US" altLang="zh-CN" sz="1600" b="0" i="0" u="none" strike="noStrike" dirty="0">
                        <a:solidFill>
                          <a:srgbClr val="000000"/>
                        </a:solidFill>
                        <a:effectLst/>
                        <a:latin typeface="Arial" panose="020B0604020202020204" pitchFamily="34" charset="0"/>
                        <a:ea typeface="等线" panose="02010600030101010101" pitchFamily="2" charset="-122"/>
                      </a:endParaRPr>
                    </a:p>
                  </a:txBody>
                  <a:tcPr marL="9525" marR="9525" marT="9525" marB="0" anchor="ctr"/>
                </a:tc>
                <a:tc>
                  <a:txBody>
                    <a:bodyPr/>
                    <a:lstStyle/>
                    <a:p>
                      <a:pPr algn="ctr" fontAlgn="ctr"/>
                      <a:r>
                        <a:rPr lang="en-US" sz="1600" b="0" i="0" u="none" strike="noStrike">
                          <a:solidFill>
                            <a:srgbClr val="000000"/>
                          </a:solidFill>
                          <a:effectLst/>
                          <a:latin typeface="Arial" panose="020B0604020202020204" pitchFamily="34" charset="0"/>
                          <a:ea typeface="等线" panose="02010600030101010101" pitchFamily="2" charset="-122"/>
                        </a:rPr>
                        <a:t>N35SH-100RC</a:t>
                      </a:r>
                    </a:p>
                  </a:txBody>
                  <a:tcPr marL="9525" marR="9525" marT="9525" marB="0" anchor="ctr"/>
                </a:tc>
                <a:tc>
                  <a:txBody>
                    <a:bodyPr/>
                    <a:lstStyle/>
                    <a:p>
                      <a:pPr algn="ctr" fontAlgn="ctr"/>
                      <a:r>
                        <a:rPr lang="en-US" altLang="zh-CN" sz="1600" b="0" i="0" u="none" strike="noStrike">
                          <a:solidFill>
                            <a:srgbClr val="000000"/>
                          </a:solidFill>
                          <a:effectLst/>
                          <a:latin typeface="Arial" panose="020B0604020202020204" pitchFamily="34" charset="0"/>
                          <a:ea typeface="等线" panose="02010600030101010101" pitchFamily="2" charset="-122"/>
                        </a:rPr>
                        <a:t>11.7~12.2</a:t>
                      </a:r>
                    </a:p>
                  </a:txBody>
                  <a:tcPr marL="9525" marR="9525" marT="9525" marB="0" anchor="ctr"/>
                </a:tc>
                <a:tc>
                  <a:txBody>
                    <a:bodyPr/>
                    <a:lstStyle/>
                    <a:p>
                      <a:pPr algn="ctr" fontAlgn="ctr"/>
                      <a:r>
                        <a:rPr lang="en-US" altLang="zh-CN" sz="1600" b="0" i="0" u="none" strike="noStrike">
                          <a:solidFill>
                            <a:srgbClr val="000000"/>
                          </a:solidFill>
                          <a:effectLst/>
                          <a:latin typeface="Arial" panose="020B0604020202020204" pitchFamily="34" charset="0"/>
                          <a:ea typeface="等线" panose="02010600030101010101" pitchFamily="2" charset="-122"/>
                        </a:rPr>
                        <a:t>/</a:t>
                      </a:r>
                    </a:p>
                  </a:txBody>
                  <a:tcPr marL="9525" marR="9525" marT="9525" marB="0" anchor="ctr"/>
                </a:tc>
                <a:tc>
                  <a:txBody>
                    <a:bodyPr/>
                    <a:lstStyle/>
                    <a:p>
                      <a:pPr algn="ctr" fontAlgn="ctr"/>
                      <a:r>
                        <a:rPr lang="en-US" sz="1600" b="0" i="0" u="none" strike="noStrike">
                          <a:solidFill>
                            <a:srgbClr val="000000"/>
                          </a:solidFill>
                          <a:effectLst/>
                          <a:latin typeface="Arial" panose="020B0604020202020204" pitchFamily="34" charset="0"/>
                          <a:ea typeface="等线" panose="02010600030101010101" pitchFamily="2" charset="-122"/>
                        </a:rPr>
                        <a:t>20MIN</a:t>
                      </a:r>
                    </a:p>
                  </a:txBody>
                  <a:tcPr marL="9525" marR="9525" marT="9525" marB="0" anchor="ctr"/>
                </a:tc>
                <a:tc>
                  <a:txBody>
                    <a:bodyPr/>
                    <a:lstStyle/>
                    <a:p>
                      <a:pPr algn="ctr" fontAlgn="ctr"/>
                      <a:r>
                        <a:rPr lang="en-US" altLang="zh-CN" sz="1600" b="0" i="0" u="none" strike="noStrike">
                          <a:solidFill>
                            <a:srgbClr val="000000"/>
                          </a:solidFill>
                          <a:effectLst/>
                          <a:latin typeface="Arial" panose="020B0604020202020204" pitchFamily="34" charset="0"/>
                          <a:ea typeface="等线" panose="02010600030101010101" pitchFamily="2" charset="-122"/>
                        </a:rPr>
                        <a:t>33~36</a:t>
                      </a:r>
                    </a:p>
                  </a:txBody>
                  <a:tcPr marL="9525" marR="9525" marT="9525" marB="0" anchor="ctr"/>
                </a:tc>
                <a:tc>
                  <a:txBody>
                    <a:bodyPr/>
                    <a:lstStyle/>
                    <a:p>
                      <a:pPr algn="ctr" fontAlgn="ctr"/>
                      <a:r>
                        <a:rPr lang="en-US" sz="1600" b="0" i="0" u="none" strike="noStrike">
                          <a:solidFill>
                            <a:srgbClr val="000000"/>
                          </a:solidFill>
                          <a:effectLst/>
                          <a:latin typeface="Arial" panose="020B0604020202020204" pitchFamily="34" charset="0"/>
                          <a:ea typeface="等线" panose="02010600030101010101" pitchFamily="2" charset="-122"/>
                        </a:rPr>
                        <a:t>Zinc:6-14</a:t>
                      </a:r>
                    </a:p>
                  </a:txBody>
                  <a:tcPr marL="9525" marR="9525" marT="9525" marB="0" anchor="ctr"/>
                </a:tc>
                <a:extLst>
                  <a:ext uri="{0D108BD9-81ED-4DB2-BD59-A6C34878D82A}">
                    <a16:rowId xmlns:a16="http://schemas.microsoft.com/office/drawing/2014/main" val="1071022314"/>
                  </a:ext>
                </a:extLst>
              </a:tr>
              <a:tr h="406114">
                <a:tc>
                  <a:txBody>
                    <a:bodyPr/>
                    <a:lstStyle/>
                    <a:p>
                      <a:pPr algn="ctr" fontAlgn="ctr"/>
                      <a:r>
                        <a:rPr lang="en-US" altLang="zh-CN" sz="1600" u="none" strike="noStrike" dirty="0">
                          <a:effectLst/>
                          <a:latin typeface="Arial" panose="020B0604020202020204" pitchFamily="34" charset="0"/>
                          <a:cs typeface="Arial" panose="020B0604020202020204" pitchFamily="34" charset="0"/>
                        </a:rPr>
                        <a:t>5</a:t>
                      </a:r>
                      <a:endParaRPr lang="en-US" altLang="zh-CN" sz="1600" b="0" i="0" u="none" strike="noStrike" dirty="0">
                        <a:solidFill>
                          <a:srgbClr val="000000"/>
                        </a:solidFill>
                        <a:effectLst/>
                        <a:latin typeface="Arial" panose="020B0604020202020204" pitchFamily="34" charset="0"/>
                        <a:ea typeface="微软雅黑" panose="020B0503020204020204" pitchFamily="34" charset="-122"/>
                        <a:cs typeface="Arial" panose="020B0604020202020204" pitchFamily="34" charset="0"/>
                      </a:endParaRPr>
                    </a:p>
                  </a:txBody>
                  <a:tcPr marL="7022" marR="7022" marT="7022" marB="0" anchor="ctr"/>
                </a:tc>
                <a:tc>
                  <a:txBody>
                    <a:bodyPr/>
                    <a:lstStyle/>
                    <a:p>
                      <a:pPr algn="ctr" fontAlgn="ctr"/>
                      <a:r>
                        <a:rPr lang="en-US" altLang="zh-CN" sz="1600" b="0" i="0" u="none" strike="noStrike">
                          <a:solidFill>
                            <a:srgbClr val="000000"/>
                          </a:solidFill>
                          <a:effectLst/>
                          <a:latin typeface="Arial" panose="020B0604020202020204" pitchFamily="34" charset="0"/>
                          <a:ea typeface="等线" panose="02010600030101010101" pitchFamily="2" charset="-122"/>
                        </a:rPr>
                        <a:t>160-05844</a:t>
                      </a:r>
                    </a:p>
                  </a:txBody>
                  <a:tcPr marL="9525" marR="9525" marT="9525" marB="0" anchor="ctr"/>
                </a:tc>
                <a:tc>
                  <a:txBody>
                    <a:bodyPr/>
                    <a:lstStyle/>
                    <a:p>
                      <a:pPr algn="ctr" fontAlgn="ctr"/>
                      <a:r>
                        <a:rPr lang="en-US" altLang="zh-CN" sz="1600" b="0" i="0" u="none" strike="noStrike" dirty="0">
                          <a:solidFill>
                            <a:srgbClr val="000000"/>
                          </a:solidFill>
                          <a:effectLst/>
                          <a:latin typeface="Arial" panose="020B0604020202020204" pitchFamily="34" charset="0"/>
                          <a:ea typeface="等线" panose="02010600030101010101" pitchFamily="2" charset="-122"/>
                        </a:rPr>
                        <a:t>5.18</a:t>
                      </a:r>
                    </a:p>
                  </a:txBody>
                  <a:tcPr marL="9525" marR="9525" marT="9525" marB="0" anchor="ctr"/>
                </a:tc>
                <a:tc>
                  <a:txBody>
                    <a:bodyPr/>
                    <a:lstStyle/>
                    <a:p>
                      <a:pPr algn="ctr" fontAlgn="ctr"/>
                      <a:r>
                        <a:rPr lang="en-US" altLang="zh-CN" sz="1600" b="0" i="0" u="none" strike="noStrike" dirty="0">
                          <a:solidFill>
                            <a:srgbClr val="000000"/>
                          </a:solidFill>
                          <a:effectLst/>
                          <a:latin typeface="Arial" panose="020B0604020202020204" pitchFamily="34" charset="0"/>
                          <a:ea typeface="等线" panose="02010600030101010101" pitchFamily="2" charset="-122"/>
                        </a:rPr>
                        <a:t>5.8</a:t>
                      </a:r>
                    </a:p>
                  </a:txBody>
                  <a:tcPr marL="9525" marR="9525" marT="9525" marB="0" anchor="ctr"/>
                </a:tc>
                <a:tc>
                  <a:txBody>
                    <a:bodyPr/>
                    <a:lstStyle/>
                    <a:p>
                      <a:pPr algn="ctr" fontAlgn="ctr"/>
                      <a:r>
                        <a:rPr lang="en-US" altLang="zh-CN" sz="1600" b="0" i="0" u="none" strike="noStrike" dirty="0">
                          <a:solidFill>
                            <a:srgbClr val="000000"/>
                          </a:solidFill>
                          <a:effectLst/>
                          <a:latin typeface="Arial" panose="020B0604020202020204" pitchFamily="34" charset="0"/>
                          <a:ea typeface="等线" panose="02010600030101010101" pitchFamily="2" charset="-122"/>
                        </a:rPr>
                        <a:t>0.9</a:t>
                      </a:r>
                    </a:p>
                  </a:txBody>
                  <a:tcPr marL="9525" marR="9525" marT="9525" marB="0" anchor="ctr"/>
                </a:tc>
                <a:tc>
                  <a:txBody>
                    <a:bodyPr/>
                    <a:lstStyle/>
                    <a:p>
                      <a:pPr marL="0" marR="0" indent="0" algn="ctr" defTabSz="821530" eaLnBrk="1" fontAlgn="ctr" latinLnBrk="0" hangingPunct="1">
                        <a:lnSpc>
                          <a:spcPct val="100000"/>
                        </a:lnSpc>
                        <a:spcBef>
                          <a:spcPts val="0"/>
                        </a:spcBef>
                        <a:spcAft>
                          <a:spcPts val="0"/>
                        </a:spcAft>
                        <a:buClrTx/>
                        <a:buSzTx/>
                        <a:buFontTx/>
                        <a:buNone/>
                        <a:tabLst/>
                        <a:defRPr/>
                      </a:pPr>
                      <a:r>
                        <a:rPr lang="en-US" altLang="zh-CN" sz="1600" b="0" i="0" u="none" strike="noStrike" cap="none" spc="0" baseline="0" dirty="0">
                          <a:ln>
                            <a:noFill/>
                          </a:ln>
                          <a:solidFill>
                            <a:srgbClr val="000000"/>
                          </a:solidFill>
                          <a:effectLst/>
                          <a:uFillTx/>
                          <a:latin typeface="Arial" panose="020B0604020202020204" pitchFamily="34" charset="0"/>
                          <a:ea typeface="等线" panose="02010600030101010101" pitchFamily="2" charset="-122"/>
                          <a:cs typeface="+mn-cs"/>
                          <a:sym typeface="Helvetica Neue Light"/>
                        </a:rPr>
                        <a:t>3.02</a:t>
                      </a:r>
                      <a:r>
                        <a:rPr lang="el-GR" altLang="zh-CN" sz="1600" b="0" i="0" u="none" strike="noStrike" cap="none" spc="0" baseline="0" dirty="0">
                          <a:ln>
                            <a:noFill/>
                          </a:ln>
                          <a:solidFill>
                            <a:srgbClr val="000000"/>
                          </a:solidFill>
                          <a:effectLst/>
                          <a:uFillTx/>
                          <a:latin typeface="Arial" panose="020B0604020202020204" pitchFamily="34" charset="0"/>
                          <a:ea typeface="等线" panose="02010600030101010101" pitchFamily="2" charset="-122"/>
                          <a:cs typeface="+mn-cs"/>
                          <a:sym typeface="Helvetica Neue Light"/>
                        </a:rPr>
                        <a:t>~</a:t>
                      </a:r>
                      <a:r>
                        <a:rPr lang="en-US" altLang="zh-CN" sz="1600" b="0" i="0" u="none" strike="noStrike" cap="none" spc="0" baseline="0" dirty="0">
                          <a:ln>
                            <a:noFill/>
                          </a:ln>
                          <a:solidFill>
                            <a:srgbClr val="000000"/>
                          </a:solidFill>
                          <a:effectLst/>
                          <a:uFillTx/>
                          <a:latin typeface="Arial" panose="020B0604020202020204" pitchFamily="34" charset="0"/>
                          <a:ea typeface="等线" panose="02010600030101010101" pitchFamily="2" charset="-122"/>
                          <a:cs typeface="+mn-cs"/>
                          <a:sym typeface="Helvetica Neue Light"/>
                        </a:rPr>
                        <a:t>3.54</a:t>
                      </a:r>
                    </a:p>
                  </a:txBody>
                  <a:tcPr marL="9525" marR="9525" marT="9525" marB="0" anchor="ctr"/>
                </a:tc>
                <a:tc>
                  <a:txBody>
                    <a:bodyPr/>
                    <a:lstStyle/>
                    <a:p>
                      <a:pPr algn="ctr" fontAlgn="ctr"/>
                      <a:r>
                        <a:rPr lang="en-US" altLang="zh-CN" sz="1600" b="0" i="0" u="none" strike="noStrike">
                          <a:solidFill>
                            <a:srgbClr val="000000"/>
                          </a:solidFill>
                          <a:effectLst/>
                          <a:latin typeface="微软雅黑" panose="020B0503020204020204" pitchFamily="34" charset="-122"/>
                          <a:ea typeface="微软雅黑" panose="020B0503020204020204" pitchFamily="34" charset="-122"/>
                        </a:rPr>
                        <a:t>55</a:t>
                      </a:r>
                      <a:r>
                        <a:rPr lang="el-GR" altLang="zh-CN" sz="1600" b="0" i="0" u="none" strike="noStrike">
                          <a:solidFill>
                            <a:srgbClr val="000000"/>
                          </a:solidFill>
                          <a:effectLst/>
                          <a:latin typeface="微软雅黑" panose="020B0503020204020204" pitchFamily="34" charset="-122"/>
                          <a:ea typeface="微软雅黑" panose="020B0503020204020204" pitchFamily="34" charset="-122"/>
                        </a:rPr>
                        <a:t>° Θ</a:t>
                      </a:r>
                      <a:r>
                        <a:rPr lang="en-US" altLang="zh-CN" sz="1600" b="0" i="0" u="none" strike="noStrike">
                          <a:solidFill>
                            <a:srgbClr val="000000"/>
                          </a:solidFill>
                          <a:effectLst/>
                          <a:latin typeface="微软雅黑" panose="020B0503020204020204" pitchFamily="34" charset="-122"/>
                          <a:ea typeface="微软雅黑" panose="020B0503020204020204" pitchFamily="34" charset="-122"/>
                        </a:rPr>
                        <a:t>YZ</a:t>
                      </a:r>
                      <a:endParaRPr lang="en-US" altLang="zh-CN" sz="1600" b="0" i="0" u="none" strike="noStrike" dirty="0">
                        <a:solidFill>
                          <a:srgbClr val="000000"/>
                        </a:solidFill>
                        <a:effectLst/>
                        <a:latin typeface="微软雅黑" panose="020B0503020204020204" pitchFamily="34" charset="-122"/>
                        <a:ea typeface="微软雅黑" panose="020B0503020204020204" pitchFamily="34" charset="-122"/>
                      </a:endParaRPr>
                    </a:p>
                  </a:txBody>
                  <a:tcPr marL="9525" marR="9525" marT="9525" marB="0" anchor="ctr"/>
                </a:tc>
                <a:tc>
                  <a:txBody>
                    <a:bodyPr/>
                    <a:lstStyle/>
                    <a:p>
                      <a:pPr marL="0" marR="0" lvl="0" indent="0" algn="ctr" defTabSz="821530" eaLnBrk="1" fontAlgn="ctr" latinLnBrk="0" hangingPunct="1">
                        <a:lnSpc>
                          <a:spcPct val="100000"/>
                        </a:lnSpc>
                        <a:spcBef>
                          <a:spcPts val="0"/>
                        </a:spcBef>
                        <a:spcAft>
                          <a:spcPts val="0"/>
                        </a:spcAft>
                        <a:buClrTx/>
                        <a:buSzTx/>
                        <a:buFontTx/>
                        <a:buNone/>
                        <a:tabLst/>
                        <a:defRPr/>
                      </a:pPr>
                      <a:r>
                        <a:rPr kumimoji="0" lang="en-US" altLang="zh-CN" sz="1600" b="0" i="0" u="none" strike="noStrike" kern="0" cap="none" spc="0" normalizeH="0" baseline="0" noProof="0">
                          <a:ln>
                            <a:noFill/>
                          </a:ln>
                          <a:solidFill>
                            <a:srgbClr val="000000"/>
                          </a:solidFill>
                          <a:effectLst/>
                          <a:uLnTx/>
                          <a:uFillTx/>
                          <a:latin typeface="Arial" panose="020B0604020202020204" pitchFamily="34" charset="0"/>
                          <a:ea typeface="等线" panose="02010600030101010101" pitchFamily="2" charset="-122"/>
                          <a:cs typeface="Helvetica Neue"/>
                          <a:sym typeface="Helvetica Neue Light"/>
                        </a:rPr>
                        <a:t>0.2</a:t>
                      </a:r>
                      <a:r>
                        <a:rPr kumimoji="0" lang="zh-CN" altLang="en-US" sz="1600" b="0" i="0" u="none" strike="noStrike" kern="0" cap="none" spc="0" normalizeH="0" baseline="0" noProof="0">
                          <a:ln>
                            <a:noFill/>
                          </a:ln>
                          <a:solidFill>
                            <a:srgbClr val="000000"/>
                          </a:solidFill>
                          <a:effectLst/>
                          <a:uLnTx/>
                          <a:uFillTx/>
                          <a:latin typeface="Arial" panose="020B0604020202020204" pitchFamily="34" charset="0"/>
                          <a:ea typeface="等线" panose="02010600030101010101" pitchFamily="2" charset="-122"/>
                          <a:cs typeface="Helvetica Neue"/>
                          <a:sym typeface="Helvetica Neue Light"/>
                        </a:rPr>
                        <a:t> </a:t>
                      </a:r>
                      <a:r>
                        <a:rPr kumimoji="0" lang="en-US" altLang="zh-CN" sz="1600" b="0" i="0" u="none" strike="noStrike" kern="0" cap="none" spc="0" normalizeH="0" baseline="0" noProof="0">
                          <a:ln>
                            <a:noFill/>
                          </a:ln>
                          <a:solidFill>
                            <a:srgbClr val="000000"/>
                          </a:solidFill>
                          <a:effectLst/>
                          <a:uLnTx/>
                          <a:uFillTx/>
                          <a:latin typeface="Arial" panose="020B0604020202020204" pitchFamily="34" charset="0"/>
                          <a:ea typeface="等线" panose="02010600030101010101" pitchFamily="2" charset="-122"/>
                          <a:cs typeface="Helvetica Neue"/>
                          <a:sym typeface="Helvetica Neue Light"/>
                        </a:rPr>
                        <a:t>+0.1/-0.08</a:t>
                      </a:r>
                      <a:endParaRPr kumimoji="0" lang="en-US" altLang="zh-CN" sz="1600" b="0" i="0" u="none" strike="noStrike" kern="0" cap="none" spc="0" normalizeH="0" baseline="0" noProof="0" dirty="0">
                        <a:ln>
                          <a:noFill/>
                        </a:ln>
                        <a:solidFill>
                          <a:srgbClr val="000000"/>
                        </a:solidFill>
                        <a:effectLst/>
                        <a:uLnTx/>
                        <a:uFillTx/>
                        <a:latin typeface="Arial" panose="020B0604020202020204" pitchFamily="34" charset="0"/>
                        <a:ea typeface="等线" panose="02010600030101010101" pitchFamily="2" charset="-122"/>
                        <a:cs typeface="Helvetica Neue"/>
                        <a:sym typeface="Helvetica Neue Light"/>
                      </a:endParaRPr>
                    </a:p>
                  </a:txBody>
                  <a:tcPr marL="9525" marR="9525" marT="9525" marB="0" anchor="ctr"/>
                </a:tc>
                <a:tc>
                  <a:txBody>
                    <a:bodyPr/>
                    <a:lstStyle/>
                    <a:p>
                      <a:pPr algn="ctr" fontAlgn="ctr"/>
                      <a:r>
                        <a:rPr lang="en-US" altLang="zh-CN" sz="1600" b="0" i="0" u="none" strike="noStrike">
                          <a:solidFill>
                            <a:srgbClr val="000000"/>
                          </a:solidFill>
                          <a:effectLst/>
                          <a:latin typeface="Arial" panose="020B0604020202020204" pitchFamily="34" charset="0"/>
                          <a:ea typeface="等线" panose="02010600030101010101" pitchFamily="2" charset="-122"/>
                        </a:rPr>
                        <a:t>Max 0.2</a:t>
                      </a:r>
                      <a:endParaRPr lang="en-US" altLang="zh-CN" sz="1600" b="0" i="0" u="none" strike="noStrike" dirty="0">
                        <a:solidFill>
                          <a:srgbClr val="000000"/>
                        </a:solidFill>
                        <a:effectLst/>
                        <a:latin typeface="Arial" panose="020B0604020202020204" pitchFamily="34" charset="0"/>
                        <a:ea typeface="等线" panose="02010600030101010101" pitchFamily="2" charset="-122"/>
                      </a:endParaRPr>
                    </a:p>
                  </a:txBody>
                  <a:tcPr marL="9525" marR="9525" marT="9525" marB="0" anchor="ctr"/>
                </a:tc>
                <a:tc>
                  <a:txBody>
                    <a:bodyPr/>
                    <a:lstStyle/>
                    <a:p>
                      <a:pPr algn="ctr" fontAlgn="ctr"/>
                      <a:r>
                        <a:rPr lang="en-US" sz="1600" b="0" i="0" u="none" strike="noStrike">
                          <a:solidFill>
                            <a:srgbClr val="000000"/>
                          </a:solidFill>
                          <a:effectLst/>
                          <a:latin typeface="Arial" panose="020B0604020202020204" pitchFamily="34" charset="0"/>
                          <a:ea typeface="等线" panose="02010600030101010101" pitchFamily="2" charset="-122"/>
                        </a:rPr>
                        <a:t>N42SH-100RC</a:t>
                      </a:r>
                    </a:p>
                  </a:txBody>
                  <a:tcPr marL="9525" marR="9525" marT="9525" marB="0" anchor="ctr"/>
                </a:tc>
                <a:tc>
                  <a:txBody>
                    <a:bodyPr/>
                    <a:lstStyle/>
                    <a:p>
                      <a:pPr algn="ctr" fontAlgn="ctr"/>
                      <a:r>
                        <a:rPr lang="en-US" altLang="zh-CN" sz="1600" b="0" i="0" u="none" strike="noStrike">
                          <a:solidFill>
                            <a:srgbClr val="000000"/>
                          </a:solidFill>
                          <a:effectLst/>
                          <a:latin typeface="Arial" panose="020B0604020202020204" pitchFamily="34" charset="0"/>
                          <a:ea typeface="等线" panose="02010600030101010101" pitchFamily="2" charset="-122"/>
                        </a:rPr>
                        <a:t>12.8~13.2</a:t>
                      </a:r>
                    </a:p>
                  </a:txBody>
                  <a:tcPr marL="9525" marR="9525" marT="9525" marB="0" anchor="ctr"/>
                </a:tc>
                <a:tc>
                  <a:txBody>
                    <a:bodyPr/>
                    <a:lstStyle/>
                    <a:p>
                      <a:pPr algn="ctr" fontAlgn="ctr"/>
                      <a:r>
                        <a:rPr lang="en-US" altLang="zh-CN" sz="1600" b="0" i="0" u="none" strike="noStrike">
                          <a:solidFill>
                            <a:srgbClr val="000000"/>
                          </a:solidFill>
                          <a:effectLst/>
                          <a:latin typeface="Arial" panose="020B0604020202020204" pitchFamily="34" charset="0"/>
                          <a:ea typeface="等线" panose="02010600030101010101" pitchFamily="2" charset="-122"/>
                        </a:rPr>
                        <a:t>/</a:t>
                      </a:r>
                    </a:p>
                  </a:txBody>
                  <a:tcPr marL="9525" marR="9525" marT="9525" marB="0" anchor="ctr"/>
                </a:tc>
                <a:tc>
                  <a:txBody>
                    <a:bodyPr/>
                    <a:lstStyle/>
                    <a:p>
                      <a:pPr algn="ctr" fontAlgn="ctr"/>
                      <a:r>
                        <a:rPr lang="en-US" sz="1600" b="0" i="0" u="none" strike="noStrike">
                          <a:solidFill>
                            <a:srgbClr val="000000"/>
                          </a:solidFill>
                          <a:effectLst/>
                          <a:latin typeface="Arial" panose="020B0604020202020204" pitchFamily="34" charset="0"/>
                          <a:ea typeface="等线" panose="02010600030101010101" pitchFamily="2" charset="-122"/>
                        </a:rPr>
                        <a:t>20MIN</a:t>
                      </a:r>
                    </a:p>
                  </a:txBody>
                  <a:tcPr marL="9525" marR="9525" marT="9525" marB="0" anchor="ctr"/>
                </a:tc>
                <a:tc>
                  <a:txBody>
                    <a:bodyPr/>
                    <a:lstStyle/>
                    <a:p>
                      <a:pPr algn="ctr" fontAlgn="ctr"/>
                      <a:r>
                        <a:rPr lang="en-US" altLang="zh-CN" sz="1600" b="0" i="0" u="none" strike="noStrike">
                          <a:solidFill>
                            <a:srgbClr val="000000"/>
                          </a:solidFill>
                          <a:effectLst/>
                          <a:latin typeface="Arial" panose="020B0604020202020204" pitchFamily="34" charset="0"/>
                          <a:ea typeface="等线" panose="02010600030101010101" pitchFamily="2" charset="-122"/>
                        </a:rPr>
                        <a:t>40~43</a:t>
                      </a:r>
                    </a:p>
                  </a:txBody>
                  <a:tcPr marL="9525" marR="9525" marT="9525" marB="0" anchor="ctr"/>
                </a:tc>
                <a:tc>
                  <a:txBody>
                    <a:bodyPr/>
                    <a:lstStyle/>
                    <a:p>
                      <a:pPr algn="ctr" fontAlgn="ctr"/>
                      <a:r>
                        <a:rPr lang="en-US" sz="1600" b="0" i="0" u="none" strike="noStrike">
                          <a:solidFill>
                            <a:srgbClr val="000000"/>
                          </a:solidFill>
                          <a:effectLst/>
                          <a:latin typeface="Arial" panose="020B0604020202020204" pitchFamily="34" charset="0"/>
                          <a:ea typeface="等线" panose="02010600030101010101" pitchFamily="2" charset="-122"/>
                        </a:rPr>
                        <a:t>Zinc:6-14</a:t>
                      </a:r>
                    </a:p>
                  </a:txBody>
                  <a:tcPr marL="9525" marR="9525" marT="9525" marB="0" anchor="ctr"/>
                </a:tc>
                <a:extLst>
                  <a:ext uri="{0D108BD9-81ED-4DB2-BD59-A6C34878D82A}">
                    <a16:rowId xmlns:a16="http://schemas.microsoft.com/office/drawing/2014/main" val="3760501911"/>
                  </a:ext>
                </a:extLst>
              </a:tr>
              <a:tr h="406114">
                <a:tc>
                  <a:txBody>
                    <a:bodyPr/>
                    <a:lstStyle/>
                    <a:p>
                      <a:pPr algn="ctr" fontAlgn="ctr"/>
                      <a:r>
                        <a:rPr lang="en-US" altLang="zh-CN" sz="1600" u="none" strike="noStrike">
                          <a:effectLst/>
                          <a:latin typeface="Arial" panose="020B0604020202020204" pitchFamily="34" charset="0"/>
                          <a:cs typeface="Arial" panose="020B0604020202020204" pitchFamily="34" charset="0"/>
                        </a:rPr>
                        <a:t>6</a:t>
                      </a:r>
                      <a:endParaRPr lang="en-US" altLang="zh-CN" sz="1600" b="0" i="0" u="none" strike="noStrike">
                        <a:solidFill>
                          <a:srgbClr val="000000"/>
                        </a:solidFill>
                        <a:effectLst/>
                        <a:latin typeface="Arial" panose="020B0604020202020204" pitchFamily="34" charset="0"/>
                        <a:ea typeface="微软雅黑" panose="020B0503020204020204" pitchFamily="34" charset="-122"/>
                        <a:cs typeface="Arial" panose="020B0604020202020204" pitchFamily="34" charset="0"/>
                      </a:endParaRPr>
                    </a:p>
                  </a:txBody>
                  <a:tcPr marL="7022" marR="7022" marT="7022" marB="0" anchor="ctr"/>
                </a:tc>
                <a:tc>
                  <a:txBody>
                    <a:bodyPr/>
                    <a:lstStyle/>
                    <a:p>
                      <a:pPr algn="ctr" fontAlgn="ctr"/>
                      <a:r>
                        <a:rPr lang="en-US" altLang="zh-CN" sz="1600" b="0" i="0" u="none" strike="noStrike">
                          <a:solidFill>
                            <a:srgbClr val="000000"/>
                          </a:solidFill>
                          <a:effectLst/>
                          <a:latin typeface="Arial" panose="020B0604020202020204" pitchFamily="34" charset="0"/>
                          <a:ea typeface="等线" panose="02010600030101010101" pitchFamily="2" charset="-122"/>
                        </a:rPr>
                        <a:t>160-05852</a:t>
                      </a:r>
                    </a:p>
                  </a:txBody>
                  <a:tcPr marL="9525" marR="9525" marT="9525" marB="0" anchor="ctr"/>
                </a:tc>
                <a:tc>
                  <a:txBody>
                    <a:bodyPr/>
                    <a:lstStyle/>
                    <a:p>
                      <a:pPr algn="ctr" fontAlgn="ctr"/>
                      <a:r>
                        <a:rPr lang="en-US" altLang="zh-CN" sz="1600" b="0" i="0" u="none" strike="noStrike" dirty="0">
                          <a:solidFill>
                            <a:srgbClr val="000000"/>
                          </a:solidFill>
                          <a:effectLst/>
                          <a:latin typeface="Arial" panose="020B0604020202020204" pitchFamily="34" charset="0"/>
                          <a:ea typeface="等线" panose="02010600030101010101" pitchFamily="2" charset="-122"/>
                        </a:rPr>
                        <a:t>4.7</a:t>
                      </a:r>
                    </a:p>
                  </a:txBody>
                  <a:tcPr marL="9525" marR="9525" marT="9525" marB="0" anchor="ctr"/>
                </a:tc>
                <a:tc>
                  <a:txBody>
                    <a:bodyPr/>
                    <a:lstStyle/>
                    <a:p>
                      <a:pPr algn="ctr" fontAlgn="ctr"/>
                      <a:r>
                        <a:rPr lang="en-US" altLang="zh-CN" sz="1600" b="0" i="0" u="none" strike="noStrike" dirty="0">
                          <a:solidFill>
                            <a:srgbClr val="000000"/>
                          </a:solidFill>
                          <a:effectLst/>
                          <a:latin typeface="Arial" panose="020B0604020202020204" pitchFamily="34" charset="0"/>
                          <a:ea typeface="等线" panose="02010600030101010101" pitchFamily="2" charset="-122"/>
                        </a:rPr>
                        <a:t>5.8</a:t>
                      </a:r>
                    </a:p>
                  </a:txBody>
                  <a:tcPr marL="9525" marR="9525" marT="9525" marB="0" anchor="ctr"/>
                </a:tc>
                <a:tc>
                  <a:txBody>
                    <a:bodyPr/>
                    <a:lstStyle/>
                    <a:p>
                      <a:pPr algn="ctr" fontAlgn="ctr"/>
                      <a:r>
                        <a:rPr lang="en-US" altLang="zh-CN" sz="1600" b="0" i="0" u="none" strike="noStrike" dirty="0">
                          <a:solidFill>
                            <a:srgbClr val="000000"/>
                          </a:solidFill>
                          <a:effectLst/>
                          <a:latin typeface="Arial" panose="020B0604020202020204" pitchFamily="34" charset="0"/>
                          <a:ea typeface="等线" panose="02010600030101010101" pitchFamily="2" charset="-122"/>
                        </a:rPr>
                        <a:t>0.9</a:t>
                      </a:r>
                    </a:p>
                  </a:txBody>
                  <a:tcPr marL="9525" marR="9525" marT="9525" marB="0" anchor="ctr"/>
                </a:tc>
                <a:tc>
                  <a:txBody>
                    <a:bodyPr/>
                    <a:lstStyle/>
                    <a:p>
                      <a:pPr marL="0" marR="0" indent="0" algn="ctr" defTabSz="821530" eaLnBrk="1" fontAlgn="ctr" latinLnBrk="0" hangingPunct="1">
                        <a:lnSpc>
                          <a:spcPct val="100000"/>
                        </a:lnSpc>
                        <a:spcBef>
                          <a:spcPts val="0"/>
                        </a:spcBef>
                        <a:spcAft>
                          <a:spcPts val="0"/>
                        </a:spcAft>
                        <a:buClrTx/>
                        <a:buSzTx/>
                        <a:buFontTx/>
                        <a:buNone/>
                        <a:tabLst/>
                        <a:defRPr/>
                      </a:pPr>
                      <a:r>
                        <a:rPr lang="en-US" altLang="zh-CN" sz="1600" b="0" i="0" u="none" strike="noStrike" cap="none" spc="0" baseline="0" dirty="0">
                          <a:ln>
                            <a:noFill/>
                          </a:ln>
                          <a:solidFill>
                            <a:srgbClr val="000000"/>
                          </a:solidFill>
                          <a:effectLst/>
                          <a:uFillTx/>
                          <a:latin typeface="Arial" panose="020B0604020202020204" pitchFamily="34" charset="0"/>
                          <a:ea typeface="等线" panose="02010600030101010101" pitchFamily="2" charset="-122"/>
                          <a:cs typeface="+mn-cs"/>
                          <a:sym typeface="Helvetica Neue Light"/>
                        </a:rPr>
                        <a:t>2.73</a:t>
                      </a:r>
                      <a:r>
                        <a:rPr lang="el-GR" altLang="zh-CN" sz="1600" b="0" i="0" u="none" strike="noStrike" cap="none" spc="0" baseline="0" dirty="0">
                          <a:ln>
                            <a:noFill/>
                          </a:ln>
                          <a:solidFill>
                            <a:srgbClr val="000000"/>
                          </a:solidFill>
                          <a:effectLst/>
                          <a:uFillTx/>
                          <a:latin typeface="Arial" panose="020B0604020202020204" pitchFamily="34" charset="0"/>
                          <a:ea typeface="等线" panose="02010600030101010101" pitchFamily="2" charset="-122"/>
                          <a:cs typeface="+mn-cs"/>
                          <a:sym typeface="Helvetica Neue Light"/>
                        </a:rPr>
                        <a:t>~</a:t>
                      </a:r>
                      <a:r>
                        <a:rPr lang="en-US" altLang="zh-CN" sz="1600" b="0" i="0" u="none" strike="noStrike" cap="none" spc="0" baseline="0" dirty="0">
                          <a:ln>
                            <a:noFill/>
                          </a:ln>
                          <a:solidFill>
                            <a:srgbClr val="000000"/>
                          </a:solidFill>
                          <a:effectLst/>
                          <a:uFillTx/>
                          <a:latin typeface="Arial" panose="020B0604020202020204" pitchFamily="34" charset="0"/>
                          <a:ea typeface="等线" panose="02010600030101010101" pitchFamily="2" charset="-122"/>
                          <a:cs typeface="+mn-cs"/>
                          <a:sym typeface="Helvetica Neue Light"/>
                        </a:rPr>
                        <a:t>3.21</a:t>
                      </a:r>
                    </a:p>
                  </a:txBody>
                  <a:tcPr marL="9525" marR="9525" marT="9525" marB="0" anchor="ctr"/>
                </a:tc>
                <a:tc>
                  <a:txBody>
                    <a:bodyPr/>
                    <a:lstStyle/>
                    <a:p>
                      <a:pPr algn="ctr" fontAlgn="ctr"/>
                      <a:r>
                        <a:rPr lang="en-US" altLang="zh-CN" sz="1600" b="0" i="0" u="none" strike="noStrike" dirty="0">
                          <a:solidFill>
                            <a:srgbClr val="000000"/>
                          </a:solidFill>
                          <a:effectLst/>
                          <a:latin typeface="微软雅黑" panose="020B0503020204020204" pitchFamily="34" charset="-122"/>
                          <a:ea typeface="微软雅黑" panose="020B0503020204020204" pitchFamily="34" charset="-122"/>
                        </a:rPr>
                        <a:t>55</a:t>
                      </a:r>
                      <a:r>
                        <a:rPr lang="el-GR" altLang="zh-CN" sz="1600" b="0" i="0" u="none" strike="noStrike" dirty="0">
                          <a:solidFill>
                            <a:srgbClr val="000000"/>
                          </a:solidFill>
                          <a:effectLst/>
                          <a:latin typeface="微软雅黑" panose="020B0503020204020204" pitchFamily="34" charset="-122"/>
                          <a:ea typeface="微软雅黑" panose="020B0503020204020204" pitchFamily="34" charset="-122"/>
                        </a:rPr>
                        <a:t>° Θ</a:t>
                      </a:r>
                      <a:r>
                        <a:rPr lang="en-US" altLang="zh-CN" sz="1600" b="0" i="0" u="none" strike="noStrike" dirty="0">
                          <a:solidFill>
                            <a:srgbClr val="000000"/>
                          </a:solidFill>
                          <a:effectLst/>
                          <a:latin typeface="微软雅黑" panose="020B0503020204020204" pitchFamily="34" charset="-122"/>
                          <a:ea typeface="微软雅黑" panose="020B0503020204020204" pitchFamily="34" charset="-122"/>
                        </a:rPr>
                        <a:t>YZ</a:t>
                      </a:r>
                    </a:p>
                  </a:txBody>
                  <a:tcPr marL="9525" marR="9525" marT="9525" marB="0" anchor="ctr"/>
                </a:tc>
                <a:tc>
                  <a:txBody>
                    <a:bodyPr/>
                    <a:lstStyle/>
                    <a:p>
                      <a:pPr marL="0" marR="0" lvl="0" indent="0" algn="ctr" defTabSz="821530" eaLnBrk="1" fontAlgn="ctr" latinLnBrk="0" hangingPunct="1">
                        <a:lnSpc>
                          <a:spcPct val="100000"/>
                        </a:lnSpc>
                        <a:spcBef>
                          <a:spcPts val="0"/>
                        </a:spcBef>
                        <a:spcAft>
                          <a:spcPts val="0"/>
                        </a:spcAft>
                        <a:buClrTx/>
                        <a:buSzTx/>
                        <a:buFontTx/>
                        <a:buNone/>
                        <a:tabLst/>
                        <a:defRPr/>
                      </a:pPr>
                      <a:r>
                        <a:rPr kumimoji="0" lang="en-US" altLang="zh-CN" sz="1600" b="0" i="0" u="none" strike="noStrike" kern="0" cap="none" spc="0" normalizeH="0" baseline="0" noProof="0" dirty="0">
                          <a:ln>
                            <a:noFill/>
                          </a:ln>
                          <a:solidFill>
                            <a:srgbClr val="000000"/>
                          </a:solidFill>
                          <a:effectLst/>
                          <a:uLnTx/>
                          <a:uFillTx/>
                          <a:latin typeface="Arial" panose="020B0604020202020204" pitchFamily="34" charset="0"/>
                          <a:ea typeface="等线" panose="02010600030101010101" pitchFamily="2" charset="-122"/>
                          <a:cs typeface="Helvetica Neue"/>
                          <a:sym typeface="Helvetica Neue Light"/>
                        </a:rPr>
                        <a:t>0.2</a:t>
                      </a:r>
                      <a:r>
                        <a:rPr kumimoji="0" lang="zh-CN" altLang="en-US" sz="1600" b="0" i="0" u="none" strike="noStrike" kern="0" cap="none" spc="0" normalizeH="0" baseline="0" noProof="0" dirty="0">
                          <a:ln>
                            <a:noFill/>
                          </a:ln>
                          <a:solidFill>
                            <a:srgbClr val="000000"/>
                          </a:solidFill>
                          <a:effectLst/>
                          <a:uLnTx/>
                          <a:uFillTx/>
                          <a:latin typeface="Arial" panose="020B0604020202020204" pitchFamily="34" charset="0"/>
                          <a:ea typeface="等线" panose="02010600030101010101" pitchFamily="2" charset="-122"/>
                          <a:cs typeface="Helvetica Neue"/>
                          <a:sym typeface="Helvetica Neue Light"/>
                        </a:rPr>
                        <a:t> </a:t>
                      </a:r>
                      <a:r>
                        <a:rPr kumimoji="0" lang="en-US" altLang="zh-CN" sz="1600" b="0" i="0" u="none" strike="noStrike" kern="0" cap="none" spc="0" normalizeH="0" baseline="0" noProof="0" dirty="0">
                          <a:ln>
                            <a:noFill/>
                          </a:ln>
                          <a:solidFill>
                            <a:srgbClr val="000000"/>
                          </a:solidFill>
                          <a:effectLst/>
                          <a:uLnTx/>
                          <a:uFillTx/>
                          <a:latin typeface="Arial" panose="020B0604020202020204" pitchFamily="34" charset="0"/>
                          <a:ea typeface="等线" panose="02010600030101010101" pitchFamily="2" charset="-122"/>
                          <a:cs typeface="Helvetica Neue"/>
                          <a:sym typeface="Helvetica Neue Light"/>
                        </a:rPr>
                        <a:t>+0.1/-0.08</a:t>
                      </a:r>
                    </a:p>
                  </a:txBody>
                  <a:tcPr marL="9525" marR="9525" marT="9525" marB="0" anchor="ctr"/>
                </a:tc>
                <a:tc>
                  <a:txBody>
                    <a:bodyPr/>
                    <a:lstStyle/>
                    <a:p>
                      <a:pPr algn="ctr" fontAlgn="ctr"/>
                      <a:r>
                        <a:rPr lang="en-US" altLang="zh-CN" sz="1600" b="0" i="0" u="none" strike="noStrike">
                          <a:solidFill>
                            <a:srgbClr val="000000"/>
                          </a:solidFill>
                          <a:effectLst/>
                          <a:latin typeface="Arial" panose="020B0604020202020204" pitchFamily="34" charset="0"/>
                          <a:ea typeface="等线" panose="02010600030101010101" pitchFamily="2" charset="-122"/>
                        </a:rPr>
                        <a:t>Max 0.2</a:t>
                      </a:r>
                      <a:endParaRPr lang="en-US" altLang="zh-CN" sz="1600" b="0" i="0" u="none" strike="noStrike" dirty="0">
                        <a:solidFill>
                          <a:srgbClr val="000000"/>
                        </a:solidFill>
                        <a:effectLst/>
                        <a:latin typeface="Arial" panose="020B0604020202020204" pitchFamily="34" charset="0"/>
                        <a:ea typeface="等线" panose="02010600030101010101" pitchFamily="2" charset="-122"/>
                      </a:endParaRPr>
                    </a:p>
                  </a:txBody>
                  <a:tcPr marL="9525" marR="9525" marT="9525" marB="0" anchor="ctr"/>
                </a:tc>
                <a:tc>
                  <a:txBody>
                    <a:bodyPr/>
                    <a:lstStyle/>
                    <a:p>
                      <a:pPr algn="ctr" fontAlgn="ctr"/>
                      <a:r>
                        <a:rPr lang="en-US" sz="1600" b="0" i="0" u="none" strike="noStrike">
                          <a:solidFill>
                            <a:srgbClr val="000000"/>
                          </a:solidFill>
                          <a:effectLst/>
                          <a:latin typeface="Arial" panose="020B0604020202020204" pitchFamily="34" charset="0"/>
                          <a:ea typeface="等线" panose="02010600030101010101" pitchFamily="2" charset="-122"/>
                        </a:rPr>
                        <a:t>N42SH-100RC</a:t>
                      </a:r>
                    </a:p>
                  </a:txBody>
                  <a:tcPr marL="9525" marR="9525" marT="9525" marB="0" anchor="ctr"/>
                </a:tc>
                <a:tc>
                  <a:txBody>
                    <a:bodyPr/>
                    <a:lstStyle/>
                    <a:p>
                      <a:pPr algn="ctr" fontAlgn="ctr"/>
                      <a:r>
                        <a:rPr lang="en-US" altLang="zh-CN" sz="1600" b="0" i="0" u="none" strike="noStrike">
                          <a:solidFill>
                            <a:srgbClr val="000000"/>
                          </a:solidFill>
                          <a:effectLst/>
                          <a:latin typeface="Arial" panose="020B0604020202020204" pitchFamily="34" charset="0"/>
                          <a:ea typeface="等线" panose="02010600030101010101" pitchFamily="2" charset="-122"/>
                        </a:rPr>
                        <a:t>12.8~13.2</a:t>
                      </a:r>
                    </a:p>
                  </a:txBody>
                  <a:tcPr marL="9525" marR="9525" marT="9525" marB="0" anchor="ctr"/>
                </a:tc>
                <a:tc>
                  <a:txBody>
                    <a:bodyPr/>
                    <a:lstStyle/>
                    <a:p>
                      <a:pPr algn="ctr" fontAlgn="ctr"/>
                      <a:r>
                        <a:rPr lang="en-US" altLang="zh-CN" sz="1600" b="0" i="0" u="none" strike="noStrike">
                          <a:solidFill>
                            <a:srgbClr val="000000"/>
                          </a:solidFill>
                          <a:effectLst/>
                          <a:latin typeface="Arial" panose="020B0604020202020204" pitchFamily="34" charset="0"/>
                          <a:ea typeface="等线" panose="02010600030101010101" pitchFamily="2" charset="-122"/>
                        </a:rPr>
                        <a:t>/</a:t>
                      </a:r>
                    </a:p>
                  </a:txBody>
                  <a:tcPr marL="9525" marR="9525" marT="9525" marB="0" anchor="ctr"/>
                </a:tc>
                <a:tc>
                  <a:txBody>
                    <a:bodyPr/>
                    <a:lstStyle/>
                    <a:p>
                      <a:pPr algn="ctr" fontAlgn="ctr"/>
                      <a:r>
                        <a:rPr lang="en-US" sz="1600" b="0" i="0" u="none" strike="noStrike">
                          <a:solidFill>
                            <a:srgbClr val="000000"/>
                          </a:solidFill>
                          <a:effectLst/>
                          <a:latin typeface="Arial" panose="020B0604020202020204" pitchFamily="34" charset="0"/>
                          <a:ea typeface="等线" panose="02010600030101010101" pitchFamily="2" charset="-122"/>
                        </a:rPr>
                        <a:t>20MIN</a:t>
                      </a:r>
                    </a:p>
                  </a:txBody>
                  <a:tcPr marL="9525" marR="9525" marT="9525" marB="0" anchor="ctr"/>
                </a:tc>
                <a:tc>
                  <a:txBody>
                    <a:bodyPr/>
                    <a:lstStyle/>
                    <a:p>
                      <a:pPr algn="ctr" fontAlgn="ctr"/>
                      <a:r>
                        <a:rPr lang="en-US" altLang="zh-CN" sz="1600" b="0" i="0" u="none" strike="noStrike">
                          <a:solidFill>
                            <a:srgbClr val="000000"/>
                          </a:solidFill>
                          <a:effectLst/>
                          <a:latin typeface="Arial" panose="020B0604020202020204" pitchFamily="34" charset="0"/>
                          <a:ea typeface="等线" panose="02010600030101010101" pitchFamily="2" charset="-122"/>
                        </a:rPr>
                        <a:t>40~43</a:t>
                      </a:r>
                    </a:p>
                  </a:txBody>
                  <a:tcPr marL="9525" marR="9525" marT="9525" marB="0" anchor="ctr"/>
                </a:tc>
                <a:tc>
                  <a:txBody>
                    <a:bodyPr/>
                    <a:lstStyle/>
                    <a:p>
                      <a:pPr algn="ctr" fontAlgn="ctr"/>
                      <a:r>
                        <a:rPr lang="en-US" sz="1600" b="0" i="0" u="none" strike="noStrike">
                          <a:solidFill>
                            <a:srgbClr val="000000"/>
                          </a:solidFill>
                          <a:effectLst/>
                          <a:latin typeface="Arial" panose="020B0604020202020204" pitchFamily="34" charset="0"/>
                          <a:ea typeface="等线" panose="02010600030101010101" pitchFamily="2" charset="-122"/>
                        </a:rPr>
                        <a:t>Zinc:6-14</a:t>
                      </a:r>
                    </a:p>
                  </a:txBody>
                  <a:tcPr marL="9525" marR="9525" marT="9525" marB="0" anchor="ctr"/>
                </a:tc>
                <a:extLst>
                  <a:ext uri="{0D108BD9-81ED-4DB2-BD59-A6C34878D82A}">
                    <a16:rowId xmlns:a16="http://schemas.microsoft.com/office/drawing/2014/main" val="2591402106"/>
                  </a:ext>
                </a:extLst>
              </a:tr>
              <a:tr h="406114">
                <a:tc>
                  <a:txBody>
                    <a:bodyPr/>
                    <a:lstStyle/>
                    <a:p>
                      <a:pPr algn="ctr" fontAlgn="ctr"/>
                      <a:r>
                        <a:rPr lang="en-US" altLang="zh-CN" sz="1600" u="none" strike="noStrike" dirty="0">
                          <a:effectLst/>
                          <a:latin typeface="Arial" panose="020B0604020202020204" pitchFamily="34" charset="0"/>
                          <a:cs typeface="Arial" panose="020B0604020202020204" pitchFamily="34" charset="0"/>
                        </a:rPr>
                        <a:t>7</a:t>
                      </a:r>
                      <a:endParaRPr lang="en-US" altLang="zh-CN" sz="1600" b="0" i="0" u="none" strike="noStrike" dirty="0">
                        <a:solidFill>
                          <a:srgbClr val="000000"/>
                        </a:solidFill>
                        <a:effectLst/>
                        <a:latin typeface="Arial" panose="020B0604020202020204" pitchFamily="34" charset="0"/>
                        <a:ea typeface="微软雅黑" panose="020B0503020204020204" pitchFamily="34" charset="-122"/>
                        <a:cs typeface="Arial" panose="020B0604020202020204" pitchFamily="34" charset="0"/>
                      </a:endParaRPr>
                    </a:p>
                  </a:txBody>
                  <a:tcPr marL="7022" marR="7022" marT="7022" marB="0" anchor="ctr"/>
                </a:tc>
                <a:tc>
                  <a:txBody>
                    <a:bodyPr/>
                    <a:lstStyle/>
                    <a:p>
                      <a:pPr algn="ctr" fontAlgn="ctr"/>
                      <a:r>
                        <a:rPr lang="en-US" altLang="zh-CN" sz="1600" b="0" i="0" u="none" strike="noStrike">
                          <a:solidFill>
                            <a:srgbClr val="000000"/>
                          </a:solidFill>
                          <a:effectLst/>
                          <a:latin typeface="Arial" panose="020B0604020202020204" pitchFamily="34" charset="0"/>
                          <a:ea typeface="等线" panose="02010600030101010101" pitchFamily="2" charset="-122"/>
                        </a:rPr>
                        <a:t>160-05850</a:t>
                      </a:r>
                    </a:p>
                  </a:txBody>
                  <a:tcPr marL="9525" marR="9525" marT="9525" marB="0" anchor="ctr"/>
                </a:tc>
                <a:tc>
                  <a:txBody>
                    <a:bodyPr/>
                    <a:lstStyle/>
                    <a:p>
                      <a:pPr algn="ctr" fontAlgn="ctr"/>
                      <a:r>
                        <a:rPr lang="en-US" altLang="zh-CN" sz="1600" b="0" i="0" u="none" strike="noStrike" dirty="0">
                          <a:solidFill>
                            <a:srgbClr val="000000"/>
                          </a:solidFill>
                          <a:effectLst/>
                          <a:latin typeface="Arial" panose="020B0604020202020204" pitchFamily="34" charset="0"/>
                          <a:ea typeface="等线" panose="02010600030101010101" pitchFamily="2" charset="-122"/>
                        </a:rPr>
                        <a:t>11.2</a:t>
                      </a:r>
                    </a:p>
                  </a:txBody>
                  <a:tcPr marL="9525" marR="9525" marT="9525" marB="0" anchor="ctr"/>
                </a:tc>
                <a:tc>
                  <a:txBody>
                    <a:bodyPr/>
                    <a:lstStyle/>
                    <a:p>
                      <a:pPr algn="ctr" fontAlgn="ctr"/>
                      <a:r>
                        <a:rPr lang="en-US" altLang="zh-CN" sz="1600" b="0" i="0" u="none" strike="noStrike" dirty="0">
                          <a:solidFill>
                            <a:srgbClr val="000000"/>
                          </a:solidFill>
                          <a:effectLst/>
                          <a:latin typeface="Arial" panose="020B0604020202020204" pitchFamily="34" charset="0"/>
                          <a:ea typeface="等线" panose="02010600030101010101" pitchFamily="2" charset="-122"/>
                        </a:rPr>
                        <a:t>5.8</a:t>
                      </a:r>
                    </a:p>
                  </a:txBody>
                  <a:tcPr marL="9525" marR="9525" marT="9525" marB="0" anchor="ctr"/>
                </a:tc>
                <a:tc>
                  <a:txBody>
                    <a:bodyPr/>
                    <a:lstStyle/>
                    <a:p>
                      <a:pPr algn="ctr" fontAlgn="ctr"/>
                      <a:r>
                        <a:rPr lang="en-US" altLang="zh-CN" sz="1600" b="0" i="0" u="none" strike="noStrike" dirty="0">
                          <a:solidFill>
                            <a:srgbClr val="000000"/>
                          </a:solidFill>
                          <a:effectLst/>
                          <a:latin typeface="Arial" panose="020B0604020202020204" pitchFamily="34" charset="0"/>
                          <a:ea typeface="等线" panose="02010600030101010101" pitchFamily="2" charset="-122"/>
                        </a:rPr>
                        <a:t>0.9</a:t>
                      </a:r>
                    </a:p>
                  </a:txBody>
                  <a:tcPr marL="9525" marR="9525" marT="9525" marB="0" anchor="ctr"/>
                </a:tc>
                <a:tc>
                  <a:txBody>
                    <a:bodyPr/>
                    <a:lstStyle/>
                    <a:p>
                      <a:pPr marL="0" marR="0" indent="0" algn="ctr" defTabSz="821530" eaLnBrk="1" fontAlgn="ctr" latinLnBrk="0" hangingPunct="1">
                        <a:lnSpc>
                          <a:spcPct val="100000"/>
                        </a:lnSpc>
                        <a:spcBef>
                          <a:spcPts val="0"/>
                        </a:spcBef>
                        <a:spcAft>
                          <a:spcPts val="0"/>
                        </a:spcAft>
                        <a:buClrTx/>
                        <a:buSzTx/>
                        <a:buFontTx/>
                        <a:buNone/>
                        <a:tabLst/>
                        <a:defRPr/>
                      </a:pPr>
                      <a:r>
                        <a:rPr lang="en-US" altLang="zh-CN" sz="1600" b="0" i="0" u="none" strike="noStrike" cap="none" spc="0" baseline="0" dirty="0">
                          <a:ln>
                            <a:noFill/>
                          </a:ln>
                          <a:solidFill>
                            <a:srgbClr val="000000"/>
                          </a:solidFill>
                          <a:effectLst/>
                          <a:uFillTx/>
                          <a:latin typeface="Arial" panose="020B0604020202020204" pitchFamily="34" charset="0"/>
                          <a:ea typeface="等线" panose="02010600030101010101" pitchFamily="2" charset="-122"/>
                          <a:cs typeface="+mn-cs"/>
                          <a:sym typeface="Helvetica Neue Light"/>
                        </a:rPr>
                        <a:t>6.54</a:t>
                      </a:r>
                      <a:r>
                        <a:rPr lang="el-GR" altLang="zh-CN" sz="1600" b="0" i="0" u="none" strike="noStrike" cap="none" spc="0" baseline="0" dirty="0">
                          <a:ln>
                            <a:noFill/>
                          </a:ln>
                          <a:solidFill>
                            <a:srgbClr val="000000"/>
                          </a:solidFill>
                          <a:effectLst/>
                          <a:uFillTx/>
                          <a:latin typeface="Arial" panose="020B0604020202020204" pitchFamily="34" charset="0"/>
                          <a:ea typeface="等线" panose="02010600030101010101" pitchFamily="2" charset="-122"/>
                          <a:cs typeface="+mn-cs"/>
                          <a:sym typeface="Helvetica Neue Light"/>
                        </a:rPr>
                        <a:t>~</a:t>
                      </a:r>
                      <a:r>
                        <a:rPr lang="en-US" altLang="zh-CN" sz="1600" b="0" i="0" u="none" strike="noStrike" cap="none" spc="0" baseline="0" dirty="0">
                          <a:ln>
                            <a:noFill/>
                          </a:ln>
                          <a:solidFill>
                            <a:srgbClr val="000000"/>
                          </a:solidFill>
                          <a:effectLst/>
                          <a:uFillTx/>
                          <a:latin typeface="Arial" panose="020B0604020202020204" pitchFamily="34" charset="0"/>
                          <a:ea typeface="等线" panose="02010600030101010101" pitchFamily="2" charset="-122"/>
                          <a:cs typeface="+mn-cs"/>
                          <a:sym typeface="Helvetica Neue Light"/>
                        </a:rPr>
                        <a:t>7.68</a:t>
                      </a:r>
                    </a:p>
                  </a:txBody>
                  <a:tcPr marL="9525" marR="9525" marT="9525" marB="0" anchor="ctr"/>
                </a:tc>
                <a:tc>
                  <a:txBody>
                    <a:bodyPr/>
                    <a:lstStyle/>
                    <a:p>
                      <a:pPr algn="ctr" fontAlgn="ctr"/>
                      <a:r>
                        <a:rPr lang="en-US" altLang="zh-CN" sz="1600" b="0" i="0" u="none" strike="noStrike" dirty="0">
                          <a:solidFill>
                            <a:srgbClr val="000000"/>
                          </a:solidFill>
                          <a:effectLst/>
                          <a:latin typeface="微软雅黑" panose="020B0503020204020204" pitchFamily="34" charset="-122"/>
                          <a:ea typeface="微软雅黑" panose="020B0503020204020204" pitchFamily="34" charset="-122"/>
                        </a:rPr>
                        <a:t>55</a:t>
                      </a:r>
                      <a:r>
                        <a:rPr lang="el-GR" altLang="zh-CN" sz="1600" b="0" i="0" u="none" strike="noStrike" dirty="0">
                          <a:solidFill>
                            <a:srgbClr val="000000"/>
                          </a:solidFill>
                          <a:effectLst/>
                          <a:latin typeface="微软雅黑" panose="020B0503020204020204" pitchFamily="34" charset="-122"/>
                          <a:ea typeface="微软雅黑" panose="020B0503020204020204" pitchFamily="34" charset="-122"/>
                        </a:rPr>
                        <a:t>° Θ</a:t>
                      </a:r>
                      <a:r>
                        <a:rPr lang="en-US" altLang="zh-CN" sz="1600" b="0" i="0" u="none" strike="noStrike" dirty="0">
                          <a:solidFill>
                            <a:srgbClr val="000000"/>
                          </a:solidFill>
                          <a:effectLst/>
                          <a:latin typeface="微软雅黑" panose="020B0503020204020204" pitchFamily="34" charset="-122"/>
                          <a:ea typeface="微软雅黑" panose="020B0503020204020204" pitchFamily="34" charset="-122"/>
                        </a:rPr>
                        <a:t>YZ</a:t>
                      </a:r>
                    </a:p>
                  </a:txBody>
                  <a:tcPr marL="9525" marR="9525" marT="9525" marB="0" anchor="ctr"/>
                </a:tc>
                <a:tc>
                  <a:txBody>
                    <a:bodyPr/>
                    <a:lstStyle/>
                    <a:p>
                      <a:pPr marL="0" marR="0" lvl="0" indent="0" algn="ctr" defTabSz="821530" eaLnBrk="1" fontAlgn="ctr" latinLnBrk="0" hangingPunct="1">
                        <a:lnSpc>
                          <a:spcPct val="100000"/>
                        </a:lnSpc>
                        <a:spcBef>
                          <a:spcPts val="0"/>
                        </a:spcBef>
                        <a:spcAft>
                          <a:spcPts val="0"/>
                        </a:spcAft>
                        <a:buClrTx/>
                        <a:buSzTx/>
                        <a:buFontTx/>
                        <a:buNone/>
                        <a:tabLst/>
                        <a:defRPr/>
                      </a:pPr>
                      <a:r>
                        <a:rPr kumimoji="0" lang="en-US" altLang="zh-CN" sz="1600" b="0" i="0" u="none" strike="noStrike" kern="0" cap="none" spc="0" normalizeH="0" baseline="0" noProof="0">
                          <a:ln>
                            <a:noFill/>
                          </a:ln>
                          <a:solidFill>
                            <a:srgbClr val="000000"/>
                          </a:solidFill>
                          <a:effectLst/>
                          <a:uLnTx/>
                          <a:uFillTx/>
                          <a:latin typeface="Arial" panose="020B0604020202020204" pitchFamily="34" charset="0"/>
                          <a:ea typeface="等线" panose="02010600030101010101" pitchFamily="2" charset="-122"/>
                          <a:cs typeface="Helvetica Neue"/>
                          <a:sym typeface="Helvetica Neue Light"/>
                        </a:rPr>
                        <a:t>0.2</a:t>
                      </a:r>
                      <a:r>
                        <a:rPr kumimoji="0" lang="zh-CN" altLang="en-US" sz="1600" b="0" i="0" u="none" strike="noStrike" kern="0" cap="none" spc="0" normalizeH="0" baseline="0" noProof="0">
                          <a:ln>
                            <a:noFill/>
                          </a:ln>
                          <a:solidFill>
                            <a:srgbClr val="000000"/>
                          </a:solidFill>
                          <a:effectLst/>
                          <a:uLnTx/>
                          <a:uFillTx/>
                          <a:latin typeface="Arial" panose="020B0604020202020204" pitchFamily="34" charset="0"/>
                          <a:ea typeface="等线" panose="02010600030101010101" pitchFamily="2" charset="-122"/>
                          <a:cs typeface="Helvetica Neue"/>
                          <a:sym typeface="Helvetica Neue Light"/>
                        </a:rPr>
                        <a:t> </a:t>
                      </a:r>
                      <a:r>
                        <a:rPr kumimoji="0" lang="en-US" altLang="zh-CN" sz="1600" b="0" i="0" u="none" strike="noStrike" kern="0" cap="none" spc="0" normalizeH="0" baseline="0" noProof="0">
                          <a:ln>
                            <a:noFill/>
                          </a:ln>
                          <a:solidFill>
                            <a:srgbClr val="000000"/>
                          </a:solidFill>
                          <a:effectLst/>
                          <a:uLnTx/>
                          <a:uFillTx/>
                          <a:latin typeface="Arial" panose="020B0604020202020204" pitchFamily="34" charset="0"/>
                          <a:ea typeface="等线" panose="02010600030101010101" pitchFamily="2" charset="-122"/>
                          <a:cs typeface="Helvetica Neue"/>
                          <a:sym typeface="Helvetica Neue Light"/>
                        </a:rPr>
                        <a:t>+0.1/-0.08</a:t>
                      </a:r>
                      <a:endParaRPr kumimoji="0" lang="en-US" altLang="zh-CN" sz="1600" b="0" i="0" u="none" strike="noStrike" kern="0" cap="none" spc="0" normalizeH="0" baseline="0" noProof="0" dirty="0">
                        <a:ln>
                          <a:noFill/>
                        </a:ln>
                        <a:solidFill>
                          <a:srgbClr val="000000"/>
                        </a:solidFill>
                        <a:effectLst/>
                        <a:uLnTx/>
                        <a:uFillTx/>
                        <a:latin typeface="Arial" panose="020B0604020202020204" pitchFamily="34" charset="0"/>
                        <a:ea typeface="等线" panose="02010600030101010101" pitchFamily="2" charset="-122"/>
                        <a:cs typeface="Helvetica Neue"/>
                        <a:sym typeface="Helvetica Neue Light"/>
                      </a:endParaRPr>
                    </a:p>
                  </a:txBody>
                  <a:tcPr marL="9525" marR="9525" marT="9525" marB="0" anchor="ctr"/>
                </a:tc>
                <a:tc>
                  <a:txBody>
                    <a:bodyPr/>
                    <a:lstStyle/>
                    <a:p>
                      <a:pPr algn="ctr" fontAlgn="ctr"/>
                      <a:r>
                        <a:rPr lang="en-US" altLang="zh-CN" sz="1600" b="0" i="0" u="none" strike="noStrike">
                          <a:solidFill>
                            <a:srgbClr val="000000"/>
                          </a:solidFill>
                          <a:effectLst/>
                          <a:latin typeface="Arial" panose="020B0604020202020204" pitchFamily="34" charset="0"/>
                          <a:ea typeface="等线" panose="02010600030101010101" pitchFamily="2" charset="-122"/>
                        </a:rPr>
                        <a:t>Max 0.2</a:t>
                      </a:r>
                      <a:endParaRPr lang="en-US" altLang="zh-CN" sz="1600" b="0" i="0" u="none" strike="noStrike" dirty="0">
                        <a:solidFill>
                          <a:srgbClr val="000000"/>
                        </a:solidFill>
                        <a:effectLst/>
                        <a:latin typeface="Arial" panose="020B0604020202020204" pitchFamily="34" charset="0"/>
                        <a:ea typeface="等线" panose="02010600030101010101" pitchFamily="2" charset="-122"/>
                      </a:endParaRPr>
                    </a:p>
                  </a:txBody>
                  <a:tcPr marL="9525" marR="9525" marT="9525" marB="0" anchor="ctr"/>
                </a:tc>
                <a:tc>
                  <a:txBody>
                    <a:bodyPr/>
                    <a:lstStyle/>
                    <a:p>
                      <a:pPr algn="ctr" fontAlgn="ctr"/>
                      <a:r>
                        <a:rPr lang="en-US" sz="1600" b="0" i="0" u="none" strike="noStrike" dirty="0">
                          <a:solidFill>
                            <a:srgbClr val="000000"/>
                          </a:solidFill>
                          <a:effectLst/>
                          <a:latin typeface="Arial" panose="020B0604020202020204" pitchFamily="34" charset="0"/>
                          <a:ea typeface="等线" panose="02010600030101010101" pitchFamily="2" charset="-122"/>
                        </a:rPr>
                        <a:t>N42SH-100RC</a:t>
                      </a:r>
                    </a:p>
                  </a:txBody>
                  <a:tcPr marL="9525" marR="9525" marT="9525" marB="0" anchor="ctr"/>
                </a:tc>
                <a:tc>
                  <a:txBody>
                    <a:bodyPr/>
                    <a:lstStyle/>
                    <a:p>
                      <a:pPr algn="ctr" fontAlgn="ctr"/>
                      <a:r>
                        <a:rPr lang="en-US" altLang="zh-CN" sz="1600" b="0" i="0" u="none" strike="noStrike">
                          <a:solidFill>
                            <a:srgbClr val="000000"/>
                          </a:solidFill>
                          <a:effectLst/>
                          <a:latin typeface="Arial" panose="020B0604020202020204" pitchFamily="34" charset="0"/>
                          <a:ea typeface="等线" panose="02010600030101010101" pitchFamily="2" charset="-122"/>
                        </a:rPr>
                        <a:t>12.8~13.2</a:t>
                      </a:r>
                    </a:p>
                  </a:txBody>
                  <a:tcPr marL="9525" marR="9525" marT="9525" marB="0" anchor="ctr"/>
                </a:tc>
                <a:tc>
                  <a:txBody>
                    <a:bodyPr/>
                    <a:lstStyle/>
                    <a:p>
                      <a:pPr algn="ctr" fontAlgn="ctr"/>
                      <a:r>
                        <a:rPr lang="en-US" altLang="zh-CN" sz="1600" b="0" i="0" u="none" strike="noStrike">
                          <a:solidFill>
                            <a:srgbClr val="000000"/>
                          </a:solidFill>
                          <a:effectLst/>
                          <a:latin typeface="Arial" panose="020B0604020202020204" pitchFamily="34" charset="0"/>
                          <a:ea typeface="等线" panose="02010600030101010101" pitchFamily="2" charset="-122"/>
                        </a:rPr>
                        <a:t>/</a:t>
                      </a:r>
                    </a:p>
                  </a:txBody>
                  <a:tcPr marL="9525" marR="9525" marT="9525" marB="0" anchor="ctr"/>
                </a:tc>
                <a:tc>
                  <a:txBody>
                    <a:bodyPr/>
                    <a:lstStyle/>
                    <a:p>
                      <a:pPr algn="ctr" fontAlgn="ctr"/>
                      <a:r>
                        <a:rPr lang="en-US" sz="1600" b="0" i="0" u="none" strike="noStrike">
                          <a:solidFill>
                            <a:srgbClr val="000000"/>
                          </a:solidFill>
                          <a:effectLst/>
                          <a:latin typeface="Arial" panose="020B0604020202020204" pitchFamily="34" charset="0"/>
                          <a:ea typeface="等线" panose="02010600030101010101" pitchFamily="2" charset="-122"/>
                        </a:rPr>
                        <a:t>20MIN</a:t>
                      </a:r>
                    </a:p>
                  </a:txBody>
                  <a:tcPr marL="9525" marR="9525" marT="9525" marB="0" anchor="ctr"/>
                </a:tc>
                <a:tc>
                  <a:txBody>
                    <a:bodyPr/>
                    <a:lstStyle/>
                    <a:p>
                      <a:pPr algn="ctr" fontAlgn="ctr"/>
                      <a:r>
                        <a:rPr lang="en-US" altLang="zh-CN" sz="1600" b="0" i="0" u="none" strike="noStrike">
                          <a:solidFill>
                            <a:srgbClr val="000000"/>
                          </a:solidFill>
                          <a:effectLst/>
                          <a:latin typeface="Arial" panose="020B0604020202020204" pitchFamily="34" charset="0"/>
                          <a:ea typeface="等线" panose="02010600030101010101" pitchFamily="2" charset="-122"/>
                        </a:rPr>
                        <a:t>40~43</a:t>
                      </a:r>
                    </a:p>
                  </a:txBody>
                  <a:tcPr marL="9525" marR="9525" marT="9525" marB="0" anchor="ctr"/>
                </a:tc>
                <a:tc>
                  <a:txBody>
                    <a:bodyPr/>
                    <a:lstStyle/>
                    <a:p>
                      <a:pPr algn="ctr" fontAlgn="ctr"/>
                      <a:r>
                        <a:rPr lang="en-US" sz="1600" b="0" i="0" u="none" strike="noStrike">
                          <a:solidFill>
                            <a:srgbClr val="000000"/>
                          </a:solidFill>
                          <a:effectLst/>
                          <a:latin typeface="Arial" panose="020B0604020202020204" pitchFamily="34" charset="0"/>
                          <a:ea typeface="等线" panose="02010600030101010101" pitchFamily="2" charset="-122"/>
                        </a:rPr>
                        <a:t>Zinc:6-14</a:t>
                      </a:r>
                    </a:p>
                  </a:txBody>
                  <a:tcPr marL="9525" marR="9525" marT="9525" marB="0" anchor="ctr"/>
                </a:tc>
                <a:extLst>
                  <a:ext uri="{0D108BD9-81ED-4DB2-BD59-A6C34878D82A}">
                    <a16:rowId xmlns:a16="http://schemas.microsoft.com/office/drawing/2014/main" val="3490495788"/>
                  </a:ext>
                </a:extLst>
              </a:tr>
              <a:tr h="406114">
                <a:tc>
                  <a:txBody>
                    <a:bodyPr/>
                    <a:lstStyle/>
                    <a:p>
                      <a:pPr algn="ctr" fontAlgn="ctr"/>
                      <a:r>
                        <a:rPr lang="en-US" altLang="zh-CN" sz="1600" u="none" strike="noStrike" dirty="0">
                          <a:effectLst/>
                          <a:latin typeface="Arial" panose="020B0604020202020204" pitchFamily="34" charset="0"/>
                          <a:cs typeface="Arial" panose="020B0604020202020204" pitchFamily="34" charset="0"/>
                        </a:rPr>
                        <a:t>8</a:t>
                      </a:r>
                      <a:endParaRPr lang="en-US" altLang="zh-CN" sz="1600" b="0" i="0" u="none" strike="noStrike" dirty="0">
                        <a:solidFill>
                          <a:srgbClr val="000000"/>
                        </a:solidFill>
                        <a:effectLst/>
                        <a:latin typeface="Arial" panose="020B0604020202020204" pitchFamily="34" charset="0"/>
                        <a:ea typeface="微软雅黑" panose="020B0503020204020204" pitchFamily="34" charset="-122"/>
                        <a:cs typeface="Arial" panose="020B0604020202020204" pitchFamily="34" charset="0"/>
                      </a:endParaRPr>
                    </a:p>
                  </a:txBody>
                  <a:tcPr marL="7022" marR="7022" marT="7022" marB="0" anchor="ctr"/>
                </a:tc>
                <a:tc>
                  <a:txBody>
                    <a:bodyPr/>
                    <a:lstStyle/>
                    <a:p>
                      <a:pPr algn="ctr" fontAlgn="ctr"/>
                      <a:r>
                        <a:rPr lang="en-US" altLang="zh-CN" sz="1600" b="0" i="0" u="none" strike="noStrike">
                          <a:solidFill>
                            <a:srgbClr val="000000"/>
                          </a:solidFill>
                          <a:effectLst/>
                          <a:latin typeface="Arial" panose="020B0604020202020204" pitchFamily="34" charset="0"/>
                          <a:ea typeface="等线" panose="02010600030101010101" pitchFamily="2" charset="-122"/>
                        </a:rPr>
                        <a:t>160-05848</a:t>
                      </a:r>
                    </a:p>
                  </a:txBody>
                  <a:tcPr marL="9525" marR="9525" marT="9525" marB="0" anchor="ctr"/>
                </a:tc>
                <a:tc>
                  <a:txBody>
                    <a:bodyPr/>
                    <a:lstStyle/>
                    <a:p>
                      <a:pPr algn="ctr" fontAlgn="ctr"/>
                      <a:r>
                        <a:rPr lang="en-US" altLang="zh-CN" sz="1600" b="0" i="0" u="none" strike="noStrike" dirty="0">
                          <a:solidFill>
                            <a:srgbClr val="000000"/>
                          </a:solidFill>
                          <a:effectLst/>
                          <a:latin typeface="Arial" panose="020B0604020202020204" pitchFamily="34" charset="0"/>
                          <a:ea typeface="等线" panose="02010600030101010101" pitchFamily="2" charset="-122"/>
                        </a:rPr>
                        <a:t>12.56</a:t>
                      </a:r>
                    </a:p>
                  </a:txBody>
                  <a:tcPr marL="9525" marR="9525" marT="9525" marB="0" anchor="ctr"/>
                </a:tc>
                <a:tc>
                  <a:txBody>
                    <a:bodyPr/>
                    <a:lstStyle/>
                    <a:p>
                      <a:pPr algn="ctr" fontAlgn="ctr"/>
                      <a:r>
                        <a:rPr lang="en-US" altLang="zh-CN" sz="1600" b="0" i="0" u="none" strike="noStrike" dirty="0">
                          <a:solidFill>
                            <a:srgbClr val="000000"/>
                          </a:solidFill>
                          <a:effectLst/>
                          <a:latin typeface="Arial" panose="020B0604020202020204" pitchFamily="34" charset="0"/>
                          <a:ea typeface="等线" panose="02010600030101010101" pitchFamily="2" charset="-122"/>
                        </a:rPr>
                        <a:t>4.55</a:t>
                      </a:r>
                    </a:p>
                  </a:txBody>
                  <a:tcPr marL="9525" marR="9525" marT="9525" marB="0" anchor="ctr"/>
                </a:tc>
                <a:tc>
                  <a:txBody>
                    <a:bodyPr/>
                    <a:lstStyle/>
                    <a:p>
                      <a:pPr algn="ctr" fontAlgn="ctr"/>
                      <a:r>
                        <a:rPr lang="en-US" altLang="zh-CN" sz="1600" b="0" i="0" u="none" strike="noStrike" dirty="0">
                          <a:solidFill>
                            <a:srgbClr val="000000"/>
                          </a:solidFill>
                          <a:effectLst/>
                          <a:latin typeface="Arial" panose="020B0604020202020204" pitchFamily="34" charset="0"/>
                          <a:ea typeface="等线" panose="02010600030101010101" pitchFamily="2" charset="-122"/>
                        </a:rPr>
                        <a:t>0.9</a:t>
                      </a:r>
                    </a:p>
                  </a:txBody>
                  <a:tcPr marL="9525" marR="9525" marT="9525" marB="0" anchor="ctr"/>
                </a:tc>
                <a:tc>
                  <a:txBody>
                    <a:bodyPr/>
                    <a:lstStyle/>
                    <a:p>
                      <a:pPr marL="0" marR="0" indent="0" algn="ctr" defTabSz="821530" eaLnBrk="1" fontAlgn="ctr" latinLnBrk="0" hangingPunct="1">
                        <a:lnSpc>
                          <a:spcPct val="100000"/>
                        </a:lnSpc>
                        <a:spcBef>
                          <a:spcPts val="0"/>
                        </a:spcBef>
                        <a:spcAft>
                          <a:spcPts val="0"/>
                        </a:spcAft>
                        <a:buClrTx/>
                        <a:buSzTx/>
                        <a:buFontTx/>
                        <a:buNone/>
                        <a:tabLst/>
                        <a:defRPr/>
                      </a:pPr>
                      <a:r>
                        <a:rPr lang="en-US" altLang="zh-CN" sz="1600" b="0" i="0" u="none" strike="noStrike" cap="none" spc="0" baseline="0" dirty="0">
                          <a:ln>
                            <a:noFill/>
                          </a:ln>
                          <a:solidFill>
                            <a:srgbClr val="000000"/>
                          </a:solidFill>
                          <a:effectLst/>
                          <a:uFillTx/>
                          <a:latin typeface="Arial" panose="020B0604020202020204" pitchFamily="34" charset="0"/>
                          <a:ea typeface="等线" panose="02010600030101010101" pitchFamily="2" charset="-122"/>
                          <a:cs typeface="+mn-cs"/>
                          <a:sym typeface="Helvetica Neue Light"/>
                        </a:rPr>
                        <a:t>5.26</a:t>
                      </a:r>
                      <a:r>
                        <a:rPr lang="el-GR" altLang="zh-CN" sz="1600" b="0" i="0" u="none" strike="noStrike" cap="none" spc="0" baseline="0" dirty="0">
                          <a:ln>
                            <a:noFill/>
                          </a:ln>
                          <a:solidFill>
                            <a:srgbClr val="000000"/>
                          </a:solidFill>
                          <a:effectLst/>
                          <a:uFillTx/>
                          <a:latin typeface="Arial" panose="020B0604020202020204" pitchFamily="34" charset="0"/>
                          <a:ea typeface="等线" panose="02010600030101010101" pitchFamily="2" charset="-122"/>
                          <a:cs typeface="+mn-cs"/>
                          <a:sym typeface="Helvetica Neue Light"/>
                        </a:rPr>
                        <a:t>~</a:t>
                      </a:r>
                      <a:r>
                        <a:rPr lang="en-US" altLang="zh-CN" sz="1600" b="0" i="0" u="none" strike="noStrike" cap="none" spc="0" baseline="0" dirty="0">
                          <a:ln>
                            <a:noFill/>
                          </a:ln>
                          <a:solidFill>
                            <a:srgbClr val="000000"/>
                          </a:solidFill>
                          <a:effectLst/>
                          <a:uFillTx/>
                          <a:latin typeface="Arial" panose="020B0604020202020204" pitchFamily="34" charset="0"/>
                          <a:ea typeface="等线" panose="02010600030101010101" pitchFamily="2" charset="-122"/>
                          <a:cs typeface="+mn-cs"/>
                          <a:sym typeface="Helvetica Neue Light"/>
                        </a:rPr>
                        <a:t>6.18</a:t>
                      </a:r>
                    </a:p>
                  </a:txBody>
                  <a:tcPr marL="9525" marR="9525" marT="9525" marB="0" anchor="ctr"/>
                </a:tc>
                <a:tc>
                  <a:txBody>
                    <a:bodyPr/>
                    <a:lstStyle/>
                    <a:p>
                      <a:pPr algn="ctr" fontAlgn="ctr"/>
                      <a:r>
                        <a:rPr lang="en-US" altLang="zh-CN" sz="1600" b="0" i="0" u="none" strike="noStrike" dirty="0">
                          <a:solidFill>
                            <a:srgbClr val="000000"/>
                          </a:solidFill>
                          <a:effectLst/>
                          <a:latin typeface="微软雅黑" panose="020B0503020204020204" pitchFamily="34" charset="-122"/>
                          <a:ea typeface="微软雅黑" panose="020B0503020204020204" pitchFamily="34" charset="-122"/>
                        </a:rPr>
                        <a:t>55</a:t>
                      </a:r>
                      <a:r>
                        <a:rPr lang="el-GR" altLang="zh-CN" sz="1600" b="0" i="0" u="none" strike="noStrike" dirty="0">
                          <a:solidFill>
                            <a:srgbClr val="000000"/>
                          </a:solidFill>
                          <a:effectLst/>
                          <a:latin typeface="微软雅黑" panose="020B0503020204020204" pitchFamily="34" charset="-122"/>
                          <a:ea typeface="微软雅黑" panose="020B0503020204020204" pitchFamily="34" charset="-122"/>
                        </a:rPr>
                        <a:t>° Θ</a:t>
                      </a:r>
                      <a:r>
                        <a:rPr lang="en-US" altLang="zh-CN" sz="1600" b="0" i="0" u="none" strike="noStrike" dirty="0">
                          <a:solidFill>
                            <a:srgbClr val="000000"/>
                          </a:solidFill>
                          <a:effectLst/>
                          <a:latin typeface="微软雅黑" panose="020B0503020204020204" pitchFamily="34" charset="-122"/>
                          <a:ea typeface="微软雅黑" panose="020B0503020204020204" pitchFamily="34" charset="-122"/>
                        </a:rPr>
                        <a:t>YZ</a:t>
                      </a:r>
                    </a:p>
                  </a:txBody>
                  <a:tcPr marL="9525" marR="9525" marT="9525" marB="0" anchor="ctr"/>
                </a:tc>
                <a:tc>
                  <a:txBody>
                    <a:bodyPr/>
                    <a:lstStyle/>
                    <a:p>
                      <a:pPr marL="0" marR="0" lvl="0" indent="0" algn="ctr" defTabSz="821530" eaLnBrk="1" fontAlgn="ctr" latinLnBrk="0" hangingPunct="1">
                        <a:lnSpc>
                          <a:spcPct val="100000"/>
                        </a:lnSpc>
                        <a:spcBef>
                          <a:spcPts val="0"/>
                        </a:spcBef>
                        <a:spcAft>
                          <a:spcPts val="0"/>
                        </a:spcAft>
                        <a:buClrTx/>
                        <a:buSzTx/>
                        <a:buFontTx/>
                        <a:buNone/>
                        <a:tabLst/>
                        <a:defRPr/>
                      </a:pPr>
                      <a:r>
                        <a:rPr kumimoji="0" lang="en-US" altLang="zh-CN" sz="1600" b="0" i="0" u="none" strike="noStrike" kern="0" cap="none" spc="0" normalizeH="0" baseline="0" noProof="0">
                          <a:ln>
                            <a:noFill/>
                          </a:ln>
                          <a:solidFill>
                            <a:srgbClr val="000000"/>
                          </a:solidFill>
                          <a:effectLst/>
                          <a:uLnTx/>
                          <a:uFillTx/>
                          <a:latin typeface="Arial" panose="020B0604020202020204" pitchFamily="34" charset="0"/>
                          <a:ea typeface="等线" panose="02010600030101010101" pitchFamily="2" charset="-122"/>
                          <a:cs typeface="Helvetica Neue"/>
                          <a:sym typeface="Helvetica Neue Light"/>
                        </a:rPr>
                        <a:t>0.2</a:t>
                      </a:r>
                      <a:r>
                        <a:rPr kumimoji="0" lang="zh-CN" altLang="en-US" sz="1600" b="0" i="0" u="none" strike="noStrike" kern="0" cap="none" spc="0" normalizeH="0" baseline="0" noProof="0">
                          <a:ln>
                            <a:noFill/>
                          </a:ln>
                          <a:solidFill>
                            <a:srgbClr val="000000"/>
                          </a:solidFill>
                          <a:effectLst/>
                          <a:uLnTx/>
                          <a:uFillTx/>
                          <a:latin typeface="Arial" panose="020B0604020202020204" pitchFamily="34" charset="0"/>
                          <a:ea typeface="等线" panose="02010600030101010101" pitchFamily="2" charset="-122"/>
                          <a:cs typeface="Helvetica Neue"/>
                          <a:sym typeface="Helvetica Neue Light"/>
                        </a:rPr>
                        <a:t> </a:t>
                      </a:r>
                      <a:r>
                        <a:rPr kumimoji="0" lang="en-US" altLang="zh-CN" sz="1600" b="0" i="0" u="none" strike="noStrike" kern="0" cap="none" spc="0" normalizeH="0" baseline="0" noProof="0">
                          <a:ln>
                            <a:noFill/>
                          </a:ln>
                          <a:solidFill>
                            <a:srgbClr val="000000"/>
                          </a:solidFill>
                          <a:effectLst/>
                          <a:uLnTx/>
                          <a:uFillTx/>
                          <a:latin typeface="Arial" panose="020B0604020202020204" pitchFamily="34" charset="0"/>
                          <a:ea typeface="等线" panose="02010600030101010101" pitchFamily="2" charset="-122"/>
                          <a:cs typeface="Helvetica Neue"/>
                          <a:sym typeface="Helvetica Neue Light"/>
                        </a:rPr>
                        <a:t>+0.1/-0.08</a:t>
                      </a:r>
                      <a:endParaRPr kumimoji="0" lang="en-US" altLang="zh-CN" sz="1600" b="0" i="0" u="none" strike="noStrike" kern="0" cap="none" spc="0" normalizeH="0" baseline="0" noProof="0" dirty="0">
                        <a:ln>
                          <a:noFill/>
                        </a:ln>
                        <a:solidFill>
                          <a:srgbClr val="000000"/>
                        </a:solidFill>
                        <a:effectLst/>
                        <a:uLnTx/>
                        <a:uFillTx/>
                        <a:latin typeface="Arial" panose="020B0604020202020204" pitchFamily="34" charset="0"/>
                        <a:ea typeface="等线" panose="02010600030101010101" pitchFamily="2" charset="-122"/>
                        <a:cs typeface="Helvetica Neue"/>
                        <a:sym typeface="Helvetica Neue Light"/>
                      </a:endParaRPr>
                    </a:p>
                  </a:txBody>
                  <a:tcPr marL="9525" marR="9525" marT="9525" marB="0" anchor="ctr"/>
                </a:tc>
                <a:tc>
                  <a:txBody>
                    <a:bodyPr/>
                    <a:lstStyle/>
                    <a:p>
                      <a:pPr algn="ctr" fontAlgn="ctr"/>
                      <a:r>
                        <a:rPr lang="en-US" altLang="zh-CN" sz="1600" b="0" i="0" u="none" strike="noStrike">
                          <a:solidFill>
                            <a:srgbClr val="000000"/>
                          </a:solidFill>
                          <a:effectLst/>
                          <a:latin typeface="Arial" panose="020B0604020202020204" pitchFamily="34" charset="0"/>
                          <a:ea typeface="等线" panose="02010600030101010101" pitchFamily="2" charset="-122"/>
                        </a:rPr>
                        <a:t>Max 0.2</a:t>
                      </a:r>
                      <a:endParaRPr lang="en-US" altLang="zh-CN" sz="1600" b="0" i="0" u="none" strike="noStrike" dirty="0">
                        <a:solidFill>
                          <a:srgbClr val="000000"/>
                        </a:solidFill>
                        <a:effectLst/>
                        <a:latin typeface="Arial" panose="020B0604020202020204" pitchFamily="34" charset="0"/>
                        <a:ea typeface="等线" panose="02010600030101010101" pitchFamily="2" charset="-122"/>
                      </a:endParaRPr>
                    </a:p>
                  </a:txBody>
                  <a:tcPr marL="9525" marR="9525" marT="9525" marB="0" anchor="ctr"/>
                </a:tc>
                <a:tc>
                  <a:txBody>
                    <a:bodyPr/>
                    <a:lstStyle/>
                    <a:p>
                      <a:pPr algn="ctr" fontAlgn="ctr"/>
                      <a:r>
                        <a:rPr lang="en-US" sz="1600" b="0" i="0" u="none" strike="noStrike">
                          <a:solidFill>
                            <a:srgbClr val="000000"/>
                          </a:solidFill>
                          <a:effectLst/>
                          <a:latin typeface="Arial" panose="020B0604020202020204" pitchFamily="34" charset="0"/>
                          <a:ea typeface="等线" panose="02010600030101010101" pitchFamily="2" charset="-122"/>
                        </a:rPr>
                        <a:t>N35SH-100RC</a:t>
                      </a:r>
                    </a:p>
                  </a:txBody>
                  <a:tcPr marL="9525" marR="9525" marT="9525" marB="0" anchor="ctr"/>
                </a:tc>
                <a:tc>
                  <a:txBody>
                    <a:bodyPr/>
                    <a:lstStyle/>
                    <a:p>
                      <a:pPr algn="ctr" fontAlgn="ctr"/>
                      <a:r>
                        <a:rPr lang="en-US" altLang="zh-CN" sz="1600" b="0" i="0" u="none" strike="noStrike">
                          <a:solidFill>
                            <a:srgbClr val="000000"/>
                          </a:solidFill>
                          <a:effectLst/>
                          <a:latin typeface="Arial" panose="020B0604020202020204" pitchFamily="34" charset="0"/>
                          <a:ea typeface="等线" panose="02010600030101010101" pitchFamily="2" charset="-122"/>
                        </a:rPr>
                        <a:t>11.7~12.2</a:t>
                      </a:r>
                    </a:p>
                  </a:txBody>
                  <a:tcPr marL="9525" marR="9525" marT="9525" marB="0" anchor="ctr"/>
                </a:tc>
                <a:tc>
                  <a:txBody>
                    <a:bodyPr/>
                    <a:lstStyle/>
                    <a:p>
                      <a:pPr algn="ctr" fontAlgn="ctr"/>
                      <a:r>
                        <a:rPr lang="en-US" altLang="zh-CN" sz="1600" b="0" i="0" u="none" strike="noStrike">
                          <a:solidFill>
                            <a:srgbClr val="000000"/>
                          </a:solidFill>
                          <a:effectLst/>
                          <a:latin typeface="Arial" panose="020B0604020202020204" pitchFamily="34" charset="0"/>
                          <a:ea typeface="等线" panose="02010600030101010101" pitchFamily="2" charset="-122"/>
                        </a:rPr>
                        <a:t>/</a:t>
                      </a:r>
                    </a:p>
                  </a:txBody>
                  <a:tcPr marL="9525" marR="9525" marT="9525" marB="0" anchor="ctr"/>
                </a:tc>
                <a:tc>
                  <a:txBody>
                    <a:bodyPr/>
                    <a:lstStyle/>
                    <a:p>
                      <a:pPr algn="ctr" fontAlgn="ctr"/>
                      <a:r>
                        <a:rPr lang="en-US" sz="1600" b="0" i="0" u="none" strike="noStrike">
                          <a:solidFill>
                            <a:srgbClr val="000000"/>
                          </a:solidFill>
                          <a:effectLst/>
                          <a:latin typeface="Arial" panose="020B0604020202020204" pitchFamily="34" charset="0"/>
                          <a:ea typeface="等线" panose="02010600030101010101" pitchFamily="2" charset="-122"/>
                        </a:rPr>
                        <a:t>20MIN</a:t>
                      </a:r>
                    </a:p>
                  </a:txBody>
                  <a:tcPr marL="9525" marR="9525" marT="9525" marB="0" anchor="ctr"/>
                </a:tc>
                <a:tc>
                  <a:txBody>
                    <a:bodyPr/>
                    <a:lstStyle/>
                    <a:p>
                      <a:pPr algn="ctr" fontAlgn="ctr"/>
                      <a:r>
                        <a:rPr lang="en-US" altLang="zh-CN" sz="1600" b="0" i="0" u="none" strike="noStrike">
                          <a:solidFill>
                            <a:srgbClr val="000000"/>
                          </a:solidFill>
                          <a:effectLst/>
                          <a:latin typeface="Arial" panose="020B0604020202020204" pitchFamily="34" charset="0"/>
                          <a:ea typeface="等线" panose="02010600030101010101" pitchFamily="2" charset="-122"/>
                        </a:rPr>
                        <a:t>33~36</a:t>
                      </a:r>
                    </a:p>
                  </a:txBody>
                  <a:tcPr marL="9525" marR="9525" marT="9525" marB="0" anchor="ctr"/>
                </a:tc>
                <a:tc>
                  <a:txBody>
                    <a:bodyPr/>
                    <a:lstStyle/>
                    <a:p>
                      <a:pPr algn="ctr" fontAlgn="ctr"/>
                      <a:r>
                        <a:rPr lang="en-US" sz="1600" b="0" i="0" u="none" strike="noStrike">
                          <a:solidFill>
                            <a:srgbClr val="000000"/>
                          </a:solidFill>
                          <a:effectLst/>
                          <a:latin typeface="Arial" panose="020B0604020202020204" pitchFamily="34" charset="0"/>
                          <a:ea typeface="等线" panose="02010600030101010101" pitchFamily="2" charset="-122"/>
                        </a:rPr>
                        <a:t>Zinc:6-14</a:t>
                      </a:r>
                    </a:p>
                  </a:txBody>
                  <a:tcPr marL="9525" marR="9525" marT="9525" marB="0" anchor="ctr"/>
                </a:tc>
                <a:extLst>
                  <a:ext uri="{0D108BD9-81ED-4DB2-BD59-A6C34878D82A}">
                    <a16:rowId xmlns:a16="http://schemas.microsoft.com/office/drawing/2014/main" val="618743748"/>
                  </a:ext>
                </a:extLst>
              </a:tr>
              <a:tr h="406114">
                <a:tc>
                  <a:txBody>
                    <a:bodyPr/>
                    <a:lstStyle/>
                    <a:p>
                      <a:pPr algn="ctr" fontAlgn="ctr"/>
                      <a:r>
                        <a:rPr lang="en-US" altLang="zh-CN" sz="1600" u="none" strike="noStrike" dirty="0">
                          <a:effectLst/>
                          <a:latin typeface="Arial" panose="020B0604020202020204" pitchFamily="34" charset="0"/>
                          <a:cs typeface="Arial" panose="020B0604020202020204" pitchFamily="34" charset="0"/>
                        </a:rPr>
                        <a:t>9</a:t>
                      </a:r>
                      <a:endParaRPr lang="en-US" altLang="zh-CN" sz="1600" b="0" i="0" u="none" strike="noStrike" dirty="0">
                        <a:solidFill>
                          <a:srgbClr val="000000"/>
                        </a:solidFill>
                        <a:effectLst/>
                        <a:latin typeface="Arial" panose="020B0604020202020204" pitchFamily="34" charset="0"/>
                        <a:ea typeface="微软雅黑" panose="020B0503020204020204" pitchFamily="34" charset="-122"/>
                        <a:cs typeface="Arial" panose="020B0604020202020204" pitchFamily="34" charset="0"/>
                      </a:endParaRPr>
                    </a:p>
                  </a:txBody>
                  <a:tcPr marL="7022" marR="7022" marT="7022" marB="0" anchor="ctr"/>
                </a:tc>
                <a:tc>
                  <a:txBody>
                    <a:bodyPr/>
                    <a:lstStyle/>
                    <a:p>
                      <a:pPr algn="ctr" fontAlgn="ctr"/>
                      <a:r>
                        <a:rPr lang="en-US" altLang="zh-CN" sz="1600" b="0" i="0" u="none" strike="noStrike">
                          <a:solidFill>
                            <a:srgbClr val="000000"/>
                          </a:solidFill>
                          <a:effectLst/>
                          <a:latin typeface="Arial" panose="020B0604020202020204" pitchFamily="34" charset="0"/>
                          <a:ea typeface="等线" panose="02010600030101010101" pitchFamily="2" charset="-122"/>
                        </a:rPr>
                        <a:t>160-05845</a:t>
                      </a:r>
                    </a:p>
                  </a:txBody>
                  <a:tcPr marL="9525" marR="9525" marT="9525" marB="0" anchor="ctr"/>
                </a:tc>
                <a:tc>
                  <a:txBody>
                    <a:bodyPr/>
                    <a:lstStyle/>
                    <a:p>
                      <a:pPr algn="ctr" fontAlgn="ctr"/>
                      <a:r>
                        <a:rPr lang="en-US" altLang="zh-CN" sz="1600" b="0" i="0" u="none" strike="noStrike" dirty="0">
                          <a:solidFill>
                            <a:srgbClr val="000000"/>
                          </a:solidFill>
                          <a:effectLst/>
                          <a:latin typeface="Arial" panose="020B0604020202020204" pitchFamily="34" charset="0"/>
                          <a:ea typeface="等线" panose="02010600030101010101" pitchFamily="2" charset="-122"/>
                        </a:rPr>
                        <a:t>11.41</a:t>
                      </a:r>
                    </a:p>
                  </a:txBody>
                  <a:tcPr marL="9525" marR="9525" marT="9525" marB="0" anchor="ctr"/>
                </a:tc>
                <a:tc>
                  <a:txBody>
                    <a:bodyPr/>
                    <a:lstStyle/>
                    <a:p>
                      <a:pPr algn="ctr" fontAlgn="ctr"/>
                      <a:r>
                        <a:rPr lang="en-US" altLang="zh-CN" sz="1600" b="0" i="0" u="none" strike="noStrike" dirty="0">
                          <a:solidFill>
                            <a:srgbClr val="000000"/>
                          </a:solidFill>
                          <a:effectLst/>
                          <a:latin typeface="Arial" panose="020B0604020202020204" pitchFamily="34" charset="0"/>
                          <a:ea typeface="等线" panose="02010600030101010101" pitchFamily="2" charset="-122"/>
                        </a:rPr>
                        <a:t>4.55</a:t>
                      </a:r>
                    </a:p>
                  </a:txBody>
                  <a:tcPr marL="9525" marR="9525" marT="9525" marB="0" anchor="ctr"/>
                </a:tc>
                <a:tc>
                  <a:txBody>
                    <a:bodyPr/>
                    <a:lstStyle/>
                    <a:p>
                      <a:pPr algn="ctr" fontAlgn="ctr"/>
                      <a:r>
                        <a:rPr lang="en-US" altLang="zh-CN" sz="1600" b="0" i="0" u="none" strike="noStrike" dirty="0">
                          <a:solidFill>
                            <a:srgbClr val="000000"/>
                          </a:solidFill>
                          <a:effectLst/>
                          <a:latin typeface="Arial" panose="020B0604020202020204" pitchFamily="34" charset="0"/>
                          <a:ea typeface="等线" panose="02010600030101010101" pitchFamily="2" charset="-122"/>
                        </a:rPr>
                        <a:t>0.9</a:t>
                      </a:r>
                    </a:p>
                  </a:txBody>
                  <a:tcPr marL="9525" marR="9525" marT="9525" marB="0" anchor="ctr"/>
                </a:tc>
                <a:tc>
                  <a:txBody>
                    <a:bodyPr/>
                    <a:lstStyle/>
                    <a:p>
                      <a:pPr marL="0" marR="0" indent="0" algn="ctr" defTabSz="821530" eaLnBrk="1" fontAlgn="ctr" latinLnBrk="0" hangingPunct="1">
                        <a:lnSpc>
                          <a:spcPct val="100000"/>
                        </a:lnSpc>
                        <a:spcBef>
                          <a:spcPts val="0"/>
                        </a:spcBef>
                        <a:spcAft>
                          <a:spcPts val="0"/>
                        </a:spcAft>
                        <a:buClrTx/>
                        <a:buSzTx/>
                        <a:buFontTx/>
                        <a:buNone/>
                        <a:tabLst/>
                        <a:defRPr/>
                      </a:pPr>
                      <a:r>
                        <a:rPr lang="en-US" altLang="zh-CN" sz="1600" b="0" i="0" u="none" strike="noStrike" cap="none" spc="0" baseline="0" dirty="0">
                          <a:ln>
                            <a:noFill/>
                          </a:ln>
                          <a:solidFill>
                            <a:srgbClr val="000000"/>
                          </a:solidFill>
                          <a:effectLst/>
                          <a:uFillTx/>
                          <a:latin typeface="Arial" panose="020B0604020202020204" pitchFamily="34" charset="0"/>
                          <a:ea typeface="等线" panose="02010600030101010101" pitchFamily="2" charset="-122"/>
                          <a:cs typeface="+mn-cs"/>
                          <a:sym typeface="Helvetica Neue Light"/>
                        </a:rPr>
                        <a:t>4.78</a:t>
                      </a:r>
                      <a:r>
                        <a:rPr lang="el-GR" altLang="zh-CN" sz="1600" b="0" i="0" u="none" strike="noStrike" cap="none" spc="0" baseline="0" dirty="0">
                          <a:ln>
                            <a:noFill/>
                          </a:ln>
                          <a:solidFill>
                            <a:srgbClr val="000000"/>
                          </a:solidFill>
                          <a:effectLst/>
                          <a:uFillTx/>
                          <a:latin typeface="Arial" panose="020B0604020202020204" pitchFamily="34" charset="0"/>
                          <a:ea typeface="等线" panose="02010600030101010101" pitchFamily="2" charset="-122"/>
                          <a:cs typeface="+mn-cs"/>
                          <a:sym typeface="Helvetica Neue Light"/>
                        </a:rPr>
                        <a:t>~</a:t>
                      </a:r>
                      <a:r>
                        <a:rPr lang="en-US" altLang="zh-CN" sz="1600" b="0" i="0" u="none" strike="noStrike" cap="none" spc="0" baseline="0" dirty="0">
                          <a:ln>
                            <a:noFill/>
                          </a:ln>
                          <a:solidFill>
                            <a:srgbClr val="000000"/>
                          </a:solidFill>
                          <a:effectLst/>
                          <a:uFillTx/>
                          <a:latin typeface="Arial" panose="020B0604020202020204" pitchFamily="34" charset="0"/>
                          <a:ea typeface="等线" panose="02010600030101010101" pitchFamily="2" charset="-122"/>
                          <a:cs typeface="+mn-cs"/>
                          <a:sym typeface="Helvetica Neue Light"/>
                        </a:rPr>
                        <a:t>5.62</a:t>
                      </a:r>
                    </a:p>
                  </a:txBody>
                  <a:tcPr marL="9525" marR="9525" marT="9525" marB="0" anchor="ctr"/>
                </a:tc>
                <a:tc>
                  <a:txBody>
                    <a:bodyPr/>
                    <a:lstStyle/>
                    <a:p>
                      <a:pPr algn="ctr" fontAlgn="ctr"/>
                      <a:r>
                        <a:rPr lang="en-US" altLang="zh-CN" sz="1600" b="0" i="0" u="none" strike="noStrike" dirty="0">
                          <a:solidFill>
                            <a:srgbClr val="000000"/>
                          </a:solidFill>
                          <a:effectLst/>
                          <a:latin typeface="微软雅黑" panose="020B0503020204020204" pitchFamily="34" charset="-122"/>
                          <a:ea typeface="微软雅黑" panose="020B0503020204020204" pitchFamily="34" charset="-122"/>
                        </a:rPr>
                        <a:t>55</a:t>
                      </a:r>
                      <a:r>
                        <a:rPr lang="el-GR" altLang="zh-CN" sz="1600" b="0" i="0" u="none" strike="noStrike" dirty="0">
                          <a:solidFill>
                            <a:srgbClr val="000000"/>
                          </a:solidFill>
                          <a:effectLst/>
                          <a:latin typeface="微软雅黑" panose="020B0503020204020204" pitchFamily="34" charset="-122"/>
                          <a:ea typeface="微软雅黑" panose="020B0503020204020204" pitchFamily="34" charset="-122"/>
                        </a:rPr>
                        <a:t>° Θ</a:t>
                      </a:r>
                      <a:r>
                        <a:rPr lang="en-US" altLang="zh-CN" sz="1600" b="0" i="0" u="none" strike="noStrike" dirty="0">
                          <a:solidFill>
                            <a:srgbClr val="000000"/>
                          </a:solidFill>
                          <a:effectLst/>
                          <a:latin typeface="微软雅黑" panose="020B0503020204020204" pitchFamily="34" charset="-122"/>
                          <a:ea typeface="微软雅黑" panose="020B0503020204020204" pitchFamily="34" charset="-122"/>
                        </a:rPr>
                        <a:t>YZ</a:t>
                      </a:r>
                    </a:p>
                  </a:txBody>
                  <a:tcPr marL="9525" marR="9525" marT="9525" marB="0" anchor="ctr"/>
                </a:tc>
                <a:tc>
                  <a:txBody>
                    <a:bodyPr/>
                    <a:lstStyle/>
                    <a:p>
                      <a:pPr marL="0" marR="0" lvl="0" indent="0" algn="ctr" defTabSz="821530" eaLnBrk="1" fontAlgn="ctr" latinLnBrk="0" hangingPunct="1">
                        <a:lnSpc>
                          <a:spcPct val="100000"/>
                        </a:lnSpc>
                        <a:spcBef>
                          <a:spcPts val="0"/>
                        </a:spcBef>
                        <a:spcAft>
                          <a:spcPts val="0"/>
                        </a:spcAft>
                        <a:buClrTx/>
                        <a:buSzTx/>
                        <a:buFontTx/>
                        <a:buNone/>
                        <a:tabLst/>
                        <a:defRPr/>
                      </a:pPr>
                      <a:r>
                        <a:rPr kumimoji="0" lang="en-US" altLang="zh-CN" sz="1600" b="0" i="0" u="none" strike="noStrike" kern="0" cap="none" spc="0" normalizeH="0" baseline="0" noProof="0" dirty="0">
                          <a:ln>
                            <a:noFill/>
                          </a:ln>
                          <a:solidFill>
                            <a:srgbClr val="000000"/>
                          </a:solidFill>
                          <a:effectLst/>
                          <a:uLnTx/>
                          <a:uFillTx/>
                          <a:latin typeface="Arial" panose="020B0604020202020204" pitchFamily="34" charset="0"/>
                          <a:ea typeface="等线" panose="02010600030101010101" pitchFamily="2" charset="-122"/>
                          <a:cs typeface="Helvetica Neue"/>
                          <a:sym typeface="Helvetica Neue Light"/>
                        </a:rPr>
                        <a:t>0.2</a:t>
                      </a:r>
                      <a:r>
                        <a:rPr kumimoji="0" lang="zh-CN" altLang="en-US" sz="1600" b="0" i="0" u="none" strike="noStrike" kern="0" cap="none" spc="0" normalizeH="0" baseline="0" noProof="0" dirty="0">
                          <a:ln>
                            <a:noFill/>
                          </a:ln>
                          <a:solidFill>
                            <a:srgbClr val="000000"/>
                          </a:solidFill>
                          <a:effectLst/>
                          <a:uLnTx/>
                          <a:uFillTx/>
                          <a:latin typeface="Arial" panose="020B0604020202020204" pitchFamily="34" charset="0"/>
                          <a:ea typeface="等线" panose="02010600030101010101" pitchFamily="2" charset="-122"/>
                          <a:cs typeface="Helvetica Neue"/>
                          <a:sym typeface="Helvetica Neue Light"/>
                        </a:rPr>
                        <a:t> </a:t>
                      </a:r>
                      <a:r>
                        <a:rPr kumimoji="0" lang="en-US" altLang="zh-CN" sz="1600" b="0" i="0" u="none" strike="noStrike" kern="0" cap="none" spc="0" normalizeH="0" baseline="0" noProof="0" dirty="0">
                          <a:ln>
                            <a:noFill/>
                          </a:ln>
                          <a:solidFill>
                            <a:srgbClr val="000000"/>
                          </a:solidFill>
                          <a:effectLst/>
                          <a:uLnTx/>
                          <a:uFillTx/>
                          <a:latin typeface="Arial" panose="020B0604020202020204" pitchFamily="34" charset="0"/>
                          <a:ea typeface="等线" panose="02010600030101010101" pitchFamily="2" charset="-122"/>
                          <a:cs typeface="Helvetica Neue"/>
                          <a:sym typeface="Helvetica Neue Light"/>
                        </a:rPr>
                        <a:t>+0.1/-0.08</a:t>
                      </a:r>
                    </a:p>
                  </a:txBody>
                  <a:tcPr marL="9525" marR="9525" marT="9525" marB="0" anchor="ctr"/>
                </a:tc>
                <a:tc>
                  <a:txBody>
                    <a:bodyPr/>
                    <a:lstStyle/>
                    <a:p>
                      <a:pPr algn="ctr" fontAlgn="ctr"/>
                      <a:r>
                        <a:rPr lang="en-US" altLang="zh-CN" sz="1600" b="0" i="0" u="none" strike="noStrike">
                          <a:solidFill>
                            <a:srgbClr val="000000"/>
                          </a:solidFill>
                          <a:effectLst/>
                          <a:latin typeface="Arial" panose="020B0604020202020204" pitchFamily="34" charset="0"/>
                          <a:ea typeface="等线" panose="02010600030101010101" pitchFamily="2" charset="-122"/>
                        </a:rPr>
                        <a:t>Max 0.2</a:t>
                      </a:r>
                      <a:endParaRPr lang="en-US" altLang="zh-CN" sz="1600" b="0" i="0" u="none" strike="noStrike" dirty="0">
                        <a:solidFill>
                          <a:srgbClr val="000000"/>
                        </a:solidFill>
                        <a:effectLst/>
                        <a:latin typeface="Arial" panose="020B0604020202020204" pitchFamily="34" charset="0"/>
                        <a:ea typeface="等线" panose="02010600030101010101" pitchFamily="2" charset="-122"/>
                      </a:endParaRPr>
                    </a:p>
                  </a:txBody>
                  <a:tcPr marL="9525" marR="9525" marT="9525" marB="0" anchor="ctr"/>
                </a:tc>
                <a:tc>
                  <a:txBody>
                    <a:bodyPr/>
                    <a:lstStyle/>
                    <a:p>
                      <a:pPr algn="ctr" fontAlgn="ctr"/>
                      <a:r>
                        <a:rPr lang="en-US" sz="1600" b="0" i="0" u="none" strike="noStrike">
                          <a:solidFill>
                            <a:srgbClr val="000000"/>
                          </a:solidFill>
                          <a:effectLst/>
                          <a:latin typeface="Arial" panose="020B0604020202020204" pitchFamily="34" charset="0"/>
                          <a:ea typeface="等线" panose="02010600030101010101" pitchFamily="2" charset="-122"/>
                        </a:rPr>
                        <a:t>N35SH-100RC</a:t>
                      </a:r>
                    </a:p>
                  </a:txBody>
                  <a:tcPr marL="9525" marR="9525" marT="9525" marB="0" anchor="ctr"/>
                </a:tc>
                <a:tc>
                  <a:txBody>
                    <a:bodyPr/>
                    <a:lstStyle/>
                    <a:p>
                      <a:pPr algn="ctr" fontAlgn="ctr"/>
                      <a:r>
                        <a:rPr lang="en-US" altLang="zh-CN" sz="1600" b="0" i="0" u="none" strike="noStrike">
                          <a:solidFill>
                            <a:srgbClr val="000000"/>
                          </a:solidFill>
                          <a:effectLst/>
                          <a:latin typeface="Arial" panose="020B0604020202020204" pitchFamily="34" charset="0"/>
                          <a:ea typeface="等线" panose="02010600030101010101" pitchFamily="2" charset="-122"/>
                        </a:rPr>
                        <a:t>11.7~12.2</a:t>
                      </a:r>
                    </a:p>
                  </a:txBody>
                  <a:tcPr marL="9525" marR="9525" marT="9525" marB="0" anchor="ctr"/>
                </a:tc>
                <a:tc>
                  <a:txBody>
                    <a:bodyPr/>
                    <a:lstStyle/>
                    <a:p>
                      <a:pPr algn="ctr" fontAlgn="ctr"/>
                      <a:r>
                        <a:rPr lang="en-US" altLang="zh-CN" sz="1600" b="0" i="0" u="none" strike="noStrike">
                          <a:solidFill>
                            <a:srgbClr val="000000"/>
                          </a:solidFill>
                          <a:effectLst/>
                          <a:latin typeface="Arial" panose="020B0604020202020204" pitchFamily="34" charset="0"/>
                          <a:ea typeface="等线" panose="02010600030101010101" pitchFamily="2" charset="-122"/>
                        </a:rPr>
                        <a:t>/</a:t>
                      </a:r>
                    </a:p>
                  </a:txBody>
                  <a:tcPr marL="9525" marR="9525" marT="9525" marB="0" anchor="ctr"/>
                </a:tc>
                <a:tc>
                  <a:txBody>
                    <a:bodyPr/>
                    <a:lstStyle/>
                    <a:p>
                      <a:pPr algn="ctr" fontAlgn="ctr"/>
                      <a:r>
                        <a:rPr lang="en-US" sz="1600" b="0" i="0" u="none" strike="noStrike">
                          <a:solidFill>
                            <a:srgbClr val="000000"/>
                          </a:solidFill>
                          <a:effectLst/>
                          <a:latin typeface="Arial" panose="020B0604020202020204" pitchFamily="34" charset="0"/>
                          <a:ea typeface="等线" panose="02010600030101010101" pitchFamily="2" charset="-122"/>
                        </a:rPr>
                        <a:t>20MIN</a:t>
                      </a:r>
                    </a:p>
                  </a:txBody>
                  <a:tcPr marL="9525" marR="9525" marT="9525" marB="0" anchor="ctr"/>
                </a:tc>
                <a:tc>
                  <a:txBody>
                    <a:bodyPr/>
                    <a:lstStyle/>
                    <a:p>
                      <a:pPr algn="ctr" fontAlgn="ctr"/>
                      <a:r>
                        <a:rPr lang="en-US" altLang="zh-CN" sz="1600" b="0" i="0" u="none" strike="noStrike">
                          <a:solidFill>
                            <a:srgbClr val="000000"/>
                          </a:solidFill>
                          <a:effectLst/>
                          <a:latin typeface="Arial" panose="020B0604020202020204" pitchFamily="34" charset="0"/>
                          <a:ea typeface="等线" panose="02010600030101010101" pitchFamily="2" charset="-122"/>
                        </a:rPr>
                        <a:t>33~36</a:t>
                      </a:r>
                    </a:p>
                  </a:txBody>
                  <a:tcPr marL="9525" marR="9525" marT="9525" marB="0" anchor="ctr"/>
                </a:tc>
                <a:tc>
                  <a:txBody>
                    <a:bodyPr/>
                    <a:lstStyle/>
                    <a:p>
                      <a:pPr algn="ctr" fontAlgn="ctr"/>
                      <a:r>
                        <a:rPr lang="en-US" sz="1600" b="0" i="0" u="none" strike="noStrike">
                          <a:solidFill>
                            <a:srgbClr val="000000"/>
                          </a:solidFill>
                          <a:effectLst/>
                          <a:latin typeface="Arial" panose="020B0604020202020204" pitchFamily="34" charset="0"/>
                          <a:ea typeface="等线" panose="02010600030101010101" pitchFamily="2" charset="-122"/>
                        </a:rPr>
                        <a:t>Zinc:6-14</a:t>
                      </a:r>
                    </a:p>
                  </a:txBody>
                  <a:tcPr marL="9525" marR="9525" marT="9525" marB="0" anchor="ctr"/>
                </a:tc>
                <a:extLst>
                  <a:ext uri="{0D108BD9-81ED-4DB2-BD59-A6C34878D82A}">
                    <a16:rowId xmlns:a16="http://schemas.microsoft.com/office/drawing/2014/main" val="371944429"/>
                  </a:ext>
                </a:extLst>
              </a:tr>
              <a:tr h="406114">
                <a:tc>
                  <a:txBody>
                    <a:bodyPr/>
                    <a:lstStyle/>
                    <a:p>
                      <a:pPr algn="ctr" fontAlgn="ctr"/>
                      <a:r>
                        <a:rPr lang="en-US" altLang="zh-CN" sz="1600" u="none" strike="noStrike" dirty="0">
                          <a:effectLst/>
                          <a:latin typeface="Arial" panose="020B0604020202020204" pitchFamily="34" charset="0"/>
                          <a:cs typeface="Arial" panose="020B0604020202020204" pitchFamily="34" charset="0"/>
                        </a:rPr>
                        <a:t>10</a:t>
                      </a:r>
                      <a:endParaRPr lang="en-US" altLang="zh-CN" sz="1600" b="0" i="0" u="none" strike="noStrike" dirty="0">
                        <a:solidFill>
                          <a:srgbClr val="000000"/>
                        </a:solidFill>
                        <a:effectLst/>
                        <a:latin typeface="Arial" panose="020B0604020202020204" pitchFamily="34" charset="0"/>
                        <a:ea typeface="微软雅黑" panose="020B0503020204020204" pitchFamily="34" charset="-122"/>
                        <a:cs typeface="Arial" panose="020B0604020202020204" pitchFamily="34" charset="0"/>
                      </a:endParaRPr>
                    </a:p>
                  </a:txBody>
                  <a:tcPr marL="7022" marR="7022" marT="7022" marB="0" anchor="ctr"/>
                </a:tc>
                <a:tc>
                  <a:txBody>
                    <a:bodyPr/>
                    <a:lstStyle/>
                    <a:p>
                      <a:pPr algn="ctr" fontAlgn="ctr"/>
                      <a:r>
                        <a:rPr lang="en-US" altLang="zh-CN" sz="1600" b="0" i="0" u="none" strike="noStrike" dirty="0">
                          <a:solidFill>
                            <a:srgbClr val="000000"/>
                          </a:solidFill>
                          <a:effectLst/>
                          <a:latin typeface="Arial" panose="020B0604020202020204" pitchFamily="34" charset="0"/>
                          <a:ea typeface="等线" panose="02010600030101010101" pitchFamily="2" charset="-122"/>
                        </a:rPr>
                        <a:t>160-05549</a:t>
                      </a:r>
                    </a:p>
                  </a:txBody>
                  <a:tcPr marL="9525" marR="9525" marT="9525" marB="0" anchor="ctr"/>
                </a:tc>
                <a:tc>
                  <a:txBody>
                    <a:bodyPr/>
                    <a:lstStyle/>
                    <a:p>
                      <a:pPr algn="ctr" fontAlgn="ctr"/>
                      <a:r>
                        <a:rPr lang="en-US" altLang="zh-CN" sz="1600" b="0" i="0" u="none" strike="noStrike" dirty="0">
                          <a:solidFill>
                            <a:srgbClr val="000000"/>
                          </a:solidFill>
                          <a:effectLst/>
                          <a:latin typeface="Arial" panose="020B0604020202020204" pitchFamily="34" charset="0"/>
                          <a:ea typeface="等线" panose="02010600030101010101" pitchFamily="2" charset="-122"/>
                        </a:rPr>
                        <a:t>8.7</a:t>
                      </a:r>
                    </a:p>
                  </a:txBody>
                  <a:tcPr marL="9525" marR="9525" marT="9525" marB="0" anchor="ctr"/>
                </a:tc>
                <a:tc>
                  <a:txBody>
                    <a:bodyPr/>
                    <a:lstStyle/>
                    <a:p>
                      <a:pPr algn="ctr" fontAlgn="ctr"/>
                      <a:r>
                        <a:rPr lang="en-US" altLang="zh-CN" sz="1600" b="0" i="0" u="none" strike="noStrike" dirty="0">
                          <a:solidFill>
                            <a:srgbClr val="000000"/>
                          </a:solidFill>
                          <a:effectLst/>
                          <a:latin typeface="Arial" panose="020B0604020202020204" pitchFamily="34" charset="0"/>
                          <a:ea typeface="等线" panose="02010600030101010101" pitchFamily="2" charset="-122"/>
                        </a:rPr>
                        <a:t>8.85</a:t>
                      </a:r>
                    </a:p>
                  </a:txBody>
                  <a:tcPr marL="9525" marR="9525" marT="9525" marB="0" anchor="ctr"/>
                </a:tc>
                <a:tc>
                  <a:txBody>
                    <a:bodyPr/>
                    <a:lstStyle/>
                    <a:p>
                      <a:pPr algn="ctr" fontAlgn="ctr"/>
                      <a:r>
                        <a:rPr lang="en-US" altLang="zh-CN" sz="1600" b="0" i="0" u="none" strike="noStrike" dirty="0">
                          <a:solidFill>
                            <a:srgbClr val="000000"/>
                          </a:solidFill>
                          <a:effectLst/>
                          <a:latin typeface="Arial" panose="020B0604020202020204" pitchFamily="34" charset="0"/>
                          <a:ea typeface="等线" panose="02010600030101010101" pitchFamily="2" charset="-122"/>
                        </a:rPr>
                        <a:t>0.8</a:t>
                      </a:r>
                    </a:p>
                  </a:txBody>
                  <a:tcPr marL="9525" marR="9525" marT="9525" marB="0" anchor="ctr"/>
                </a:tc>
                <a:tc>
                  <a:txBody>
                    <a:bodyPr/>
                    <a:lstStyle/>
                    <a:p>
                      <a:pPr marL="0" marR="0" indent="0" algn="ctr" defTabSz="821530" fontAlgn="ctr" latinLnBrk="0">
                        <a:lnSpc>
                          <a:spcPct val="100000"/>
                        </a:lnSpc>
                        <a:spcBef>
                          <a:spcPts val="0"/>
                        </a:spcBef>
                        <a:spcAft>
                          <a:spcPts val="0"/>
                        </a:spcAft>
                        <a:buClrTx/>
                        <a:buSzTx/>
                        <a:buFontTx/>
                        <a:buNone/>
                        <a:tabLst/>
                      </a:pPr>
                      <a:r>
                        <a:rPr lang="el-GR" sz="1600" b="0" i="0" u="none" strike="noStrike" cap="none" spc="0" baseline="0" dirty="0">
                          <a:ln>
                            <a:noFill/>
                          </a:ln>
                          <a:solidFill>
                            <a:srgbClr val="000000"/>
                          </a:solidFill>
                          <a:effectLst/>
                          <a:uFillTx/>
                          <a:latin typeface="Arial" panose="020B0604020202020204" pitchFamily="34" charset="0"/>
                          <a:ea typeface="等线" panose="02010600030101010101" pitchFamily="2" charset="-122"/>
                          <a:cs typeface="+mn-cs"/>
                          <a:sym typeface="Helvetica Neue Light"/>
                        </a:rPr>
                        <a:t>3.04~3.57</a:t>
                      </a:r>
                      <a:endParaRPr lang="en-US" sz="1600" b="0" i="0" u="none" strike="noStrike" cap="none" spc="0" baseline="0" dirty="0">
                        <a:ln>
                          <a:noFill/>
                        </a:ln>
                        <a:solidFill>
                          <a:srgbClr val="000000"/>
                        </a:solidFill>
                        <a:effectLst/>
                        <a:uFillTx/>
                        <a:latin typeface="Arial" panose="020B0604020202020204" pitchFamily="34" charset="0"/>
                        <a:ea typeface="等线" panose="02010600030101010101" pitchFamily="2" charset="-122"/>
                        <a:cs typeface="+mn-cs"/>
                        <a:sym typeface="Helvetica Neue Light"/>
                      </a:endParaRPr>
                    </a:p>
                  </a:txBody>
                  <a:tcPr marL="9525" marR="9525" marT="9525" marB="0" anchor="ctr"/>
                </a:tc>
                <a:tc>
                  <a:txBody>
                    <a:bodyPr/>
                    <a:lstStyle/>
                    <a:p>
                      <a:pPr algn="ctr" fontAlgn="ctr"/>
                      <a:r>
                        <a:rPr lang="en-US" altLang="zh-CN" sz="1600" b="0" i="0" u="none" strike="noStrike" cap="none" spc="0" baseline="0" dirty="0">
                          <a:ln>
                            <a:noFill/>
                          </a:ln>
                          <a:solidFill>
                            <a:srgbClr val="000000"/>
                          </a:solidFill>
                          <a:effectLst/>
                          <a:uFillTx/>
                          <a:latin typeface="微软雅黑" panose="020B0503020204020204" pitchFamily="34" charset="-122"/>
                          <a:ea typeface="微软雅黑" panose="020B0503020204020204" pitchFamily="34" charset="-122"/>
                          <a:cs typeface="+mn-cs"/>
                          <a:sym typeface="Helvetica Neue Light"/>
                        </a:rPr>
                        <a:t>/</a:t>
                      </a:r>
                      <a:endParaRPr lang="en-US" sz="1600" b="0" i="0" u="none" strike="noStrike" cap="none" spc="0" baseline="0" dirty="0">
                        <a:ln>
                          <a:noFill/>
                        </a:ln>
                        <a:solidFill>
                          <a:srgbClr val="000000"/>
                        </a:solidFill>
                        <a:effectLst/>
                        <a:uFillTx/>
                        <a:latin typeface="微软雅黑" panose="020B0503020204020204" pitchFamily="34" charset="-122"/>
                        <a:ea typeface="微软雅黑" panose="020B0503020204020204" pitchFamily="34" charset="-122"/>
                        <a:cs typeface="+mn-cs"/>
                        <a:sym typeface="Helvetica Neue Light"/>
                      </a:endParaRPr>
                    </a:p>
                  </a:txBody>
                  <a:tcPr marL="9525" marR="9525" marT="9525" marB="0" anchor="ctr">
                    <a:noFill/>
                  </a:tcPr>
                </a:tc>
                <a:tc>
                  <a:txBody>
                    <a:bodyPr/>
                    <a:lstStyle/>
                    <a:p>
                      <a:pPr marL="0" marR="0" lvl="0" indent="0" algn="ctr" defTabSz="821530" eaLnBrk="1" fontAlgn="ctr" latinLnBrk="0" hangingPunct="1">
                        <a:lnSpc>
                          <a:spcPct val="100000"/>
                        </a:lnSpc>
                        <a:spcBef>
                          <a:spcPts val="0"/>
                        </a:spcBef>
                        <a:spcAft>
                          <a:spcPts val="0"/>
                        </a:spcAft>
                        <a:buClrTx/>
                        <a:buSzTx/>
                        <a:buFontTx/>
                        <a:buNone/>
                        <a:tabLst/>
                        <a:defRPr/>
                      </a:pPr>
                      <a:r>
                        <a:rPr kumimoji="0" lang="en-US" altLang="zh-CN" sz="16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Helvetica Neue"/>
                          <a:sym typeface="Helvetica Neue Light"/>
                        </a:rPr>
                        <a:t>0.25</a:t>
                      </a:r>
                      <a:r>
                        <a:rPr kumimoji="0" lang="zh-CN" altLang="en-US" sz="16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Helvetica Neue"/>
                          <a:sym typeface="Helvetica Neue Light"/>
                        </a:rPr>
                        <a:t> </a:t>
                      </a:r>
                      <a:r>
                        <a:rPr kumimoji="0" lang="en-US" altLang="zh-CN" sz="16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Helvetica Neue"/>
                          <a:sym typeface="Helvetica Neue Light"/>
                        </a:rPr>
                        <a:t>±0.1</a:t>
                      </a:r>
                    </a:p>
                  </a:txBody>
                  <a:tcPr marL="9525" marR="9525" marT="9525" marB="0" anchor="ctr"/>
                </a:tc>
                <a:tc>
                  <a:txBody>
                    <a:bodyPr/>
                    <a:lstStyle/>
                    <a:p>
                      <a:pPr algn="ctr" fontAlgn="ctr"/>
                      <a:r>
                        <a:rPr lang="en-US" altLang="zh-CN" sz="1600" b="0" i="0" u="none" strike="noStrike">
                          <a:solidFill>
                            <a:srgbClr val="000000"/>
                          </a:solidFill>
                          <a:effectLst/>
                          <a:latin typeface="Arial" panose="020B0604020202020204" pitchFamily="34" charset="0"/>
                          <a:ea typeface="等线" panose="02010600030101010101" pitchFamily="2" charset="-122"/>
                        </a:rPr>
                        <a:t>Max 0.2</a:t>
                      </a:r>
                      <a:endParaRPr lang="en-US" altLang="zh-CN" sz="1600" b="0" i="0" u="none" strike="noStrike" dirty="0">
                        <a:solidFill>
                          <a:srgbClr val="000000"/>
                        </a:solidFill>
                        <a:effectLst/>
                        <a:latin typeface="Arial" panose="020B0604020202020204" pitchFamily="34" charset="0"/>
                        <a:ea typeface="等线" panose="02010600030101010101" pitchFamily="2" charset="-122"/>
                      </a:endParaRPr>
                    </a:p>
                  </a:txBody>
                  <a:tcPr marL="9525" marR="9525" marT="9525" marB="0" anchor="ctr"/>
                </a:tc>
                <a:tc>
                  <a:txBody>
                    <a:bodyPr/>
                    <a:lstStyle/>
                    <a:p>
                      <a:pPr algn="ctr" fontAlgn="ctr"/>
                      <a:r>
                        <a:rPr lang="en-US" sz="1600" b="0" i="0" u="none" strike="noStrike" dirty="0">
                          <a:solidFill>
                            <a:srgbClr val="000000"/>
                          </a:solidFill>
                          <a:effectLst/>
                          <a:latin typeface="Arial" panose="020B0604020202020204" pitchFamily="34" charset="0"/>
                          <a:ea typeface="等线" panose="02010600030101010101" pitchFamily="2" charset="-122"/>
                        </a:rPr>
                        <a:t>GPM-12H</a:t>
                      </a:r>
                    </a:p>
                  </a:txBody>
                  <a:tcPr marL="9525" marR="9525" marT="9525" marB="0" anchor="ctr"/>
                </a:tc>
                <a:tc>
                  <a:txBody>
                    <a:bodyPr/>
                    <a:lstStyle/>
                    <a:p>
                      <a:pPr algn="ctr" fontAlgn="ctr"/>
                      <a:r>
                        <a:rPr lang="en-US" altLang="zh-CN" sz="1600" b="0" i="0" u="none" strike="noStrike">
                          <a:solidFill>
                            <a:srgbClr val="000000"/>
                          </a:solidFill>
                          <a:effectLst/>
                          <a:latin typeface="Arial" panose="020B0604020202020204" pitchFamily="34" charset="0"/>
                          <a:ea typeface="等线" panose="02010600030101010101" pitchFamily="2" charset="-122"/>
                        </a:rPr>
                        <a:t>7.2~8.0</a:t>
                      </a:r>
                    </a:p>
                  </a:txBody>
                  <a:tcPr marL="9525" marR="9525" marT="9525" marB="0" anchor="ctr"/>
                </a:tc>
                <a:tc>
                  <a:txBody>
                    <a:bodyPr/>
                    <a:lstStyle/>
                    <a:p>
                      <a:pPr algn="ctr" fontAlgn="ctr"/>
                      <a:r>
                        <a:rPr lang="en-US" altLang="zh-CN" sz="1600" b="0" i="0" u="none" strike="noStrike">
                          <a:solidFill>
                            <a:srgbClr val="000000"/>
                          </a:solidFill>
                          <a:effectLst/>
                          <a:latin typeface="Arial" panose="020B0604020202020204" pitchFamily="34" charset="0"/>
                          <a:ea typeface="等线" panose="02010600030101010101" pitchFamily="2" charset="-122"/>
                        </a:rPr>
                        <a:t>5.5~6.5</a:t>
                      </a:r>
                    </a:p>
                  </a:txBody>
                  <a:tcPr marL="9525" marR="9525" marT="9525" marB="0" anchor="ctr"/>
                </a:tc>
                <a:tc>
                  <a:txBody>
                    <a:bodyPr/>
                    <a:lstStyle/>
                    <a:p>
                      <a:pPr algn="ctr" fontAlgn="ctr"/>
                      <a:r>
                        <a:rPr lang="en-US" altLang="zh-CN" sz="1600" b="0" i="0" u="none" strike="noStrike" dirty="0">
                          <a:solidFill>
                            <a:srgbClr val="000000"/>
                          </a:solidFill>
                          <a:effectLst/>
                          <a:latin typeface="Arial" panose="020B0604020202020204" pitchFamily="34" charset="0"/>
                          <a:ea typeface="等线" panose="02010600030101010101" pitchFamily="2" charset="-122"/>
                        </a:rPr>
                        <a:t>9.0~10.0</a:t>
                      </a:r>
                    </a:p>
                  </a:txBody>
                  <a:tcPr marL="9525" marR="9525" marT="9525" marB="0" anchor="ctr"/>
                </a:tc>
                <a:tc>
                  <a:txBody>
                    <a:bodyPr/>
                    <a:lstStyle/>
                    <a:p>
                      <a:pPr algn="ctr" fontAlgn="ctr"/>
                      <a:r>
                        <a:rPr lang="en-US" altLang="zh-CN" sz="1600" b="0" i="0" u="none" strike="noStrike">
                          <a:solidFill>
                            <a:srgbClr val="000000"/>
                          </a:solidFill>
                          <a:effectLst/>
                          <a:latin typeface="Arial" panose="020B0604020202020204" pitchFamily="34" charset="0"/>
                          <a:ea typeface="等线" panose="02010600030101010101" pitchFamily="2" charset="-122"/>
                        </a:rPr>
                        <a:t>11.0~12.0</a:t>
                      </a:r>
                    </a:p>
                  </a:txBody>
                  <a:tcPr marL="9525" marR="9525" marT="9525" marB="0" anchor="ctr"/>
                </a:tc>
                <a:tc>
                  <a:txBody>
                    <a:bodyPr/>
                    <a:lstStyle/>
                    <a:p>
                      <a:pPr algn="ctr" fontAlgn="ctr"/>
                      <a:r>
                        <a:rPr lang="en-US" sz="1600" b="0" i="0" u="none" strike="noStrike">
                          <a:solidFill>
                            <a:srgbClr val="000000"/>
                          </a:solidFill>
                          <a:effectLst/>
                          <a:latin typeface="Arial" panose="020B0604020202020204" pitchFamily="34" charset="0"/>
                          <a:ea typeface="等线" panose="02010600030101010101" pitchFamily="2" charset="-122"/>
                        </a:rPr>
                        <a:t>Epoxy:10-20</a:t>
                      </a:r>
                    </a:p>
                  </a:txBody>
                  <a:tcPr marL="9525" marR="9525" marT="9525" marB="0" anchor="ctr"/>
                </a:tc>
                <a:extLst>
                  <a:ext uri="{0D108BD9-81ED-4DB2-BD59-A6C34878D82A}">
                    <a16:rowId xmlns:a16="http://schemas.microsoft.com/office/drawing/2014/main" val="1105650257"/>
                  </a:ext>
                </a:extLst>
              </a:tr>
              <a:tr h="406114">
                <a:tc>
                  <a:txBody>
                    <a:bodyPr/>
                    <a:lstStyle/>
                    <a:p>
                      <a:pPr algn="ctr" fontAlgn="ctr"/>
                      <a:r>
                        <a:rPr lang="en-US" altLang="zh-CN" sz="1600" u="none" strike="noStrike" dirty="0">
                          <a:effectLst/>
                          <a:latin typeface="Arial" panose="020B0604020202020204" pitchFamily="34" charset="0"/>
                          <a:cs typeface="Arial" panose="020B0604020202020204" pitchFamily="34" charset="0"/>
                        </a:rPr>
                        <a:t>11</a:t>
                      </a:r>
                      <a:endParaRPr lang="en-US" altLang="zh-CN" sz="1600" b="0" i="0" u="none" strike="noStrike" dirty="0">
                        <a:solidFill>
                          <a:srgbClr val="000000"/>
                        </a:solidFill>
                        <a:effectLst/>
                        <a:latin typeface="Arial" panose="020B0604020202020204" pitchFamily="34" charset="0"/>
                        <a:ea typeface="微软雅黑" panose="020B0503020204020204" pitchFamily="34" charset="-122"/>
                        <a:cs typeface="Arial" panose="020B0604020202020204" pitchFamily="34" charset="0"/>
                      </a:endParaRPr>
                    </a:p>
                  </a:txBody>
                  <a:tcPr marL="7022" marR="7022" marT="7022" marB="0" anchor="ctr"/>
                </a:tc>
                <a:tc>
                  <a:txBody>
                    <a:bodyPr/>
                    <a:lstStyle/>
                    <a:p>
                      <a:pPr algn="ctr" fontAlgn="ctr"/>
                      <a:r>
                        <a:rPr lang="en-US" altLang="zh-CN" sz="1600" b="0" i="0" u="none" strike="noStrike">
                          <a:solidFill>
                            <a:srgbClr val="000000"/>
                          </a:solidFill>
                          <a:effectLst/>
                          <a:latin typeface="Arial" panose="020B0604020202020204" pitchFamily="34" charset="0"/>
                          <a:ea typeface="等线" panose="02010600030101010101" pitchFamily="2" charset="-122"/>
                        </a:rPr>
                        <a:t>160-05550</a:t>
                      </a:r>
                    </a:p>
                  </a:txBody>
                  <a:tcPr marL="9525" marR="9525" marT="9525" marB="0" anchor="ctr"/>
                </a:tc>
                <a:tc>
                  <a:txBody>
                    <a:bodyPr/>
                    <a:lstStyle/>
                    <a:p>
                      <a:pPr algn="ctr" fontAlgn="ctr"/>
                      <a:r>
                        <a:rPr lang="en-US" altLang="zh-CN" sz="1600" b="0" i="0" u="none" strike="noStrike" dirty="0">
                          <a:solidFill>
                            <a:srgbClr val="000000"/>
                          </a:solidFill>
                          <a:effectLst/>
                          <a:latin typeface="Arial" panose="020B0604020202020204" pitchFamily="34" charset="0"/>
                          <a:ea typeface="等线" panose="02010600030101010101" pitchFamily="2" charset="-122"/>
                        </a:rPr>
                        <a:t>9</a:t>
                      </a:r>
                    </a:p>
                  </a:txBody>
                  <a:tcPr marL="9525" marR="9525" marT="9525" marB="0" anchor="ctr"/>
                </a:tc>
                <a:tc>
                  <a:txBody>
                    <a:bodyPr/>
                    <a:lstStyle/>
                    <a:p>
                      <a:pPr algn="ctr" fontAlgn="ctr"/>
                      <a:r>
                        <a:rPr lang="en-US" altLang="zh-CN" sz="1600" b="0" i="0" u="none" strike="noStrike" dirty="0">
                          <a:solidFill>
                            <a:srgbClr val="000000"/>
                          </a:solidFill>
                          <a:effectLst/>
                          <a:latin typeface="Arial" panose="020B0604020202020204" pitchFamily="34" charset="0"/>
                          <a:ea typeface="等线" panose="02010600030101010101" pitchFamily="2" charset="-122"/>
                        </a:rPr>
                        <a:t>20.28</a:t>
                      </a:r>
                    </a:p>
                  </a:txBody>
                  <a:tcPr marL="9525" marR="9525" marT="9525" marB="0" anchor="ctr"/>
                </a:tc>
                <a:tc>
                  <a:txBody>
                    <a:bodyPr/>
                    <a:lstStyle/>
                    <a:p>
                      <a:pPr algn="ctr" fontAlgn="ctr"/>
                      <a:r>
                        <a:rPr lang="en-US" altLang="zh-CN" sz="1600" b="0" i="0" u="none" strike="noStrike" dirty="0">
                          <a:solidFill>
                            <a:srgbClr val="000000"/>
                          </a:solidFill>
                          <a:effectLst/>
                          <a:latin typeface="Arial" panose="020B0604020202020204" pitchFamily="34" charset="0"/>
                          <a:ea typeface="等线" panose="02010600030101010101" pitchFamily="2" charset="-122"/>
                        </a:rPr>
                        <a:t>0.8</a:t>
                      </a:r>
                    </a:p>
                  </a:txBody>
                  <a:tcPr marL="9525" marR="9525" marT="9525" marB="0" anchor="ctr"/>
                </a:tc>
                <a:tc>
                  <a:txBody>
                    <a:bodyPr/>
                    <a:lstStyle/>
                    <a:p>
                      <a:pPr marL="0" marR="0" indent="0" algn="ctr" defTabSz="821530" fontAlgn="ctr" latinLnBrk="0">
                        <a:lnSpc>
                          <a:spcPct val="100000"/>
                        </a:lnSpc>
                        <a:spcBef>
                          <a:spcPts val="0"/>
                        </a:spcBef>
                        <a:spcAft>
                          <a:spcPts val="0"/>
                        </a:spcAft>
                        <a:buClrTx/>
                        <a:buSzTx/>
                        <a:buFontTx/>
                        <a:buNone/>
                        <a:tabLst/>
                      </a:pPr>
                      <a:r>
                        <a:rPr lang="el-GR" sz="1600" b="0" i="0" u="none" strike="noStrike" cap="none" spc="0" baseline="0" dirty="0">
                          <a:ln>
                            <a:noFill/>
                          </a:ln>
                          <a:solidFill>
                            <a:srgbClr val="000000"/>
                          </a:solidFill>
                          <a:effectLst/>
                          <a:uFillTx/>
                          <a:latin typeface="Arial" panose="020B0604020202020204" pitchFamily="34" charset="0"/>
                          <a:ea typeface="等线" panose="02010600030101010101" pitchFamily="2" charset="-122"/>
                          <a:cs typeface="+mn-cs"/>
                          <a:sym typeface="Helvetica Neue Light"/>
                        </a:rPr>
                        <a:t>6.46~7.58</a:t>
                      </a:r>
                      <a:endParaRPr lang="en-US" sz="1600" b="0" i="0" u="none" strike="noStrike" cap="none" spc="0" baseline="0" dirty="0">
                        <a:ln>
                          <a:noFill/>
                        </a:ln>
                        <a:solidFill>
                          <a:srgbClr val="000000"/>
                        </a:solidFill>
                        <a:effectLst/>
                        <a:uFillTx/>
                        <a:latin typeface="Arial" panose="020B0604020202020204" pitchFamily="34" charset="0"/>
                        <a:ea typeface="等线" panose="02010600030101010101" pitchFamily="2" charset="-122"/>
                        <a:cs typeface="+mn-cs"/>
                        <a:sym typeface="Helvetica Neue Light"/>
                      </a:endParaRPr>
                    </a:p>
                  </a:txBody>
                  <a:tcPr marL="9525" marR="9525" marT="9525" marB="0" anchor="ctr"/>
                </a:tc>
                <a:tc>
                  <a:txBody>
                    <a:bodyPr/>
                    <a:lstStyle/>
                    <a:p>
                      <a:pPr marL="0" marR="0" lvl="0" indent="0" algn="ctr" defTabSz="821530" eaLnBrk="1" fontAlgn="ctr" latinLnBrk="0" hangingPunct="1">
                        <a:lnSpc>
                          <a:spcPct val="100000"/>
                        </a:lnSpc>
                        <a:spcBef>
                          <a:spcPts val="0"/>
                        </a:spcBef>
                        <a:spcAft>
                          <a:spcPts val="0"/>
                        </a:spcAft>
                        <a:buClrTx/>
                        <a:buSzTx/>
                        <a:buFontTx/>
                        <a:buNone/>
                        <a:tabLst/>
                        <a:defRPr/>
                      </a:pPr>
                      <a:r>
                        <a:rPr kumimoji="0" lang="en-US" altLang="zh-CN" sz="16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Helvetica Neue"/>
                          <a:sym typeface="Helvetica Neue Light"/>
                        </a:rPr>
                        <a:t>/</a:t>
                      </a:r>
                    </a:p>
                  </a:txBody>
                  <a:tcPr marL="9525" marR="9525" marT="9525" marB="0" anchor="ctr">
                    <a:noFill/>
                  </a:tcPr>
                </a:tc>
                <a:tc>
                  <a:txBody>
                    <a:bodyPr/>
                    <a:lstStyle/>
                    <a:p>
                      <a:pPr marL="0" marR="0" lvl="0" indent="0" algn="ctr" defTabSz="821530" eaLnBrk="1" fontAlgn="ctr" latinLnBrk="0" hangingPunct="1">
                        <a:lnSpc>
                          <a:spcPct val="100000"/>
                        </a:lnSpc>
                        <a:spcBef>
                          <a:spcPts val="0"/>
                        </a:spcBef>
                        <a:spcAft>
                          <a:spcPts val="0"/>
                        </a:spcAft>
                        <a:buClrTx/>
                        <a:buSzTx/>
                        <a:buFontTx/>
                        <a:buNone/>
                        <a:tabLst/>
                        <a:defRPr/>
                      </a:pPr>
                      <a:r>
                        <a:rPr kumimoji="0" lang="en-US" altLang="zh-CN" sz="1600" b="0"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Helvetica Neue"/>
                          <a:sym typeface="Helvetica Neue Light"/>
                        </a:rPr>
                        <a:t>0.25</a:t>
                      </a:r>
                      <a:r>
                        <a:rPr kumimoji="0" lang="zh-CN" altLang="en-US" sz="1600" b="0"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Helvetica Neue"/>
                          <a:sym typeface="Helvetica Neue Light"/>
                        </a:rPr>
                        <a:t> </a:t>
                      </a:r>
                      <a:r>
                        <a:rPr kumimoji="0" lang="en-US" altLang="zh-CN" sz="1600" b="0"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Helvetica Neue"/>
                          <a:sym typeface="Helvetica Neue Light"/>
                        </a:rPr>
                        <a:t>±0.1</a:t>
                      </a:r>
                      <a:endParaRPr kumimoji="0" lang="en-US" altLang="zh-CN" sz="16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Helvetica Neue"/>
                        <a:sym typeface="Helvetica Neue Light"/>
                      </a:endParaRPr>
                    </a:p>
                  </a:txBody>
                  <a:tcPr marL="9525" marR="9525" marT="9525" marB="0" anchor="ctr"/>
                </a:tc>
                <a:tc>
                  <a:txBody>
                    <a:bodyPr/>
                    <a:lstStyle/>
                    <a:p>
                      <a:pPr algn="ctr" fontAlgn="ctr"/>
                      <a:r>
                        <a:rPr lang="en-US" altLang="zh-CN" sz="1600" b="0" i="0" u="none" strike="noStrike">
                          <a:solidFill>
                            <a:srgbClr val="000000"/>
                          </a:solidFill>
                          <a:effectLst/>
                          <a:latin typeface="Arial" panose="020B0604020202020204" pitchFamily="34" charset="0"/>
                          <a:ea typeface="等线" panose="02010600030101010101" pitchFamily="2" charset="-122"/>
                        </a:rPr>
                        <a:t>Max 0.2</a:t>
                      </a:r>
                      <a:endParaRPr lang="en-US" altLang="zh-CN" sz="1600" b="0" i="0" u="none" strike="noStrike" dirty="0">
                        <a:solidFill>
                          <a:srgbClr val="000000"/>
                        </a:solidFill>
                        <a:effectLst/>
                        <a:latin typeface="Arial" panose="020B0604020202020204" pitchFamily="34" charset="0"/>
                        <a:ea typeface="等线" panose="02010600030101010101" pitchFamily="2" charset="-122"/>
                      </a:endParaRPr>
                    </a:p>
                  </a:txBody>
                  <a:tcPr marL="9525" marR="9525" marT="9525" marB="0" anchor="ctr"/>
                </a:tc>
                <a:tc>
                  <a:txBody>
                    <a:bodyPr/>
                    <a:lstStyle/>
                    <a:p>
                      <a:pPr algn="ctr" fontAlgn="ctr"/>
                      <a:r>
                        <a:rPr lang="en-US" sz="1600" b="0" i="0" u="none" strike="noStrike" dirty="0">
                          <a:solidFill>
                            <a:srgbClr val="000000"/>
                          </a:solidFill>
                          <a:effectLst/>
                          <a:latin typeface="Arial" panose="020B0604020202020204" pitchFamily="34" charset="0"/>
                          <a:ea typeface="等线" panose="02010600030101010101" pitchFamily="2" charset="-122"/>
                        </a:rPr>
                        <a:t>GPM-8</a:t>
                      </a:r>
                    </a:p>
                  </a:txBody>
                  <a:tcPr marL="9525" marR="9525" marT="9525" marB="0" anchor="ctr"/>
                </a:tc>
                <a:tc>
                  <a:txBody>
                    <a:bodyPr/>
                    <a:lstStyle/>
                    <a:p>
                      <a:pPr algn="ctr" fontAlgn="ctr"/>
                      <a:r>
                        <a:rPr lang="en-US" altLang="zh-CN" sz="1600" b="0" i="0" u="none" strike="noStrike" dirty="0">
                          <a:solidFill>
                            <a:srgbClr val="000000"/>
                          </a:solidFill>
                          <a:effectLst/>
                          <a:latin typeface="Arial" panose="020B0604020202020204" pitchFamily="34" charset="0"/>
                          <a:ea typeface="等线" panose="02010600030101010101" pitchFamily="2" charset="-122"/>
                        </a:rPr>
                        <a:t>6.0~6.8</a:t>
                      </a:r>
                    </a:p>
                  </a:txBody>
                  <a:tcPr marL="9525" marR="9525" marT="9525" marB="0" anchor="ctr"/>
                </a:tc>
                <a:tc>
                  <a:txBody>
                    <a:bodyPr/>
                    <a:lstStyle/>
                    <a:p>
                      <a:pPr algn="ctr" fontAlgn="ctr"/>
                      <a:r>
                        <a:rPr lang="en-US" altLang="zh-CN" sz="1600" b="0" i="0" u="none" strike="noStrike">
                          <a:solidFill>
                            <a:srgbClr val="000000"/>
                          </a:solidFill>
                          <a:effectLst/>
                          <a:latin typeface="Arial" panose="020B0604020202020204" pitchFamily="34" charset="0"/>
                          <a:ea typeface="等线" panose="02010600030101010101" pitchFamily="2" charset="-122"/>
                        </a:rPr>
                        <a:t>4.5~5.5</a:t>
                      </a:r>
                    </a:p>
                  </a:txBody>
                  <a:tcPr marL="9525" marR="9525" marT="9525" marB="0" anchor="ctr"/>
                </a:tc>
                <a:tc>
                  <a:txBody>
                    <a:bodyPr/>
                    <a:lstStyle/>
                    <a:p>
                      <a:pPr algn="ctr" fontAlgn="ctr"/>
                      <a:r>
                        <a:rPr lang="en-US" altLang="zh-CN" sz="1600" b="0" i="0" u="none" strike="noStrike">
                          <a:solidFill>
                            <a:srgbClr val="000000"/>
                          </a:solidFill>
                          <a:effectLst/>
                          <a:latin typeface="Arial" panose="020B0604020202020204" pitchFamily="34" charset="0"/>
                          <a:ea typeface="等线" panose="02010600030101010101" pitchFamily="2" charset="-122"/>
                        </a:rPr>
                        <a:t>8.0~10.0</a:t>
                      </a:r>
                    </a:p>
                  </a:txBody>
                  <a:tcPr marL="9525" marR="9525" marT="9525" marB="0" anchor="ctr"/>
                </a:tc>
                <a:tc>
                  <a:txBody>
                    <a:bodyPr/>
                    <a:lstStyle/>
                    <a:p>
                      <a:pPr algn="ctr" fontAlgn="ctr"/>
                      <a:r>
                        <a:rPr lang="en-US" altLang="zh-CN" sz="1600" b="0" i="0" u="none" strike="noStrike">
                          <a:solidFill>
                            <a:srgbClr val="000000"/>
                          </a:solidFill>
                          <a:effectLst/>
                          <a:latin typeface="Arial" panose="020B0604020202020204" pitchFamily="34" charset="0"/>
                          <a:ea typeface="等线" panose="02010600030101010101" pitchFamily="2" charset="-122"/>
                        </a:rPr>
                        <a:t>7.5~9.0</a:t>
                      </a:r>
                    </a:p>
                  </a:txBody>
                  <a:tcPr marL="9525" marR="9525" marT="9525" marB="0" anchor="ctr"/>
                </a:tc>
                <a:tc>
                  <a:txBody>
                    <a:bodyPr/>
                    <a:lstStyle/>
                    <a:p>
                      <a:pPr algn="ctr" fontAlgn="ctr"/>
                      <a:r>
                        <a:rPr lang="en-US" sz="1600" b="0" i="0" u="none" strike="noStrike">
                          <a:solidFill>
                            <a:srgbClr val="000000"/>
                          </a:solidFill>
                          <a:effectLst/>
                          <a:latin typeface="Arial" panose="020B0604020202020204" pitchFamily="34" charset="0"/>
                          <a:ea typeface="等线" panose="02010600030101010101" pitchFamily="2" charset="-122"/>
                        </a:rPr>
                        <a:t>Epoxy:10-20</a:t>
                      </a:r>
                    </a:p>
                  </a:txBody>
                  <a:tcPr marL="9525" marR="9525" marT="9525" marB="0" anchor="ctr"/>
                </a:tc>
                <a:extLst>
                  <a:ext uri="{0D108BD9-81ED-4DB2-BD59-A6C34878D82A}">
                    <a16:rowId xmlns:a16="http://schemas.microsoft.com/office/drawing/2014/main" val="806255111"/>
                  </a:ext>
                </a:extLst>
              </a:tr>
              <a:tr h="406114">
                <a:tc>
                  <a:txBody>
                    <a:bodyPr/>
                    <a:lstStyle/>
                    <a:p>
                      <a:pPr algn="ctr" fontAlgn="ctr"/>
                      <a:r>
                        <a:rPr lang="en-US" altLang="zh-CN" sz="1600" u="none" strike="noStrike" dirty="0">
                          <a:effectLst/>
                          <a:latin typeface="Arial" panose="020B0604020202020204" pitchFamily="34" charset="0"/>
                          <a:cs typeface="Arial" panose="020B0604020202020204" pitchFamily="34" charset="0"/>
                        </a:rPr>
                        <a:t>13</a:t>
                      </a:r>
                      <a:endParaRPr lang="en-US" altLang="zh-CN" sz="1600" b="0" i="0" u="none" strike="noStrike" dirty="0">
                        <a:solidFill>
                          <a:srgbClr val="000000"/>
                        </a:solidFill>
                        <a:effectLst/>
                        <a:latin typeface="Arial" panose="020B0604020202020204" pitchFamily="34" charset="0"/>
                        <a:ea typeface="微软雅黑" panose="020B0503020204020204" pitchFamily="34" charset="-122"/>
                        <a:cs typeface="Arial" panose="020B0604020202020204" pitchFamily="34" charset="0"/>
                      </a:endParaRPr>
                    </a:p>
                  </a:txBody>
                  <a:tcPr marL="7022" marR="7022" marT="7022" marB="0" anchor="ctr"/>
                </a:tc>
                <a:tc>
                  <a:txBody>
                    <a:bodyPr/>
                    <a:lstStyle/>
                    <a:p>
                      <a:pPr algn="ctr" fontAlgn="ctr"/>
                      <a:r>
                        <a:rPr lang="en-US" altLang="zh-CN" sz="1600" b="0" i="0" u="none" strike="noStrike" dirty="0">
                          <a:solidFill>
                            <a:srgbClr val="000000"/>
                          </a:solidFill>
                          <a:effectLst/>
                          <a:latin typeface="Arial" panose="020B0604020202020204" pitchFamily="34" charset="0"/>
                          <a:ea typeface="等线" panose="02010600030101010101" pitchFamily="2" charset="-122"/>
                        </a:rPr>
                        <a:t>160-05552</a:t>
                      </a:r>
                    </a:p>
                  </a:txBody>
                  <a:tcPr marL="9525" marR="9525" marT="9525" marB="0" anchor="ctr"/>
                </a:tc>
                <a:tc>
                  <a:txBody>
                    <a:bodyPr/>
                    <a:lstStyle/>
                    <a:p>
                      <a:pPr algn="ctr" fontAlgn="ctr"/>
                      <a:r>
                        <a:rPr lang="en-US" altLang="zh-CN" sz="1600" b="0" i="0" u="none" strike="noStrike" dirty="0">
                          <a:solidFill>
                            <a:srgbClr val="000000"/>
                          </a:solidFill>
                          <a:effectLst/>
                          <a:latin typeface="Arial" panose="020B0604020202020204" pitchFamily="34" charset="0"/>
                          <a:ea typeface="等线" panose="02010600030101010101" pitchFamily="2" charset="-122"/>
                        </a:rPr>
                        <a:t>6.86</a:t>
                      </a:r>
                    </a:p>
                  </a:txBody>
                  <a:tcPr marL="9525" marR="9525" marT="9525" marB="0" anchor="ctr"/>
                </a:tc>
                <a:tc>
                  <a:txBody>
                    <a:bodyPr/>
                    <a:lstStyle/>
                    <a:p>
                      <a:pPr algn="ctr" fontAlgn="ctr"/>
                      <a:r>
                        <a:rPr lang="en-US" altLang="zh-CN" sz="1600" b="0" i="0" u="none" strike="noStrike" dirty="0">
                          <a:solidFill>
                            <a:srgbClr val="000000"/>
                          </a:solidFill>
                          <a:effectLst/>
                          <a:latin typeface="Arial" panose="020B0604020202020204" pitchFamily="34" charset="0"/>
                          <a:ea typeface="等线" panose="02010600030101010101" pitchFamily="2" charset="-122"/>
                        </a:rPr>
                        <a:t>8.85</a:t>
                      </a:r>
                    </a:p>
                  </a:txBody>
                  <a:tcPr marL="9525" marR="9525" marT="9525" marB="0" anchor="ctr"/>
                </a:tc>
                <a:tc>
                  <a:txBody>
                    <a:bodyPr/>
                    <a:lstStyle/>
                    <a:p>
                      <a:pPr algn="ctr" fontAlgn="ctr"/>
                      <a:r>
                        <a:rPr lang="en-US" altLang="zh-CN" sz="1600" b="0" i="0" u="none" strike="noStrike" dirty="0">
                          <a:solidFill>
                            <a:srgbClr val="000000"/>
                          </a:solidFill>
                          <a:effectLst/>
                          <a:latin typeface="Arial" panose="020B0604020202020204" pitchFamily="34" charset="0"/>
                          <a:ea typeface="等线" panose="02010600030101010101" pitchFamily="2" charset="-122"/>
                        </a:rPr>
                        <a:t>0.8</a:t>
                      </a:r>
                    </a:p>
                  </a:txBody>
                  <a:tcPr marL="9525" marR="9525" marT="9525" marB="0" anchor="ctr"/>
                </a:tc>
                <a:tc>
                  <a:txBody>
                    <a:bodyPr/>
                    <a:lstStyle/>
                    <a:p>
                      <a:pPr marL="0" marR="0" indent="0" algn="ctr" defTabSz="821530" fontAlgn="ctr" latinLnBrk="0">
                        <a:lnSpc>
                          <a:spcPct val="100000"/>
                        </a:lnSpc>
                        <a:spcBef>
                          <a:spcPts val="0"/>
                        </a:spcBef>
                        <a:spcAft>
                          <a:spcPts val="0"/>
                        </a:spcAft>
                        <a:buClrTx/>
                        <a:buSzTx/>
                        <a:buFontTx/>
                        <a:buNone/>
                        <a:tabLst/>
                      </a:pPr>
                      <a:r>
                        <a:rPr lang="el-GR" sz="1600" b="0" i="0" u="none" strike="noStrike" cap="none" spc="0" baseline="0" dirty="0">
                          <a:ln>
                            <a:noFill/>
                          </a:ln>
                          <a:solidFill>
                            <a:srgbClr val="000000"/>
                          </a:solidFill>
                          <a:effectLst/>
                          <a:uFillTx/>
                          <a:latin typeface="Arial" panose="020B0604020202020204" pitchFamily="34" charset="0"/>
                          <a:ea typeface="等线" panose="02010600030101010101" pitchFamily="2" charset="-122"/>
                          <a:cs typeface="+mn-cs"/>
                          <a:sym typeface="Helvetica Neue Light"/>
                        </a:rPr>
                        <a:t>2.39~2.8</a:t>
                      </a:r>
                      <a:r>
                        <a:rPr lang="en-US" sz="1600" b="0" i="0" u="none" strike="noStrike" cap="none" spc="0" baseline="0" dirty="0">
                          <a:ln>
                            <a:noFill/>
                          </a:ln>
                          <a:solidFill>
                            <a:srgbClr val="000000"/>
                          </a:solidFill>
                          <a:effectLst/>
                          <a:uFillTx/>
                          <a:latin typeface="Arial" panose="020B0604020202020204" pitchFamily="34" charset="0"/>
                          <a:ea typeface="等线" panose="02010600030101010101" pitchFamily="2" charset="-122"/>
                          <a:cs typeface="+mn-cs"/>
                          <a:sym typeface="Helvetica Neue Light"/>
                        </a:rPr>
                        <a:t>0</a:t>
                      </a:r>
                    </a:p>
                  </a:txBody>
                  <a:tcPr marL="9525" marR="9525" marT="9525" marB="0" anchor="ctr"/>
                </a:tc>
                <a:tc>
                  <a:txBody>
                    <a:bodyPr/>
                    <a:lstStyle/>
                    <a:p>
                      <a:pPr marL="0" marR="0" lvl="0" indent="0" algn="ctr" defTabSz="821530" eaLnBrk="1" fontAlgn="ctr" latinLnBrk="0" hangingPunct="1">
                        <a:lnSpc>
                          <a:spcPct val="100000"/>
                        </a:lnSpc>
                        <a:spcBef>
                          <a:spcPts val="0"/>
                        </a:spcBef>
                        <a:spcAft>
                          <a:spcPts val="0"/>
                        </a:spcAft>
                        <a:buClrTx/>
                        <a:buSzTx/>
                        <a:buFontTx/>
                        <a:buNone/>
                        <a:tabLst/>
                        <a:defRPr/>
                      </a:pPr>
                      <a:r>
                        <a:rPr kumimoji="0" lang="en-US" altLang="zh-CN" sz="16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Helvetica Neue"/>
                          <a:sym typeface="Helvetica Neue Light"/>
                        </a:rPr>
                        <a:t>/</a:t>
                      </a:r>
                    </a:p>
                  </a:txBody>
                  <a:tcPr marL="9525" marR="9525" marT="9525" marB="0" anchor="ctr">
                    <a:noFill/>
                  </a:tcPr>
                </a:tc>
                <a:tc>
                  <a:txBody>
                    <a:bodyPr/>
                    <a:lstStyle/>
                    <a:p>
                      <a:pPr marL="0" marR="0" lvl="0" indent="0" algn="ctr" defTabSz="821530" eaLnBrk="1" fontAlgn="ctr" latinLnBrk="0" hangingPunct="1">
                        <a:lnSpc>
                          <a:spcPct val="100000"/>
                        </a:lnSpc>
                        <a:spcBef>
                          <a:spcPts val="0"/>
                        </a:spcBef>
                        <a:spcAft>
                          <a:spcPts val="0"/>
                        </a:spcAft>
                        <a:buClrTx/>
                        <a:buSzTx/>
                        <a:buFontTx/>
                        <a:buNone/>
                        <a:tabLst/>
                        <a:defRPr/>
                      </a:pPr>
                      <a:r>
                        <a:rPr kumimoji="0" lang="en-US" altLang="zh-CN" sz="16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Helvetica Neue"/>
                          <a:sym typeface="Helvetica Neue Light"/>
                        </a:rPr>
                        <a:t>0.25</a:t>
                      </a:r>
                      <a:r>
                        <a:rPr kumimoji="0" lang="zh-CN" altLang="en-US" sz="16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Helvetica Neue"/>
                          <a:sym typeface="Helvetica Neue Light"/>
                        </a:rPr>
                        <a:t> </a:t>
                      </a:r>
                      <a:r>
                        <a:rPr kumimoji="0" lang="en-US" altLang="zh-CN" sz="16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Helvetica Neue"/>
                          <a:sym typeface="Helvetica Neue Light"/>
                        </a:rPr>
                        <a:t>±0.1</a:t>
                      </a:r>
                    </a:p>
                  </a:txBody>
                  <a:tcPr marL="9525" marR="9525" marT="9525" marB="0" anchor="ctr"/>
                </a:tc>
                <a:tc>
                  <a:txBody>
                    <a:bodyPr/>
                    <a:lstStyle/>
                    <a:p>
                      <a:pPr algn="ctr" fontAlgn="ctr"/>
                      <a:r>
                        <a:rPr lang="en-US" altLang="zh-CN" sz="1600" b="0" i="0" u="none" strike="noStrike">
                          <a:solidFill>
                            <a:srgbClr val="000000"/>
                          </a:solidFill>
                          <a:effectLst/>
                          <a:latin typeface="Arial" panose="020B0604020202020204" pitchFamily="34" charset="0"/>
                          <a:ea typeface="等线" panose="02010600030101010101" pitchFamily="2" charset="-122"/>
                        </a:rPr>
                        <a:t>Max 0.2</a:t>
                      </a:r>
                      <a:endParaRPr lang="en-US" altLang="zh-CN" sz="1600" b="0" i="0" u="none" strike="noStrike" dirty="0">
                        <a:solidFill>
                          <a:srgbClr val="000000"/>
                        </a:solidFill>
                        <a:effectLst/>
                        <a:latin typeface="Arial" panose="020B0604020202020204" pitchFamily="34" charset="0"/>
                        <a:ea typeface="等线" panose="02010600030101010101" pitchFamily="2" charset="-122"/>
                      </a:endParaRPr>
                    </a:p>
                  </a:txBody>
                  <a:tcPr marL="9525" marR="9525" marT="9525" marB="0" anchor="ctr"/>
                </a:tc>
                <a:tc>
                  <a:txBody>
                    <a:bodyPr/>
                    <a:lstStyle/>
                    <a:p>
                      <a:pPr algn="ctr" fontAlgn="ctr"/>
                      <a:r>
                        <a:rPr lang="en-US" sz="1600" b="0" i="0" u="none" strike="noStrike" dirty="0">
                          <a:solidFill>
                            <a:srgbClr val="000000"/>
                          </a:solidFill>
                          <a:effectLst/>
                          <a:latin typeface="Arial" panose="020B0604020202020204" pitchFamily="34" charset="0"/>
                          <a:ea typeface="等线" panose="02010600030101010101" pitchFamily="2" charset="-122"/>
                        </a:rPr>
                        <a:t>GPM-12H</a:t>
                      </a:r>
                    </a:p>
                  </a:txBody>
                  <a:tcPr marL="9525" marR="9525" marT="9525" marB="0" anchor="ctr"/>
                </a:tc>
                <a:tc>
                  <a:txBody>
                    <a:bodyPr/>
                    <a:lstStyle/>
                    <a:p>
                      <a:pPr algn="ctr" fontAlgn="ctr"/>
                      <a:r>
                        <a:rPr lang="en-US" altLang="zh-CN" sz="1600" b="0" i="0" u="none" strike="noStrike" dirty="0">
                          <a:solidFill>
                            <a:srgbClr val="000000"/>
                          </a:solidFill>
                          <a:effectLst/>
                          <a:latin typeface="Arial" panose="020B0604020202020204" pitchFamily="34" charset="0"/>
                          <a:ea typeface="等线" panose="02010600030101010101" pitchFamily="2" charset="-122"/>
                        </a:rPr>
                        <a:t>7.2~8.0</a:t>
                      </a:r>
                    </a:p>
                  </a:txBody>
                  <a:tcPr marL="9525" marR="9525" marT="9525" marB="0" anchor="ctr"/>
                </a:tc>
                <a:tc>
                  <a:txBody>
                    <a:bodyPr/>
                    <a:lstStyle/>
                    <a:p>
                      <a:pPr algn="ctr" fontAlgn="ctr"/>
                      <a:r>
                        <a:rPr lang="en-US" altLang="zh-CN" sz="1600" b="0" i="0" u="none" strike="noStrike" dirty="0">
                          <a:solidFill>
                            <a:srgbClr val="000000"/>
                          </a:solidFill>
                          <a:effectLst/>
                          <a:latin typeface="Arial" panose="020B0604020202020204" pitchFamily="34" charset="0"/>
                          <a:ea typeface="等线" panose="02010600030101010101" pitchFamily="2" charset="-122"/>
                        </a:rPr>
                        <a:t>5.5~6.5</a:t>
                      </a:r>
                    </a:p>
                  </a:txBody>
                  <a:tcPr marL="9525" marR="9525" marT="9525" marB="0" anchor="ctr"/>
                </a:tc>
                <a:tc>
                  <a:txBody>
                    <a:bodyPr/>
                    <a:lstStyle/>
                    <a:p>
                      <a:pPr algn="ctr" fontAlgn="ctr"/>
                      <a:r>
                        <a:rPr lang="en-US" altLang="zh-CN" sz="1600" b="0" i="0" u="none" strike="noStrike" dirty="0">
                          <a:solidFill>
                            <a:srgbClr val="000000"/>
                          </a:solidFill>
                          <a:effectLst/>
                          <a:latin typeface="Arial" panose="020B0604020202020204" pitchFamily="34" charset="0"/>
                          <a:ea typeface="等线" panose="02010600030101010101" pitchFamily="2" charset="-122"/>
                        </a:rPr>
                        <a:t>9.0~10.0</a:t>
                      </a:r>
                    </a:p>
                  </a:txBody>
                  <a:tcPr marL="9525" marR="9525" marT="9525" marB="0" anchor="ctr"/>
                </a:tc>
                <a:tc>
                  <a:txBody>
                    <a:bodyPr/>
                    <a:lstStyle/>
                    <a:p>
                      <a:pPr algn="ctr" fontAlgn="ctr"/>
                      <a:r>
                        <a:rPr lang="en-US" altLang="zh-CN" sz="1600" b="0" i="0" u="none" strike="noStrike" dirty="0">
                          <a:solidFill>
                            <a:srgbClr val="000000"/>
                          </a:solidFill>
                          <a:effectLst/>
                          <a:latin typeface="Arial" panose="020B0604020202020204" pitchFamily="34" charset="0"/>
                          <a:ea typeface="等线" panose="02010600030101010101" pitchFamily="2" charset="-122"/>
                        </a:rPr>
                        <a:t>11.0~12.0</a:t>
                      </a:r>
                    </a:p>
                  </a:txBody>
                  <a:tcPr marL="9525" marR="9525" marT="9525" marB="0" anchor="ctr"/>
                </a:tc>
                <a:tc>
                  <a:txBody>
                    <a:bodyPr/>
                    <a:lstStyle/>
                    <a:p>
                      <a:pPr algn="ctr" fontAlgn="ctr"/>
                      <a:r>
                        <a:rPr lang="en-US" sz="1600" b="0" i="0" u="none" strike="noStrike" dirty="0">
                          <a:solidFill>
                            <a:srgbClr val="000000"/>
                          </a:solidFill>
                          <a:effectLst/>
                          <a:latin typeface="Arial" panose="020B0604020202020204" pitchFamily="34" charset="0"/>
                          <a:ea typeface="等线" panose="02010600030101010101" pitchFamily="2" charset="-122"/>
                        </a:rPr>
                        <a:t>Epoxy:10-20</a:t>
                      </a:r>
                    </a:p>
                  </a:txBody>
                  <a:tcPr marL="9525" marR="9525" marT="9525" marB="0" anchor="ctr"/>
                </a:tc>
                <a:extLst>
                  <a:ext uri="{0D108BD9-81ED-4DB2-BD59-A6C34878D82A}">
                    <a16:rowId xmlns:a16="http://schemas.microsoft.com/office/drawing/2014/main" val="3930042604"/>
                  </a:ext>
                </a:extLst>
              </a:tr>
              <a:tr h="406114">
                <a:tc>
                  <a:txBody>
                    <a:bodyPr/>
                    <a:lstStyle/>
                    <a:p>
                      <a:pPr algn="ctr" fontAlgn="ctr"/>
                      <a:r>
                        <a:rPr lang="en-US" altLang="zh-CN" sz="1600" u="none" strike="noStrike" dirty="0">
                          <a:effectLst/>
                          <a:latin typeface="Arial" panose="020B0604020202020204" pitchFamily="34" charset="0"/>
                          <a:cs typeface="Arial" panose="020B0604020202020204" pitchFamily="34" charset="0"/>
                        </a:rPr>
                        <a:t>14</a:t>
                      </a:r>
                      <a:endParaRPr lang="en-US" altLang="zh-CN" sz="1600" b="0" i="0" u="none" strike="noStrike" dirty="0">
                        <a:solidFill>
                          <a:srgbClr val="000000"/>
                        </a:solidFill>
                        <a:effectLst/>
                        <a:latin typeface="Arial" panose="020B0604020202020204" pitchFamily="34" charset="0"/>
                        <a:ea typeface="微软雅黑" panose="020B0503020204020204" pitchFamily="34" charset="-122"/>
                        <a:cs typeface="Arial" panose="020B0604020202020204" pitchFamily="34" charset="0"/>
                      </a:endParaRPr>
                    </a:p>
                  </a:txBody>
                  <a:tcPr marL="7022" marR="7022" marT="7022" marB="0" anchor="ctr"/>
                </a:tc>
                <a:tc>
                  <a:txBody>
                    <a:bodyPr/>
                    <a:lstStyle/>
                    <a:p>
                      <a:pPr algn="ctr" fontAlgn="ctr"/>
                      <a:r>
                        <a:rPr lang="en-US" altLang="zh-CN" sz="1600" b="0" i="0" u="none" strike="noStrike" dirty="0">
                          <a:solidFill>
                            <a:srgbClr val="000000"/>
                          </a:solidFill>
                          <a:effectLst/>
                          <a:latin typeface="Arial" panose="020B0604020202020204" pitchFamily="34" charset="0"/>
                          <a:ea typeface="等线" panose="02010600030101010101" pitchFamily="2" charset="-122"/>
                        </a:rPr>
                        <a:t>160-05553</a:t>
                      </a:r>
                    </a:p>
                  </a:txBody>
                  <a:tcPr marL="9525" marR="9525" marT="9525" marB="0" anchor="ctr"/>
                </a:tc>
                <a:tc>
                  <a:txBody>
                    <a:bodyPr/>
                    <a:lstStyle/>
                    <a:p>
                      <a:pPr algn="ctr" fontAlgn="ctr"/>
                      <a:r>
                        <a:rPr lang="en-US" altLang="zh-CN" sz="1600" b="0" i="0" u="none" strike="noStrike" dirty="0">
                          <a:solidFill>
                            <a:srgbClr val="000000"/>
                          </a:solidFill>
                          <a:effectLst/>
                          <a:latin typeface="Arial" panose="020B0604020202020204" pitchFamily="34" charset="0"/>
                          <a:ea typeface="等线" panose="02010600030101010101" pitchFamily="2" charset="-122"/>
                        </a:rPr>
                        <a:t>4.06</a:t>
                      </a:r>
                    </a:p>
                  </a:txBody>
                  <a:tcPr marL="9525" marR="9525" marT="9525" marB="0" anchor="ctr"/>
                </a:tc>
                <a:tc>
                  <a:txBody>
                    <a:bodyPr/>
                    <a:lstStyle/>
                    <a:p>
                      <a:pPr algn="ctr" fontAlgn="ctr"/>
                      <a:r>
                        <a:rPr lang="en-US" altLang="zh-CN" sz="1600" b="0" i="0" u="none" strike="noStrike" dirty="0">
                          <a:solidFill>
                            <a:srgbClr val="000000"/>
                          </a:solidFill>
                          <a:effectLst/>
                          <a:latin typeface="Arial" panose="020B0604020202020204" pitchFamily="34" charset="0"/>
                          <a:ea typeface="等线" panose="02010600030101010101" pitchFamily="2" charset="-122"/>
                        </a:rPr>
                        <a:t>8.85</a:t>
                      </a:r>
                    </a:p>
                  </a:txBody>
                  <a:tcPr marL="9525" marR="9525" marT="9525" marB="0" anchor="ctr"/>
                </a:tc>
                <a:tc>
                  <a:txBody>
                    <a:bodyPr/>
                    <a:lstStyle/>
                    <a:p>
                      <a:pPr algn="ctr" fontAlgn="ctr"/>
                      <a:r>
                        <a:rPr lang="en-US" altLang="zh-CN" sz="1600" b="0" i="0" u="none" strike="noStrike" dirty="0">
                          <a:solidFill>
                            <a:srgbClr val="000000"/>
                          </a:solidFill>
                          <a:effectLst/>
                          <a:latin typeface="Arial" panose="020B0604020202020204" pitchFamily="34" charset="0"/>
                          <a:ea typeface="等线" panose="02010600030101010101" pitchFamily="2" charset="-122"/>
                        </a:rPr>
                        <a:t>0.8</a:t>
                      </a:r>
                    </a:p>
                  </a:txBody>
                  <a:tcPr marL="9525" marR="9525" marT="9525" marB="0" anchor="ctr"/>
                </a:tc>
                <a:tc>
                  <a:txBody>
                    <a:bodyPr/>
                    <a:lstStyle/>
                    <a:p>
                      <a:pPr marL="0" marR="0" indent="0" algn="ctr" defTabSz="821530" fontAlgn="ctr" latinLnBrk="0">
                        <a:lnSpc>
                          <a:spcPct val="100000"/>
                        </a:lnSpc>
                        <a:spcBef>
                          <a:spcPts val="0"/>
                        </a:spcBef>
                        <a:spcAft>
                          <a:spcPts val="0"/>
                        </a:spcAft>
                        <a:buClrTx/>
                        <a:buSzTx/>
                        <a:buFontTx/>
                        <a:buNone/>
                        <a:tabLst/>
                      </a:pPr>
                      <a:r>
                        <a:rPr lang="el-GR" sz="1600" b="0" i="0" u="none" strike="noStrike" cap="none" spc="0" baseline="0" dirty="0">
                          <a:ln>
                            <a:noFill/>
                          </a:ln>
                          <a:solidFill>
                            <a:srgbClr val="000000"/>
                          </a:solidFill>
                          <a:effectLst/>
                          <a:uFillTx/>
                          <a:latin typeface="Arial" panose="020B0604020202020204" pitchFamily="34" charset="0"/>
                          <a:ea typeface="等线" panose="02010600030101010101" pitchFamily="2" charset="-122"/>
                          <a:cs typeface="+mn-cs"/>
                          <a:sym typeface="Helvetica Neue Light"/>
                        </a:rPr>
                        <a:t>1.43~1.6</a:t>
                      </a:r>
                      <a:r>
                        <a:rPr lang="en-US" sz="1600" b="0" i="0" u="none" strike="noStrike" cap="none" spc="0" baseline="0" dirty="0">
                          <a:ln>
                            <a:noFill/>
                          </a:ln>
                          <a:solidFill>
                            <a:srgbClr val="000000"/>
                          </a:solidFill>
                          <a:effectLst/>
                          <a:uFillTx/>
                          <a:latin typeface="Arial" panose="020B0604020202020204" pitchFamily="34" charset="0"/>
                          <a:ea typeface="等线" panose="02010600030101010101" pitchFamily="2" charset="-122"/>
                          <a:cs typeface="+mn-cs"/>
                          <a:sym typeface="Helvetica Neue Light"/>
                        </a:rPr>
                        <a:t>7</a:t>
                      </a:r>
                    </a:p>
                  </a:txBody>
                  <a:tcPr marL="9525" marR="9525" marT="9525" marB="0" anchor="ctr"/>
                </a:tc>
                <a:tc>
                  <a:txBody>
                    <a:bodyPr/>
                    <a:lstStyle/>
                    <a:p>
                      <a:pPr marL="0" marR="0" lvl="0" indent="0" algn="ctr" defTabSz="821530" eaLnBrk="1" fontAlgn="ctr" latinLnBrk="0" hangingPunct="1">
                        <a:lnSpc>
                          <a:spcPct val="100000"/>
                        </a:lnSpc>
                        <a:spcBef>
                          <a:spcPts val="0"/>
                        </a:spcBef>
                        <a:spcAft>
                          <a:spcPts val="0"/>
                        </a:spcAft>
                        <a:buClrTx/>
                        <a:buSzTx/>
                        <a:buFontTx/>
                        <a:buNone/>
                        <a:tabLst/>
                        <a:defRPr/>
                      </a:pPr>
                      <a:r>
                        <a:rPr kumimoji="0" lang="en-US" altLang="zh-CN" sz="16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Helvetica Neue"/>
                          <a:sym typeface="Helvetica Neue Light"/>
                        </a:rPr>
                        <a:t>/</a:t>
                      </a:r>
                    </a:p>
                  </a:txBody>
                  <a:tcPr marL="9525" marR="9525" marT="9525" marB="0" anchor="ctr">
                    <a:noFill/>
                  </a:tcPr>
                </a:tc>
                <a:tc>
                  <a:txBody>
                    <a:bodyPr/>
                    <a:lstStyle/>
                    <a:p>
                      <a:pPr marL="0" marR="0" lvl="0" indent="0" algn="ctr" defTabSz="821530" eaLnBrk="1" fontAlgn="ctr" latinLnBrk="0" hangingPunct="1">
                        <a:lnSpc>
                          <a:spcPct val="100000"/>
                        </a:lnSpc>
                        <a:spcBef>
                          <a:spcPts val="0"/>
                        </a:spcBef>
                        <a:spcAft>
                          <a:spcPts val="0"/>
                        </a:spcAft>
                        <a:buClrTx/>
                        <a:buSzTx/>
                        <a:buFontTx/>
                        <a:buNone/>
                        <a:tabLst/>
                        <a:defRPr/>
                      </a:pPr>
                      <a:r>
                        <a:rPr kumimoji="0" lang="en-US" altLang="zh-CN" sz="16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Helvetica Neue"/>
                          <a:sym typeface="Helvetica Neue Light"/>
                        </a:rPr>
                        <a:t>0.25</a:t>
                      </a:r>
                      <a:r>
                        <a:rPr kumimoji="0" lang="zh-CN" altLang="en-US" sz="16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Helvetica Neue"/>
                          <a:sym typeface="Helvetica Neue Light"/>
                        </a:rPr>
                        <a:t> </a:t>
                      </a:r>
                      <a:r>
                        <a:rPr kumimoji="0" lang="en-US" altLang="zh-CN" sz="16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Helvetica Neue"/>
                          <a:sym typeface="Helvetica Neue Light"/>
                        </a:rPr>
                        <a:t>±0.1</a:t>
                      </a:r>
                    </a:p>
                  </a:txBody>
                  <a:tcPr marL="9525" marR="9525" marT="9525" marB="0" anchor="ctr"/>
                </a:tc>
                <a:tc>
                  <a:txBody>
                    <a:bodyPr/>
                    <a:lstStyle/>
                    <a:p>
                      <a:pPr algn="ctr" fontAlgn="ctr"/>
                      <a:r>
                        <a:rPr lang="en-US" altLang="zh-CN" sz="1600" b="0" i="0" u="none" strike="noStrike">
                          <a:solidFill>
                            <a:srgbClr val="000000"/>
                          </a:solidFill>
                          <a:effectLst/>
                          <a:latin typeface="Arial" panose="020B0604020202020204" pitchFamily="34" charset="0"/>
                          <a:ea typeface="等线" panose="02010600030101010101" pitchFamily="2" charset="-122"/>
                        </a:rPr>
                        <a:t>Max 0.2</a:t>
                      </a:r>
                      <a:endParaRPr lang="en-US" altLang="zh-CN" sz="1600" b="0" i="0" u="none" strike="noStrike" dirty="0">
                        <a:solidFill>
                          <a:srgbClr val="000000"/>
                        </a:solidFill>
                        <a:effectLst/>
                        <a:latin typeface="Arial" panose="020B0604020202020204" pitchFamily="34" charset="0"/>
                        <a:ea typeface="等线" panose="02010600030101010101" pitchFamily="2" charset="-122"/>
                      </a:endParaRPr>
                    </a:p>
                  </a:txBody>
                  <a:tcPr marL="9525" marR="9525" marT="9525" marB="0" anchor="ctr"/>
                </a:tc>
                <a:tc>
                  <a:txBody>
                    <a:bodyPr/>
                    <a:lstStyle/>
                    <a:p>
                      <a:pPr algn="ctr" fontAlgn="ctr"/>
                      <a:r>
                        <a:rPr lang="en-US" sz="1600" b="0" i="0" u="none" strike="noStrike" dirty="0">
                          <a:solidFill>
                            <a:srgbClr val="000000"/>
                          </a:solidFill>
                          <a:effectLst/>
                          <a:latin typeface="Arial" panose="020B0604020202020204" pitchFamily="34" charset="0"/>
                          <a:ea typeface="等线" panose="02010600030101010101" pitchFamily="2" charset="-122"/>
                        </a:rPr>
                        <a:t>GPM-12H</a:t>
                      </a:r>
                    </a:p>
                  </a:txBody>
                  <a:tcPr marL="9525" marR="9525" marT="9525" marB="0" anchor="ctr"/>
                </a:tc>
                <a:tc>
                  <a:txBody>
                    <a:bodyPr/>
                    <a:lstStyle/>
                    <a:p>
                      <a:pPr algn="ctr" fontAlgn="ctr"/>
                      <a:r>
                        <a:rPr lang="en-US" altLang="zh-CN" sz="1600" b="0" i="0" u="none" strike="noStrike">
                          <a:solidFill>
                            <a:srgbClr val="000000"/>
                          </a:solidFill>
                          <a:effectLst/>
                          <a:latin typeface="Arial" panose="020B0604020202020204" pitchFamily="34" charset="0"/>
                          <a:ea typeface="等线" panose="02010600030101010101" pitchFamily="2" charset="-122"/>
                        </a:rPr>
                        <a:t>7.2~8.0</a:t>
                      </a:r>
                    </a:p>
                  </a:txBody>
                  <a:tcPr marL="9525" marR="9525" marT="9525" marB="0" anchor="ctr"/>
                </a:tc>
                <a:tc>
                  <a:txBody>
                    <a:bodyPr/>
                    <a:lstStyle/>
                    <a:p>
                      <a:pPr algn="ctr" fontAlgn="ctr"/>
                      <a:r>
                        <a:rPr lang="en-US" altLang="zh-CN" sz="1600" b="0" i="0" u="none" strike="noStrike">
                          <a:solidFill>
                            <a:srgbClr val="000000"/>
                          </a:solidFill>
                          <a:effectLst/>
                          <a:latin typeface="Arial" panose="020B0604020202020204" pitchFamily="34" charset="0"/>
                          <a:ea typeface="等线" panose="02010600030101010101" pitchFamily="2" charset="-122"/>
                        </a:rPr>
                        <a:t>5.5~6.5</a:t>
                      </a:r>
                    </a:p>
                  </a:txBody>
                  <a:tcPr marL="9525" marR="9525" marT="9525" marB="0" anchor="ctr"/>
                </a:tc>
                <a:tc>
                  <a:txBody>
                    <a:bodyPr/>
                    <a:lstStyle/>
                    <a:p>
                      <a:pPr algn="ctr" fontAlgn="ctr"/>
                      <a:r>
                        <a:rPr lang="en-US" altLang="zh-CN" sz="1600" b="0" i="0" u="none" strike="noStrike">
                          <a:solidFill>
                            <a:srgbClr val="000000"/>
                          </a:solidFill>
                          <a:effectLst/>
                          <a:latin typeface="Arial" panose="020B0604020202020204" pitchFamily="34" charset="0"/>
                          <a:ea typeface="等线" panose="02010600030101010101" pitchFamily="2" charset="-122"/>
                        </a:rPr>
                        <a:t>9.0~10.0</a:t>
                      </a:r>
                    </a:p>
                  </a:txBody>
                  <a:tcPr marL="9525" marR="9525" marT="9525" marB="0" anchor="ctr"/>
                </a:tc>
                <a:tc>
                  <a:txBody>
                    <a:bodyPr/>
                    <a:lstStyle/>
                    <a:p>
                      <a:pPr algn="ctr" fontAlgn="ctr"/>
                      <a:r>
                        <a:rPr lang="en-US" altLang="zh-CN" sz="1600" b="0" i="0" u="none" strike="noStrike">
                          <a:solidFill>
                            <a:srgbClr val="000000"/>
                          </a:solidFill>
                          <a:effectLst/>
                          <a:latin typeface="Arial" panose="020B0604020202020204" pitchFamily="34" charset="0"/>
                          <a:ea typeface="等线" panose="02010600030101010101" pitchFamily="2" charset="-122"/>
                        </a:rPr>
                        <a:t>11.0~12.0</a:t>
                      </a:r>
                    </a:p>
                  </a:txBody>
                  <a:tcPr marL="9525" marR="9525" marT="9525" marB="0" anchor="ctr"/>
                </a:tc>
                <a:tc>
                  <a:txBody>
                    <a:bodyPr/>
                    <a:lstStyle/>
                    <a:p>
                      <a:pPr algn="ctr" fontAlgn="ctr"/>
                      <a:r>
                        <a:rPr lang="en-US" sz="1600" b="0" i="0" u="none" strike="noStrike">
                          <a:solidFill>
                            <a:srgbClr val="000000"/>
                          </a:solidFill>
                          <a:effectLst/>
                          <a:latin typeface="Arial" panose="020B0604020202020204" pitchFamily="34" charset="0"/>
                          <a:ea typeface="等线" panose="02010600030101010101" pitchFamily="2" charset="-122"/>
                        </a:rPr>
                        <a:t>Epoxy:10-20</a:t>
                      </a:r>
                    </a:p>
                  </a:txBody>
                  <a:tcPr marL="9525" marR="9525" marT="9525" marB="0" anchor="ctr"/>
                </a:tc>
                <a:extLst>
                  <a:ext uri="{0D108BD9-81ED-4DB2-BD59-A6C34878D82A}">
                    <a16:rowId xmlns:a16="http://schemas.microsoft.com/office/drawing/2014/main" val="951983564"/>
                  </a:ext>
                </a:extLst>
              </a:tr>
              <a:tr h="406114">
                <a:tc>
                  <a:txBody>
                    <a:bodyPr/>
                    <a:lstStyle/>
                    <a:p>
                      <a:pPr algn="ctr" fontAlgn="ctr"/>
                      <a:r>
                        <a:rPr lang="en-US" altLang="zh-CN" sz="1600" u="none" strike="noStrike" dirty="0">
                          <a:effectLst/>
                          <a:latin typeface="Arial" panose="020B0604020202020204" pitchFamily="34" charset="0"/>
                          <a:cs typeface="Arial" panose="020B0604020202020204" pitchFamily="34" charset="0"/>
                        </a:rPr>
                        <a:t>15</a:t>
                      </a:r>
                      <a:endParaRPr lang="en-US" altLang="zh-CN" sz="1600" b="0" i="0" u="none" strike="noStrike" dirty="0">
                        <a:solidFill>
                          <a:srgbClr val="000000"/>
                        </a:solidFill>
                        <a:effectLst/>
                        <a:latin typeface="Arial" panose="020B0604020202020204" pitchFamily="34" charset="0"/>
                        <a:ea typeface="微软雅黑" panose="020B0503020204020204" pitchFamily="34" charset="-122"/>
                        <a:cs typeface="Arial" panose="020B0604020202020204" pitchFamily="34" charset="0"/>
                      </a:endParaRPr>
                    </a:p>
                  </a:txBody>
                  <a:tcPr marL="7022" marR="7022" marT="7022" marB="0" anchor="ctr"/>
                </a:tc>
                <a:tc>
                  <a:txBody>
                    <a:bodyPr/>
                    <a:lstStyle/>
                    <a:p>
                      <a:pPr algn="ctr" fontAlgn="ctr"/>
                      <a:r>
                        <a:rPr lang="en-US" altLang="zh-CN" sz="1600" b="0" i="0" u="none" strike="noStrike" dirty="0">
                          <a:solidFill>
                            <a:srgbClr val="000000"/>
                          </a:solidFill>
                          <a:effectLst/>
                          <a:latin typeface="Arial" panose="020B0604020202020204" pitchFamily="34" charset="0"/>
                          <a:ea typeface="等线" panose="02010600030101010101" pitchFamily="2" charset="-122"/>
                        </a:rPr>
                        <a:t>160-05554</a:t>
                      </a:r>
                    </a:p>
                  </a:txBody>
                  <a:tcPr marL="9525" marR="9525" marT="9525" marB="0" anchor="ctr"/>
                </a:tc>
                <a:tc>
                  <a:txBody>
                    <a:bodyPr/>
                    <a:lstStyle/>
                    <a:p>
                      <a:pPr algn="ctr" fontAlgn="ctr"/>
                      <a:r>
                        <a:rPr lang="en-US" altLang="zh-CN" sz="1600" b="0" i="0" u="none" strike="noStrike" dirty="0">
                          <a:solidFill>
                            <a:srgbClr val="000000"/>
                          </a:solidFill>
                          <a:effectLst/>
                          <a:latin typeface="Arial" panose="020B0604020202020204" pitchFamily="34" charset="0"/>
                          <a:ea typeface="等线" panose="02010600030101010101" pitchFamily="2" charset="-122"/>
                        </a:rPr>
                        <a:t>12</a:t>
                      </a:r>
                    </a:p>
                  </a:txBody>
                  <a:tcPr marL="9525" marR="9525" marT="9525" marB="0" anchor="ctr"/>
                </a:tc>
                <a:tc>
                  <a:txBody>
                    <a:bodyPr/>
                    <a:lstStyle/>
                    <a:p>
                      <a:pPr algn="ctr" fontAlgn="ctr"/>
                      <a:r>
                        <a:rPr lang="en-US" altLang="zh-CN" sz="1600" b="0" i="0" u="none" strike="noStrike" dirty="0">
                          <a:solidFill>
                            <a:srgbClr val="000000"/>
                          </a:solidFill>
                          <a:effectLst/>
                          <a:latin typeface="Arial" panose="020B0604020202020204" pitchFamily="34" charset="0"/>
                          <a:ea typeface="等线" panose="02010600030101010101" pitchFamily="2" charset="-122"/>
                        </a:rPr>
                        <a:t>10.05</a:t>
                      </a:r>
                    </a:p>
                  </a:txBody>
                  <a:tcPr marL="9525" marR="9525" marT="9525" marB="0" anchor="ctr"/>
                </a:tc>
                <a:tc>
                  <a:txBody>
                    <a:bodyPr/>
                    <a:lstStyle/>
                    <a:p>
                      <a:pPr algn="ctr" fontAlgn="ctr"/>
                      <a:r>
                        <a:rPr lang="en-US" altLang="zh-CN" sz="1600" b="0" i="0" u="none" strike="noStrike" dirty="0">
                          <a:solidFill>
                            <a:srgbClr val="000000"/>
                          </a:solidFill>
                          <a:effectLst/>
                          <a:latin typeface="Arial" panose="020B0604020202020204" pitchFamily="34" charset="0"/>
                          <a:ea typeface="等线" panose="02010600030101010101" pitchFamily="2" charset="-122"/>
                        </a:rPr>
                        <a:t>0.7</a:t>
                      </a:r>
                    </a:p>
                  </a:txBody>
                  <a:tcPr marL="9525" marR="9525" marT="9525" marB="0" anchor="ctr"/>
                </a:tc>
                <a:tc>
                  <a:txBody>
                    <a:bodyPr/>
                    <a:lstStyle/>
                    <a:p>
                      <a:pPr marL="0" marR="0" indent="0" algn="ctr" defTabSz="821530" fontAlgn="ctr" latinLnBrk="0">
                        <a:lnSpc>
                          <a:spcPct val="100000"/>
                        </a:lnSpc>
                        <a:spcBef>
                          <a:spcPts val="0"/>
                        </a:spcBef>
                        <a:spcAft>
                          <a:spcPts val="0"/>
                        </a:spcAft>
                        <a:buClrTx/>
                        <a:buSzTx/>
                        <a:buFontTx/>
                        <a:buNone/>
                        <a:tabLst/>
                      </a:pPr>
                      <a:r>
                        <a:rPr lang="el-GR" sz="1600" b="0" i="0" u="none" strike="noStrike" cap="none" spc="0" baseline="0" dirty="0">
                          <a:ln>
                            <a:noFill/>
                          </a:ln>
                          <a:solidFill>
                            <a:srgbClr val="000000"/>
                          </a:solidFill>
                          <a:effectLst/>
                          <a:uFillTx/>
                          <a:latin typeface="Arial" panose="020B0604020202020204" pitchFamily="34" charset="0"/>
                          <a:ea typeface="等线" panose="02010600030101010101" pitchFamily="2" charset="-122"/>
                          <a:cs typeface="+mn-cs"/>
                          <a:sym typeface="Helvetica Neue Light"/>
                        </a:rPr>
                        <a:t>8.66~10.17</a:t>
                      </a:r>
                      <a:endParaRPr lang="en-US" sz="1600" b="0" i="0" u="none" strike="noStrike" cap="none" spc="0" baseline="0" dirty="0">
                        <a:ln>
                          <a:noFill/>
                        </a:ln>
                        <a:solidFill>
                          <a:srgbClr val="000000"/>
                        </a:solidFill>
                        <a:effectLst/>
                        <a:uFillTx/>
                        <a:latin typeface="Arial" panose="020B0604020202020204" pitchFamily="34" charset="0"/>
                        <a:ea typeface="等线" panose="02010600030101010101" pitchFamily="2" charset="-122"/>
                        <a:cs typeface="+mn-cs"/>
                        <a:sym typeface="Helvetica Neue Light"/>
                      </a:endParaRPr>
                    </a:p>
                  </a:txBody>
                  <a:tcPr marL="9525" marR="9525" marT="9525" marB="0" anchor="ctr"/>
                </a:tc>
                <a:tc>
                  <a:txBody>
                    <a:bodyPr/>
                    <a:lstStyle/>
                    <a:p>
                      <a:pPr algn="ctr" fontAlgn="ctr"/>
                      <a:r>
                        <a:rPr lang="el-GR" sz="1600" b="0" i="0" u="none" strike="noStrike" dirty="0">
                          <a:solidFill>
                            <a:srgbClr val="000000"/>
                          </a:solidFill>
                          <a:effectLst/>
                          <a:latin typeface="微软雅黑" panose="020B0503020204020204" pitchFamily="34" charset="-122"/>
                          <a:ea typeface="微软雅黑" panose="020B0503020204020204" pitchFamily="34" charset="-122"/>
                        </a:rPr>
                        <a:t>90° Θ</a:t>
                      </a:r>
                      <a:r>
                        <a:rPr lang="en-US" sz="1600" b="0" i="0" u="none" strike="noStrike" dirty="0">
                          <a:solidFill>
                            <a:srgbClr val="000000"/>
                          </a:solidFill>
                          <a:effectLst/>
                          <a:latin typeface="微软雅黑" panose="020B0503020204020204" pitchFamily="34" charset="-122"/>
                          <a:ea typeface="微软雅黑" panose="020B0503020204020204" pitchFamily="34" charset="-122"/>
                        </a:rPr>
                        <a:t>z</a:t>
                      </a:r>
                    </a:p>
                  </a:txBody>
                  <a:tcPr marL="9525" marR="9525" marT="9525" marB="0" anchor="ctr">
                    <a:noFill/>
                  </a:tcPr>
                </a:tc>
                <a:tc>
                  <a:txBody>
                    <a:bodyPr/>
                    <a:lstStyle/>
                    <a:p>
                      <a:pPr marL="0" marR="0" lvl="0" indent="0" algn="ctr" defTabSz="821530" eaLnBrk="1" fontAlgn="ctr" latinLnBrk="0" hangingPunct="1">
                        <a:lnSpc>
                          <a:spcPct val="100000"/>
                        </a:lnSpc>
                        <a:spcBef>
                          <a:spcPts val="0"/>
                        </a:spcBef>
                        <a:spcAft>
                          <a:spcPts val="0"/>
                        </a:spcAft>
                        <a:buClrTx/>
                        <a:buSzTx/>
                        <a:buFontTx/>
                        <a:buNone/>
                        <a:tabLst/>
                        <a:defRPr/>
                      </a:pPr>
                      <a:r>
                        <a:rPr kumimoji="0" lang="en-US" altLang="zh-CN" sz="1600" b="0" i="0" u="none" strike="noStrike" kern="0" cap="none" spc="0" normalizeH="0" baseline="0" noProof="0">
                          <a:ln>
                            <a:noFill/>
                          </a:ln>
                          <a:solidFill>
                            <a:srgbClr val="000000"/>
                          </a:solidFill>
                          <a:effectLst/>
                          <a:uLnTx/>
                          <a:uFillTx/>
                          <a:latin typeface="Arial" panose="020B0604020202020204" pitchFamily="34" charset="0"/>
                          <a:ea typeface="等线" panose="02010600030101010101" pitchFamily="2" charset="-122"/>
                          <a:cs typeface="Helvetica Neue"/>
                          <a:sym typeface="Helvetica Neue Light"/>
                        </a:rPr>
                        <a:t>0.2</a:t>
                      </a:r>
                      <a:r>
                        <a:rPr kumimoji="0" lang="zh-CN" altLang="en-US" sz="1600" b="0" i="0" u="none" strike="noStrike" kern="0" cap="none" spc="0" normalizeH="0" baseline="0" noProof="0">
                          <a:ln>
                            <a:noFill/>
                          </a:ln>
                          <a:solidFill>
                            <a:srgbClr val="000000"/>
                          </a:solidFill>
                          <a:effectLst/>
                          <a:uLnTx/>
                          <a:uFillTx/>
                          <a:latin typeface="Arial" panose="020B0604020202020204" pitchFamily="34" charset="0"/>
                          <a:ea typeface="等线" panose="02010600030101010101" pitchFamily="2" charset="-122"/>
                          <a:cs typeface="Helvetica Neue"/>
                          <a:sym typeface="Helvetica Neue Light"/>
                        </a:rPr>
                        <a:t> </a:t>
                      </a:r>
                      <a:r>
                        <a:rPr kumimoji="0" lang="en-US" altLang="zh-CN" sz="1600" b="0" i="0" u="none" strike="noStrike" kern="0" cap="none" spc="0" normalizeH="0" baseline="0" noProof="0">
                          <a:ln>
                            <a:noFill/>
                          </a:ln>
                          <a:solidFill>
                            <a:srgbClr val="000000"/>
                          </a:solidFill>
                          <a:effectLst/>
                          <a:uLnTx/>
                          <a:uFillTx/>
                          <a:latin typeface="Arial" panose="020B0604020202020204" pitchFamily="34" charset="0"/>
                          <a:ea typeface="等线" panose="02010600030101010101" pitchFamily="2" charset="-122"/>
                          <a:cs typeface="Helvetica Neue"/>
                          <a:sym typeface="Helvetica Neue Light"/>
                        </a:rPr>
                        <a:t>+0.1/-0.08</a:t>
                      </a:r>
                      <a:endParaRPr kumimoji="0" lang="en-US" altLang="zh-CN" sz="1600" b="0" i="0" u="none" strike="noStrike" kern="0" cap="none" spc="0" normalizeH="0" baseline="0" noProof="0" dirty="0">
                        <a:ln>
                          <a:noFill/>
                        </a:ln>
                        <a:solidFill>
                          <a:srgbClr val="000000"/>
                        </a:solidFill>
                        <a:effectLst/>
                        <a:uLnTx/>
                        <a:uFillTx/>
                        <a:latin typeface="Arial" panose="020B0604020202020204" pitchFamily="34" charset="0"/>
                        <a:ea typeface="等线" panose="02010600030101010101" pitchFamily="2" charset="-122"/>
                        <a:cs typeface="Helvetica Neue"/>
                        <a:sym typeface="Helvetica Neue Light"/>
                      </a:endParaRPr>
                    </a:p>
                  </a:txBody>
                  <a:tcPr marL="9525" marR="9525" marT="9525" marB="0" anchor="ctr"/>
                </a:tc>
                <a:tc>
                  <a:txBody>
                    <a:bodyPr/>
                    <a:lstStyle/>
                    <a:p>
                      <a:pPr algn="ctr" fontAlgn="ctr"/>
                      <a:r>
                        <a:rPr lang="en-US" altLang="zh-CN" sz="1600" b="0" i="0" u="none" strike="noStrike">
                          <a:solidFill>
                            <a:srgbClr val="000000"/>
                          </a:solidFill>
                          <a:effectLst/>
                          <a:latin typeface="Arial" panose="020B0604020202020204" pitchFamily="34" charset="0"/>
                          <a:ea typeface="等线" panose="02010600030101010101" pitchFamily="2" charset="-122"/>
                        </a:rPr>
                        <a:t>Max 0.2</a:t>
                      </a:r>
                      <a:endParaRPr lang="en-US" altLang="zh-CN" sz="1600" b="0" i="0" u="none" strike="noStrike" dirty="0">
                        <a:solidFill>
                          <a:srgbClr val="000000"/>
                        </a:solidFill>
                        <a:effectLst/>
                        <a:latin typeface="Arial" panose="020B0604020202020204" pitchFamily="34" charset="0"/>
                        <a:ea typeface="等线" panose="02010600030101010101" pitchFamily="2" charset="-122"/>
                      </a:endParaRPr>
                    </a:p>
                  </a:txBody>
                  <a:tcPr marL="9525" marR="9525" marT="9525" marB="0" anchor="ctr"/>
                </a:tc>
                <a:tc>
                  <a:txBody>
                    <a:bodyPr/>
                    <a:lstStyle/>
                    <a:p>
                      <a:pPr algn="ctr" fontAlgn="ctr"/>
                      <a:r>
                        <a:rPr lang="en-US" sz="1600" b="0" i="0" u="none" strike="noStrike">
                          <a:solidFill>
                            <a:srgbClr val="000000"/>
                          </a:solidFill>
                          <a:effectLst/>
                          <a:latin typeface="Arial" panose="020B0604020202020204" pitchFamily="34" charset="0"/>
                          <a:ea typeface="等线" panose="02010600030101010101" pitchFamily="2" charset="-122"/>
                        </a:rPr>
                        <a:t>N35SH-100RC</a:t>
                      </a:r>
                    </a:p>
                  </a:txBody>
                  <a:tcPr marL="9525" marR="9525" marT="9525" marB="0" anchor="ctr"/>
                </a:tc>
                <a:tc>
                  <a:txBody>
                    <a:bodyPr/>
                    <a:lstStyle/>
                    <a:p>
                      <a:pPr algn="ctr" fontAlgn="ctr"/>
                      <a:r>
                        <a:rPr lang="en-US" altLang="zh-CN" sz="1600" b="0" i="0" u="none" strike="noStrike">
                          <a:solidFill>
                            <a:srgbClr val="000000"/>
                          </a:solidFill>
                          <a:effectLst/>
                          <a:latin typeface="Arial" panose="020B0604020202020204" pitchFamily="34" charset="0"/>
                          <a:ea typeface="等线" panose="02010600030101010101" pitchFamily="2" charset="-122"/>
                        </a:rPr>
                        <a:t>11.7~12.2</a:t>
                      </a:r>
                    </a:p>
                  </a:txBody>
                  <a:tcPr marL="9525" marR="9525" marT="9525" marB="0" anchor="ctr"/>
                </a:tc>
                <a:tc>
                  <a:txBody>
                    <a:bodyPr/>
                    <a:lstStyle/>
                    <a:p>
                      <a:pPr algn="ctr" fontAlgn="ctr"/>
                      <a:r>
                        <a:rPr lang="en-US" altLang="zh-CN" sz="1600" b="0" i="0" u="none" strike="noStrike">
                          <a:solidFill>
                            <a:srgbClr val="000000"/>
                          </a:solidFill>
                          <a:effectLst/>
                          <a:latin typeface="Arial" panose="020B0604020202020204" pitchFamily="34" charset="0"/>
                          <a:ea typeface="等线" panose="02010600030101010101" pitchFamily="2" charset="-122"/>
                        </a:rPr>
                        <a:t>/</a:t>
                      </a:r>
                    </a:p>
                  </a:txBody>
                  <a:tcPr marL="9525" marR="9525" marT="9525" marB="0" anchor="ctr"/>
                </a:tc>
                <a:tc>
                  <a:txBody>
                    <a:bodyPr/>
                    <a:lstStyle/>
                    <a:p>
                      <a:pPr algn="ctr" fontAlgn="ctr"/>
                      <a:r>
                        <a:rPr lang="en-US" sz="1600" b="0" i="0" u="none" strike="noStrike">
                          <a:solidFill>
                            <a:srgbClr val="000000"/>
                          </a:solidFill>
                          <a:effectLst/>
                          <a:latin typeface="Arial" panose="020B0604020202020204" pitchFamily="34" charset="0"/>
                          <a:ea typeface="等线" panose="02010600030101010101" pitchFamily="2" charset="-122"/>
                        </a:rPr>
                        <a:t>20MIN</a:t>
                      </a:r>
                    </a:p>
                  </a:txBody>
                  <a:tcPr marL="9525" marR="9525" marT="9525" marB="0" anchor="ctr"/>
                </a:tc>
                <a:tc>
                  <a:txBody>
                    <a:bodyPr/>
                    <a:lstStyle/>
                    <a:p>
                      <a:pPr algn="ctr" fontAlgn="ctr"/>
                      <a:r>
                        <a:rPr lang="en-US" altLang="zh-CN" sz="1600" b="0" i="0" u="none" strike="noStrike">
                          <a:solidFill>
                            <a:srgbClr val="000000"/>
                          </a:solidFill>
                          <a:effectLst/>
                          <a:latin typeface="Arial" panose="020B0604020202020204" pitchFamily="34" charset="0"/>
                          <a:ea typeface="等线" panose="02010600030101010101" pitchFamily="2" charset="-122"/>
                        </a:rPr>
                        <a:t>33~36</a:t>
                      </a:r>
                    </a:p>
                  </a:txBody>
                  <a:tcPr marL="9525" marR="9525" marT="9525" marB="0" anchor="ctr"/>
                </a:tc>
                <a:tc>
                  <a:txBody>
                    <a:bodyPr/>
                    <a:lstStyle/>
                    <a:p>
                      <a:pPr algn="ctr" fontAlgn="ctr"/>
                      <a:r>
                        <a:rPr lang="en-US" sz="1600" b="0" i="0" u="none" strike="noStrike">
                          <a:solidFill>
                            <a:srgbClr val="000000"/>
                          </a:solidFill>
                          <a:effectLst/>
                          <a:latin typeface="Arial" panose="020B0604020202020204" pitchFamily="34" charset="0"/>
                          <a:ea typeface="等线" panose="02010600030101010101" pitchFamily="2" charset="-122"/>
                        </a:rPr>
                        <a:t>Zinc:6-14</a:t>
                      </a:r>
                    </a:p>
                  </a:txBody>
                  <a:tcPr marL="9525" marR="9525" marT="9525" marB="0" anchor="ctr"/>
                </a:tc>
                <a:extLst>
                  <a:ext uri="{0D108BD9-81ED-4DB2-BD59-A6C34878D82A}">
                    <a16:rowId xmlns:a16="http://schemas.microsoft.com/office/drawing/2014/main" val="2247468945"/>
                  </a:ext>
                </a:extLst>
              </a:tr>
              <a:tr h="406114">
                <a:tc>
                  <a:txBody>
                    <a:bodyPr/>
                    <a:lstStyle/>
                    <a:p>
                      <a:pPr algn="ctr" fontAlgn="ctr"/>
                      <a:r>
                        <a:rPr lang="en-US" altLang="zh-CN" sz="1600" u="none" strike="noStrike" dirty="0">
                          <a:effectLst/>
                          <a:latin typeface="Arial" panose="020B0604020202020204" pitchFamily="34" charset="0"/>
                          <a:cs typeface="Arial" panose="020B0604020202020204" pitchFamily="34" charset="0"/>
                        </a:rPr>
                        <a:t>16</a:t>
                      </a:r>
                      <a:endParaRPr lang="en-US" altLang="zh-CN" sz="1600" b="0" i="0" u="none" strike="noStrike" dirty="0">
                        <a:solidFill>
                          <a:srgbClr val="000000"/>
                        </a:solidFill>
                        <a:effectLst/>
                        <a:latin typeface="Arial" panose="020B0604020202020204" pitchFamily="34" charset="0"/>
                        <a:ea typeface="微软雅黑" panose="020B0503020204020204" pitchFamily="34" charset="-122"/>
                        <a:cs typeface="Arial" panose="020B0604020202020204" pitchFamily="34" charset="0"/>
                      </a:endParaRPr>
                    </a:p>
                  </a:txBody>
                  <a:tcPr marL="7022" marR="7022" marT="7022" marB="0" anchor="ctr"/>
                </a:tc>
                <a:tc>
                  <a:txBody>
                    <a:bodyPr/>
                    <a:lstStyle/>
                    <a:p>
                      <a:pPr algn="ctr" fontAlgn="ctr"/>
                      <a:r>
                        <a:rPr lang="en-US" altLang="zh-CN" sz="1600" b="0" i="0" u="none" strike="noStrike">
                          <a:solidFill>
                            <a:srgbClr val="000000"/>
                          </a:solidFill>
                          <a:effectLst/>
                          <a:latin typeface="Arial" panose="020B0604020202020204" pitchFamily="34" charset="0"/>
                          <a:ea typeface="等线" panose="02010600030101010101" pitchFamily="2" charset="-122"/>
                        </a:rPr>
                        <a:t>160-05555</a:t>
                      </a:r>
                    </a:p>
                  </a:txBody>
                  <a:tcPr marL="9525" marR="9525" marT="9525" marB="0" anchor="ctr"/>
                </a:tc>
                <a:tc>
                  <a:txBody>
                    <a:bodyPr/>
                    <a:lstStyle/>
                    <a:p>
                      <a:pPr algn="ctr" fontAlgn="ctr"/>
                      <a:r>
                        <a:rPr lang="en-US" altLang="zh-CN" sz="1600" b="0" i="0" u="none" strike="noStrike" dirty="0">
                          <a:solidFill>
                            <a:srgbClr val="000000"/>
                          </a:solidFill>
                          <a:effectLst/>
                          <a:latin typeface="Arial" panose="020B0604020202020204" pitchFamily="34" charset="0"/>
                          <a:ea typeface="等线" panose="02010600030101010101" pitchFamily="2" charset="-122"/>
                        </a:rPr>
                        <a:t>8</a:t>
                      </a:r>
                    </a:p>
                  </a:txBody>
                  <a:tcPr marL="9525" marR="9525" marT="9525" marB="0" anchor="ctr"/>
                </a:tc>
                <a:tc>
                  <a:txBody>
                    <a:bodyPr/>
                    <a:lstStyle/>
                    <a:p>
                      <a:pPr algn="ctr" fontAlgn="ctr"/>
                      <a:r>
                        <a:rPr lang="en-US" altLang="zh-CN" sz="1600" b="0" i="0" u="none" strike="noStrike" dirty="0">
                          <a:solidFill>
                            <a:srgbClr val="000000"/>
                          </a:solidFill>
                          <a:effectLst/>
                          <a:latin typeface="Arial" panose="020B0604020202020204" pitchFamily="34" charset="0"/>
                          <a:ea typeface="等线" panose="02010600030101010101" pitchFamily="2" charset="-122"/>
                        </a:rPr>
                        <a:t>10</a:t>
                      </a:r>
                    </a:p>
                  </a:txBody>
                  <a:tcPr marL="9525" marR="9525" marT="9525" marB="0" anchor="ctr"/>
                </a:tc>
                <a:tc>
                  <a:txBody>
                    <a:bodyPr/>
                    <a:lstStyle/>
                    <a:p>
                      <a:pPr algn="ctr" fontAlgn="ctr"/>
                      <a:r>
                        <a:rPr lang="en-US" altLang="zh-CN" sz="1600" b="0" i="0" u="none" strike="noStrike" dirty="0">
                          <a:solidFill>
                            <a:srgbClr val="000000"/>
                          </a:solidFill>
                          <a:effectLst/>
                          <a:latin typeface="Arial" panose="020B0604020202020204" pitchFamily="34" charset="0"/>
                          <a:ea typeface="等线" panose="02010600030101010101" pitchFamily="2" charset="-122"/>
                        </a:rPr>
                        <a:t>0.8</a:t>
                      </a:r>
                    </a:p>
                  </a:txBody>
                  <a:tcPr marL="9525" marR="9525" marT="9525" marB="0" anchor="ctr"/>
                </a:tc>
                <a:tc>
                  <a:txBody>
                    <a:bodyPr/>
                    <a:lstStyle/>
                    <a:p>
                      <a:pPr marL="0" marR="0" indent="0" algn="ctr" defTabSz="821530" fontAlgn="ctr" latinLnBrk="0">
                        <a:lnSpc>
                          <a:spcPct val="100000"/>
                        </a:lnSpc>
                        <a:spcBef>
                          <a:spcPts val="0"/>
                        </a:spcBef>
                        <a:spcAft>
                          <a:spcPts val="0"/>
                        </a:spcAft>
                        <a:buClrTx/>
                        <a:buSzTx/>
                        <a:buFontTx/>
                        <a:buNone/>
                        <a:tabLst/>
                      </a:pPr>
                      <a:r>
                        <a:rPr lang="el-GR" sz="1600" b="0" i="0" u="none" strike="noStrike" cap="none" spc="0" baseline="0" dirty="0">
                          <a:ln>
                            <a:noFill/>
                          </a:ln>
                          <a:solidFill>
                            <a:srgbClr val="000000"/>
                          </a:solidFill>
                          <a:effectLst/>
                          <a:uFillTx/>
                          <a:latin typeface="Arial" panose="020B0604020202020204" pitchFamily="34" charset="0"/>
                          <a:ea typeface="等线" panose="02010600030101010101" pitchFamily="2" charset="-122"/>
                          <a:cs typeface="+mn-cs"/>
                          <a:sym typeface="Helvetica Neue Light"/>
                        </a:rPr>
                        <a:t>6.66~7.82</a:t>
                      </a:r>
                      <a:endParaRPr lang="en-US" sz="1600" b="0" i="0" u="none" strike="noStrike" cap="none" spc="0" baseline="0" dirty="0">
                        <a:ln>
                          <a:noFill/>
                        </a:ln>
                        <a:solidFill>
                          <a:srgbClr val="000000"/>
                        </a:solidFill>
                        <a:effectLst/>
                        <a:uFillTx/>
                        <a:latin typeface="Arial" panose="020B0604020202020204" pitchFamily="34" charset="0"/>
                        <a:ea typeface="等线" panose="02010600030101010101" pitchFamily="2" charset="-122"/>
                        <a:cs typeface="+mn-cs"/>
                        <a:sym typeface="Helvetica Neue Light"/>
                      </a:endParaRPr>
                    </a:p>
                  </a:txBody>
                  <a:tcPr marL="9525" marR="9525" marT="9525" marB="0" anchor="ctr"/>
                </a:tc>
                <a:tc>
                  <a:txBody>
                    <a:bodyPr/>
                    <a:lstStyle/>
                    <a:p>
                      <a:pPr algn="ctr" fontAlgn="ctr"/>
                      <a:r>
                        <a:rPr lang="el-GR" sz="1600" b="0" i="0" u="none" strike="noStrike" dirty="0">
                          <a:solidFill>
                            <a:srgbClr val="000000"/>
                          </a:solidFill>
                          <a:effectLst/>
                          <a:latin typeface="微软雅黑" panose="020B0503020204020204" pitchFamily="34" charset="-122"/>
                          <a:ea typeface="微软雅黑" panose="020B0503020204020204" pitchFamily="34" charset="-122"/>
                        </a:rPr>
                        <a:t>90° Θ</a:t>
                      </a:r>
                      <a:r>
                        <a:rPr lang="en-US" sz="1600" b="0" i="0" u="none" strike="noStrike" dirty="0">
                          <a:solidFill>
                            <a:srgbClr val="000000"/>
                          </a:solidFill>
                          <a:effectLst/>
                          <a:latin typeface="微软雅黑" panose="020B0503020204020204" pitchFamily="34" charset="-122"/>
                          <a:ea typeface="微软雅黑" panose="020B0503020204020204" pitchFamily="34" charset="-122"/>
                        </a:rPr>
                        <a:t>z</a:t>
                      </a:r>
                    </a:p>
                  </a:txBody>
                  <a:tcPr marL="9525" marR="9525" marT="9525" marB="0" anchor="ctr">
                    <a:noFill/>
                  </a:tcPr>
                </a:tc>
                <a:tc>
                  <a:txBody>
                    <a:bodyPr/>
                    <a:lstStyle/>
                    <a:p>
                      <a:pPr marL="0" marR="0" lvl="0" indent="0" algn="ctr" defTabSz="821530" eaLnBrk="1" fontAlgn="ctr" latinLnBrk="0" hangingPunct="1">
                        <a:lnSpc>
                          <a:spcPct val="100000"/>
                        </a:lnSpc>
                        <a:spcBef>
                          <a:spcPts val="0"/>
                        </a:spcBef>
                        <a:spcAft>
                          <a:spcPts val="0"/>
                        </a:spcAft>
                        <a:buClrTx/>
                        <a:buSzTx/>
                        <a:buFontTx/>
                        <a:buNone/>
                        <a:tabLst/>
                        <a:defRPr/>
                      </a:pPr>
                      <a:r>
                        <a:rPr kumimoji="0" lang="en-US" altLang="zh-CN" sz="1600" b="0" i="0" u="none" strike="noStrike" kern="0" cap="none" spc="0" normalizeH="0" baseline="0" noProof="0" dirty="0">
                          <a:ln>
                            <a:noFill/>
                          </a:ln>
                          <a:solidFill>
                            <a:srgbClr val="000000"/>
                          </a:solidFill>
                          <a:effectLst/>
                          <a:uLnTx/>
                          <a:uFillTx/>
                          <a:latin typeface="Arial" panose="020B0604020202020204" pitchFamily="34" charset="0"/>
                          <a:ea typeface="等线" panose="02010600030101010101" pitchFamily="2" charset="-122"/>
                          <a:cs typeface="Helvetica Neue"/>
                          <a:sym typeface="Helvetica Neue Light"/>
                        </a:rPr>
                        <a:t>0.2</a:t>
                      </a:r>
                      <a:r>
                        <a:rPr kumimoji="0" lang="zh-CN" altLang="en-US" sz="1600" b="0" i="0" u="none" strike="noStrike" kern="0" cap="none" spc="0" normalizeH="0" baseline="0" noProof="0" dirty="0">
                          <a:ln>
                            <a:noFill/>
                          </a:ln>
                          <a:solidFill>
                            <a:srgbClr val="000000"/>
                          </a:solidFill>
                          <a:effectLst/>
                          <a:uLnTx/>
                          <a:uFillTx/>
                          <a:latin typeface="Arial" panose="020B0604020202020204" pitchFamily="34" charset="0"/>
                          <a:ea typeface="等线" panose="02010600030101010101" pitchFamily="2" charset="-122"/>
                          <a:cs typeface="Helvetica Neue"/>
                          <a:sym typeface="Helvetica Neue Light"/>
                        </a:rPr>
                        <a:t> </a:t>
                      </a:r>
                      <a:r>
                        <a:rPr kumimoji="0" lang="en-US" altLang="zh-CN" sz="1600" b="0" i="0" u="none" strike="noStrike" kern="0" cap="none" spc="0" normalizeH="0" baseline="0" noProof="0" dirty="0">
                          <a:ln>
                            <a:noFill/>
                          </a:ln>
                          <a:solidFill>
                            <a:srgbClr val="000000"/>
                          </a:solidFill>
                          <a:effectLst/>
                          <a:uLnTx/>
                          <a:uFillTx/>
                          <a:latin typeface="Arial" panose="020B0604020202020204" pitchFamily="34" charset="0"/>
                          <a:ea typeface="等线" panose="02010600030101010101" pitchFamily="2" charset="-122"/>
                          <a:cs typeface="Helvetica Neue"/>
                          <a:sym typeface="Helvetica Neue Light"/>
                        </a:rPr>
                        <a:t>+0.1/-0.08</a:t>
                      </a:r>
                    </a:p>
                  </a:txBody>
                  <a:tcPr marL="9525" marR="9525" marT="9525" marB="0" anchor="ctr"/>
                </a:tc>
                <a:tc>
                  <a:txBody>
                    <a:bodyPr/>
                    <a:lstStyle/>
                    <a:p>
                      <a:pPr algn="ctr" fontAlgn="ctr"/>
                      <a:r>
                        <a:rPr lang="en-US" altLang="zh-CN" sz="1600" b="0" i="0" u="none" strike="noStrike">
                          <a:solidFill>
                            <a:srgbClr val="000000"/>
                          </a:solidFill>
                          <a:effectLst/>
                          <a:latin typeface="Arial" panose="020B0604020202020204" pitchFamily="34" charset="0"/>
                          <a:ea typeface="等线" panose="02010600030101010101" pitchFamily="2" charset="-122"/>
                        </a:rPr>
                        <a:t>Max 0.2</a:t>
                      </a:r>
                      <a:endParaRPr lang="en-US" altLang="zh-CN" sz="1600" b="0" i="0" u="none" strike="noStrike" dirty="0">
                        <a:solidFill>
                          <a:srgbClr val="000000"/>
                        </a:solidFill>
                        <a:effectLst/>
                        <a:latin typeface="Arial" panose="020B0604020202020204" pitchFamily="34" charset="0"/>
                        <a:ea typeface="等线" panose="02010600030101010101" pitchFamily="2" charset="-122"/>
                      </a:endParaRPr>
                    </a:p>
                  </a:txBody>
                  <a:tcPr marL="9525" marR="9525" marT="9525" marB="0" anchor="ctr"/>
                </a:tc>
                <a:tc>
                  <a:txBody>
                    <a:bodyPr/>
                    <a:lstStyle/>
                    <a:p>
                      <a:pPr algn="ctr" fontAlgn="ctr"/>
                      <a:r>
                        <a:rPr lang="en-US" sz="1600" b="0" i="0" u="none" strike="noStrike">
                          <a:solidFill>
                            <a:srgbClr val="000000"/>
                          </a:solidFill>
                          <a:effectLst/>
                          <a:latin typeface="Arial" panose="020B0604020202020204" pitchFamily="34" charset="0"/>
                          <a:ea typeface="等线" panose="02010600030101010101" pitchFamily="2" charset="-122"/>
                        </a:rPr>
                        <a:t>N35SH-100RC</a:t>
                      </a:r>
                    </a:p>
                  </a:txBody>
                  <a:tcPr marL="9525" marR="9525" marT="9525" marB="0" anchor="ctr"/>
                </a:tc>
                <a:tc>
                  <a:txBody>
                    <a:bodyPr/>
                    <a:lstStyle/>
                    <a:p>
                      <a:pPr algn="ctr" fontAlgn="ctr"/>
                      <a:r>
                        <a:rPr lang="en-US" altLang="zh-CN" sz="1600" b="0" i="0" u="none" strike="noStrike">
                          <a:solidFill>
                            <a:srgbClr val="000000"/>
                          </a:solidFill>
                          <a:effectLst/>
                          <a:latin typeface="Arial" panose="020B0604020202020204" pitchFamily="34" charset="0"/>
                          <a:ea typeface="等线" panose="02010600030101010101" pitchFamily="2" charset="-122"/>
                        </a:rPr>
                        <a:t>11.7~12.2</a:t>
                      </a:r>
                    </a:p>
                  </a:txBody>
                  <a:tcPr marL="9525" marR="9525" marT="9525" marB="0" anchor="ctr"/>
                </a:tc>
                <a:tc>
                  <a:txBody>
                    <a:bodyPr/>
                    <a:lstStyle/>
                    <a:p>
                      <a:pPr algn="ctr" fontAlgn="ctr"/>
                      <a:r>
                        <a:rPr lang="en-US" altLang="zh-CN" sz="1600" b="0" i="0" u="none" strike="noStrike">
                          <a:solidFill>
                            <a:srgbClr val="000000"/>
                          </a:solidFill>
                          <a:effectLst/>
                          <a:latin typeface="Arial" panose="020B0604020202020204" pitchFamily="34" charset="0"/>
                          <a:ea typeface="等线" panose="02010600030101010101" pitchFamily="2" charset="-122"/>
                        </a:rPr>
                        <a:t>/</a:t>
                      </a:r>
                    </a:p>
                  </a:txBody>
                  <a:tcPr marL="9525" marR="9525" marT="9525" marB="0" anchor="ctr"/>
                </a:tc>
                <a:tc>
                  <a:txBody>
                    <a:bodyPr/>
                    <a:lstStyle/>
                    <a:p>
                      <a:pPr algn="ctr" fontAlgn="ctr"/>
                      <a:r>
                        <a:rPr lang="en-US" sz="1600" b="0" i="0" u="none" strike="noStrike">
                          <a:solidFill>
                            <a:srgbClr val="000000"/>
                          </a:solidFill>
                          <a:effectLst/>
                          <a:latin typeface="Arial" panose="020B0604020202020204" pitchFamily="34" charset="0"/>
                          <a:ea typeface="等线" panose="02010600030101010101" pitchFamily="2" charset="-122"/>
                        </a:rPr>
                        <a:t>20MIN</a:t>
                      </a:r>
                    </a:p>
                  </a:txBody>
                  <a:tcPr marL="9525" marR="9525" marT="9525" marB="0" anchor="ctr"/>
                </a:tc>
                <a:tc>
                  <a:txBody>
                    <a:bodyPr/>
                    <a:lstStyle/>
                    <a:p>
                      <a:pPr algn="ctr" fontAlgn="ctr"/>
                      <a:r>
                        <a:rPr lang="en-US" altLang="zh-CN" sz="1600" b="0" i="0" u="none" strike="noStrike">
                          <a:solidFill>
                            <a:srgbClr val="000000"/>
                          </a:solidFill>
                          <a:effectLst/>
                          <a:latin typeface="Arial" panose="020B0604020202020204" pitchFamily="34" charset="0"/>
                          <a:ea typeface="等线" panose="02010600030101010101" pitchFamily="2" charset="-122"/>
                        </a:rPr>
                        <a:t>33~36</a:t>
                      </a:r>
                    </a:p>
                  </a:txBody>
                  <a:tcPr marL="9525" marR="9525" marT="9525" marB="0" anchor="ctr"/>
                </a:tc>
                <a:tc>
                  <a:txBody>
                    <a:bodyPr/>
                    <a:lstStyle/>
                    <a:p>
                      <a:pPr algn="ctr" fontAlgn="ctr"/>
                      <a:r>
                        <a:rPr lang="en-US" sz="1600" b="0" i="0" u="none" strike="noStrike">
                          <a:solidFill>
                            <a:srgbClr val="000000"/>
                          </a:solidFill>
                          <a:effectLst/>
                          <a:latin typeface="Arial" panose="020B0604020202020204" pitchFamily="34" charset="0"/>
                          <a:ea typeface="等线" panose="02010600030101010101" pitchFamily="2" charset="-122"/>
                        </a:rPr>
                        <a:t>Zinc:6-14</a:t>
                      </a:r>
                    </a:p>
                  </a:txBody>
                  <a:tcPr marL="9525" marR="9525" marT="9525" marB="0" anchor="ctr"/>
                </a:tc>
                <a:extLst>
                  <a:ext uri="{0D108BD9-81ED-4DB2-BD59-A6C34878D82A}">
                    <a16:rowId xmlns:a16="http://schemas.microsoft.com/office/drawing/2014/main" val="2451894031"/>
                  </a:ext>
                </a:extLst>
              </a:tr>
              <a:tr h="406114">
                <a:tc>
                  <a:txBody>
                    <a:bodyPr/>
                    <a:lstStyle/>
                    <a:p>
                      <a:pPr algn="ctr" fontAlgn="ctr"/>
                      <a:r>
                        <a:rPr lang="en-US" altLang="zh-CN" sz="1600" u="none" strike="noStrike" dirty="0">
                          <a:effectLst/>
                          <a:latin typeface="Arial" panose="020B0604020202020204" pitchFamily="34" charset="0"/>
                          <a:cs typeface="Arial" panose="020B0604020202020204" pitchFamily="34" charset="0"/>
                        </a:rPr>
                        <a:t>17</a:t>
                      </a:r>
                      <a:endParaRPr lang="en-US" altLang="zh-CN" sz="1600" b="0" i="0" u="none" strike="noStrike" dirty="0">
                        <a:solidFill>
                          <a:srgbClr val="000000"/>
                        </a:solidFill>
                        <a:effectLst/>
                        <a:latin typeface="Arial" panose="020B0604020202020204" pitchFamily="34" charset="0"/>
                        <a:ea typeface="微软雅黑" panose="020B0503020204020204" pitchFamily="34" charset="-122"/>
                        <a:cs typeface="Arial" panose="020B0604020202020204" pitchFamily="34" charset="0"/>
                      </a:endParaRPr>
                    </a:p>
                  </a:txBody>
                  <a:tcPr marL="7022" marR="7022" marT="7022" marB="0" anchor="ctr"/>
                </a:tc>
                <a:tc>
                  <a:txBody>
                    <a:bodyPr/>
                    <a:lstStyle/>
                    <a:p>
                      <a:pPr algn="ctr" fontAlgn="ctr"/>
                      <a:r>
                        <a:rPr lang="en-US" altLang="zh-CN" sz="1600" b="0" i="0" u="none" strike="noStrike">
                          <a:solidFill>
                            <a:srgbClr val="000000"/>
                          </a:solidFill>
                          <a:effectLst/>
                          <a:latin typeface="Arial" panose="020B0604020202020204" pitchFamily="34" charset="0"/>
                          <a:ea typeface="等线" panose="02010600030101010101" pitchFamily="2" charset="-122"/>
                        </a:rPr>
                        <a:t>160-05556</a:t>
                      </a:r>
                    </a:p>
                  </a:txBody>
                  <a:tcPr marL="9525" marR="9525" marT="9525" marB="0" anchor="ctr"/>
                </a:tc>
                <a:tc>
                  <a:txBody>
                    <a:bodyPr/>
                    <a:lstStyle/>
                    <a:p>
                      <a:pPr algn="ctr" fontAlgn="ctr"/>
                      <a:r>
                        <a:rPr lang="en-US" altLang="zh-CN" sz="1600" b="0" i="0" u="none" strike="noStrike" dirty="0">
                          <a:solidFill>
                            <a:srgbClr val="000000"/>
                          </a:solidFill>
                          <a:effectLst/>
                          <a:latin typeface="Arial" panose="020B0604020202020204" pitchFamily="34" charset="0"/>
                          <a:ea typeface="等线" panose="02010600030101010101" pitchFamily="2" charset="-122"/>
                        </a:rPr>
                        <a:t>5.46</a:t>
                      </a:r>
                    </a:p>
                  </a:txBody>
                  <a:tcPr marL="9525" marR="9525" marT="9525" marB="0" anchor="ctr"/>
                </a:tc>
                <a:tc>
                  <a:txBody>
                    <a:bodyPr/>
                    <a:lstStyle/>
                    <a:p>
                      <a:pPr algn="ctr" fontAlgn="ctr"/>
                      <a:r>
                        <a:rPr lang="en-US" altLang="zh-CN" sz="1600" b="0" i="0" u="none" strike="noStrike" dirty="0">
                          <a:solidFill>
                            <a:srgbClr val="000000"/>
                          </a:solidFill>
                          <a:effectLst/>
                          <a:latin typeface="Arial" panose="020B0604020202020204" pitchFamily="34" charset="0"/>
                          <a:ea typeface="等线" panose="02010600030101010101" pitchFamily="2" charset="-122"/>
                        </a:rPr>
                        <a:t>8.85</a:t>
                      </a:r>
                    </a:p>
                  </a:txBody>
                  <a:tcPr marL="9525" marR="9525" marT="9525" marB="0" anchor="ctr"/>
                </a:tc>
                <a:tc>
                  <a:txBody>
                    <a:bodyPr/>
                    <a:lstStyle/>
                    <a:p>
                      <a:pPr algn="ctr" fontAlgn="ctr"/>
                      <a:r>
                        <a:rPr lang="en-US" altLang="zh-CN" sz="1600" b="0" i="0" u="none" strike="noStrike" dirty="0">
                          <a:solidFill>
                            <a:srgbClr val="000000"/>
                          </a:solidFill>
                          <a:effectLst/>
                          <a:latin typeface="Arial" panose="020B0604020202020204" pitchFamily="34" charset="0"/>
                          <a:ea typeface="等线" panose="02010600030101010101" pitchFamily="2" charset="-122"/>
                        </a:rPr>
                        <a:t>0.8</a:t>
                      </a:r>
                    </a:p>
                  </a:txBody>
                  <a:tcPr marL="9525" marR="9525" marT="9525" marB="0" anchor="ctr"/>
                </a:tc>
                <a:tc>
                  <a:txBody>
                    <a:bodyPr/>
                    <a:lstStyle/>
                    <a:p>
                      <a:pPr marL="0" marR="0" indent="0" algn="ctr" defTabSz="821530" fontAlgn="ctr" latinLnBrk="0">
                        <a:lnSpc>
                          <a:spcPct val="100000"/>
                        </a:lnSpc>
                        <a:spcBef>
                          <a:spcPts val="0"/>
                        </a:spcBef>
                        <a:spcAft>
                          <a:spcPts val="0"/>
                        </a:spcAft>
                        <a:buClrTx/>
                        <a:buSzTx/>
                        <a:buFontTx/>
                        <a:buNone/>
                        <a:tabLst/>
                      </a:pPr>
                      <a:r>
                        <a:rPr lang="el-GR" sz="1600" b="0" i="0" u="none" strike="noStrike" cap="none" spc="0" baseline="0" dirty="0">
                          <a:ln>
                            <a:noFill/>
                          </a:ln>
                          <a:solidFill>
                            <a:srgbClr val="000000"/>
                          </a:solidFill>
                          <a:effectLst/>
                          <a:uFillTx/>
                          <a:latin typeface="Arial" panose="020B0604020202020204" pitchFamily="34" charset="0"/>
                          <a:ea typeface="等线" panose="02010600030101010101" pitchFamily="2" charset="-122"/>
                          <a:cs typeface="+mn-cs"/>
                          <a:sym typeface="Helvetica Neue Light"/>
                        </a:rPr>
                        <a:t>1.93~2.26</a:t>
                      </a:r>
                      <a:endParaRPr lang="en-US" sz="1600" b="0" i="0" u="none" strike="noStrike" cap="none" spc="0" baseline="0" dirty="0">
                        <a:ln>
                          <a:noFill/>
                        </a:ln>
                        <a:solidFill>
                          <a:srgbClr val="000000"/>
                        </a:solidFill>
                        <a:effectLst/>
                        <a:uFillTx/>
                        <a:latin typeface="Arial" panose="020B0604020202020204" pitchFamily="34" charset="0"/>
                        <a:ea typeface="等线" panose="02010600030101010101" pitchFamily="2" charset="-122"/>
                        <a:cs typeface="+mn-cs"/>
                        <a:sym typeface="Helvetica Neue Light"/>
                      </a:endParaRPr>
                    </a:p>
                  </a:txBody>
                  <a:tcPr marL="9525" marR="9525" marT="9525" marB="0" anchor="ctr"/>
                </a:tc>
                <a:tc>
                  <a:txBody>
                    <a:bodyPr/>
                    <a:lstStyle/>
                    <a:p>
                      <a:pPr marL="0" marR="0" lvl="0" indent="0" algn="ctr" defTabSz="821530" eaLnBrk="1" fontAlgn="ctr" latinLnBrk="0" hangingPunct="1">
                        <a:lnSpc>
                          <a:spcPct val="100000"/>
                        </a:lnSpc>
                        <a:spcBef>
                          <a:spcPts val="0"/>
                        </a:spcBef>
                        <a:spcAft>
                          <a:spcPts val="0"/>
                        </a:spcAft>
                        <a:buClrTx/>
                        <a:buSzTx/>
                        <a:buFontTx/>
                        <a:buNone/>
                        <a:tabLst/>
                        <a:defRPr/>
                      </a:pPr>
                      <a:r>
                        <a:rPr kumimoji="0" lang="en-US" altLang="zh-CN" sz="16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Helvetica Neue"/>
                          <a:sym typeface="Helvetica Neue Light"/>
                        </a:rPr>
                        <a:t>/</a:t>
                      </a:r>
                    </a:p>
                  </a:txBody>
                  <a:tcPr marL="9525" marR="9525" marT="9525" marB="0" anchor="ctr">
                    <a:noFill/>
                  </a:tcPr>
                </a:tc>
                <a:tc>
                  <a:txBody>
                    <a:bodyPr/>
                    <a:lstStyle/>
                    <a:p>
                      <a:pPr marL="0" marR="0" lvl="0" indent="0" algn="ctr" defTabSz="821530" eaLnBrk="1" fontAlgn="ctr" latinLnBrk="0" hangingPunct="1">
                        <a:lnSpc>
                          <a:spcPct val="100000"/>
                        </a:lnSpc>
                        <a:spcBef>
                          <a:spcPts val="0"/>
                        </a:spcBef>
                        <a:spcAft>
                          <a:spcPts val="0"/>
                        </a:spcAft>
                        <a:buClrTx/>
                        <a:buSzTx/>
                        <a:buFontTx/>
                        <a:buNone/>
                        <a:tabLst/>
                        <a:defRPr/>
                      </a:pPr>
                      <a:r>
                        <a:rPr kumimoji="0" lang="en-US" altLang="zh-CN" sz="16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Helvetica Neue"/>
                          <a:sym typeface="Helvetica Neue Light"/>
                        </a:rPr>
                        <a:t>0.25</a:t>
                      </a:r>
                      <a:r>
                        <a:rPr kumimoji="0" lang="zh-CN" altLang="en-US" sz="16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Helvetica Neue"/>
                          <a:sym typeface="Helvetica Neue Light"/>
                        </a:rPr>
                        <a:t> </a:t>
                      </a:r>
                      <a:r>
                        <a:rPr kumimoji="0" lang="en-US" altLang="zh-CN" sz="16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Helvetica Neue"/>
                          <a:sym typeface="Helvetica Neue Light"/>
                        </a:rPr>
                        <a:t>±0.1</a:t>
                      </a:r>
                    </a:p>
                  </a:txBody>
                  <a:tcPr marL="9525" marR="9525" marT="9525" marB="0" anchor="ctr"/>
                </a:tc>
                <a:tc>
                  <a:txBody>
                    <a:bodyPr/>
                    <a:lstStyle/>
                    <a:p>
                      <a:pPr algn="ctr" fontAlgn="ctr"/>
                      <a:r>
                        <a:rPr lang="en-US" altLang="zh-CN" sz="1600" b="0" i="0" u="none" strike="noStrike">
                          <a:solidFill>
                            <a:srgbClr val="000000"/>
                          </a:solidFill>
                          <a:effectLst/>
                          <a:latin typeface="Arial" panose="020B0604020202020204" pitchFamily="34" charset="0"/>
                          <a:ea typeface="等线" panose="02010600030101010101" pitchFamily="2" charset="-122"/>
                        </a:rPr>
                        <a:t>Max 0.2</a:t>
                      </a:r>
                      <a:endParaRPr lang="en-US" altLang="zh-CN" sz="1600" b="0" i="0" u="none" strike="noStrike" dirty="0">
                        <a:solidFill>
                          <a:srgbClr val="000000"/>
                        </a:solidFill>
                        <a:effectLst/>
                        <a:latin typeface="Arial" panose="020B0604020202020204" pitchFamily="34" charset="0"/>
                        <a:ea typeface="等线" panose="02010600030101010101" pitchFamily="2" charset="-122"/>
                      </a:endParaRPr>
                    </a:p>
                  </a:txBody>
                  <a:tcPr marL="9525" marR="9525" marT="9525" marB="0" anchor="ctr"/>
                </a:tc>
                <a:tc>
                  <a:txBody>
                    <a:bodyPr/>
                    <a:lstStyle/>
                    <a:p>
                      <a:pPr algn="ctr" fontAlgn="ctr"/>
                      <a:r>
                        <a:rPr lang="en-US" sz="1600" b="0" i="0" u="none" strike="noStrike">
                          <a:solidFill>
                            <a:srgbClr val="000000"/>
                          </a:solidFill>
                          <a:effectLst/>
                          <a:latin typeface="Arial" panose="020B0604020202020204" pitchFamily="34" charset="0"/>
                          <a:ea typeface="等线" panose="02010600030101010101" pitchFamily="2" charset="-122"/>
                        </a:rPr>
                        <a:t>GPM-12H</a:t>
                      </a:r>
                    </a:p>
                  </a:txBody>
                  <a:tcPr marL="9525" marR="9525" marT="9525" marB="0" anchor="ctr"/>
                </a:tc>
                <a:tc>
                  <a:txBody>
                    <a:bodyPr/>
                    <a:lstStyle/>
                    <a:p>
                      <a:pPr algn="ctr" fontAlgn="ctr"/>
                      <a:r>
                        <a:rPr lang="en-US" altLang="zh-CN" sz="1600" b="0" i="0" u="none" strike="noStrike">
                          <a:solidFill>
                            <a:srgbClr val="000000"/>
                          </a:solidFill>
                          <a:effectLst/>
                          <a:latin typeface="Arial" panose="020B0604020202020204" pitchFamily="34" charset="0"/>
                          <a:ea typeface="等线" panose="02010600030101010101" pitchFamily="2" charset="-122"/>
                        </a:rPr>
                        <a:t>7.2~8.0</a:t>
                      </a:r>
                    </a:p>
                  </a:txBody>
                  <a:tcPr marL="9525" marR="9525" marT="9525" marB="0" anchor="ctr"/>
                </a:tc>
                <a:tc>
                  <a:txBody>
                    <a:bodyPr/>
                    <a:lstStyle/>
                    <a:p>
                      <a:pPr algn="ctr" fontAlgn="ctr"/>
                      <a:r>
                        <a:rPr lang="en-US" altLang="zh-CN" sz="1600" b="0" i="0" u="none" strike="noStrike">
                          <a:solidFill>
                            <a:srgbClr val="000000"/>
                          </a:solidFill>
                          <a:effectLst/>
                          <a:latin typeface="Arial" panose="020B0604020202020204" pitchFamily="34" charset="0"/>
                          <a:ea typeface="等线" panose="02010600030101010101" pitchFamily="2" charset="-122"/>
                        </a:rPr>
                        <a:t>5.5~6.5</a:t>
                      </a:r>
                    </a:p>
                  </a:txBody>
                  <a:tcPr marL="9525" marR="9525" marT="9525" marB="0" anchor="ctr"/>
                </a:tc>
                <a:tc>
                  <a:txBody>
                    <a:bodyPr/>
                    <a:lstStyle/>
                    <a:p>
                      <a:pPr algn="ctr" fontAlgn="ctr"/>
                      <a:r>
                        <a:rPr lang="en-US" altLang="zh-CN" sz="1600" b="0" i="0" u="none" strike="noStrike">
                          <a:solidFill>
                            <a:srgbClr val="000000"/>
                          </a:solidFill>
                          <a:effectLst/>
                          <a:latin typeface="Arial" panose="020B0604020202020204" pitchFamily="34" charset="0"/>
                          <a:ea typeface="等线" panose="02010600030101010101" pitchFamily="2" charset="-122"/>
                        </a:rPr>
                        <a:t>9.0~10.0</a:t>
                      </a:r>
                    </a:p>
                  </a:txBody>
                  <a:tcPr marL="9525" marR="9525" marT="9525" marB="0" anchor="ctr"/>
                </a:tc>
                <a:tc>
                  <a:txBody>
                    <a:bodyPr/>
                    <a:lstStyle/>
                    <a:p>
                      <a:pPr algn="ctr" fontAlgn="ctr"/>
                      <a:r>
                        <a:rPr lang="en-US" altLang="zh-CN" sz="1600" b="0" i="0" u="none" strike="noStrike">
                          <a:solidFill>
                            <a:srgbClr val="000000"/>
                          </a:solidFill>
                          <a:effectLst/>
                          <a:latin typeface="Arial" panose="020B0604020202020204" pitchFamily="34" charset="0"/>
                          <a:ea typeface="等线" panose="02010600030101010101" pitchFamily="2" charset="-122"/>
                        </a:rPr>
                        <a:t>11.0~12.0</a:t>
                      </a:r>
                    </a:p>
                  </a:txBody>
                  <a:tcPr marL="9525" marR="9525" marT="9525" marB="0" anchor="ctr"/>
                </a:tc>
                <a:tc>
                  <a:txBody>
                    <a:bodyPr/>
                    <a:lstStyle/>
                    <a:p>
                      <a:pPr algn="ctr" fontAlgn="ctr"/>
                      <a:r>
                        <a:rPr lang="en-US" sz="1600" b="0" i="0" u="none" strike="noStrike">
                          <a:solidFill>
                            <a:srgbClr val="000000"/>
                          </a:solidFill>
                          <a:effectLst/>
                          <a:latin typeface="Arial" panose="020B0604020202020204" pitchFamily="34" charset="0"/>
                          <a:ea typeface="等线" panose="02010600030101010101" pitchFamily="2" charset="-122"/>
                        </a:rPr>
                        <a:t>Epoxy:10-20</a:t>
                      </a:r>
                    </a:p>
                  </a:txBody>
                  <a:tcPr marL="9525" marR="9525" marT="9525" marB="0" anchor="ctr"/>
                </a:tc>
                <a:extLst>
                  <a:ext uri="{0D108BD9-81ED-4DB2-BD59-A6C34878D82A}">
                    <a16:rowId xmlns:a16="http://schemas.microsoft.com/office/drawing/2014/main" val="1076669515"/>
                  </a:ext>
                </a:extLst>
              </a:tr>
              <a:tr h="406114">
                <a:tc>
                  <a:txBody>
                    <a:bodyPr/>
                    <a:lstStyle/>
                    <a:p>
                      <a:pPr algn="ctr" fontAlgn="ctr"/>
                      <a:r>
                        <a:rPr lang="en-US" altLang="zh-CN" sz="1600" u="none" strike="noStrike" dirty="0">
                          <a:effectLst/>
                          <a:latin typeface="Arial" panose="020B0604020202020204" pitchFamily="34" charset="0"/>
                          <a:cs typeface="Arial" panose="020B0604020202020204" pitchFamily="34" charset="0"/>
                        </a:rPr>
                        <a:t>18</a:t>
                      </a:r>
                      <a:endParaRPr lang="en-US" altLang="zh-CN" sz="1600" b="0" i="0" u="none" strike="noStrike" dirty="0">
                        <a:solidFill>
                          <a:srgbClr val="000000"/>
                        </a:solidFill>
                        <a:effectLst/>
                        <a:latin typeface="Arial" panose="020B0604020202020204" pitchFamily="34" charset="0"/>
                        <a:ea typeface="微软雅黑" panose="020B0503020204020204" pitchFamily="34" charset="-122"/>
                        <a:cs typeface="Arial" panose="020B0604020202020204" pitchFamily="34" charset="0"/>
                      </a:endParaRPr>
                    </a:p>
                  </a:txBody>
                  <a:tcPr marL="7022" marR="7022" marT="7022" marB="0" anchor="ctr"/>
                </a:tc>
                <a:tc>
                  <a:txBody>
                    <a:bodyPr/>
                    <a:lstStyle/>
                    <a:p>
                      <a:pPr algn="ctr" fontAlgn="ctr"/>
                      <a:r>
                        <a:rPr lang="en-US" altLang="zh-CN" sz="1600" b="0" i="0" u="none" strike="noStrike">
                          <a:solidFill>
                            <a:srgbClr val="000000"/>
                          </a:solidFill>
                          <a:effectLst/>
                          <a:latin typeface="Arial" panose="020B0604020202020204" pitchFamily="34" charset="0"/>
                          <a:ea typeface="等线" panose="02010600030101010101" pitchFamily="2" charset="-122"/>
                        </a:rPr>
                        <a:t>160-05842</a:t>
                      </a:r>
                    </a:p>
                  </a:txBody>
                  <a:tcPr marL="9525" marR="9525" marT="9525" marB="0" anchor="ctr"/>
                </a:tc>
                <a:tc>
                  <a:txBody>
                    <a:bodyPr/>
                    <a:lstStyle/>
                    <a:p>
                      <a:pPr algn="ctr" fontAlgn="ctr"/>
                      <a:r>
                        <a:rPr lang="en-US" altLang="zh-CN" sz="1600" b="0" i="0" u="none" strike="noStrike" dirty="0">
                          <a:solidFill>
                            <a:srgbClr val="000000"/>
                          </a:solidFill>
                          <a:effectLst/>
                          <a:latin typeface="Arial" panose="020B0604020202020204" pitchFamily="34" charset="0"/>
                          <a:ea typeface="等线" panose="02010600030101010101" pitchFamily="2" charset="-122"/>
                        </a:rPr>
                        <a:t>15.58</a:t>
                      </a:r>
                    </a:p>
                  </a:txBody>
                  <a:tcPr marL="9525" marR="9525" marT="9525" marB="0" anchor="ctr"/>
                </a:tc>
                <a:tc>
                  <a:txBody>
                    <a:bodyPr/>
                    <a:lstStyle/>
                    <a:p>
                      <a:pPr algn="ctr" fontAlgn="ctr"/>
                      <a:r>
                        <a:rPr lang="en-US" altLang="zh-CN" sz="1600" b="0" i="0" u="none" strike="noStrike" dirty="0">
                          <a:solidFill>
                            <a:srgbClr val="000000"/>
                          </a:solidFill>
                          <a:effectLst/>
                          <a:latin typeface="Arial" panose="020B0604020202020204" pitchFamily="34" charset="0"/>
                          <a:ea typeface="等线" panose="02010600030101010101" pitchFamily="2" charset="-122"/>
                        </a:rPr>
                        <a:t>5.8</a:t>
                      </a:r>
                    </a:p>
                  </a:txBody>
                  <a:tcPr marL="9525" marR="9525" marT="9525" marB="0" anchor="ctr"/>
                </a:tc>
                <a:tc>
                  <a:txBody>
                    <a:bodyPr/>
                    <a:lstStyle/>
                    <a:p>
                      <a:pPr algn="ctr" fontAlgn="ctr"/>
                      <a:r>
                        <a:rPr lang="en-US" altLang="zh-CN" sz="1600" b="0" i="0" u="none" strike="noStrike" dirty="0">
                          <a:solidFill>
                            <a:srgbClr val="000000"/>
                          </a:solidFill>
                          <a:effectLst/>
                          <a:latin typeface="Arial" panose="020B0604020202020204" pitchFamily="34" charset="0"/>
                          <a:ea typeface="等线" panose="02010600030101010101" pitchFamily="2" charset="-122"/>
                        </a:rPr>
                        <a:t>0.7</a:t>
                      </a:r>
                    </a:p>
                  </a:txBody>
                  <a:tcPr marL="9525" marR="9525" marT="9525" marB="0" anchor="ctr"/>
                </a:tc>
                <a:tc>
                  <a:txBody>
                    <a:bodyPr/>
                    <a:lstStyle/>
                    <a:p>
                      <a:pPr marL="0" marR="0" indent="0" algn="ctr" defTabSz="821530" eaLnBrk="1" fontAlgn="ctr" latinLnBrk="0" hangingPunct="1">
                        <a:lnSpc>
                          <a:spcPct val="100000"/>
                        </a:lnSpc>
                        <a:spcBef>
                          <a:spcPts val="0"/>
                        </a:spcBef>
                        <a:spcAft>
                          <a:spcPts val="0"/>
                        </a:spcAft>
                        <a:buClrTx/>
                        <a:buSzTx/>
                        <a:buFontTx/>
                        <a:buNone/>
                        <a:tabLst/>
                        <a:defRPr/>
                      </a:pPr>
                      <a:r>
                        <a:rPr lang="en-US" altLang="zh-CN" sz="1600" b="0" i="0" u="none" strike="noStrike" cap="none" spc="0" baseline="0" dirty="0">
                          <a:ln>
                            <a:noFill/>
                          </a:ln>
                          <a:solidFill>
                            <a:srgbClr val="000000"/>
                          </a:solidFill>
                          <a:effectLst/>
                          <a:uFillTx/>
                          <a:latin typeface="Arial" panose="020B0604020202020204" pitchFamily="34" charset="0"/>
                          <a:ea typeface="等线" panose="02010600030101010101" pitchFamily="2" charset="-122"/>
                          <a:cs typeface="+mn-cs"/>
                          <a:sym typeface="Helvetica Neue Light"/>
                        </a:rPr>
                        <a:t>3.13</a:t>
                      </a:r>
                      <a:r>
                        <a:rPr lang="el-GR" altLang="zh-CN" sz="1600" b="0" i="0" u="none" strike="noStrike" cap="none" spc="0" baseline="0" dirty="0">
                          <a:ln>
                            <a:noFill/>
                          </a:ln>
                          <a:solidFill>
                            <a:srgbClr val="000000"/>
                          </a:solidFill>
                          <a:effectLst/>
                          <a:uFillTx/>
                          <a:latin typeface="Arial" panose="020B0604020202020204" pitchFamily="34" charset="0"/>
                          <a:ea typeface="等线" panose="02010600030101010101" pitchFamily="2" charset="-122"/>
                          <a:cs typeface="+mn-cs"/>
                          <a:sym typeface="Helvetica Neue Light"/>
                        </a:rPr>
                        <a:t>~</a:t>
                      </a:r>
                      <a:r>
                        <a:rPr lang="en-US" altLang="zh-CN" sz="1600" b="0" i="0" u="none" strike="noStrike" cap="none" spc="0" baseline="0" dirty="0">
                          <a:ln>
                            <a:noFill/>
                          </a:ln>
                          <a:solidFill>
                            <a:srgbClr val="000000"/>
                          </a:solidFill>
                          <a:effectLst/>
                          <a:uFillTx/>
                          <a:latin typeface="Arial" panose="020B0604020202020204" pitchFamily="34" charset="0"/>
                          <a:ea typeface="等线" panose="02010600030101010101" pitchFamily="2" charset="-122"/>
                          <a:cs typeface="+mn-cs"/>
                          <a:sym typeface="Helvetica Neue Light"/>
                        </a:rPr>
                        <a:t>3.67</a:t>
                      </a:r>
                    </a:p>
                  </a:txBody>
                  <a:tcPr marL="9525" marR="9525" marT="9525" marB="0" anchor="ctr"/>
                </a:tc>
                <a:tc>
                  <a:txBody>
                    <a:bodyPr/>
                    <a:lstStyle/>
                    <a:p>
                      <a:pPr marL="0" marR="0" lvl="0" indent="0" algn="ctr" defTabSz="821530" eaLnBrk="1" fontAlgn="ctr" latinLnBrk="0" hangingPunct="1">
                        <a:lnSpc>
                          <a:spcPct val="100000"/>
                        </a:lnSpc>
                        <a:spcBef>
                          <a:spcPts val="0"/>
                        </a:spcBef>
                        <a:spcAft>
                          <a:spcPts val="0"/>
                        </a:spcAft>
                        <a:buClrTx/>
                        <a:buSzTx/>
                        <a:buFontTx/>
                        <a:buNone/>
                        <a:tabLst/>
                        <a:defRPr/>
                      </a:pPr>
                      <a:r>
                        <a:rPr kumimoji="0" lang="en-US" altLang="zh-CN" sz="16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Helvetica Neue"/>
                          <a:sym typeface="Helvetica Neue Light"/>
                        </a:rPr>
                        <a:t>/</a:t>
                      </a:r>
                    </a:p>
                  </a:txBody>
                  <a:tcPr marL="9525" marR="9525" marT="9525" marB="0" anchor="ctr">
                    <a:noFill/>
                  </a:tcPr>
                </a:tc>
                <a:tc>
                  <a:txBody>
                    <a:bodyPr/>
                    <a:lstStyle/>
                    <a:p>
                      <a:pPr marL="0" marR="0" lvl="0" indent="0" algn="ctr" defTabSz="821530" eaLnBrk="1" fontAlgn="ctr" latinLnBrk="0" hangingPunct="1">
                        <a:lnSpc>
                          <a:spcPct val="100000"/>
                        </a:lnSpc>
                        <a:spcBef>
                          <a:spcPts val="0"/>
                        </a:spcBef>
                        <a:spcAft>
                          <a:spcPts val="0"/>
                        </a:spcAft>
                        <a:buClrTx/>
                        <a:buSzTx/>
                        <a:buFontTx/>
                        <a:buNone/>
                        <a:tabLst/>
                        <a:defRPr/>
                      </a:pPr>
                      <a:r>
                        <a:rPr kumimoji="0" lang="en-US" altLang="zh-CN" sz="16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Helvetica Neue"/>
                          <a:sym typeface="Helvetica Neue Light"/>
                        </a:rPr>
                        <a:t>0.25</a:t>
                      </a:r>
                      <a:r>
                        <a:rPr kumimoji="0" lang="zh-CN" altLang="en-US" sz="16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Helvetica Neue"/>
                          <a:sym typeface="Helvetica Neue Light"/>
                        </a:rPr>
                        <a:t> </a:t>
                      </a:r>
                      <a:r>
                        <a:rPr kumimoji="0" lang="en-US" altLang="zh-CN" sz="16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Helvetica Neue"/>
                          <a:sym typeface="Helvetica Neue Light"/>
                        </a:rPr>
                        <a:t>±0.1</a:t>
                      </a:r>
                    </a:p>
                  </a:txBody>
                  <a:tcPr marL="9525" marR="9525" marT="9525" marB="0" anchor="ctr"/>
                </a:tc>
                <a:tc>
                  <a:txBody>
                    <a:bodyPr/>
                    <a:lstStyle/>
                    <a:p>
                      <a:pPr algn="ctr" fontAlgn="ctr"/>
                      <a:r>
                        <a:rPr lang="en-US" altLang="zh-CN" sz="1600" b="0" i="0" u="none" strike="noStrike">
                          <a:solidFill>
                            <a:srgbClr val="000000"/>
                          </a:solidFill>
                          <a:effectLst/>
                          <a:latin typeface="Arial" panose="020B0604020202020204" pitchFamily="34" charset="0"/>
                          <a:ea typeface="等线" panose="02010600030101010101" pitchFamily="2" charset="-122"/>
                        </a:rPr>
                        <a:t>Max 0.2</a:t>
                      </a:r>
                      <a:endParaRPr lang="en-US" altLang="zh-CN" sz="1600" b="0" i="0" u="none" strike="noStrike" dirty="0">
                        <a:solidFill>
                          <a:srgbClr val="000000"/>
                        </a:solidFill>
                        <a:effectLst/>
                        <a:latin typeface="Arial" panose="020B0604020202020204" pitchFamily="34" charset="0"/>
                        <a:ea typeface="等线" panose="02010600030101010101" pitchFamily="2" charset="-122"/>
                      </a:endParaRPr>
                    </a:p>
                  </a:txBody>
                  <a:tcPr marL="9525" marR="9525" marT="9525" marB="0" anchor="ctr"/>
                </a:tc>
                <a:tc>
                  <a:txBody>
                    <a:bodyPr/>
                    <a:lstStyle/>
                    <a:p>
                      <a:pPr algn="ctr" fontAlgn="ctr"/>
                      <a:r>
                        <a:rPr lang="en-US" sz="1600" b="0" i="0" u="none" strike="noStrike">
                          <a:solidFill>
                            <a:srgbClr val="000000"/>
                          </a:solidFill>
                          <a:effectLst/>
                          <a:latin typeface="Arial" panose="020B0604020202020204" pitchFamily="34" charset="0"/>
                          <a:ea typeface="等线" panose="02010600030101010101" pitchFamily="2" charset="-122"/>
                        </a:rPr>
                        <a:t>GPM-12H</a:t>
                      </a:r>
                    </a:p>
                  </a:txBody>
                  <a:tcPr marL="9525" marR="9525" marT="9525" marB="0" anchor="ctr"/>
                </a:tc>
                <a:tc>
                  <a:txBody>
                    <a:bodyPr/>
                    <a:lstStyle/>
                    <a:p>
                      <a:pPr algn="ctr" fontAlgn="ctr"/>
                      <a:r>
                        <a:rPr lang="en-US" altLang="zh-CN" sz="1600" b="0" i="0" u="none" strike="noStrike">
                          <a:solidFill>
                            <a:srgbClr val="000000"/>
                          </a:solidFill>
                          <a:effectLst/>
                          <a:latin typeface="Arial" panose="020B0604020202020204" pitchFamily="34" charset="0"/>
                          <a:ea typeface="等线" panose="02010600030101010101" pitchFamily="2" charset="-122"/>
                        </a:rPr>
                        <a:t>7.2~8.0</a:t>
                      </a:r>
                    </a:p>
                  </a:txBody>
                  <a:tcPr marL="9525" marR="9525" marT="9525" marB="0" anchor="ctr"/>
                </a:tc>
                <a:tc>
                  <a:txBody>
                    <a:bodyPr/>
                    <a:lstStyle/>
                    <a:p>
                      <a:pPr algn="ctr" fontAlgn="ctr"/>
                      <a:r>
                        <a:rPr lang="en-US" altLang="zh-CN" sz="1600" b="0" i="0" u="none" strike="noStrike">
                          <a:solidFill>
                            <a:srgbClr val="000000"/>
                          </a:solidFill>
                          <a:effectLst/>
                          <a:latin typeface="Arial" panose="020B0604020202020204" pitchFamily="34" charset="0"/>
                          <a:ea typeface="等线" panose="02010600030101010101" pitchFamily="2" charset="-122"/>
                        </a:rPr>
                        <a:t>5.5~6.5</a:t>
                      </a:r>
                    </a:p>
                  </a:txBody>
                  <a:tcPr marL="9525" marR="9525" marT="9525" marB="0" anchor="ctr"/>
                </a:tc>
                <a:tc>
                  <a:txBody>
                    <a:bodyPr/>
                    <a:lstStyle/>
                    <a:p>
                      <a:pPr algn="ctr" fontAlgn="ctr"/>
                      <a:r>
                        <a:rPr lang="en-US" altLang="zh-CN" sz="1600" b="0" i="0" u="none" strike="noStrike">
                          <a:solidFill>
                            <a:srgbClr val="000000"/>
                          </a:solidFill>
                          <a:effectLst/>
                          <a:latin typeface="Arial" panose="020B0604020202020204" pitchFamily="34" charset="0"/>
                          <a:ea typeface="等线" panose="02010600030101010101" pitchFamily="2" charset="-122"/>
                        </a:rPr>
                        <a:t>9.0~10.0</a:t>
                      </a:r>
                    </a:p>
                  </a:txBody>
                  <a:tcPr marL="9525" marR="9525" marT="9525" marB="0" anchor="ctr"/>
                </a:tc>
                <a:tc>
                  <a:txBody>
                    <a:bodyPr/>
                    <a:lstStyle/>
                    <a:p>
                      <a:pPr algn="ctr" fontAlgn="ctr"/>
                      <a:r>
                        <a:rPr lang="en-US" altLang="zh-CN" sz="1600" b="0" i="0" u="none" strike="noStrike">
                          <a:solidFill>
                            <a:srgbClr val="000000"/>
                          </a:solidFill>
                          <a:effectLst/>
                          <a:latin typeface="Arial" panose="020B0604020202020204" pitchFamily="34" charset="0"/>
                          <a:ea typeface="等线" panose="02010600030101010101" pitchFamily="2" charset="-122"/>
                        </a:rPr>
                        <a:t>11.0~12.0</a:t>
                      </a:r>
                    </a:p>
                  </a:txBody>
                  <a:tcPr marL="9525" marR="9525" marT="9525" marB="0" anchor="ctr"/>
                </a:tc>
                <a:tc>
                  <a:txBody>
                    <a:bodyPr/>
                    <a:lstStyle/>
                    <a:p>
                      <a:pPr algn="ctr" fontAlgn="ctr"/>
                      <a:r>
                        <a:rPr lang="en-US" sz="1600" b="0" i="0" u="none" strike="noStrike">
                          <a:solidFill>
                            <a:srgbClr val="000000"/>
                          </a:solidFill>
                          <a:effectLst/>
                          <a:latin typeface="Arial" panose="020B0604020202020204" pitchFamily="34" charset="0"/>
                          <a:ea typeface="等线" panose="02010600030101010101" pitchFamily="2" charset="-122"/>
                        </a:rPr>
                        <a:t>Epoxy:10-20</a:t>
                      </a:r>
                    </a:p>
                  </a:txBody>
                  <a:tcPr marL="9525" marR="9525" marT="9525" marB="0" anchor="ctr"/>
                </a:tc>
                <a:extLst>
                  <a:ext uri="{0D108BD9-81ED-4DB2-BD59-A6C34878D82A}">
                    <a16:rowId xmlns:a16="http://schemas.microsoft.com/office/drawing/2014/main" val="367651658"/>
                  </a:ext>
                </a:extLst>
              </a:tr>
              <a:tr h="406114">
                <a:tc>
                  <a:txBody>
                    <a:bodyPr/>
                    <a:lstStyle/>
                    <a:p>
                      <a:pPr algn="ctr" fontAlgn="ctr"/>
                      <a:r>
                        <a:rPr lang="en-US" altLang="zh-CN" sz="1600" u="none" strike="noStrike" dirty="0">
                          <a:effectLst/>
                          <a:latin typeface="Arial" panose="020B0604020202020204" pitchFamily="34" charset="0"/>
                          <a:cs typeface="Arial" panose="020B0604020202020204" pitchFamily="34" charset="0"/>
                        </a:rPr>
                        <a:t>19</a:t>
                      </a:r>
                      <a:endParaRPr lang="en-US" altLang="zh-CN" sz="1600" b="0" i="0" u="none" strike="noStrike" dirty="0">
                        <a:solidFill>
                          <a:srgbClr val="000000"/>
                        </a:solidFill>
                        <a:effectLst/>
                        <a:latin typeface="Arial" panose="020B0604020202020204" pitchFamily="34" charset="0"/>
                        <a:ea typeface="微软雅黑" panose="020B0503020204020204" pitchFamily="34" charset="-122"/>
                        <a:cs typeface="Arial" panose="020B0604020202020204" pitchFamily="34" charset="0"/>
                      </a:endParaRPr>
                    </a:p>
                  </a:txBody>
                  <a:tcPr marL="7022" marR="7022" marT="7022" marB="0" anchor="ctr"/>
                </a:tc>
                <a:tc>
                  <a:txBody>
                    <a:bodyPr/>
                    <a:lstStyle/>
                    <a:p>
                      <a:pPr algn="ctr" fontAlgn="ctr"/>
                      <a:r>
                        <a:rPr lang="en-US" altLang="zh-CN" sz="1600" b="0" i="0" u="none" strike="noStrike">
                          <a:solidFill>
                            <a:srgbClr val="000000"/>
                          </a:solidFill>
                          <a:effectLst/>
                          <a:latin typeface="Arial" panose="020B0604020202020204" pitchFamily="34" charset="0"/>
                          <a:ea typeface="等线" panose="02010600030101010101" pitchFamily="2" charset="-122"/>
                        </a:rPr>
                        <a:t>160-05843</a:t>
                      </a:r>
                    </a:p>
                  </a:txBody>
                  <a:tcPr marL="9525" marR="9525" marT="9525" marB="0" anchor="ctr"/>
                </a:tc>
                <a:tc>
                  <a:txBody>
                    <a:bodyPr/>
                    <a:lstStyle/>
                    <a:p>
                      <a:pPr algn="ctr" fontAlgn="ctr"/>
                      <a:r>
                        <a:rPr lang="en-US" altLang="zh-CN" sz="1600" b="0" i="0" u="none" strike="noStrike" dirty="0">
                          <a:solidFill>
                            <a:srgbClr val="000000"/>
                          </a:solidFill>
                          <a:effectLst/>
                          <a:latin typeface="Arial" panose="020B0604020202020204" pitchFamily="34" charset="0"/>
                          <a:ea typeface="等线" panose="02010600030101010101" pitchFamily="2" charset="-122"/>
                        </a:rPr>
                        <a:t>20.79</a:t>
                      </a:r>
                    </a:p>
                  </a:txBody>
                  <a:tcPr marL="9525" marR="9525" marT="9525" marB="0" anchor="ctr"/>
                </a:tc>
                <a:tc>
                  <a:txBody>
                    <a:bodyPr/>
                    <a:lstStyle/>
                    <a:p>
                      <a:pPr algn="ctr" fontAlgn="ctr"/>
                      <a:r>
                        <a:rPr lang="en-US" altLang="zh-CN" sz="1600" b="0" i="0" u="none" strike="noStrike" dirty="0">
                          <a:solidFill>
                            <a:srgbClr val="000000"/>
                          </a:solidFill>
                          <a:effectLst/>
                          <a:latin typeface="Arial" panose="020B0604020202020204" pitchFamily="34" charset="0"/>
                          <a:ea typeface="等线" panose="02010600030101010101" pitchFamily="2" charset="-122"/>
                        </a:rPr>
                        <a:t>5.8</a:t>
                      </a:r>
                    </a:p>
                  </a:txBody>
                  <a:tcPr marL="9525" marR="9525" marT="9525" marB="0" anchor="ctr"/>
                </a:tc>
                <a:tc>
                  <a:txBody>
                    <a:bodyPr/>
                    <a:lstStyle/>
                    <a:p>
                      <a:pPr algn="ctr" fontAlgn="ctr"/>
                      <a:r>
                        <a:rPr lang="en-US" altLang="zh-CN" sz="1600" b="0" i="0" u="none" strike="noStrike" dirty="0">
                          <a:solidFill>
                            <a:srgbClr val="000000"/>
                          </a:solidFill>
                          <a:effectLst/>
                          <a:latin typeface="Arial" panose="020B0604020202020204" pitchFamily="34" charset="0"/>
                          <a:ea typeface="等线" panose="02010600030101010101" pitchFamily="2" charset="-122"/>
                        </a:rPr>
                        <a:t>0.7</a:t>
                      </a:r>
                    </a:p>
                  </a:txBody>
                  <a:tcPr marL="9525" marR="9525" marT="9525" marB="0" anchor="ctr"/>
                </a:tc>
                <a:tc>
                  <a:txBody>
                    <a:bodyPr/>
                    <a:lstStyle/>
                    <a:p>
                      <a:pPr marL="0" marR="0" indent="0" algn="ctr" defTabSz="821530" eaLnBrk="1" fontAlgn="ctr" latinLnBrk="0" hangingPunct="1">
                        <a:lnSpc>
                          <a:spcPct val="100000"/>
                        </a:lnSpc>
                        <a:spcBef>
                          <a:spcPts val="0"/>
                        </a:spcBef>
                        <a:spcAft>
                          <a:spcPts val="0"/>
                        </a:spcAft>
                        <a:buClrTx/>
                        <a:buSzTx/>
                        <a:buFontTx/>
                        <a:buNone/>
                        <a:tabLst/>
                        <a:defRPr/>
                      </a:pPr>
                      <a:r>
                        <a:rPr lang="en-US" altLang="zh-CN" sz="1600" b="0" i="0" u="none" strike="noStrike" cap="none" spc="0" baseline="0" dirty="0">
                          <a:ln>
                            <a:noFill/>
                          </a:ln>
                          <a:solidFill>
                            <a:srgbClr val="000000"/>
                          </a:solidFill>
                          <a:effectLst/>
                          <a:uFillTx/>
                          <a:latin typeface="Arial" panose="020B0604020202020204" pitchFamily="34" charset="0"/>
                          <a:ea typeface="等线" panose="02010600030101010101" pitchFamily="2" charset="-122"/>
                          <a:cs typeface="+mn-cs"/>
                          <a:sym typeface="Helvetica Neue Light"/>
                        </a:rPr>
                        <a:t>4.17</a:t>
                      </a:r>
                      <a:r>
                        <a:rPr lang="el-GR" altLang="zh-CN" sz="1600" b="0" i="0" u="none" strike="noStrike" cap="none" spc="0" baseline="0" dirty="0">
                          <a:ln>
                            <a:noFill/>
                          </a:ln>
                          <a:solidFill>
                            <a:srgbClr val="000000"/>
                          </a:solidFill>
                          <a:effectLst/>
                          <a:uFillTx/>
                          <a:latin typeface="Arial" panose="020B0604020202020204" pitchFamily="34" charset="0"/>
                          <a:ea typeface="等线" panose="02010600030101010101" pitchFamily="2" charset="-122"/>
                          <a:cs typeface="+mn-cs"/>
                          <a:sym typeface="Helvetica Neue Light"/>
                        </a:rPr>
                        <a:t>~</a:t>
                      </a:r>
                      <a:r>
                        <a:rPr lang="en-US" altLang="zh-CN" sz="1600" b="0" i="0" u="none" strike="noStrike" cap="none" spc="0" baseline="0" dirty="0">
                          <a:ln>
                            <a:noFill/>
                          </a:ln>
                          <a:solidFill>
                            <a:srgbClr val="000000"/>
                          </a:solidFill>
                          <a:effectLst/>
                          <a:uFillTx/>
                          <a:latin typeface="Arial" panose="020B0604020202020204" pitchFamily="34" charset="0"/>
                          <a:ea typeface="等线" panose="02010600030101010101" pitchFamily="2" charset="-122"/>
                          <a:cs typeface="+mn-cs"/>
                          <a:sym typeface="Helvetica Neue Light"/>
                        </a:rPr>
                        <a:t>4.89</a:t>
                      </a:r>
                    </a:p>
                  </a:txBody>
                  <a:tcPr marL="9525" marR="9525" marT="9525" marB="0" anchor="ctr"/>
                </a:tc>
                <a:tc>
                  <a:txBody>
                    <a:bodyPr/>
                    <a:lstStyle/>
                    <a:p>
                      <a:pPr marL="0" marR="0" lvl="0" indent="0" algn="ctr" defTabSz="821530" eaLnBrk="1" fontAlgn="ctr" latinLnBrk="0" hangingPunct="1">
                        <a:lnSpc>
                          <a:spcPct val="100000"/>
                        </a:lnSpc>
                        <a:spcBef>
                          <a:spcPts val="0"/>
                        </a:spcBef>
                        <a:spcAft>
                          <a:spcPts val="0"/>
                        </a:spcAft>
                        <a:buClrTx/>
                        <a:buSzTx/>
                        <a:buFontTx/>
                        <a:buNone/>
                        <a:tabLst/>
                        <a:defRPr/>
                      </a:pPr>
                      <a:r>
                        <a:rPr kumimoji="0" lang="en-US" altLang="zh-CN" sz="16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Helvetica Neue"/>
                          <a:sym typeface="Helvetica Neue Light"/>
                        </a:rPr>
                        <a:t>/</a:t>
                      </a:r>
                    </a:p>
                  </a:txBody>
                  <a:tcPr marL="9525" marR="9525" marT="9525" marB="0" anchor="ctr">
                    <a:noFill/>
                  </a:tcPr>
                </a:tc>
                <a:tc>
                  <a:txBody>
                    <a:bodyPr/>
                    <a:lstStyle/>
                    <a:p>
                      <a:pPr marL="0" marR="0" lvl="0" indent="0" algn="ctr" defTabSz="821530" eaLnBrk="1" fontAlgn="ctr" latinLnBrk="0" hangingPunct="1">
                        <a:lnSpc>
                          <a:spcPct val="100000"/>
                        </a:lnSpc>
                        <a:spcBef>
                          <a:spcPts val="0"/>
                        </a:spcBef>
                        <a:spcAft>
                          <a:spcPts val="0"/>
                        </a:spcAft>
                        <a:buClrTx/>
                        <a:buSzTx/>
                        <a:buFontTx/>
                        <a:buNone/>
                        <a:tabLst/>
                        <a:defRPr/>
                      </a:pPr>
                      <a:r>
                        <a:rPr kumimoji="0" lang="en-US" altLang="zh-CN" sz="16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Helvetica Neue"/>
                          <a:sym typeface="Helvetica Neue Light"/>
                        </a:rPr>
                        <a:t>0.25</a:t>
                      </a:r>
                      <a:r>
                        <a:rPr kumimoji="0" lang="zh-CN" altLang="en-US" sz="16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Helvetica Neue"/>
                          <a:sym typeface="Helvetica Neue Light"/>
                        </a:rPr>
                        <a:t> </a:t>
                      </a:r>
                      <a:r>
                        <a:rPr kumimoji="0" lang="en-US" altLang="zh-CN" sz="16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Helvetica Neue"/>
                          <a:sym typeface="Helvetica Neue Light"/>
                        </a:rPr>
                        <a:t>±0.1</a:t>
                      </a:r>
                    </a:p>
                  </a:txBody>
                  <a:tcPr marL="9525" marR="9525" marT="9525" marB="0" anchor="ctr"/>
                </a:tc>
                <a:tc>
                  <a:txBody>
                    <a:bodyPr/>
                    <a:lstStyle/>
                    <a:p>
                      <a:pPr algn="ctr" fontAlgn="ctr"/>
                      <a:r>
                        <a:rPr lang="en-US" altLang="zh-CN" sz="1600" b="0" i="0" u="none" strike="noStrike">
                          <a:solidFill>
                            <a:srgbClr val="000000"/>
                          </a:solidFill>
                          <a:effectLst/>
                          <a:latin typeface="Arial" panose="020B0604020202020204" pitchFamily="34" charset="0"/>
                          <a:ea typeface="等线" panose="02010600030101010101" pitchFamily="2" charset="-122"/>
                        </a:rPr>
                        <a:t>Max 0.2</a:t>
                      </a:r>
                      <a:endParaRPr lang="en-US" altLang="zh-CN" sz="1600" b="0" i="0" u="none" strike="noStrike" dirty="0">
                        <a:solidFill>
                          <a:srgbClr val="000000"/>
                        </a:solidFill>
                        <a:effectLst/>
                        <a:latin typeface="Arial" panose="020B0604020202020204" pitchFamily="34" charset="0"/>
                        <a:ea typeface="等线" panose="02010600030101010101" pitchFamily="2" charset="-122"/>
                      </a:endParaRPr>
                    </a:p>
                  </a:txBody>
                  <a:tcPr marL="9525" marR="9525" marT="9525" marB="0" anchor="ctr"/>
                </a:tc>
                <a:tc>
                  <a:txBody>
                    <a:bodyPr/>
                    <a:lstStyle/>
                    <a:p>
                      <a:pPr algn="ctr" fontAlgn="ctr"/>
                      <a:r>
                        <a:rPr lang="en-US" sz="1600" b="0" i="0" u="none" strike="noStrike">
                          <a:solidFill>
                            <a:srgbClr val="000000"/>
                          </a:solidFill>
                          <a:effectLst/>
                          <a:latin typeface="Arial" panose="020B0604020202020204" pitchFamily="34" charset="0"/>
                          <a:ea typeface="等线" panose="02010600030101010101" pitchFamily="2" charset="-122"/>
                        </a:rPr>
                        <a:t>GPM-12H</a:t>
                      </a:r>
                    </a:p>
                  </a:txBody>
                  <a:tcPr marL="9525" marR="9525" marT="9525" marB="0" anchor="ctr"/>
                </a:tc>
                <a:tc>
                  <a:txBody>
                    <a:bodyPr/>
                    <a:lstStyle/>
                    <a:p>
                      <a:pPr algn="ctr" fontAlgn="ctr"/>
                      <a:r>
                        <a:rPr lang="en-US" altLang="zh-CN" sz="1600" b="0" i="0" u="none" strike="noStrike">
                          <a:solidFill>
                            <a:srgbClr val="000000"/>
                          </a:solidFill>
                          <a:effectLst/>
                          <a:latin typeface="Arial" panose="020B0604020202020204" pitchFamily="34" charset="0"/>
                          <a:ea typeface="等线" panose="02010600030101010101" pitchFamily="2" charset="-122"/>
                        </a:rPr>
                        <a:t>7.2~8.0</a:t>
                      </a:r>
                    </a:p>
                  </a:txBody>
                  <a:tcPr marL="9525" marR="9525" marT="9525" marB="0" anchor="ctr"/>
                </a:tc>
                <a:tc>
                  <a:txBody>
                    <a:bodyPr/>
                    <a:lstStyle/>
                    <a:p>
                      <a:pPr algn="ctr" fontAlgn="ctr"/>
                      <a:r>
                        <a:rPr lang="en-US" altLang="zh-CN" sz="1600" b="0" i="0" u="none" strike="noStrike">
                          <a:solidFill>
                            <a:srgbClr val="000000"/>
                          </a:solidFill>
                          <a:effectLst/>
                          <a:latin typeface="Arial" panose="020B0604020202020204" pitchFamily="34" charset="0"/>
                          <a:ea typeface="等线" panose="02010600030101010101" pitchFamily="2" charset="-122"/>
                        </a:rPr>
                        <a:t>5.5~6.5</a:t>
                      </a:r>
                    </a:p>
                  </a:txBody>
                  <a:tcPr marL="9525" marR="9525" marT="9525" marB="0" anchor="ctr"/>
                </a:tc>
                <a:tc>
                  <a:txBody>
                    <a:bodyPr/>
                    <a:lstStyle/>
                    <a:p>
                      <a:pPr algn="ctr" fontAlgn="ctr"/>
                      <a:r>
                        <a:rPr lang="en-US" altLang="zh-CN" sz="1600" b="0" i="0" u="none" strike="noStrike">
                          <a:solidFill>
                            <a:srgbClr val="000000"/>
                          </a:solidFill>
                          <a:effectLst/>
                          <a:latin typeface="Arial" panose="020B0604020202020204" pitchFamily="34" charset="0"/>
                          <a:ea typeface="等线" panose="02010600030101010101" pitchFamily="2" charset="-122"/>
                        </a:rPr>
                        <a:t>9.0~10.0</a:t>
                      </a:r>
                    </a:p>
                  </a:txBody>
                  <a:tcPr marL="9525" marR="9525" marT="9525" marB="0" anchor="ctr"/>
                </a:tc>
                <a:tc>
                  <a:txBody>
                    <a:bodyPr/>
                    <a:lstStyle/>
                    <a:p>
                      <a:pPr algn="ctr" fontAlgn="ctr"/>
                      <a:r>
                        <a:rPr lang="en-US" altLang="zh-CN" sz="1600" b="0" i="0" u="none" strike="noStrike">
                          <a:solidFill>
                            <a:srgbClr val="000000"/>
                          </a:solidFill>
                          <a:effectLst/>
                          <a:latin typeface="Arial" panose="020B0604020202020204" pitchFamily="34" charset="0"/>
                          <a:ea typeface="等线" panose="02010600030101010101" pitchFamily="2" charset="-122"/>
                        </a:rPr>
                        <a:t>11.0~12.0</a:t>
                      </a:r>
                    </a:p>
                  </a:txBody>
                  <a:tcPr marL="9525" marR="9525" marT="9525" marB="0" anchor="ctr"/>
                </a:tc>
                <a:tc>
                  <a:txBody>
                    <a:bodyPr/>
                    <a:lstStyle/>
                    <a:p>
                      <a:pPr algn="ctr" fontAlgn="ctr"/>
                      <a:r>
                        <a:rPr lang="en-US" sz="1600" b="0" i="0" u="none" strike="noStrike">
                          <a:solidFill>
                            <a:srgbClr val="000000"/>
                          </a:solidFill>
                          <a:effectLst/>
                          <a:latin typeface="Arial" panose="020B0604020202020204" pitchFamily="34" charset="0"/>
                          <a:ea typeface="等线" panose="02010600030101010101" pitchFamily="2" charset="-122"/>
                        </a:rPr>
                        <a:t>Epoxy:10-20</a:t>
                      </a:r>
                    </a:p>
                  </a:txBody>
                  <a:tcPr marL="9525" marR="9525" marT="9525" marB="0" anchor="ctr"/>
                </a:tc>
                <a:extLst>
                  <a:ext uri="{0D108BD9-81ED-4DB2-BD59-A6C34878D82A}">
                    <a16:rowId xmlns:a16="http://schemas.microsoft.com/office/drawing/2014/main" val="447986846"/>
                  </a:ext>
                </a:extLst>
              </a:tr>
              <a:tr h="406114">
                <a:tc>
                  <a:txBody>
                    <a:bodyPr/>
                    <a:lstStyle/>
                    <a:p>
                      <a:pPr algn="ctr" fontAlgn="ctr"/>
                      <a:r>
                        <a:rPr lang="en-US" altLang="zh-CN" sz="1600" u="none" strike="noStrike" dirty="0">
                          <a:effectLst/>
                          <a:latin typeface="Arial" panose="020B0604020202020204" pitchFamily="34" charset="0"/>
                          <a:cs typeface="Arial" panose="020B0604020202020204" pitchFamily="34" charset="0"/>
                        </a:rPr>
                        <a:t>20</a:t>
                      </a:r>
                      <a:endParaRPr lang="en-US" altLang="zh-CN" sz="1600" b="0" i="0" u="none" strike="noStrike" dirty="0">
                        <a:solidFill>
                          <a:srgbClr val="000000"/>
                        </a:solidFill>
                        <a:effectLst/>
                        <a:latin typeface="Arial" panose="020B0604020202020204" pitchFamily="34" charset="0"/>
                        <a:ea typeface="微软雅黑" panose="020B0503020204020204" pitchFamily="34" charset="-122"/>
                        <a:cs typeface="Arial" panose="020B0604020202020204" pitchFamily="34" charset="0"/>
                      </a:endParaRPr>
                    </a:p>
                  </a:txBody>
                  <a:tcPr marL="7022" marR="7022" marT="7022" marB="0" anchor="ctr"/>
                </a:tc>
                <a:tc>
                  <a:txBody>
                    <a:bodyPr/>
                    <a:lstStyle/>
                    <a:p>
                      <a:pPr algn="ctr" fontAlgn="ctr"/>
                      <a:r>
                        <a:rPr lang="en-US" altLang="zh-CN" sz="1600" b="0" i="0" u="none" strike="noStrike">
                          <a:solidFill>
                            <a:srgbClr val="000000"/>
                          </a:solidFill>
                          <a:effectLst/>
                          <a:latin typeface="Arial" panose="020B0604020202020204" pitchFamily="34" charset="0"/>
                          <a:ea typeface="等线" panose="02010600030101010101" pitchFamily="2" charset="-122"/>
                        </a:rPr>
                        <a:t>160-05861</a:t>
                      </a:r>
                    </a:p>
                  </a:txBody>
                  <a:tcPr marL="9525" marR="9525" marT="9525" marB="0" anchor="ctr"/>
                </a:tc>
                <a:tc>
                  <a:txBody>
                    <a:bodyPr/>
                    <a:lstStyle/>
                    <a:p>
                      <a:pPr algn="ctr" fontAlgn="ctr"/>
                      <a:r>
                        <a:rPr lang="en-US" altLang="zh-CN" sz="1600" b="0" i="0" u="none" strike="noStrike" dirty="0">
                          <a:solidFill>
                            <a:srgbClr val="000000"/>
                          </a:solidFill>
                          <a:effectLst/>
                          <a:latin typeface="Arial" panose="020B0604020202020204" pitchFamily="34" charset="0"/>
                          <a:ea typeface="等线" panose="02010600030101010101" pitchFamily="2" charset="-122"/>
                        </a:rPr>
                        <a:t>9.15</a:t>
                      </a:r>
                    </a:p>
                  </a:txBody>
                  <a:tcPr marL="9525" marR="9525" marT="9525" marB="0" anchor="ctr"/>
                </a:tc>
                <a:tc>
                  <a:txBody>
                    <a:bodyPr/>
                    <a:lstStyle/>
                    <a:p>
                      <a:pPr algn="ctr" fontAlgn="ctr"/>
                      <a:r>
                        <a:rPr lang="en-US" altLang="zh-CN" sz="1600" b="0" i="0" u="none" strike="noStrike" dirty="0">
                          <a:solidFill>
                            <a:srgbClr val="000000"/>
                          </a:solidFill>
                          <a:effectLst/>
                          <a:latin typeface="Arial" panose="020B0604020202020204" pitchFamily="34" charset="0"/>
                          <a:ea typeface="等线" panose="02010600030101010101" pitchFamily="2" charset="-122"/>
                        </a:rPr>
                        <a:t>6.2</a:t>
                      </a:r>
                    </a:p>
                  </a:txBody>
                  <a:tcPr marL="9525" marR="9525" marT="9525" marB="0" anchor="ctr"/>
                </a:tc>
                <a:tc>
                  <a:txBody>
                    <a:bodyPr/>
                    <a:lstStyle/>
                    <a:p>
                      <a:pPr algn="ctr" fontAlgn="ctr"/>
                      <a:r>
                        <a:rPr lang="en-US" altLang="zh-CN" sz="1600" b="0" i="0" u="none" strike="noStrike" dirty="0">
                          <a:solidFill>
                            <a:srgbClr val="000000"/>
                          </a:solidFill>
                          <a:effectLst/>
                          <a:latin typeface="Arial" panose="020B0604020202020204" pitchFamily="34" charset="0"/>
                          <a:ea typeface="等线" panose="02010600030101010101" pitchFamily="2" charset="-122"/>
                        </a:rPr>
                        <a:t>1.15</a:t>
                      </a:r>
                    </a:p>
                  </a:txBody>
                  <a:tcPr marL="9525" marR="9525" marT="9525" marB="0" anchor="ctr"/>
                </a:tc>
                <a:tc>
                  <a:txBody>
                    <a:bodyPr/>
                    <a:lstStyle/>
                    <a:p>
                      <a:pPr marL="0" marR="0" indent="0" algn="ctr" defTabSz="821530" eaLnBrk="1" fontAlgn="ctr" latinLnBrk="0" hangingPunct="1">
                        <a:lnSpc>
                          <a:spcPct val="100000"/>
                        </a:lnSpc>
                        <a:spcBef>
                          <a:spcPts val="0"/>
                        </a:spcBef>
                        <a:spcAft>
                          <a:spcPts val="0"/>
                        </a:spcAft>
                        <a:buClrTx/>
                        <a:buSzTx/>
                        <a:buFontTx/>
                        <a:buNone/>
                        <a:tabLst/>
                        <a:defRPr/>
                      </a:pPr>
                      <a:r>
                        <a:rPr lang="en-US" altLang="zh-CN" sz="1600" b="0" i="0" u="none" strike="noStrike" cap="none" spc="0" baseline="0" dirty="0">
                          <a:ln>
                            <a:noFill/>
                          </a:ln>
                          <a:solidFill>
                            <a:srgbClr val="000000"/>
                          </a:solidFill>
                          <a:effectLst/>
                          <a:uFillTx/>
                          <a:latin typeface="Arial" panose="020B0604020202020204" pitchFamily="34" charset="0"/>
                          <a:ea typeface="等线" panose="02010600030101010101" pitchFamily="2" charset="-122"/>
                          <a:cs typeface="+mn-cs"/>
                          <a:sym typeface="Helvetica Neue Light"/>
                        </a:rPr>
                        <a:t>7.71</a:t>
                      </a:r>
                      <a:r>
                        <a:rPr lang="el-GR" altLang="zh-CN" sz="1600" b="0" i="0" u="none" strike="noStrike" cap="none" spc="0" baseline="0" dirty="0">
                          <a:ln>
                            <a:noFill/>
                          </a:ln>
                          <a:solidFill>
                            <a:srgbClr val="000000"/>
                          </a:solidFill>
                          <a:effectLst/>
                          <a:uFillTx/>
                          <a:latin typeface="Arial" panose="020B0604020202020204" pitchFamily="34" charset="0"/>
                          <a:ea typeface="等线" panose="02010600030101010101" pitchFamily="2" charset="-122"/>
                          <a:cs typeface="+mn-cs"/>
                          <a:sym typeface="Helvetica Neue Light"/>
                        </a:rPr>
                        <a:t>~</a:t>
                      </a:r>
                      <a:r>
                        <a:rPr lang="en-US" altLang="zh-CN" sz="1600" b="0" i="0" u="none" strike="noStrike" cap="none" spc="0" baseline="0" dirty="0">
                          <a:ln>
                            <a:noFill/>
                          </a:ln>
                          <a:solidFill>
                            <a:srgbClr val="000000"/>
                          </a:solidFill>
                          <a:effectLst/>
                          <a:uFillTx/>
                          <a:latin typeface="Arial" panose="020B0604020202020204" pitchFamily="34" charset="0"/>
                          <a:ea typeface="等线" panose="02010600030101010101" pitchFamily="2" charset="-122"/>
                          <a:cs typeface="+mn-cs"/>
                          <a:sym typeface="Helvetica Neue Light"/>
                        </a:rPr>
                        <a:t>9.05</a:t>
                      </a:r>
                    </a:p>
                  </a:txBody>
                  <a:tcPr marL="9525" marR="9525" marT="9525" marB="0" anchor="ctr"/>
                </a:tc>
                <a:tc>
                  <a:txBody>
                    <a:bodyPr/>
                    <a:lstStyle/>
                    <a:p>
                      <a:pPr algn="ctr" fontAlgn="ctr"/>
                      <a:r>
                        <a:rPr lang="el-GR" sz="1600" b="0" i="0" u="none" strike="noStrike" dirty="0">
                          <a:solidFill>
                            <a:srgbClr val="000000"/>
                          </a:solidFill>
                          <a:effectLst/>
                          <a:latin typeface="微软雅黑" panose="020B0503020204020204" pitchFamily="34" charset="-122"/>
                          <a:ea typeface="微软雅黑" panose="020B0503020204020204" pitchFamily="34" charset="-122"/>
                        </a:rPr>
                        <a:t>160° Θ</a:t>
                      </a:r>
                      <a:r>
                        <a:rPr lang="en-US" sz="1600" b="0" i="0" u="none" strike="noStrike" dirty="0">
                          <a:solidFill>
                            <a:srgbClr val="000000"/>
                          </a:solidFill>
                          <a:effectLst/>
                          <a:latin typeface="微软雅黑" panose="020B0503020204020204" pitchFamily="34" charset="-122"/>
                          <a:ea typeface="微软雅黑" panose="020B0503020204020204" pitchFamily="34" charset="-122"/>
                        </a:rPr>
                        <a:t>YZ</a:t>
                      </a:r>
                    </a:p>
                  </a:txBody>
                  <a:tcPr marL="9525" marR="9525" marT="9525" marB="0" anchor="ctr"/>
                </a:tc>
                <a:tc>
                  <a:txBody>
                    <a:bodyPr/>
                    <a:lstStyle/>
                    <a:p>
                      <a:pPr marL="0" marR="0" lvl="0" indent="0" algn="ctr" defTabSz="821530" eaLnBrk="1" fontAlgn="ctr" latinLnBrk="0" hangingPunct="1">
                        <a:lnSpc>
                          <a:spcPct val="100000"/>
                        </a:lnSpc>
                        <a:spcBef>
                          <a:spcPts val="0"/>
                        </a:spcBef>
                        <a:spcAft>
                          <a:spcPts val="0"/>
                        </a:spcAft>
                        <a:buClrTx/>
                        <a:buSzTx/>
                        <a:buFontTx/>
                        <a:buNone/>
                        <a:tabLst/>
                        <a:defRPr/>
                      </a:pPr>
                      <a:r>
                        <a:rPr kumimoji="0" lang="en-US" altLang="zh-CN" sz="1600" b="0" i="0" u="none" strike="noStrike" kern="0" cap="none" spc="0" normalizeH="0" baseline="0" noProof="0" dirty="0">
                          <a:ln>
                            <a:noFill/>
                          </a:ln>
                          <a:solidFill>
                            <a:srgbClr val="000000"/>
                          </a:solidFill>
                          <a:effectLst/>
                          <a:uLnTx/>
                          <a:uFillTx/>
                          <a:latin typeface="Arial" panose="020B0604020202020204" pitchFamily="34" charset="0"/>
                          <a:ea typeface="等线" panose="02010600030101010101" pitchFamily="2" charset="-122"/>
                          <a:cs typeface="Helvetica Neue"/>
                          <a:sym typeface="Helvetica Neue Light"/>
                        </a:rPr>
                        <a:t>0.2</a:t>
                      </a:r>
                      <a:r>
                        <a:rPr kumimoji="0" lang="zh-CN" altLang="en-US" sz="1600" b="0" i="0" u="none" strike="noStrike" kern="0" cap="none" spc="0" normalizeH="0" baseline="0" noProof="0" dirty="0">
                          <a:ln>
                            <a:noFill/>
                          </a:ln>
                          <a:solidFill>
                            <a:srgbClr val="000000"/>
                          </a:solidFill>
                          <a:effectLst/>
                          <a:uLnTx/>
                          <a:uFillTx/>
                          <a:latin typeface="Arial" panose="020B0604020202020204" pitchFamily="34" charset="0"/>
                          <a:ea typeface="等线" panose="02010600030101010101" pitchFamily="2" charset="-122"/>
                          <a:cs typeface="Helvetica Neue"/>
                          <a:sym typeface="Helvetica Neue Light"/>
                        </a:rPr>
                        <a:t> </a:t>
                      </a:r>
                      <a:r>
                        <a:rPr kumimoji="0" lang="en-US" altLang="zh-CN" sz="1600" b="0" i="0" u="none" strike="noStrike" kern="0" cap="none" spc="0" normalizeH="0" baseline="0" noProof="0" dirty="0">
                          <a:ln>
                            <a:noFill/>
                          </a:ln>
                          <a:solidFill>
                            <a:srgbClr val="000000"/>
                          </a:solidFill>
                          <a:effectLst/>
                          <a:uLnTx/>
                          <a:uFillTx/>
                          <a:latin typeface="Arial" panose="020B0604020202020204" pitchFamily="34" charset="0"/>
                          <a:ea typeface="等线" panose="02010600030101010101" pitchFamily="2" charset="-122"/>
                          <a:cs typeface="Helvetica Neue"/>
                          <a:sym typeface="Helvetica Neue Light"/>
                        </a:rPr>
                        <a:t>+0.1/-0.08</a:t>
                      </a:r>
                    </a:p>
                  </a:txBody>
                  <a:tcPr marL="9525" marR="9525" marT="9525" marB="0" anchor="ctr"/>
                </a:tc>
                <a:tc>
                  <a:txBody>
                    <a:bodyPr/>
                    <a:lstStyle/>
                    <a:p>
                      <a:pPr algn="ctr" fontAlgn="ctr"/>
                      <a:r>
                        <a:rPr lang="en-US" altLang="zh-CN" sz="1600" b="0" i="0" u="none" strike="noStrike">
                          <a:solidFill>
                            <a:srgbClr val="000000"/>
                          </a:solidFill>
                          <a:effectLst/>
                          <a:latin typeface="Arial" panose="020B0604020202020204" pitchFamily="34" charset="0"/>
                          <a:ea typeface="等线" panose="02010600030101010101" pitchFamily="2" charset="-122"/>
                        </a:rPr>
                        <a:t>Max 0.2</a:t>
                      </a:r>
                      <a:endParaRPr lang="en-US" altLang="zh-CN" sz="1600" b="0" i="0" u="none" strike="noStrike" dirty="0">
                        <a:solidFill>
                          <a:srgbClr val="000000"/>
                        </a:solidFill>
                        <a:effectLst/>
                        <a:latin typeface="Arial" panose="020B0604020202020204" pitchFamily="34" charset="0"/>
                        <a:ea typeface="等线" panose="02010600030101010101" pitchFamily="2" charset="-122"/>
                      </a:endParaRPr>
                    </a:p>
                  </a:txBody>
                  <a:tcPr marL="9525" marR="9525" marT="9525" marB="0" anchor="ctr"/>
                </a:tc>
                <a:tc>
                  <a:txBody>
                    <a:bodyPr/>
                    <a:lstStyle/>
                    <a:p>
                      <a:pPr algn="ctr" fontAlgn="ctr"/>
                      <a:r>
                        <a:rPr lang="en-US" sz="1600" b="0" i="0" u="none" strike="noStrike">
                          <a:solidFill>
                            <a:srgbClr val="000000"/>
                          </a:solidFill>
                          <a:effectLst/>
                          <a:latin typeface="Arial" panose="020B0604020202020204" pitchFamily="34" charset="0"/>
                          <a:ea typeface="等线" panose="02010600030101010101" pitchFamily="2" charset="-122"/>
                        </a:rPr>
                        <a:t>N45SH-100RC</a:t>
                      </a:r>
                    </a:p>
                  </a:txBody>
                  <a:tcPr marL="9525" marR="9525" marT="9525" marB="0" anchor="ctr"/>
                </a:tc>
                <a:tc>
                  <a:txBody>
                    <a:bodyPr/>
                    <a:lstStyle/>
                    <a:p>
                      <a:pPr algn="ctr" fontAlgn="ctr"/>
                      <a:r>
                        <a:rPr lang="en-US" altLang="zh-CN" sz="1600" b="0" i="0" u="none" strike="noStrike" dirty="0">
                          <a:solidFill>
                            <a:srgbClr val="000000"/>
                          </a:solidFill>
                          <a:effectLst/>
                          <a:latin typeface="Arial" panose="020B0604020202020204" pitchFamily="34" charset="0"/>
                          <a:ea typeface="等线" panose="02010600030101010101" pitchFamily="2" charset="-122"/>
                        </a:rPr>
                        <a:t>13.2~13.8</a:t>
                      </a:r>
                    </a:p>
                  </a:txBody>
                  <a:tcPr marL="9525" marR="9525" marT="9525" marB="0" anchor="ctr"/>
                </a:tc>
                <a:tc>
                  <a:txBody>
                    <a:bodyPr/>
                    <a:lstStyle/>
                    <a:p>
                      <a:pPr algn="ctr" fontAlgn="ctr"/>
                      <a:r>
                        <a:rPr lang="en-US" altLang="zh-CN" sz="1600" b="0" i="0" u="none" strike="noStrike">
                          <a:solidFill>
                            <a:srgbClr val="000000"/>
                          </a:solidFill>
                          <a:effectLst/>
                          <a:latin typeface="Arial" panose="020B0604020202020204" pitchFamily="34" charset="0"/>
                          <a:ea typeface="等线" panose="02010600030101010101" pitchFamily="2" charset="-122"/>
                        </a:rPr>
                        <a:t>/</a:t>
                      </a:r>
                    </a:p>
                  </a:txBody>
                  <a:tcPr marL="9525" marR="9525" marT="9525" marB="0" anchor="ctr"/>
                </a:tc>
                <a:tc>
                  <a:txBody>
                    <a:bodyPr/>
                    <a:lstStyle/>
                    <a:p>
                      <a:pPr algn="ctr" fontAlgn="ctr"/>
                      <a:r>
                        <a:rPr lang="en-US" sz="1600" b="0" i="0" u="none" strike="noStrike">
                          <a:solidFill>
                            <a:srgbClr val="000000"/>
                          </a:solidFill>
                          <a:effectLst/>
                          <a:latin typeface="Arial" panose="020B0604020202020204" pitchFamily="34" charset="0"/>
                          <a:ea typeface="等线" panose="02010600030101010101" pitchFamily="2" charset="-122"/>
                        </a:rPr>
                        <a:t>20MIN</a:t>
                      </a:r>
                    </a:p>
                  </a:txBody>
                  <a:tcPr marL="9525" marR="9525" marT="9525" marB="0" anchor="ctr"/>
                </a:tc>
                <a:tc>
                  <a:txBody>
                    <a:bodyPr/>
                    <a:lstStyle/>
                    <a:p>
                      <a:pPr algn="ctr" fontAlgn="ctr"/>
                      <a:r>
                        <a:rPr lang="en-US" altLang="zh-CN" sz="1600" b="0" i="0" u="none" strike="noStrike">
                          <a:solidFill>
                            <a:srgbClr val="000000"/>
                          </a:solidFill>
                          <a:effectLst/>
                          <a:latin typeface="Arial" panose="020B0604020202020204" pitchFamily="34" charset="0"/>
                          <a:ea typeface="等线" panose="02010600030101010101" pitchFamily="2" charset="-122"/>
                        </a:rPr>
                        <a:t>42.98~45.99</a:t>
                      </a:r>
                    </a:p>
                  </a:txBody>
                  <a:tcPr marL="9525" marR="9525" marT="9525" marB="0" anchor="ctr"/>
                </a:tc>
                <a:tc>
                  <a:txBody>
                    <a:bodyPr/>
                    <a:lstStyle/>
                    <a:p>
                      <a:pPr algn="ctr" fontAlgn="ctr"/>
                      <a:r>
                        <a:rPr lang="en-US" sz="1600" b="0" i="0" u="none" strike="noStrike">
                          <a:solidFill>
                            <a:srgbClr val="000000"/>
                          </a:solidFill>
                          <a:effectLst/>
                          <a:latin typeface="Arial" panose="020B0604020202020204" pitchFamily="34" charset="0"/>
                          <a:ea typeface="等线" panose="02010600030101010101" pitchFamily="2" charset="-122"/>
                        </a:rPr>
                        <a:t>Zinc:6-14</a:t>
                      </a:r>
                    </a:p>
                  </a:txBody>
                  <a:tcPr marL="9525" marR="9525" marT="9525" marB="0" anchor="ctr"/>
                </a:tc>
                <a:extLst>
                  <a:ext uri="{0D108BD9-81ED-4DB2-BD59-A6C34878D82A}">
                    <a16:rowId xmlns:a16="http://schemas.microsoft.com/office/drawing/2014/main" val="2799708915"/>
                  </a:ext>
                </a:extLst>
              </a:tr>
              <a:tr h="406114">
                <a:tc>
                  <a:txBody>
                    <a:bodyPr/>
                    <a:lstStyle/>
                    <a:p>
                      <a:pPr algn="ctr" fontAlgn="ctr"/>
                      <a:r>
                        <a:rPr lang="en-US" altLang="zh-CN" sz="1600" u="none" strike="noStrike" dirty="0">
                          <a:effectLst/>
                          <a:latin typeface="Arial" panose="020B0604020202020204" pitchFamily="34" charset="0"/>
                          <a:cs typeface="Arial" panose="020B0604020202020204" pitchFamily="34" charset="0"/>
                        </a:rPr>
                        <a:t>21</a:t>
                      </a:r>
                      <a:endParaRPr lang="en-US" altLang="zh-CN" sz="1600" b="0" i="0" u="none" strike="noStrike" dirty="0">
                        <a:solidFill>
                          <a:srgbClr val="000000"/>
                        </a:solidFill>
                        <a:effectLst/>
                        <a:latin typeface="Arial" panose="020B0604020202020204" pitchFamily="34" charset="0"/>
                        <a:ea typeface="微软雅黑" panose="020B0503020204020204" pitchFamily="34" charset="-122"/>
                        <a:cs typeface="Arial" panose="020B0604020202020204" pitchFamily="34" charset="0"/>
                      </a:endParaRPr>
                    </a:p>
                  </a:txBody>
                  <a:tcPr marL="7022" marR="7022" marT="7022" marB="0" anchor="ctr"/>
                </a:tc>
                <a:tc>
                  <a:txBody>
                    <a:bodyPr/>
                    <a:lstStyle/>
                    <a:p>
                      <a:pPr algn="ctr" fontAlgn="ctr"/>
                      <a:r>
                        <a:rPr lang="en-US" altLang="zh-CN" sz="1600" b="0" i="0" u="none" strike="noStrike">
                          <a:solidFill>
                            <a:srgbClr val="000000"/>
                          </a:solidFill>
                          <a:effectLst/>
                          <a:latin typeface="Arial" panose="020B0604020202020204" pitchFamily="34" charset="0"/>
                          <a:ea typeface="等线" panose="02010600030101010101" pitchFamily="2" charset="-122"/>
                        </a:rPr>
                        <a:t>160-05857</a:t>
                      </a:r>
                    </a:p>
                  </a:txBody>
                  <a:tcPr marL="9525" marR="9525" marT="9525" marB="0" anchor="ctr"/>
                </a:tc>
                <a:tc>
                  <a:txBody>
                    <a:bodyPr/>
                    <a:lstStyle/>
                    <a:p>
                      <a:pPr algn="ctr" fontAlgn="ctr"/>
                      <a:r>
                        <a:rPr lang="en-US" altLang="zh-CN" sz="1600" b="0" i="0" u="none" strike="noStrike" dirty="0">
                          <a:solidFill>
                            <a:srgbClr val="000000"/>
                          </a:solidFill>
                          <a:effectLst/>
                          <a:latin typeface="Arial" panose="020B0604020202020204" pitchFamily="34" charset="0"/>
                          <a:ea typeface="等线" panose="02010600030101010101" pitchFamily="2" charset="-122"/>
                        </a:rPr>
                        <a:t>5.69</a:t>
                      </a:r>
                    </a:p>
                  </a:txBody>
                  <a:tcPr marL="9525" marR="9525" marT="9525" marB="0" anchor="ctr"/>
                </a:tc>
                <a:tc>
                  <a:txBody>
                    <a:bodyPr/>
                    <a:lstStyle/>
                    <a:p>
                      <a:pPr algn="ctr" fontAlgn="ctr"/>
                      <a:r>
                        <a:rPr lang="en-US" altLang="zh-CN" sz="1600" b="0" i="0" u="none" strike="noStrike" dirty="0">
                          <a:solidFill>
                            <a:srgbClr val="000000"/>
                          </a:solidFill>
                          <a:effectLst/>
                          <a:latin typeface="Arial" panose="020B0604020202020204" pitchFamily="34" charset="0"/>
                          <a:ea typeface="等线" panose="02010600030101010101" pitchFamily="2" charset="-122"/>
                        </a:rPr>
                        <a:t>6.2</a:t>
                      </a:r>
                    </a:p>
                  </a:txBody>
                  <a:tcPr marL="9525" marR="9525" marT="9525" marB="0" anchor="ctr"/>
                </a:tc>
                <a:tc>
                  <a:txBody>
                    <a:bodyPr/>
                    <a:lstStyle/>
                    <a:p>
                      <a:pPr algn="ctr" fontAlgn="ctr"/>
                      <a:r>
                        <a:rPr lang="en-US" altLang="zh-CN" sz="1600" b="0" i="0" u="none" strike="noStrike" dirty="0">
                          <a:solidFill>
                            <a:srgbClr val="000000"/>
                          </a:solidFill>
                          <a:effectLst/>
                          <a:latin typeface="Arial" panose="020B0604020202020204" pitchFamily="34" charset="0"/>
                          <a:ea typeface="等线" panose="02010600030101010101" pitchFamily="2" charset="-122"/>
                        </a:rPr>
                        <a:t>1.15</a:t>
                      </a:r>
                    </a:p>
                  </a:txBody>
                  <a:tcPr marL="9525" marR="9525" marT="9525" marB="0" anchor="ctr"/>
                </a:tc>
                <a:tc>
                  <a:txBody>
                    <a:bodyPr/>
                    <a:lstStyle/>
                    <a:p>
                      <a:pPr marL="0" marR="0" indent="0" algn="ctr" defTabSz="821530" eaLnBrk="1" fontAlgn="ctr" latinLnBrk="0" hangingPunct="1">
                        <a:lnSpc>
                          <a:spcPct val="100000"/>
                        </a:lnSpc>
                        <a:spcBef>
                          <a:spcPts val="0"/>
                        </a:spcBef>
                        <a:spcAft>
                          <a:spcPts val="0"/>
                        </a:spcAft>
                        <a:buClrTx/>
                        <a:buSzTx/>
                        <a:buFontTx/>
                        <a:buNone/>
                        <a:tabLst/>
                        <a:defRPr/>
                      </a:pPr>
                      <a:r>
                        <a:rPr lang="en-US" altLang="zh-CN" sz="1600" b="0" i="0" u="none" strike="noStrike" cap="none" spc="0" baseline="0" dirty="0">
                          <a:ln>
                            <a:noFill/>
                          </a:ln>
                          <a:solidFill>
                            <a:srgbClr val="000000"/>
                          </a:solidFill>
                          <a:effectLst/>
                          <a:uFillTx/>
                          <a:latin typeface="Arial" panose="020B0604020202020204" pitchFamily="34" charset="0"/>
                          <a:ea typeface="等线" panose="02010600030101010101" pitchFamily="2" charset="-122"/>
                          <a:cs typeface="+mn-cs"/>
                          <a:sym typeface="Helvetica Neue Light"/>
                        </a:rPr>
                        <a:t>4.78</a:t>
                      </a:r>
                      <a:r>
                        <a:rPr lang="el-GR" altLang="zh-CN" sz="1600" b="0" i="0" u="none" strike="noStrike" cap="none" spc="0" baseline="0" dirty="0">
                          <a:ln>
                            <a:noFill/>
                          </a:ln>
                          <a:solidFill>
                            <a:srgbClr val="000000"/>
                          </a:solidFill>
                          <a:effectLst/>
                          <a:uFillTx/>
                          <a:latin typeface="Arial" panose="020B0604020202020204" pitchFamily="34" charset="0"/>
                          <a:ea typeface="等线" panose="02010600030101010101" pitchFamily="2" charset="-122"/>
                          <a:cs typeface="+mn-cs"/>
                          <a:sym typeface="Helvetica Neue Light"/>
                        </a:rPr>
                        <a:t>~</a:t>
                      </a:r>
                      <a:r>
                        <a:rPr lang="en-US" altLang="zh-CN" sz="1600" b="0" i="0" u="none" strike="noStrike" cap="none" spc="0" baseline="0" dirty="0">
                          <a:ln>
                            <a:noFill/>
                          </a:ln>
                          <a:solidFill>
                            <a:srgbClr val="000000"/>
                          </a:solidFill>
                          <a:effectLst/>
                          <a:uFillTx/>
                          <a:latin typeface="Arial" panose="020B0604020202020204" pitchFamily="34" charset="0"/>
                          <a:ea typeface="等线" panose="02010600030101010101" pitchFamily="2" charset="-122"/>
                          <a:cs typeface="+mn-cs"/>
                          <a:sym typeface="Helvetica Neue Light"/>
                        </a:rPr>
                        <a:t>5.62</a:t>
                      </a:r>
                    </a:p>
                  </a:txBody>
                  <a:tcPr marL="9525" marR="9525" marT="9525" marB="0" anchor="ctr"/>
                </a:tc>
                <a:tc>
                  <a:txBody>
                    <a:bodyPr/>
                    <a:lstStyle/>
                    <a:p>
                      <a:pPr algn="ctr" fontAlgn="ctr"/>
                      <a:r>
                        <a:rPr lang="el-GR" sz="1600" b="0" i="0" u="none" strike="noStrike" dirty="0">
                          <a:solidFill>
                            <a:srgbClr val="000000"/>
                          </a:solidFill>
                          <a:effectLst/>
                          <a:latin typeface="微软雅黑" panose="020B0503020204020204" pitchFamily="34" charset="-122"/>
                          <a:ea typeface="微软雅黑" panose="020B0503020204020204" pitchFamily="34" charset="-122"/>
                        </a:rPr>
                        <a:t>160° Θ</a:t>
                      </a:r>
                      <a:r>
                        <a:rPr lang="en-US" sz="1600" b="0" i="0" u="none" strike="noStrike" dirty="0">
                          <a:solidFill>
                            <a:srgbClr val="000000"/>
                          </a:solidFill>
                          <a:effectLst/>
                          <a:latin typeface="微软雅黑" panose="020B0503020204020204" pitchFamily="34" charset="-122"/>
                          <a:ea typeface="微软雅黑" panose="020B0503020204020204" pitchFamily="34" charset="-122"/>
                        </a:rPr>
                        <a:t>YZ</a:t>
                      </a:r>
                    </a:p>
                  </a:txBody>
                  <a:tcPr marL="9525" marR="9525" marT="9525" marB="0" anchor="ctr"/>
                </a:tc>
                <a:tc>
                  <a:txBody>
                    <a:bodyPr/>
                    <a:lstStyle/>
                    <a:p>
                      <a:pPr marL="0" marR="0" lvl="0" indent="0" algn="ctr" defTabSz="821530" eaLnBrk="1" fontAlgn="ctr" latinLnBrk="0" hangingPunct="1">
                        <a:lnSpc>
                          <a:spcPct val="100000"/>
                        </a:lnSpc>
                        <a:spcBef>
                          <a:spcPts val="0"/>
                        </a:spcBef>
                        <a:spcAft>
                          <a:spcPts val="0"/>
                        </a:spcAft>
                        <a:buClrTx/>
                        <a:buSzTx/>
                        <a:buFontTx/>
                        <a:buNone/>
                        <a:tabLst/>
                        <a:defRPr/>
                      </a:pPr>
                      <a:r>
                        <a:rPr kumimoji="0" lang="en-US" altLang="zh-CN" sz="1600" b="0" i="0" u="none" strike="noStrike" kern="0" cap="none" spc="0" normalizeH="0" baseline="0" noProof="0">
                          <a:ln>
                            <a:noFill/>
                          </a:ln>
                          <a:solidFill>
                            <a:srgbClr val="000000"/>
                          </a:solidFill>
                          <a:effectLst/>
                          <a:uLnTx/>
                          <a:uFillTx/>
                          <a:latin typeface="Arial" panose="020B0604020202020204" pitchFamily="34" charset="0"/>
                          <a:ea typeface="等线" panose="02010600030101010101" pitchFamily="2" charset="-122"/>
                          <a:cs typeface="Helvetica Neue"/>
                          <a:sym typeface="Helvetica Neue Light"/>
                        </a:rPr>
                        <a:t>0.2</a:t>
                      </a:r>
                      <a:r>
                        <a:rPr kumimoji="0" lang="zh-CN" altLang="en-US" sz="1600" b="0" i="0" u="none" strike="noStrike" kern="0" cap="none" spc="0" normalizeH="0" baseline="0" noProof="0">
                          <a:ln>
                            <a:noFill/>
                          </a:ln>
                          <a:solidFill>
                            <a:srgbClr val="000000"/>
                          </a:solidFill>
                          <a:effectLst/>
                          <a:uLnTx/>
                          <a:uFillTx/>
                          <a:latin typeface="Arial" panose="020B0604020202020204" pitchFamily="34" charset="0"/>
                          <a:ea typeface="等线" panose="02010600030101010101" pitchFamily="2" charset="-122"/>
                          <a:cs typeface="Helvetica Neue"/>
                          <a:sym typeface="Helvetica Neue Light"/>
                        </a:rPr>
                        <a:t> </a:t>
                      </a:r>
                      <a:r>
                        <a:rPr kumimoji="0" lang="en-US" altLang="zh-CN" sz="1600" b="0" i="0" u="none" strike="noStrike" kern="0" cap="none" spc="0" normalizeH="0" baseline="0" noProof="0">
                          <a:ln>
                            <a:noFill/>
                          </a:ln>
                          <a:solidFill>
                            <a:srgbClr val="000000"/>
                          </a:solidFill>
                          <a:effectLst/>
                          <a:uLnTx/>
                          <a:uFillTx/>
                          <a:latin typeface="Arial" panose="020B0604020202020204" pitchFamily="34" charset="0"/>
                          <a:ea typeface="等线" panose="02010600030101010101" pitchFamily="2" charset="-122"/>
                          <a:cs typeface="Helvetica Neue"/>
                          <a:sym typeface="Helvetica Neue Light"/>
                        </a:rPr>
                        <a:t>+0.1/-0.08</a:t>
                      </a:r>
                      <a:endParaRPr kumimoji="0" lang="en-US" altLang="zh-CN" sz="1600" b="0" i="0" u="none" strike="noStrike" kern="0" cap="none" spc="0" normalizeH="0" baseline="0" noProof="0" dirty="0">
                        <a:ln>
                          <a:noFill/>
                        </a:ln>
                        <a:solidFill>
                          <a:srgbClr val="000000"/>
                        </a:solidFill>
                        <a:effectLst/>
                        <a:uLnTx/>
                        <a:uFillTx/>
                        <a:latin typeface="Arial" panose="020B0604020202020204" pitchFamily="34" charset="0"/>
                        <a:ea typeface="等线" panose="02010600030101010101" pitchFamily="2" charset="-122"/>
                        <a:cs typeface="Helvetica Neue"/>
                        <a:sym typeface="Helvetica Neue Light"/>
                      </a:endParaRPr>
                    </a:p>
                  </a:txBody>
                  <a:tcPr marL="9525" marR="9525" marT="9525" marB="0" anchor="ctr"/>
                </a:tc>
                <a:tc>
                  <a:txBody>
                    <a:bodyPr/>
                    <a:lstStyle/>
                    <a:p>
                      <a:pPr algn="ctr" fontAlgn="ctr"/>
                      <a:r>
                        <a:rPr lang="en-US" altLang="zh-CN" sz="1600" b="0" i="0" u="none" strike="noStrike">
                          <a:solidFill>
                            <a:srgbClr val="000000"/>
                          </a:solidFill>
                          <a:effectLst/>
                          <a:latin typeface="Arial" panose="020B0604020202020204" pitchFamily="34" charset="0"/>
                          <a:ea typeface="等线" panose="02010600030101010101" pitchFamily="2" charset="-122"/>
                        </a:rPr>
                        <a:t>Max 0.2</a:t>
                      </a:r>
                      <a:endParaRPr lang="en-US" altLang="zh-CN" sz="1600" b="0" i="0" u="none" strike="noStrike" dirty="0">
                        <a:solidFill>
                          <a:srgbClr val="000000"/>
                        </a:solidFill>
                        <a:effectLst/>
                        <a:latin typeface="Arial" panose="020B0604020202020204" pitchFamily="34" charset="0"/>
                        <a:ea typeface="等线" panose="02010600030101010101" pitchFamily="2" charset="-122"/>
                      </a:endParaRPr>
                    </a:p>
                  </a:txBody>
                  <a:tcPr marL="9525" marR="9525" marT="9525" marB="0" anchor="ctr"/>
                </a:tc>
                <a:tc>
                  <a:txBody>
                    <a:bodyPr/>
                    <a:lstStyle/>
                    <a:p>
                      <a:pPr algn="ctr" fontAlgn="ctr"/>
                      <a:r>
                        <a:rPr lang="en-US" sz="1600" b="0" i="0" u="none" strike="noStrike">
                          <a:solidFill>
                            <a:srgbClr val="000000"/>
                          </a:solidFill>
                          <a:effectLst/>
                          <a:latin typeface="Arial" panose="020B0604020202020204" pitchFamily="34" charset="0"/>
                          <a:ea typeface="等线" panose="02010600030101010101" pitchFamily="2" charset="-122"/>
                        </a:rPr>
                        <a:t>N45SH-100RC</a:t>
                      </a:r>
                    </a:p>
                  </a:txBody>
                  <a:tcPr marL="9525" marR="9525" marT="9525" marB="0" anchor="ctr"/>
                </a:tc>
                <a:tc>
                  <a:txBody>
                    <a:bodyPr/>
                    <a:lstStyle/>
                    <a:p>
                      <a:pPr algn="ctr" fontAlgn="ctr"/>
                      <a:r>
                        <a:rPr lang="en-US" altLang="zh-CN" sz="1600" b="0" i="0" u="none" strike="noStrike">
                          <a:solidFill>
                            <a:srgbClr val="000000"/>
                          </a:solidFill>
                          <a:effectLst/>
                          <a:latin typeface="Arial" panose="020B0604020202020204" pitchFamily="34" charset="0"/>
                          <a:ea typeface="等线" panose="02010600030101010101" pitchFamily="2" charset="-122"/>
                        </a:rPr>
                        <a:t>13.2~13.8</a:t>
                      </a:r>
                    </a:p>
                  </a:txBody>
                  <a:tcPr marL="9525" marR="9525" marT="9525" marB="0" anchor="ctr"/>
                </a:tc>
                <a:tc>
                  <a:txBody>
                    <a:bodyPr/>
                    <a:lstStyle/>
                    <a:p>
                      <a:pPr algn="ctr" fontAlgn="ctr"/>
                      <a:r>
                        <a:rPr lang="en-US" altLang="zh-CN" sz="1600" b="0" i="0" u="none" strike="noStrike">
                          <a:solidFill>
                            <a:srgbClr val="000000"/>
                          </a:solidFill>
                          <a:effectLst/>
                          <a:latin typeface="Arial" panose="020B0604020202020204" pitchFamily="34" charset="0"/>
                          <a:ea typeface="等线" panose="02010600030101010101" pitchFamily="2" charset="-122"/>
                        </a:rPr>
                        <a:t>/</a:t>
                      </a:r>
                    </a:p>
                  </a:txBody>
                  <a:tcPr marL="9525" marR="9525" marT="9525" marB="0" anchor="ctr"/>
                </a:tc>
                <a:tc>
                  <a:txBody>
                    <a:bodyPr/>
                    <a:lstStyle/>
                    <a:p>
                      <a:pPr algn="ctr" fontAlgn="ctr"/>
                      <a:r>
                        <a:rPr lang="en-US" sz="1600" b="0" i="0" u="none" strike="noStrike">
                          <a:solidFill>
                            <a:srgbClr val="000000"/>
                          </a:solidFill>
                          <a:effectLst/>
                          <a:latin typeface="Arial" panose="020B0604020202020204" pitchFamily="34" charset="0"/>
                          <a:ea typeface="等线" panose="02010600030101010101" pitchFamily="2" charset="-122"/>
                        </a:rPr>
                        <a:t>20MIN</a:t>
                      </a:r>
                    </a:p>
                  </a:txBody>
                  <a:tcPr marL="9525" marR="9525" marT="9525" marB="0" anchor="ctr"/>
                </a:tc>
                <a:tc>
                  <a:txBody>
                    <a:bodyPr/>
                    <a:lstStyle/>
                    <a:p>
                      <a:pPr algn="ctr" fontAlgn="ctr"/>
                      <a:r>
                        <a:rPr lang="en-US" altLang="zh-CN" sz="1600" b="0" i="0" u="none" strike="noStrike">
                          <a:solidFill>
                            <a:srgbClr val="000000"/>
                          </a:solidFill>
                          <a:effectLst/>
                          <a:latin typeface="Arial" panose="020B0604020202020204" pitchFamily="34" charset="0"/>
                          <a:ea typeface="等线" panose="02010600030101010101" pitchFamily="2" charset="-122"/>
                        </a:rPr>
                        <a:t>42.98~45.99</a:t>
                      </a:r>
                    </a:p>
                  </a:txBody>
                  <a:tcPr marL="9525" marR="9525" marT="9525" marB="0" anchor="ctr"/>
                </a:tc>
                <a:tc>
                  <a:txBody>
                    <a:bodyPr/>
                    <a:lstStyle/>
                    <a:p>
                      <a:pPr algn="ctr" fontAlgn="ctr"/>
                      <a:r>
                        <a:rPr lang="en-US" sz="1600" b="0" i="0" u="none" strike="noStrike">
                          <a:solidFill>
                            <a:srgbClr val="000000"/>
                          </a:solidFill>
                          <a:effectLst/>
                          <a:latin typeface="Arial" panose="020B0604020202020204" pitchFamily="34" charset="0"/>
                          <a:ea typeface="等线" panose="02010600030101010101" pitchFamily="2" charset="-122"/>
                        </a:rPr>
                        <a:t>Zinc:6-14</a:t>
                      </a:r>
                    </a:p>
                  </a:txBody>
                  <a:tcPr marL="9525" marR="9525" marT="9525" marB="0" anchor="ctr"/>
                </a:tc>
                <a:extLst>
                  <a:ext uri="{0D108BD9-81ED-4DB2-BD59-A6C34878D82A}">
                    <a16:rowId xmlns:a16="http://schemas.microsoft.com/office/drawing/2014/main" val="56883513"/>
                  </a:ext>
                </a:extLst>
              </a:tr>
              <a:tr h="406114">
                <a:tc>
                  <a:txBody>
                    <a:bodyPr/>
                    <a:lstStyle/>
                    <a:p>
                      <a:pPr algn="ctr" fontAlgn="ctr"/>
                      <a:r>
                        <a:rPr lang="en-US" altLang="zh-CN" sz="1600" u="none" strike="noStrike" dirty="0">
                          <a:effectLst/>
                          <a:latin typeface="Arial" panose="020B0604020202020204" pitchFamily="34" charset="0"/>
                          <a:cs typeface="Arial" panose="020B0604020202020204" pitchFamily="34" charset="0"/>
                        </a:rPr>
                        <a:t>22</a:t>
                      </a:r>
                      <a:endParaRPr lang="en-US" altLang="zh-CN" sz="1600" b="0" i="0" u="none" strike="noStrike" dirty="0">
                        <a:solidFill>
                          <a:srgbClr val="000000"/>
                        </a:solidFill>
                        <a:effectLst/>
                        <a:latin typeface="Arial" panose="020B0604020202020204" pitchFamily="34" charset="0"/>
                        <a:ea typeface="微软雅黑" panose="020B0503020204020204" pitchFamily="34" charset="-122"/>
                        <a:cs typeface="Arial" panose="020B0604020202020204" pitchFamily="34" charset="0"/>
                      </a:endParaRPr>
                    </a:p>
                  </a:txBody>
                  <a:tcPr marL="7022" marR="7022" marT="7022" marB="0" anchor="ctr"/>
                </a:tc>
                <a:tc>
                  <a:txBody>
                    <a:bodyPr/>
                    <a:lstStyle/>
                    <a:p>
                      <a:pPr algn="ctr" fontAlgn="ctr"/>
                      <a:r>
                        <a:rPr lang="en-US" altLang="zh-CN" sz="1600" b="0" i="0" u="none" strike="noStrike">
                          <a:solidFill>
                            <a:srgbClr val="000000"/>
                          </a:solidFill>
                          <a:effectLst/>
                          <a:latin typeface="Arial" panose="020B0604020202020204" pitchFamily="34" charset="0"/>
                          <a:ea typeface="等线" panose="02010600030101010101" pitchFamily="2" charset="-122"/>
                        </a:rPr>
                        <a:t>160-05858</a:t>
                      </a:r>
                    </a:p>
                  </a:txBody>
                  <a:tcPr marL="9525" marR="9525" marT="9525" marB="0" anchor="ctr"/>
                </a:tc>
                <a:tc>
                  <a:txBody>
                    <a:bodyPr/>
                    <a:lstStyle/>
                    <a:p>
                      <a:pPr algn="ctr" fontAlgn="ctr"/>
                      <a:r>
                        <a:rPr lang="en-US" altLang="zh-CN" sz="1600" b="0" i="0" u="none" strike="noStrike" dirty="0">
                          <a:solidFill>
                            <a:srgbClr val="000000"/>
                          </a:solidFill>
                          <a:effectLst/>
                          <a:latin typeface="Arial" panose="020B0604020202020204" pitchFamily="34" charset="0"/>
                          <a:ea typeface="等线" panose="02010600030101010101" pitchFamily="2" charset="-122"/>
                        </a:rPr>
                        <a:t>5.95</a:t>
                      </a:r>
                    </a:p>
                  </a:txBody>
                  <a:tcPr marL="9525" marR="9525" marT="9525" marB="0" anchor="ctr"/>
                </a:tc>
                <a:tc>
                  <a:txBody>
                    <a:bodyPr/>
                    <a:lstStyle/>
                    <a:p>
                      <a:pPr algn="ctr" fontAlgn="ctr"/>
                      <a:r>
                        <a:rPr lang="en-US" altLang="zh-CN" sz="1600" b="0" i="0" u="none" strike="noStrike" dirty="0">
                          <a:solidFill>
                            <a:srgbClr val="000000"/>
                          </a:solidFill>
                          <a:effectLst/>
                          <a:latin typeface="Arial" panose="020B0604020202020204" pitchFamily="34" charset="0"/>
                          <a:ea typeface="等线" panose="02010600030101010101" pitchFamily="2" charset="-122"/>
                        </a:rPr>
                        <a:t>6.2</a:t>
                      </a:r>
                    </a:p>
                  </a:txBody>
                  <a:tcPr marL="9525" marR="9525" marT="9525" marB="0" anchor="ctr"/>
                </a:tc>
                <a:tc>
                  <a:txBody>
                    <a:bodyPr/>
                    <a:lstStyle/>
                    <a:p>
                      <a:pPr algn="ctr" fontAlgn="ctr"/>
                      <a:r>
                        <a:rPr lang="en-US" altLang="zh-CN" sz="1600" b="0" i="0" u="none" strike="noStrike" dirty="0">
                          <a:solidFill>
                            <a:srgbClr val="000000"/>
                          </a:solidFill>
                          <a:effectLst/>
                          <a:latin typeface="Arial" panose="020B0604020202020204" pitchFamily="34" charset="0"/>
                          <a:ea typeface="等线" panose="02010600030101010101" pitchFamily="2" charset="-122"/>
                        </a:rPr>
                        <a:t>1.15</a:t>
                      </a:r>
                    </a:p>
                  </a:txBody>
                  <a:tcPr marL="9525" marR="9525" marT="9525" marB="0" anchor="ctr"/>
                </a:tc>
                <a:tc>
                  <a:txBody>
                    <a:bodyPr/>
                    <a:lstStyle/>
                    <a:p>
                      <a:pPr marL="0" marR="0" indent="0" algn="ctr" defTabSz="821530" eaLnBrk="1" fontAlgn="ctr" latinLnBrk="0" hangingPunct="1">
                        <a:lnSpc>
                          <a:spcPct val="100000"/>
                        </a:lnSpc>
                        <a:spcBef>
                          <a:spcPts val="0"/>
                        </a:spcBef>
                        <a:spcAft>
                          <a:spcPts val="0"/>
                        </a:spcAft>
                        <a:buClrTx/>
                        <a:buSzTx/>
                        <a:buFontTx/>
                        <a:buNone/>
                        <a:tabLst/>
                        <a:defRPr/>
                      </a:pPr>
                      <a:r>
                        <a:rPr lang="en-US" altLang="zh-CN" sz="1600" b="0" i="0" u="none" strike="noStrike" cap="none" spc="0" baseline="0" dirty="0">
                          <a:ln>
                            <a:noFill/>
                          </a:ln>
                          <a:solidFill>
                            <a:srgbClr val="000000"/>
                          </a:solidFill>
                          <a:effectLst/>
                          <a:uFillTx/>
                          <a:latin typeface="Arial" panose="020B0604020202020204" pitchFamily="34" charset="0"/>
                          <a:ea typeface="等线" panose="02010600030101010101" pitchFamily="2" charset="-122"/>
                          <a:cs typeface="+mn-cs"/>
                          <a:sym typeface="Helvetica Neue Light"/>
                        </a:rPr>
                        <a:t>5.00</a:t>
                      </a:r>
                      <a:r>
                        <a:rPr lang="el-GR" altLang="zh-CN" sz="1600" b="0" i="0" u="none" strike="noStrike" cap="none" spc="0" baseline="0" dirty="0">
                          <a:ln>
                            <a:noFill/>
                          </a:ln>
                          <a:solidFill>
                            <a:srgbClr val="000000"/>
                          </a:solidFill>
                          <a:effectLst/>
                          <a:uFillTx/>
                          <a:latin typeface="Arial" panose="020B0604020202020204" pitchFamily="34" charset="0"/>
                          <a:ea typeface="等线" panose="02010600030101010101" pitchFamily="2" charset="-122"/>
                          <a:cs typeface="+mn-cs"/>
                          <a:sym typeface="Helvetica Neue Light"/>
                        </a:rPr>
                        <a:t>~</a:t>
                      </a:r>
                      <a:r>
                        <a:rPr lang="en-US" altLang="zh-CN" sz="1600" b="0" i="0" u="none" strike="noStrike" cap="none" spc="0" baseline="0" dirty="0">
                          <a:ln>
                            <a:noFill/>
                          </a:ln>
                          <a:solidFill>
                            <a:srgbClr val="000000"/>
                          </a:solidFill>
                          <a:effectLst/>
                          <a:uFillTx/>
                          <a:latin typeface="Arial" panose="020B0604020202020204" pitchFamily="34" charset="0"/>
                          <a:ea typeface="等线" panose="02010600030101010101" pitchFamily="2" charset="-122"/>
                          <a:cs typeface="+mn-cs"/>
                          <a:sym typeface="Helvetica Neue Light"/>
                        </a:rPr>
                        <a:t>5.88</a:t>
                      </a:r>
                    </a:p>
                  </a:txBody>
                  <a:tcPr marL="9525" marR="9525" marT="9525" marB="0" anchor="ctr"/>
                </a:tc>
                <a:tc>
                  <a:txBody>
                    <a:bodyPr/>
                    <a:lstStyle/>
                    <a:p>
                      <a:pPr algn="ctr" fontAlgn="ctr"/>
                      <a:r>
                        <a:rPr lang="el-GR" sz="1600" b="0" i="0" u="none" strike="noStrike" dirty="0">
                          <a:solidFill>
                            <a:srgbClr val="000000"/>
                          </a:solidFill>
                          <a:effectLst/>
                          <a:latin typeface="微软雅黑" panose="020B0503020204020204" pitchFamily="34" charset="-122"/>
                          <a:ea typeface="微软雅黑" panose="020B0503020204020204" pitchFamily="34" charset="-122"/>
                        </a:rPr>
                        <a:t>160° Θ</a:t>
                      </a:r>
                      <a:r>
                        <a:rPr lang="en-US" sz="1600" b="0" i="0" u="none" strike="noStrike" dirty="0">
                          <a:solidFill>
                            <a:srgbClr val="000000"/>
                          </a:solidFill>
                          <a:effectLst/>
                          <a:latin typeface="微软雅黑" panose="020B0503020204020204" pitchFamily="34" charset="-122"/>
                          <a:ea typeface="微软雅黑" panose="020B0503020204020204" pitchFamily="34" charset="-122"/>
                        </a:rPr>
                        <a:t>YZ</a:t>
                      </a:r>
                    </a:p>
                  </a:txBody>
                  <a:tcPr marL="9525" marR="9525" marT="9525" marB="0" anchor="ctr"/>
                </a:tc>
                <a:tc>
                  <a:txBody>
                    <a:bodyPr/>
                    <a:lstStyle/>
                    <a:p>
                      <a:pPr marL="0" marR="0" lvl="0" indent="0" algn="ctr" defTabSz="821530" eaLnBrk="1" fontAlgn="ctr" latinLnBrk="0" hangingPunct="1">
                        <a:lnSpc>
                          <a:spcPct val="100000"/>
                        </a:lnSpc>
                        <a:spcBef>
                          <a:spcPts val="0"/>
                        </a:spcBef>
                        <a:spcAft>
                          <a:spcPts val="0"/>
                        </a:spcAft>
                        <a:buClrTx/>
                        <a:buSzTx/>
                        <a:buFontTx/>
                        <a:buNone/>
                        <a:tabLst/>
                        <a:defRPr/>
                      </a:pPr>
                      <a:r>
                        <a:rPr kumimoji="0" lang="en-US" altLang="zh-CN" sz="1600" b="0" i="0" u="none" strike="noStrike" kern="0" cap="none" spc="0" normalizeH="0" baseline="0" noProof="0" dirty="0">
                          <a:ln>
                            <a:noFill/>
                          </a:ln>
                          <a:solidFill>
                            <a:srgbClr val="000000"/>
                          </a:solidFill>
                          <a:effectLst/>
                          <a:uLnTx/>
                          <a:uFillTx/>
                          <a:latin typeface="Arial" panose="020B0604020202020204" pitchFamily="34" charset="0"/>
                          <a:ea typeface="等线" panose="02010600030101010101" pitchFamily="2" charset="-122"/>
                          <a:cs typeface="Helvetica Neue"/>
                          <a:sym typeface="Helvetica Neue Light"/>
                        </a:rPr>
                        <a:t>0.2</a:t>
                      </a:r>
                      <a:r>
                        <a:rPr kumimoji="0" lang="zh-CN" altLang="en-US" sz="1600" b="0" i="0" u="none" strike="noStrike" kern="0" cap="none" spc="0" normalizeH="0" baseline="0" noProof="0" dirty="0">
                          <a:ln>
                            <a:noFill/>
                          </a:ln>
                          <a:solidFill>
                            <a:srgbClr val="000000"/>
                          </a:solidFill>
                          <a:effectLst/>
                          <a:uLnTx/>
                          <a:uFillTx/>
                          <a:latin typeface="Arial" panose="020B0604020202020204" pitchFamily="34" charset="0"/>
                          <a:ea typeface="等线" panose="02010600030101010101" pitchFamily="2" charset="-122"/>
                          <a:cs typeface="Helvetica Neue"/>
                          <a:sym typeface="Helvetica Neue Light"/>
                        </a:rPr>
                        <a:t> </a:t>
                      </a:r>
                      <a:r>
                        <a:rPr kumimoji="0" lang="en-US" altLang="zh-CN" sz="1600" b="0" i="0" u="none" strike="noStrike" kern="0" cap="none" spc="0" normalizeH="0" baseline="0" noProof="0" dirty="0">
                          <a:ln>
                            <a:noFill/>
                          </a:ln>
                          <a:solidFill>
                            <a:srgbClr val="000000"/>
                          </a:solidFill>
                          <a:effectLst/>
                          <a:uLnTx/>
                          <a:uFillTx/>
                          <a:latin typeface="Arial" panose="020B0604020202020204" pitchFamily="34" charset="0"/>
                          <a:ea typeface="等线" panose="02010600030101010101" pitchFamily="2" charset="-122"/>
                          <a:cs typeface="Helvetica Neue"/>
                          <a:sym typeface="Helvetica Neue Light"/>
                        </a:rPr>
                        <a:t>+0.1/-0.08</a:t>
                      </a:r>
                    </a:p>
                  </a:txBody>
                  <a:tcPr marL="9525" marR="9525" marT="9525" marB="0" anchor="ctr"/>
                </a:tc>
                <a:tc>
                  <a:txBody>
                    <a:bodyPr/>
                    <a:lstStyle/>
                    <a:p>
                      <a:pPr algn="ctr" fontAlgn="ctr"/>
                      <a:r>
                        <a:rPr lang="en-US" altLang="zh-CN" sz="1600" b="0" i="0" u="none" strike="noStrike">
                          <a:solidFill>
                            <a:srgbClr val="000000"/>
                          </a:solidFill>
                          <a:effectLst/>
                          <a:latin typeface="Arial" panose="020B0604020202020204" pitchFamily="34" charset="0"/>
                          <a:ea typeface="等线" panose="02010600030101010101" pitchFamily="2" charset="-122"/>
                        </a:rPr>
                        <a:t>Max 0.2</a:t>
                      </a:r>
                      <a:endParaRPr lang="en-US" altLang="zh-CN" sz="1600" b="0" i="0" u="none" strike="noStrike" dirty="0">
                        <a:solidFill>
                          <a:srgbClr val="000000"/>
                        </a:solidFill>
                        <a:effectLst/>
                        <a:latin typeface="Arial" panose="020B0604020202020204" pitchFamily="34" charset="0"/>
                        <a:ea typeface="等线" panose="02010600030101010101" pitchFamily="2" charset="-122"/>
                      </a:endParaRPr>
                    </a:p>
                  </a:txBody>
                  <a:tcPr marL="9525" marR="9525" marT="9525" marB="0" anchor="ctr"/>
                </a:tc>
                <a:tc>
                  <a:txBody>
                    <a:bodyPr/>
                    <a:lstStyle/>
                    <a:p>
                      <a:pPr algn="ctr" fontAlgn="ctr"/>
                      <a:r>
                        <a:rPr lang="en-US" sz="1600" b="0" i="0" u="none" strike="noStrike">
                          <a:solidFill>
                            <a:srgbClr val="000000"/>
                          </a:solidFill>
                          <a:effectLst/>
                          <a:latin typeface="Arial" panose="020B0604020202020204" pitchFamily="34" charset="0"/>
                          <a:ea typeface="等线" panose="02010600030101010101" pitchFamily="2" charset="-122"/>
                        </a:rPr>
                        <a:t>N45SH-100RC</a:t>
                      </a:r>
                    </a:p>
                  </a:txBody>
                  <a:tcPr marL="9525" marR="9525" marT="9525" marB="0" anchor="ctr"/>
                </a:tc>
                <a:tc>
                  <a:txBody>
                    <a:bodyPr/>
                    <a:lstStyle/>
                    <a:p>
                      <a:pPr algn="ctr" fontAlgn="ctr"/>
                      <a:r>
                        <a:rPr lang="en-US" altLang="zh-CN" sz="1600" b="0" i="0" u="none" strike="noStrike">
                          <a:solidFill>
                            <a:srgbClr val="000000"/>
                          </a:solidFill>
                          <a:effectLst/>
                          <a:latin typeface="Arial" panose="020B0604020202020204" pitchFamily="34" charset="0"/>
                          <a:ea typeface="等线" panose="02010600030101010101" pitchFamily="2" charset="-122"/>
                        </a:rPr>
                        <a:t>13.2~13.8</a:t>
                      </a:r>
                    </a:p>
                  </a:txBody>
                  <a:tcPr marL="9525" marR="9525" marT="9525" marB="0" anchor="ctr"/>
                </a:tc>
                <a:tc>
                  <a:txBody>
                    <a:bodyPr/>
                    <a:lstStyle/>
                    <a:p>
                      <a:pPr algn="ctr" fontAlgn="ctr"/>
                      <a:r>
                        <a:rPr lang="en-US" altLang="zh-CN" sz="1600" b="0" i="0" u="none" strike="noStrike">
                          <a:solidFill>
                            <a:srgbClr val="000000"/>
                          </a:solidFill>
                          <a:effectLst/>
                          <a:latin typeface="Arial" panose="020B0604020202020204" pitchFamily="34" charset="0"/>
                          <a:ea typeface="等线" panose="02010600030101010101" pitchFamily="2" charset="-122"/>
                        </a:rPr>
                        <a:t>/</a:t>
                      </a:r>
                    </a:p>
                  </a:txBody>
                  <a:tcPr marL="9525" marR="9525" marT="9525" marB="0" anchor="ctr"/>
                </a:tc>
                <a:tc>
                  <a:txBody>
                    <a:bodyPr/>
                    <a:lstStyle/>
                    <a:p>
                      <a:pPr algn="ctr" fontAlgn="ctr"/>
                      <a:r>
                        <a:rPr lang="en-US" sz="1600" b="0" i="0" u="none" strike="noStrike">
                          <a:solidFill>
                            <a:srgbClr val="000000"/>
                          </a:solidFill>
                          <a:effectLst/>
                          <a:latin typeface="Arial" panose="020B0604020202020204" pitchFamily="34" charset="0"/>
                          <a:ea typeface="等线" panose="02010600030101010101" pitchFamily="2" charset="-122"/>
                        </a:rPr>
                        <a:t>20MIN</a:t>
                      </a:r>
                    </a:p>
                  </a:txBody>
                  <a:tcPr marL="9525" marR="9525" marT="9525" marB="0" anchor="ctr"/>
                </a:tc>
                <a:tc>
                  <a:txBody>
                    <a:bodyPr/>
                    <a:lstStyle/>
                    <a:p>
                      <a:pPr algn="ctr" fontAlgn="ctr"/>
                      <a:r>
                        <a:rPr lang="en-US" altLang="zh-CN" sz="1600" b="0" i="0" u="none" strike="noStrike">
                          <a:solidFill>
                            <a:srgbClr val="000000"/>
                          </a:solidFill>
                          <a:effectLst/>
                          <a:latin typeface="Arial" panose="020B0604020202020204" pitchFamily="34" charset="0"/>
                          <a:ea typeface="等线" panose="02010600030101010101" pitchFamily="2" charset="-122"/>
                        </a:rPr>
                        <a:t>42.98~45.99</a:t>
                      </a:r>
                    </a:p>
                  </a:txBody>
                  <a:tcPr marL="9525" marR="9525" marT="9525" marB="0" anchor="ctr"/>
                </a:tc>
                <a:tc>
                  <a:txBody>
                    <a:bodyPr/>
                    <a:lstStyle/>
                    <a:p>
                      <a:pPr algn="ctr" fontAlgn="ctr"/>
                      <a:r>
                        <a:rPr lang="en-US" sz="1600" b="0" i="0" u="none" strike="noStrike">
                          <a:solidFill>
                            <a:srgbClr val="000000"/>
                          </a:solidFill>
                          <a:effectLst/>
                          <a:latin typeface="Arial" panose="020B0604020202020204" pitchFamily="34" charset="0"/>
                          <a:ea typeface="等线" panose="02010600030101010101" pitchFamily="2" charset="-122"/>
                        </a:rPr>
                        <a:t>Zinc:6-14</a:t>
                      </a:r>
                    </a:p>
                  </a:txBody>
                  <a:tcPr marL="9525" marR="9525" marT="9525" marB="0" anchor="ctr"/>
                </a:tc>
                <a:extLst>
                  <a:ext uri="{0D108BD9-81ED-4DB2-BD59-A6C34878D82A}">
                    <a16:rowId xmlns:a16="http://schemas.microsoft.com/office/drawing/2014/main" val="880302272"/>
                  </a:ext>
                </a:extLst>
              </a:tr>
              <a:tr h="406114">
                <a:tc>
                  <a:txBody>
                    <a:bodyPr/>
                    <a:lstStyle/>
                    <a:p>
                      <a:pPr algn="ctr" fontAlgn="ctr"/>
                      <a:r>
                        <a:rPr lang="en-US" altLang="zh-CN" sz="1600" u="none" strike="noStrike" dirty="0">
                          <a:effectLst/>
                          <a:latin typeface="Arial" panose="020B0604020202020204" pitchFamily="34" charset="0"/>
                          <a:cs typeface="Arial" panose="020B0604020202020204" pitchFamily="34" charset="0"/>
                        </a:rPr>
                        <a:t>23</a:t>
                      </a:r>
                      <a:endParaRPr lang="en-US" altLang="zh-CN" sz="1600" b="0" i="0" u="none" strike="noStrike" dirty="0">
                        <a:solidFill>
                          <a:srgbClr val="000000"/>
                        </a:solidFill>
                        <a:effectLst/>
                        <a:latin typeface="Arial" panose="020B0604020202020204" pitchFamily="34" charset="0"/>
                        <a:ea typeface="微软雅黑" panose="020B0503020204020204" pitchFamily="34" charset="-122"/>
                        <a:cs typeface="Arial" panose="020B0604020202020204" pitchFamily="34" charset="0"/>
                      </a:endParaRPr>
                    </a:p>
                  </a:txBody>
                  <a:tcPr marL="7022" marR="7022" marT="7022" marB="0" anchor="ctr"/>
                </a:tc>
                <a:tc>
                  <a:txBody>
                    <a:bodyPr/>
                    <a:lstStyle/>
                    <a:p>
                      <a:pPr algn="ctr" fontAlgn="ctr"/>
                      <a:r>
                        <a:rPr lang="en-US" altLang="zh-CN" sz="1600" b="0" i="0" u="none" strike="noStrike" dirty="0">
                          <a:solidFill>
                            <a:srgbClr val="000000"/>
                          </a:solidFill>
                          <a:effectLst/>
                          <a:latin typeface="Arial" panose="020B0604020202020204" pitchFamily="34" charset="0"/>
                          <a:ea typeface="等线" panose="02010600030101010101" pitchFamily="2" charset="-122"/>
                        </a:rPr>
                        <a:t>160-05859</a:t>
                      </a:r>
                    </a:p>
                  </a:txBody>
                  <a:tcPr marL="9525" marR="9525" marT="9525" marB="0" anchor="ctr"/>
                </a:tc>
                <a:tc>
                  <a:txBody>
                    <a:bodyPr/>
                    <a:lstStyle/>
                    <a:p>
                      <a:pPr algn="ctr" fontAlgn="ctr"/>
                      <a:r>
                        <a:rPr lang="en-US" altLang="zh-CN" sz="1600" b="0" i="0" u="none" strike="noStrike" dirty="0">
                          <a:solidFill>
                            <a:srgbClr val="000000"/>
                          </a:solidFill>
                          <a:effectLst/>
                          <a:latin typeface="Arial" panose="020B0604020202020204" pitchFamily="34" charset="0"/>
                          <a:ea typeface="等线" panose="02010600030101010101" pitchFamily="2" charset="-122"/>
                        </a:rPr>
                        <a:t>12.38</a:t>
                      </a:r>
                    </a:p>
                  </a:txBody>
                  <a:tcPr marL="9525" marR="9525" marT="9525" marB="0" anchor="ctr"/>
                </a:tc>
                <a:tc>
                  <a:txBody>
                    <a:bodyPr/>
                    <a:lstStyle/>
                    <a:p>
                      <a:pPr algn="ctr" fontAlgn="ctr"/>
                      <a:r>
                        <a:rPr lang="en-US" altLang="zh-CN" sz="1600" b="0" i="0" u="none" strike="noStrike" dirty="0">
                          <a:solidFill>
                            <a:srgbClr val="000000"/>
                          </a:solidFill>
                          <a:effectLst/>
                          <a:latin typeface="Arial" panose="020B0604020202020204" pitchFamily="34" charset="0"/>
                          <a:ea typeface="等线" panose="02010600030101010101" pitchFamily="2" charset="-122"/>
                        </a:rPr>
                        <a:t>6.2</a:t>
                      </a:r>
                    </a:p>
                  </a:txBody>
                  <a:tcPr marL="9525" marR="9525" marT="9525" marB="0" anchor="ctr"/>
                </a:tc>
                <a:tc>
                  <a:txBody>
                    <a:bodyPr/>
                    <a:lstStyle/>
                    <a:p>
                      <a:pPr algn="ctr" fontAlgn="ctr"/>
                      <a:r>
                        <a:rPr lang="en-US" altLang="zh-CN" sz="1600" b="0" i="0" u="none" strike="noStrike" dirty="0">
                          <a:solidFill>
                            <a:srgbClr val="000000"/>
                          </a:solidFill>
                          <a:effectLst/>
                          <a:latin typeface="Arial" panose="020B0604020202020204" pitchFamily="34" charset="0"/>
                          <a:ea typeface="等线" panose="02010600030101010101" pitchFamily="2" charset="-122"/>
                        </a:rPr>
                        <a:t>1.15</a:t>
                      </a:r>
                    </a:p>
                  </a:txBody>
                  <a:tcPr marL="9525" marR="9525" marT="9525" marB="0" anchor="ctr"/>
                </a:tc>
                <a:tc>
                  <a:txBody>
                    <a:bodyPr/>
                    <a:lstStyle/>
                    <a:p>
                      <a:pPr marL="0" marR="0" indent="0" algn="ctr" defTabSz="821530" eaLnBrk="1" fontAlgn="ctr" latinLnBrk="0" hangingPunct="1">
                        <a:lnSpc>
                          <a:spcPct val="100000"/>
                        </a:lnSpc>
                        <a:spcBef>
                          <a:spcPts val="0"/>
                        </a:spcBef>
                        <a:spcAft>
                          <a:spcPts val="0"/>
                        </a:spcAft>
                        <a:buClrTx/>
                        <a:buSzTx/>
                        <a:buFontTx/>
                        <a:buNone/>
                        <a:tabLst/>
                        <a:defRPr/>
                      </a:pPr>
                      <a:r>
                        <a:rPr lang="en-US" altLang="zh-CN" sz="1600" b="0" i="0" u="none" strike="noStrike" cap="none" spc="0" baseline="0" dirty="0">
                          <a:ln>
                            <a:noFill/>
                          </a:ln>
                          <a:solidFill>
                            <a:srgbClr val="000000"/>
                          </a:solidFill>
                          <a:effectLst/>
                          <a:uFillTx/>
                          <a:latin typeface="Arial" panose="020B0604020202020204" pitchFamily="34" charset="0"/>
                          <a:ea typeface="等线" panose="02010600030101010101" pitchFamily="2" charset="-122"/>
                          <a:cs typeface="+mn-cs"/>
                          <a:sym typeface="Helvetica Neue Light"/>
                        </a:rPr>
                        <a:t>10.45</a:t>
                      </a:r>
                      <a:r>
                        <a:rPr lang="el-GR" altLang="zh-CN" sz="1600" b="0" i="0" u="none" strike="noStrike" cap="none" spc="0" baseline="0" dirty="0">
                          <a:ln>
                            <a:noFill/>
                          </a:ln>
                          <a:solidFill>
                            <a:srgbClr val="000000"/>
                          </a:solidFill>
                          <a:effectLst/>
                          <a:uFillTx/>
                          <a:latin typeface="Arial" panose="020B0604020202020204" pitchFamily="34" charset="0"/>
                          <a:ea typeface="等线" panose="02010600030101010101" pitchFamily="2" charset="-122"/>
                          <a:cs typeface="+mn-cs"/>
                          <a:sym typeface="Helvetica Neue Light"/>
                        </a:rPr>
                        <a:t>~</a:t>
                      </a:r>
                      <a:r>
                        <a:rPr lang="en-US" altLang="zh-CN" sz="1600" b="0" i="0" u="none" strike="noStrike" cap="none" spc="0" baseline="0" dirty="0">
                          <a:ln>
                            <a:noFill/>
                          </a:ln>
                          <a:solidFill>
                            <a:srgbClr val="000000"/>
                          </a:solidFill>
                          <a:effectLst/>
                          <a:uFillTx/>
                          <a:latin typeface="Arial" panose="020B0604020202020204" pitchFamily="34" charset="0"/>
                          <a:ea typeface="等线" panose="02010600030101010101" pitchFamily="2" charset="-122"/>
                          <a:cs typeface="+mn-cs"/>
                          <a:sym typeface="Helvetica Neue Light"/>
                        </a:rPr>
                        <a:t>12.27</a:t>
                      </a:r>
                    </a:p>
                  </a:txBody>
                  <a:tcPr marL="9525" marR="9525" marT="9525" marB="0" anchor="ctr"/>
                </a:tc>
                <a:tc>
                  <a:txBody>
                    <a:bodyPr/>
                    <a:lstStyle/>
                    <a:p>
                      <a:pPr algn="ctr" fontAlgn="ctr"/>
                      <a:r>
                        <a:rPr lang="el-GR" sz="1600" b="0" i="0" u="none" strike="noStrike" dirty="0">
                          <a:solidFill>
                            <a:srgbClr val="000000"/>
                          </a:solidFill>
                          <a:effectLst/>
                          <a:latin typeface="微软雅黑" panose="020B0503020204020204" pitchFamily="34" charset="-122"/>
                          <a:ea typeface="微软雅黑" panose="020B0503020204020204" pitchFamily="34" charset="-122"/>
                        </a:rPr>
                        <a:t>160° Θ</a:t>
                      </a:r>
                      <a:r>
                        <a:rPr lang="en-US" sz="1600" b="0" i="0" u="none" strike="noStrike" dirty="0">
                          <a:solidFill>
                            <a:srgbClr val="000000"/>
                          </a:solidFill>
                          <a:effectLst/>
                          <a:latin typeface="微软雅黑" panose="020B0503020204020204" pitchFamily="34" charset="-122"/>
                          <a:ea typeface="微软雅黑" panose="020B0503020204020204" pitchFamily="34" charset="-122"/>
                        </a:rPr>
                        <a:t>YZ</a:t>
                      </a:r>
                    </a:p>
                  </a:txBody>
                  <a:tcPr marL="9525" marR="9525" marT="9525" marB="0" anchor="ctr"/>
                </a:tc>
                <a:tc>
                  <a:txBody>
                    <a:bodyPr/>
                    <a:lstStyle/>
                    <a:p>
                      <a:pPr marL="0" marR="0" lvl="0" indent="0" algn="ctr" defTabSz="821530" eaLnBrk="1" fontAlgn="ctr" latinLnBrk="0" hangingPunct="1">
                        <a:lnSpc>
                          <a:spcPct val="100000"/>
                        </a:lnSpc>
                        <a:spcBef>
                          <a:spcPts val="0"/>
                        </a:spcBef>
                        <a:spcAft>
                          <a:spcPts val="0"/>
                        </a:spcAft>
                        <a:buClrTx/>
                        <a:buSzTx/>
                        <a:buFontTx/>
                        <a:buNone/>
                        <a:tabLst/>
                        <a:defRPr/>
                      </a:pPr>
                      <a:r>
                        <a:rPr kumimoji="0" lang="en-US" altLang="zh-CN" sz="1600" b="0" i="0" u="none" strike="noStrike" kern="0" cap="none" spc="0" normalizeH="0" baseline="0" noProof="0" dirty="0">
                          <a:ln>
                            <a:noFill/>
                          </a:ln>
                          <a:solidFill>
                            <a:srgbClr val="000000"/>
                          </a:solidFill>
                          <a:effectLst/>
                          <a:uLnTx/>
                          <a:uFillTx/>
                          <a:latin typeface="Arial" panose="020B0604020202020204" pitchFamily="34" charset="0"/>
                          <a:ea typeface="等线" panose="02010600030101010101" pitchFamily="2" charset="-122"/>
                          <a:cs typeface="Helvetica Neue"/>
                          <a:sym typeface="Helvetica Neue Light"/>
                        </a:rPr>
                        <a:t>0.2</a:t>
                      </a:r>
                      <a:r>
                        <a:rPr kumimoji="0" lang="zh-CN" altLang="en-US" sz="1600" b="0" i="0" u="none" strike="noStrike" kern="0" cap="none" spc="0" normalizeH="0" baseline="0" noProof="0" dirty="0">
                          <a:ln>
                            <a:noFill/>
                          </a:ln>
                          <a:solidFill>
                            <a:srgbClr val="000000"/>
                          </a:solidFill>
                          <a:effectLst/>
                          <a:uLnTx/>
                          <a:uFillTx/>
                          <a:latin typeface="Arial" panose="020B0604020202020204" pitchFamily="34" charset="0"/>
                          <a:ea typeface="等线" panose="02010600030101010101" pitchFamily="2" charset="-122"/>
                          <a:cs typeface="Helvetica Neue"/>
                          <a:sym typeface="Helvetica Neue Light"/>
                        </a:rPr>
                        <a:t> </a:t>
                      </a:r>
                      <a:r>
                        <a:rPr kumimoji="0" lang="en-US" altLang="zh-CN" sz="1600" b="0" i="0" u="none" strike="noStrike" kern="0" cap="none" spc="0" normalizeH="0" baseline="0" noProof="0" dirty="0">
                          <a:ln>
                            <a:noFill/>
                          </a:ln>
                          <a:solidFill>
                            <a:srgbClr val="000000"/>
                          </a:solidFill>
                          <a:effectLst/>
                          <a:uLnTx/>
                          <a:uFillTx/>
                          <a:latin typeface="Arial" panose="020B0604020202020204" pitchFamily="34" charset="0"/>
                          <a:ea typeface="等线" panose="02010600030101010101" pitchFamily="2" charset="-122"/>
                          <a:cs typeface="Helvetica Neue"/>
                          <a:sym typeface="Helvetica Neue Light"/>
                        </a:rPr>
                        <a:t>+0.1/-0.08</a:t>
                      </a:r>
                    </a:p>
                  </a:txBody>
                  <a:tcPr marL="9525" marR="9525" marT="9525" marB="0" anchor="ctr"/>
                </a:tc>
                <a:tc>
                  <a:txBody>
                    <a:bodyPr/>
                    <a:lstStyle/>
                    <a:p>
                      <a:pPr algn="ctr" fontAlgn="ctr"/>
                      <a:r>
                        <a:rPr lang="en-US" altLang="zh-CN" sz="1600" b="0" i="0" u="none" strike="noStrike">
                          <a:solidFill>
                            <a:srgbClr val="000000"/>
                          </a:solidFill>
                          <a:effectLst/>
                          <a:latin typeface="Arial" panose="020B0604020202020204" pitchFamily="34" charset="0"/>
                          <a:ea typeface="等线" panose="02010600030101010101" pitchFamily="2" charset="-122"/>
                        </a:rPr>
                        <a:t>Max 0.2</a:t>
                      </a:r>
                      <a:endParaRPr lang="en-US" altLang="zh-CN" sz="1600" b="0" i="0" u="none" strike="noStrike" dirty="0">
                        <a:solidFill>
                          <a:srgbClr val="000000"/>
                        </a:solidFill>
                        <a:effectLst/>
                        <a:latin typeface="Arial" panose="020B0604020202020204" pitchFamily="34" charset="0"/>
                        <a:ea typeface="等线" panose="02010600030101010101" pitchFamily="2" charset="-122"/>
                      </a:endParaRPr>
                    </a:p>
                  </a:txBody>
                  <a:tcPr marL="9525" marR="9525" marT="9525" marB="0" anchor="ctr"/>
                </a:tc>
                <a:tc>
                  <a:txBody>
                    <a:bodyPr/>
                    <a:lstStyle/>
                    <a:p>
                      <a:pPr algn="ctr" fontAlgn="ctr"/>
                      <a:r>
                        <a:rPr lang="en-US" sz="1600" b="0" i="0" u="none" strike="noStrike">
                          <a:solidFill>
                            <a:srgbClr val="000000"/>
                          </a:solidFill>
                          <a:effectLst/>
                          <a:latin typeface="Arial" panose="020B0604020202020204" pitchFamily="34" charset="0"/>
                          <a:ea typeface="等线" panose="02010600030101010101" pitchFamily="2" charset="-122"/>
                        </a:rPr>
                        <a:t>N45SH-100RC</a:t>
                      </a:r>
                    </a:p>
                  </a:txBody>
                  <a:tcPr marL="9525" marR="9525" marT="9525" marB="0" anchor="ctr"/>
                </a:tc>
                <a:tc>
                  <a:txBody>
                    <a:bodyPr/>
                    <a:lstStyle/>
                    <a:p>
                      <a:pPr algn="ctr" fontAlgn="ctr"/>
                      <a:r>
                        <a:rPr lang="en-US" altLang="zh-CN" sz="1600" b="0" i="0" u="none" strike="noStrike">
                          <a:solidFill>
                            <a:srgbClr val="000000"/>
                          </a:solidFill>
                          <a:effectLst/>
                          <a:latin typeface="Arial" panose="020B0604020202020204" pitchFamily="34" charset="0"/>
                          <a:ea typeface="等线" panose="02010600030101010101" pitchFamily="2" charset="-122"/>
                        </a:rPr>
                        <a:t>13.2~13.8</a:t>
                      </a:r>
                    </a:p>
                  </a:txBody>
                  <a:tcPr marL="9525" marR="9525" marT="9525" marB="0" anchor="ctr"/>
                </a:tc>
                <a:tc>
                  <a:txBody>
                    <a:bodyPr/>
                    <a:lstStyle/>
                    <a:p>
                      <a:pPr algn="ctr" fontAlgn="ctr"/>
                      <a:r>
                        <a:rPr lang="en-US" altLang="zh-CN" sz="1600" b="0" i="0" u="none" strike="noStrike">
                          <a:solidFill>
                            <a:srgbClr val="000000"/>
                          </a:solidFill>
                          <a:effectLst/>
                          <a:latin typeface="Arial" panose="020B0604020202020204" pitchFamily="34" charset="0"/>
                          <a:ea typeface="等线" panose="02010600030101010101" pitchFamily="2" charset="-122"/>
                        </a:rPr>
                        <a:t>/</a:t>
                      </a:r>
                    </a:p>
                  </a:txBody>
                  <a:tcPr marL="9525" marR="9525" marT="9525" marB="0" anchor="ctr"/>
                </a:tc>
                <a:tc>
                  <a:txBody>
                    <a:bodyPr/>
                    <a:lstStyle/>
                    <a:p>
                      <a:pPr algn="ctr" fontAlgn="ctr"/>
                      <a:r>
                        <a:rPr lang="en-US" sz="1600" b="0" i="0" u="none" strike="noStrike">
                          <a:solidFill>
                            <a:srgbClr val="000000"/>
                          </a:solidFill>
                          <a:effectLst/>
                          <a:latin typeface="Arial" panose="020B0604020202020204" pitchFamily="34" charset="0"/>
                          <a:ea typeface="等线" panose="02010600030101010101" pitchFamily="2" charset="-122"/>
                        </a:rPr>
                        <a:t>20MIN</a:t>
                      </a:r>
                    </a:p>
                  </a:txBody>
                  <a:tcPr marL="9525" marR="9525" marT="9525" marB="0" anchor="ctr"/>
                </a:tc>
                <a:tc>
                  <a:txBody>
                    <a:bodyPr/>
                    <a:lstStyle/>
                    <a:p>
                      <a:pPr algn="ctr" fontAlgn="ctr"/>
                      <a:r>
                        <a:rPr lang="en-US" altLang="zh-CN" sz="1600" b="0" i="0" u="none" strike="noStrike">
                          <a:solidFill>
                            <a:srgbClr val="000000"/>
                          </a:solidFill>
                          <a:effectLst/>
                          <a:latin typeface="Arial" panose="020B0604020202020204" pitchFamily="34" charset="0"/>
                          <a:ea typeface="等线" panose="02010600030101010101" pitchFamily="2" charset="-122"/>
                        </a:rPr>
                        <a:t>42.98~45.99</a:t>
                      </a:r>
                    </a:p>
                  </a:txBody>
                  <a:tcPr marL="9525" marR="9525" marT="9525" marB="0" anchor="ctr"/>
                </a:tc>
                <a:tc>
                  <a:txBody>
                    <a:bodyPr/>
                    <a:lstStyle/>
                    <a:p>
                      <a:pPr algn="ctr" fontAlgn="ctr"/>
                      <a:r>
                        <a:rPr lang="en-US" sz="1600" b="0" i="0" u="none" strike="noStrike">
                          <a:solidFill>
                            <a:srgbClr val="000000"/>
                          </a:solidFill>
                          <a:effectLst/>
                          <a:latin typeface="Arial" panose="020B0604020202020204" pitchFamily="34" charset="0"/>
                          <a:ea typeface="等线" panose="02010600030101010101" pitchFamily="2" charset="-122"/>
                        </a:rPr>
                        <a:t>Zinc:6-14</a:t>
                      </a:r>
                    </a:p>
                  </a:txBody>
                  <a:tcPr marL="9525" marR="9525" marT="9525" marB="0" anchor="ctr"/>
                </a:tc>
                <a:extLst>
                  <a:ext uri="{0D108BD9-81ED-4DB2-BD59-A6C34878D82A}">
                    <a16:rowId xmlns:a16="http://schemas.microsoft.com/office/drawing/2014/main" val="21927171"/>
                  </a:ext>
                </a:extLst>
              </a:tr>
              <a:tr h="406114">
                <a:tc>
                  <a:txBody>
                    <a:bodyPr/>
                    <a:lstStyle/>
                    <a:p>
                      <a:pPr algn="ctr" fontAlgn="ctr"/>
                      <a:r>
                        <a:rPr lang="en-US" altLang="zh-CN" sz="1600" u="none" strike="noStrike" dirty="0">
                          <a:effectLst/>
                          <a:latin typeface="Arial" panose="020B0604020202020204" pitchFamily="34" charset="0"/>
                          <a:cs typeface="Arial" panose="020B0604020202020204" pitchFamily="34" charset="0"/>
                        </a:rPr>
                        <a:t>24</a:t>
                      </a:r>
                      <a:endParaRPr lang="en-US" altLang="zh-CN" sz="1600" b="0" i="0" u="none" strike="noStrike" dirty="0">
                        <a:solidFill>
                          <a:srgbClr val="000000"/>
                        </a:solidFill>
                        <a:effectLst/>
                        <a:latin typeface="Arial" panose="020B0604020202020204" pitchFamily="34" charset="0"/>
                        <a:ea typeface="微软雅黑" panose="020B0503020204020204" pitchFamily="34" charset="-122"/>
                        <a:cs typeface="Arial" panose="020B0604020202020204" pitchFamily="34" charset="0"/>
                      </a:endParaRPr>
                    </a:p>
                  </a:txBody>
                  <a:tcPr marL="7022" marR="7022" marT="7022" marB="0" anchor="ctr"/>
                </a:tc>
                <a:tc>
                  <a:txBody>
                    <a:bodyPr/>
                    <a:lstStyle/>
                    <a:p>
                      <a:pPr algn="ctr" fontAlgn="ctr"/>
                      <a:r>
                        <a:rPr lang="en-US" altLang="zh-CN" sz="1600" b="0" i="0" u="none" strike="noStrike" dirty="0">
                          <a:solidFill>
                            <a:srgbClr val="000000"/>
                          </a:solidFill>
                          <a:effectLst/>
                          <a:latin typeface="Arial" panose="020B0604020202020204" pitchFamily="34" charset="0"/>
                          <a:ea typeface="等线" panose="02010600030101010101" pitchFamily="2" charset="-122"/>
                        </a:rPr>
                        <a:t>160-05860</a:t>
                      </a:r>
                    </a:p>
                  </a:txBody>
                  <a:tcPr marL="9525" marR="9525" marT="9525" marB="0" anchor="ctr"/>
                </a:tc>
                <a:tc>
                  <a:txBody>
                    <a:bodyPr/>
                    <a:lstStyle/>
                    <a:p>
                      <a:pPr algn="ctr" fontAlgn="ctr"/>
                      <a:r>
                        <a:rPr lang="en-US" altLang="zh-CN" sz="1600" b="0" i="0" u="none" strike="noStrike" dirty="0">
                          <a:solidFill>
                            <a:srgbClr val="000000"/>
                          </a:solidFill>
                          <a:effectLst/>
                          <a:latin typeface="Arial" panose="020B0604020202020204" pitchFamily="34" charset="0"/>
                          <a:ea typeface="等线" panose="02010600030101010101" pitchFamily="2" charset="-122"/>
                        </a:rPr>
                        <a:t>5.18</a:t>
                      </a:r>
                    </a:p>
                  </a:txBody>
                  <a:tcPr marL="9525" marR="9525" marT="9525" marB="0" anchor="ctr"/>
                </a:tc>
                <a:tc>
                  <a:txBody>
                    <a:bodyPr/>
                    <a:lstStyle/>
                    <a:p>
                      <a:pPr algn="ctr" fontAlgn="ctr"/>
                      <a:r>
                        <a:rPr lang="en-US" altLang="zh-CN" sz="1600" b="0" i="0" u="none" strike="noStrike" dirty="0">
                          <a:solidFill>
                            <a:srgbClr val="000000"/>
                          </a:solidFill>
                          <a:effectLst/>
                          <a:latin typeface="Arial" panose="020B0604020202020204" pitchFamily="34" charset="0"/>
                          <a:ea typeface="等线" panose="02010600030101010101" pitchFamily="2" charset="-122"/>
                        </a:rPr>
                        <a:t>6.2</a:t>
                      </a:r>
                    </a:p>
                  </a:txBody>
                  <a:tcPr marL="9525" marR="9525" marT="9525" marB="0" anchor="ctr"/>
                </a:tc>
                <a:tc>
                  <a:txBody>
                    <a:bodyPr/>
                    <a:lstStyle/>
                    <a:p>
                      <a:pPr algn="ctr" fontAlgn="ctr"/>
                      <a:r>
                        <a:rPr lang="en-US" altLang="zh-CN" sz="1600" b="0" i="0" u="none" strike="noStrike" dirty="0">
                          <a:solidFill>
                            <a:srgbClr val="000000"/>
                          </a:solidFill>
                          <a:effectLst/>
                          <a:latin typeface="Arial" panose="020B0604020202020204" pitchFamily="34" charset="0"/>
                          <a:ea typeface="等线" panose="02010600030101010101" pitchFamily="2" charset="-122"/>
                        </a:rPr>
                        <a:t>1.15</a:t>
                      </a:r>
                    </a:p>
                  </a:txBody>
                  <a:tcPr marL="9525" marR="9525" marT="9525" marB="0" anchor="ctr"/>
                </a:tc>
                <a:tc>
                  <a:txBody>
                    <a:bodyPr/>
                    <a:lstStyle/>
                    <a:p>
                      <a:pPr marL="0" marR="0" indent="0" algn="ctr" defTabSz="821530" eaLnBrk="1" fontAlgn="ctr" latinLnBrk="0" hangingPunct="1">
                        <a:lnSpc>
                          <a:spcPct val="100000"/>
                        </a:lnSpc>
                        <a:spcBef>
                          <a:spcPts val="0"/>
                        </a:spcBef>
                        <a:spcAft>
                          <a:spcPts val="0"/>
                        </a:spcAft>
                        <a:buClrTx/>
                        <a:buSzTx/>
                        <a:buFontTx/>
                        <a:buNone/>
                        <a:tabLst/>
                        <a:defRPr/>
                      </a:pPr>
                      <a:r>
                        <a:rPr lang="en-US" altLang="zh-CN" sz="1600" b="0" i="0" u="none" strike="noStrike" cap="none" spc="0" baseline="0" dirty="0">
                          <a:ln>
                            <a:noFill/>
                          </a:ln>
                          <a:solidFill>
                            <a:srgbClr val="000000"/>
                          </a:solidFill>
                          <a:effectLst/>
                          <a:uFillTx/>
                          <a:latin typeface="Arial" panose="020B0604020202020204" pitchFamily="34" charset="0"/>
                          <a:ea typeface="等线" panose="02010600030101010101" pitchFamily="2" charset="-122"/>
                          <a:cs typeface="+mn-cs"/>
                          <a:sym typeface="Helvetica Neue Light"/>
                        </a:rPr>
                        <a:t>4.35</a:t>
                      </a:r>
                      <a:r>
                        <a:rPr lang="el-GR" altLang="zh-CN" sz="1600" b="0" i="0" u="none" strike="noStrike" cap="none" spc="0" baseline="0" dirty="0">
                          <a:ln>
                            <a:noFill/>
                          </a:ln>
                          <a:solidFill>
                            <a:srgbClr val="000000"/>
                          </a:solidFill>
                          <a:effectLst/>
                          <a:uFillTx/>
                          <a:latin typeface="Arial" panose="020B0604020202020204" pitchFamily="34" charset="0"/>
                          <a:ea typeface="等线" panose="02010600030101010101" pitchFamily="2" charset="-122"/>
                          <a:cs typeface="+mn-cs"/>
                          <a:sym typeface="Helvetica Neue Light"/>
                        </a:rPr>
                        <a:t>~</a:t>
                      </a:r>
                      <a:r>
                        <a:rPr lang="en-US" altLang="zh-CN" sz="1600" b="0" i="0" u="none" strike="noStrike" cap="none" spc="0" baseline="0" dirty="0">
                          <a:ln>
                            <a:noFill/>
                          </a:ln>
                          <a:solidFill>
                            <a:srgbClr val="000000"/>
                          </a:solidFill>
                          <a:effectLst/>
                          <a:uFillTx/>
                          <a:latin typeface="Arial" panose="020B0604020202020204" pitchFamily="34" charset="0"/>
                          <a:ea typeface="等线" panose="02010600030101010101" pitchFamily="2" charset="-122"/>
                          <a:cs typeface="+mn-cs"/>
                          <a:sym typeface="Helvetica Neue Light"/>
                        </a:rPr>
                        <a:t>5.11</a:t>
                      </a:r>
                    </a:p>
                  </a:txBody>
                  <a:tcPr marL="9525" marR="9525" marT="9525" marB="0" anchor="ctr"/>
                </a:tc>
                <a:tc>
                  <a:txBody>
                    <a:bodyPr/>
                    <a:lstStyle/>
                    <a:p>
                      <a:pPr algn="ctr" fontAlgn="ctr"/>
                      <a:r>
                        <a:rPr lang="el-GR" sz="1600" b="0" i="0" u="none" strike="noStrike" dirty="0">
                          <a:solidFill>
                            <a:srgbClr val="000000"/>
                          </a:solidFill>
                          <a:effectLst/>
                          <a:latin typeface="微软雅黑" panose="020B0503020204020204" pitchFamily="34" charset="-122"/>
                          <a:ea typeface="微软雅黑" panose="020B0503020204020204" pitchFamily="34" charset="-122"/>
                        </a:rPr>
                        <a:t>160° Θ</a:t>
                      </a:r>
                      <a:r>
                        <a:rPr lang="en-US" sz="1600" b="0" i="0" u="none" strike="noStrike" dirty="0">
                          <a:solidFill>
                            <a:srgbClr val="000000"/>
                          </a:solidFill>
                          <a:effectLst/>
                          <a:latin typeface="微软雅黑" panose="020B0503020204020204" pitchFamily="34" charset="-122"/>
                          <a:ea typeface="微软雅黑" panose="020B0503020204020204" pitchFamily="34" charset="-122"/>
                        </a:rPr>
                        <a:t>YZ</a:t>
                      </a:r>
                    </a:p>
                  </a:txBody>
                  <a:tcPr marL="9525" marR="9525" marT="9525" marB="0" anchor="ctr"/>
                </a:tc>
                <a:tc>
                  <a:txBody>
                    <a:bodyPr/>
                    <a:lstStyle/>
                    <a:p>
                      <a:pPr marL="0" marR="0" lvl="0" indent="0" algn="ctr" defTabSz="821530" eaLnBrk="1" fontAlgn="ctr" latinLnBrk="0" hangingPunct="1">
                        <a:lnSpc>
                          <a:spcPct val="100000"/>
                        </a:lnSpc>
                        <a:spcBef>
                          <a:spcPts val="0"/>
                        </a:spcBef>
                        <a:spcAft>
                          <a:spcPts val="0"/>
                        </a:spcAft>
                        <a:buClrTx/>
                        <a:buSzTx/>
                        <a:buFontTx/>
                        <a:buNone/>
                        <a:tabLst/>
                        <a:defRPr/>
                      </a:pPr>
                      <a:r>
                        <a:rPr kumimoji="0" lang="en-US" altLang="zh-CN" sz="1600" b="0" i="0" u="none" strike="noStrike" kern="0" cap="none" spc="0" normalizeH="0" baseline="0" noProof="0" dirty="0">
                          <a:ln>
                            <a:noFill/>
                          </a:ln>
                          <a:solidFill>
                            <a:srgbClr val="000000"/>
                          </a:solidFill>
                          <a:effectLst/>
                          <a:uLnTx/>
                          <a:uFillTx/>
                          <a:latin typeface="Arial" panose="020B0604020202020204" pitchFamily="34" charset="0"/>
                          <a:ea typeface="等线" panose="02010600030101010101" pitchFamily="2" charset="-122"/>
                          <a:cs typeface="Helvetica Neue"/>
                          <a:sym typeface="Helvetica Neue Light"/>
                        </a:rPr>
                        <a:t>0.2</a:t>
                      </a:r>
                      <a:r>
                        <a:rPr kumimoji="0" lang="zh-CN" altLang="en-US" sz="1600" b="0" i="0" u="none" strike="noStrike" kern="0" cap="none" spc="0" normalizeH="0" baseline="0" noProof="0" dirty="0">
                          <a:ln>
                            <a:noFill/>
                          </a:ln>
                          <a:solidFill>
                            <a:srgbClr val="000000"/>
                          </a:solidFill>
                          <a:effectLst/>
                          <a:uLnTx/>
                          <a:uFillTx/>
                          <a:latin typeface="Arial" panose="020B0604020202020204" pitchFamily="34" charset="0"/>
                          <a:ea typeface="等线" panose="02010600030101010101" pitchFamily="2" charset="-122"/>
                          <a:cs typeface="Helvetica Neue"/>
                          <a:sym typeface="Helvetica Neue Light"/>
                        </a:rPr>
                        <a:t> </a:t>
                      </a:r>
                      <a:r>
                        <a:rPr kumimoji="0" lang="en-US" altLang="zh-CN" sz="1600" b="0" i="0" u="none" strike="noStrike" kern="0" cap="none" spc="0" normalizeH="0" baseline="0" noProof="0" dirty="0">
                          <a:ln>
                            <a:noFill/>
                          </a:ln>
                          <a:solidFill>
                            <a:srgbClr val="000000"/>
                          </a:solidFill>
                          <a:effectLst/>
                          <a:uLnTx/>
                          <a:uFillTx/>
                          <a:latin typeface="Arial" panose="020B0604020202020204" pitchFamily="34" charset="0"/>
                          <a:ea typeface="等线" panose="02010600030101010101" pitchFamily="2" charset="-122"/>
                          <a:cs typeface="Helvetica Neue"/>
                          <a:sym typeface="Helvetica Neue Light"/>
                        </a:rPr>
                        <a:t>+0.1/-0.08</a:t>
                      </a:r>
                    </a:p>
                  </a:txBody>
                  <a:tcPr marL="9525" marR="9525" marT="9525" marB="0" anchor="ctr"/>
                </a:tc>
                <a:tc>
                  <a:txBody>
                    <a:bodyPr/>
                    <a:lstStyle/>
                    <a:p>
                      <a:pPr algn="ctr" fontAlgn="ctr"/>
                      <a:r>
                        <a:rPr lang="en-US" altLang="zh-CN" sz="1600" b="0" i="0" u="none" strike="noStrike">
                          <a:solidFill>
                            <a:srgbClr val="000000"/>
                          </a:solidFill>
                          <a:effectLst/>
                          <a:latin typeface="Arial" panose="020B0604020202020204" pitchFamily="34" charset="0"/>
                          <a:ea typeface="等线" panose="02010600030101010101" pitchFamily="2" charset="-122"/>
                        </a:rPr>
                        <a:t>Max 0.2</a:t>
                      </a:r>
                      <a:endParaRPr lang="en-US" altLang="zh-CN" sz="1600" b="0" i="0" u="none" strike="noStrike" dirty="0">
                        <a:solidFill>
                          <a:srgbClr val="000000"/>
                        </a:solidFill>
                        <a:effectLst/>
                        <a:latin typeface="Arial" panose="020B0604020202020204" pitchFamily="34" charset="0"/>
                        <a:ea typeface="等线" panose="02010600030101010101" pitchFamily="2" charset="-122"/>
                      </a:endParaRPr>
                    </a:p>
                  </a:txBody>
                  <a:tcPr marL="9525" marR="9525" marT="9525" marB="0" anchor="ctr"/>
                </a:tc>
                <a:tc>
                  <a:txBody>
                    <a:bodyPr/>
                    <a:lstStyle/>
                    <a:p>
                      <a:pPr algn="ctr" fontAlgn="ctr"/>
                      <a:r>
                        <a:rPr lang="en-US" sz="1600" b="0" i="0" u="none" strike="noStrike">
                          <a:solidFill>
                            <a:srgbClr val="000000"/>
                          </a:solidFill>
                          <a:effectLst/>
                          <a:latin typeface="Arial" panose="020B0604020202020204" pitchFamily="34" charset="0"/>
                          <a:ea typeface="等线" panose="02010600030101010101" pitchFamily="2" charset="-122"/>
                        </a:rPr>
                        <a:t>N45SH-100RC</a:t>
                      </a:r>
                    </a:p>
                  </a:txBody>
                  <a:tcPr marL="9525" marR="9525" marT="9525" marB="0" anchor="ctr"/>
                </a:tc>
                <a:tc>
                  <a:txBody>
                    <a:bodyPr/>
                    <a:lstStyle/>
                    <a:p>
                      <a:pPr algn="ctr" fontAlgn="ctr"/>
                      <a:r>
                        <a:rPr lang="en-US" altLang="zh-CN" sz="1600" b="0" i="0" u="none" strike="noStrike">
                          <a:solidFill>
                            <a:srgbClr val="000000"/>
                          </a:solidFill>
                          <a:effectLst/>
                          <a:latin typeface="Arial" panose="020B0604020202020204" pitchFamily="34" charset="0"/>
                          <a:ea typeface="等线" panose="02010600030101010101" pitchFamily="2" charset="-122"/>
                        </a:rPr>
                        <a:t>13.2~13.8</a:t>
                      </a:r>
                    </a:p>
                  </a:txBody>
                  <a:tcPr marL="9525" marR="9525" marT="9525" marB="0" anchor="ctr"/>
                </a:tc>
                <a:tc>
                  <a:txBody>
                    <a:bodyPr/>
                    <a:lstStyle/>
                    <a:p>
                      <a:pPr algn="ctr" fontAlgn="ctr"/>
                      <a:r>
                        <a:rPr lang="en-US" altLang="zh-CN" sz="1600" b="0" i="0" u="none" strike="noStrike">
                          <a:solidFill>
                            <a:srgbClr val="000000"/>
                          </a:solidFill>
                          <a:effectLst/>
                          <a:latin typeface="Arial" panose="020B0604020202020204" pitchFamily="34" charset="0"/>
                          <a:ea typeface="等线" panose="02010600030101010101" pitchFamily="2" charset="-122"/>
                        </a:rPr>
                        <a:t>/</a:t>
                      </a:r>
                    </a:p>
                  </a:txBody>
                  <a:tcPr marL="9525" marR="9525" marT="9525" marB="0" anchor="ctr"/>
                </a:tc>
                <a:tc>
                  <a:txBody>
                    <a:bodyPr/>
                    <a:lstStyle/>
                    <a:p>
                      <a:pPr algn="ctr" fontAlgn="ctr"/>
                      <a:r>
                        <a:rPr lang="en-US" sz="1600" b="0" i="0" u="none" strike="noStrike">
                          <a:solidFill>
                            <a:srgbClr val="000000"/>
                          </a:solidFill>
                          <a:effectLst/>
                          <a:latin typeface="Arial" panose="020B0604020202020204" pitchFamily="34" charset="0"/>
                          <a:ea typeface="等线" panose="02010600030101010101" pitchFamily="2" charset="-122"/>
                        </a:rPr>
                        <a:t>20MIN</a:t>
                      </a:r>
                    </a:p>
                  </a:txBody>
                  <a:tcPr marL="9525" marR="9525" marT="9525" marB="0" anchor="ctr"/>
                </a:tc>
                <a:tc>
                  <a:txBody>
                    <a:bodyPr/>
                    <a:lstStyle/>
                    <a:p>
                      <a:pPr algn="ctr" fontAlgn="ctr"/>
                      <a:r>
                        <a:rPr lang="en-US" altLang="zh-CN" sz="1600" b="0" i="0" u="none" strike="noStrike">
                          <a:solidFill>
                            <a:srgbClr val="000000"/>
                          </a:solidFill>
                          <a:effectLst/>
                          <a:latin typeface="Arial" panose="020B0604020202020204" pitchFamily="34" charset="0"/>
                          <a:ea typeface="等线" panose="02010600030101010101" pitchFamily="2" charset="-122"/>
                        </a:rPr>
                        <a:t>42.98~45.99</a:t>
                      </a:r>
                    </a:p>
                  </a:txBody>
                  <a:tcPr marL="9525" marR="9525" marT="9525" marB="0" anchor="ctr"/>
                </a:tc>
                <a:tc>
                  <a:txBody>
                    <a:bodyPr/>
                    <a:lstStyle/>
                    <a:p>
                      <a:pPr algn="ctr" fontAlgn="ctr"/>
                      <a:r>
                        <a:rPr lang="en-US" sz="1600" b="0" i="0" u="none" strike="noStrike">
                          <a:solidFill>
                            <a:srgbClr val="000000"/>
                          </a:solidFill>
                          <a:effectLst/>
                          <a:latin typeface="Arial" panose="020B0604020202020204" pitchFamily="34" charset="0"/>
                          <a:ea typeface="等线" panose="02010600030101010101" pitchFamily="2" charset="-122"/>
                        </a:rPr>
                        <a:t>Zinc:6-14</a:t>
                      </a:r>
                    </a:p>
                  </a:txBody>
                  <a:tcPr marL="9525" marR="9525" marT="9525" marB="0" anchor="ctr"/>
                </a:tc>
                <a:extLst>
                  <a:ext uri="{0D108BD9-81ED-4DB2-BD59-A6C34878D82A}">
                    <a16:rowId xmlns:a16="http://schemas.microsoft.com/office/drawing/2014/main" val="1743860828"/>
                  </a:ext>
                </a:extLst>
              </a:tr>
              <a:tr h="406114">
                <a:tc>
                  <a:txBody>
                    <a:bodyPr/>
                    <a:lstStyle/>
                    <a:p>
                      <a:pPr algn="ctr" fontAlgn="ctr"/>
                      <a:r>
                        <a:rPr lang="en-US" altLang="zh-CN" sz="1600" u="none" strike="noStrike" dirty="0">
                          <a:effectLst/>
                          <a:latin typeface="Arial" panose="020B0604020202020204" pitchFamily="34" charset="0"/>
                          <a:cs typeface="Arial" panose="020B0604020202020204" pitchFamily="34" charset="0"/>
                        </a:rPr>
                        <a:t>25</a:t>
                      </a:r>
                      <a:endParaRPr lang="en-US" altLang="zh-CN" sz="1600" b="0" i="0" u="none" strike="noStrike" dirty="0">
                        <a:solidFill>
                          <a:srgbClr val="000000"/>
                        </a:solidFill>
                        <a:effectLst/>
                        <a:latin typeface="Arial" panose="020B0604020202020204" pitchFamily="34" charset="0"/>
                        <a:ea typeface="微软雅黑" panose="020B0503020204020204" pitchFamily="34" charset="-122"/>
                        <a:cs typeface="Arial" panose="020B0604020202020204" pitchFamily="34" charset="0"/>
                      </a:endParaRPr>
                    </a:p>
                  </a:txBody>
                  <a:tcPr marL="7022" marR="7022" marT="7022" marB="0" anchor="ctr"/>
                </a:tc>
                <a:tc>
                  <a:txBody>
                    <a:bodyPr/>
                    <a:lstStyle/>
                    <a:p>
                      <a:pPr algn="ctr" fontAlgn="ctr"/>
                      <a:r>
                        <a:rPr lang="en-US" altLang="zh-CN" sz="1600" b="0" i="0" u="none" strike="noStrike">
                          <a:solidFill>
                            <a:srgbClr val="000000"/>
                          </a:solidFill>
                          <a:effectLst/>
                          <a:latin typeface="Arial" panose="020B0604020202020204" pitchFamily="34" charset="0"/>
                          <a:ea typeface="等线" panose="02010600030101010101" pitchFamily="2" charset="-122"/>
                        </a:rPr>
                        <a:t>160-05855</a:t>
                      </a:r>
                    </a:p>
                  </a:txBody>
                  <a:tcPr marL="9525" marR="9525" marT="9525" marB="0" anchor="ctr"/>
                </a:tc>
                <a:tc>
                  <a:txBody>
                    <a:bodyPr/>
                    <a:lstStyle/>
                    <a:p>
                      <a:pPr algn="ctr" fontAlgn="ctr"/>
                      <a:r>
                        <a:rPr lang="en-US" altLang="zh-CN" sz="1600" b="0" i="0" u="none" strike="noStrike" dirty="0">
                          <a:solidFill>
                            <a:srgbClr val="000000"/>
                          </a:solidFill>
                          <a:effectLst/>
                          <a:latin typeface="Arial" panose="020B0604020202020204" pitchFamily="34" charset="0"/>
                          <a:ea typeface="等线" panose="02010600030101010101" pitchFamily="2" charset="-122"/>
                        </a:rPr>
                        <a:t>4.7</a:t>
                      </a:r>
                    </a:p>
                  </a:txBody>
                  <a:tcPr marL="9525" marR="9525" marT="9525" marB="0" anchor="ctr"/>
                </a:tc>
                <a:tc>
                  <a:txBody>
                    <a:bodyPr/>
                    <a:lstStyle/>
                    <a:p>
                      <a:pPr algn="ctr" fontAlgn="ctr"/>
                      <a:r>
                        <a:rPr lang="en-US" altLang="zh-CN" sz="1600" b="0" i="0" u="none" strike="noStrike" dirty="0">
                          <a:solidFill>
                            <a:srgbClr val="000000"/>
                          </a:solidFill>
                          <a:effectLst/>
                          <a:latin typeface="Arial" panose="020B0604020202020204" pitchFamily="34" charset="0"/>
                          <a:ea typeface="等线" panose="02010600030101010101" pitchFamily="2" charset="-122"/>
                        </a:rPr>
                        <a:t>6.2</a:t>
                      </a:r>
                    </a:p>
                  </a:txBody>
                  <a:tcPr marL="9525" marR="9525" marT="9525" marB="0" anchor="ctr"/>
                </a:tc>
                <a:tc>
                  <a:txBody>
                    <a:bodyPr/>
                    <a:lstStyle/>
                    <a:p>
                      <a:pPr algn="ctr" fontAlgn="ctr"/>
                      <a:r>
                        <a:rPr lang="en-US" altLang="zh-CN" sz="1600" b="0" i="0" u="none" strike="noStrike" dirty="0">
                          <a:solidFill>
                            <a:srgbClr val="000000"/>
                          </a:solidFill>
                          <a:effectLst/>
                          <a:latin typeface="Arial" panose="020B0604020202020204" pitchFamily="34" charset="0"/>
                          <a:ea typeface="等线" panose="02010600030101010101" pitchFamily="2" charset="-122"/>
                        </a:rPr>
                        <a:t>1.15</a:t>
                      </a:r>
                    </a:p>
                  </a:txBody>
                  <a:tcPr marL="9525" marR="9525" marT="9525" marB="0" anchor="ctr"/>
                </a:tc>
                <a:tc>
                  <a:txBody>
                    <a:bodyPr/>
                    <a:lstStyle/>
                    <a:p>
                      <a:pPr marL="0" marR="0" indent="0" algn="ctr" defTabSz="821530" eaLnBrk="1" fontAlgn="ctr" latinLnBrk="0" hangingPunct="1">
                        <a:lnSpc>
                          <a:spcPct val="100000"/>
                        </a:lnSpc>
                        <a:spcBef>
                          <a:spcPts val="0"/>
                        </a:spcBef>
                        <a:spcAft>
                          <a:spcPts val="0"/>
                        </a:spcAft>
                        <a:buClrTx/>
                        <a:buSzTx/>
                        <a:buFontTx/>
                        <a:buNone/>
                        <a:tabLst/>
                        <a:defRPr/>
                      </a:pPr>
                      <a:r>
                        <a:rPr lang="en-US" altLang="zh-CN" sz="1600" b="0" i="0" u="none" strike="noStrike" cap="none" spc="0" baseline="0" dirty="0">
                          <a:ln>
                            <a:noFill/>
                          </a:ln>
                          <a:solidFill>
                            <a:srgbClr val="000000"/>
                          </a:solidFill>
                          <a:effectLst/>
                          <a:uFillTx/>
                          <a:latin typeface="Arial" panose="020B0604020202020204" pitchFamily="34" charset="0"/>
                          <a:ea typeface="等线" panose="02010600030101010101" pitchFamily="2" charset="-122"/>
                          <a:cs typeface="+mn-cs"/>
                          <a:sym typeface="Helvetica Neue Light"/>
                        </a:rPr>
                        <a:t>3.95</a:t>
                      </a:r>
                      <a:r>
                        <a:rPr lang="el-GR" altLang="zh-CN" sz="1600" b="0" i="0" u="none" strike="noStrike" cap="none" spc="0" baseline="0" dirty="0">
                          <a:ln>
                            <a:noFill/>
                          </a:ln>
                          <a:solidFill>
                            <a:srgbClr val="000000"/>
                          </a:solidFill>
                          <a:effectLst/>
                          <a:uFillTx/>
                          <a:latin typeface="Arial" panose="020B0604020202020204" pitchFamily="34" charset="0"/>
                          <a:ea typeface="等线" panose="02010600030101010101" pitchFamily="2" charset="-122"/>
                          <a:cs typeface="+mn-cs"/>
                          <a:sym typeface="Helvetica Neue Light"/>
                        </a:rPr>
                        <a:t>~</a:t>
                      </a:r>
                      <a:r>
                        <a:rPr lang="en-US" altLang="zh-CN" sz="1600" b="0" i="0" u="none" strike="noStrike" cap="none" spc="0" baseline="0" dirty="0">
                          <a:ln>
                            <a:noFill/>
                          </a:ln>
                          <a:solidFill>
                            <a:srgbClr val="000000"/>
                          </a:solidFill>
                          <a:effectLst/>
                          <a:uFillTx/>
                          <a:latin typeface="Arial" panose="020B0604020202020204" pitchFamily="34" charset="0"/>
                          <a:ea typeface="等线" panose="02010600030101010101" pitchFamily="2" charset="-122"/>
                          <a:cs typeface="+mn-cs"/>
                          <a:sym typeface="Helvetica Neue Light"/>
                        </a:rPr>
                        <a:t>4.63</a:t>
                      </a:r>
                    </a:p>
                  </a:txBody>
                  <a:tcPr marL="9525" marR="9525" marT="9525" marB="0" anchor="ctr"/>
                </a:tc>
                <a:tc>
                  <a:txBody>
                    <a:bodyPr/>
                    <a:lstStyle/>
                    <a:p>
                      <a:pPr algn="ctr" fontAlgn="ctr"/>
                      <a:r>
                        <a:rPr lang="el-GR" sz="1600" b="0" i="0" u="none" strike="noStrike" dirty="0">
                          <a:solidFill>
                            <a:srgbClr val="000000"/>
                          </a:solidFill>
                          <a:effectLst/>
                          <a:latin typeface="微软雅黑" panose="020B0503020204020204" pitchFamily="34" charset="-122"/>
                          <a:ea typeface="微软雅黑" panose="020B0503020204020204" pitchFamily="34" charset="-122"/>
                        </a:rPr>
                        <a:t>160° Θ</a:t>
                      </a:r>
                      <a:r>
                        <a:rPr lang="en-US" sz="1600" b="0" i="0" u="none" strike="noStrike" dirty="0">
                          <a:solidFill>
                            <a:srgbClr val="000000"/>
                          </a:solidFill>
                          <a:effectLst/>
                          <a:latin typeface="微软雅黑" panose="020B0503020204020204" pitchFamily="34" charset="-122"/>
                          <a:ea typeface="微软雅黑" panose="020B0503020204020204" pitchFamily="34" charset="-122"/>
                        </a:rPr>
                        <a:t>YZ</a:t>
                      </a:r>
                    </a:p>
                  </a:txBody>
                  <a:tcPr marL="9525" marR="9525" marT="9525" marB="0" anchor="ctr"/>
                </a:tc>
                <a:tc>
                  <a:txBody>
                    <a:bodyPr/>
                    <a:lstStyle/>
                    <a:p>
                      <a:pPr marL="0" marR="0" lvl="0" indent="0" algn="ctr" defTabSz="821530" eaLnBrk="1" fontAlgn="ctr" latinLnBrk="0" hangingPunct="1">
                        <a:lnSpc>
                          <a:spcPct val="100000"/>
                        </a:lnSpc>
                        <a:spcBef>
                          <a:spcPts val="0"/>
                        </a:spcBef>
                        <a:spcAft>
                          <a:spcPts val="0"/>
                        </a:spcAft>
                        <a:buClrTx/>
                        <a:buSzTx/>
                        <a:buFontTx/>
                        <a:buNone/>
                        <a:tabLst/>
                        <a:defRPr/>
                      </a:pPr>
                      <a:r>
                        <a:rPr kumimoji="0" lang="en-US" altLang="zh-CN" sz="1600" b="0" i="0" u="none" strike="noStrike" kern="0" cap="none" spc="0" normalizeH="0" baseline="0" noProof="0">
                          <a:ln>
                            <a:noFill/>
                          </a:ln>
                          <a:solidFill>
                            <a:srgbClr val="000000"/>
                          </a:solidFill>
                          <a:effectLst/>
                          <a:uLnTx/>
                          <a:uFillTx/>
                          <a:latin typeface="Arial" panose="020B0604020202020204" pitchFamily="34" charset="0"/>
                          <a:ea typeface="等线" panose="02010600030101010101" pitchFamily="2" charset="-122"/>
                          <a:cs typeface="Helvetica Neue"/>
                          <a:sym typeface="Helvetica Neue Light"/>
                        </a:rPr>
                        <a:t>0.2</a:t>
                      </a:r>
                      <a:r>
                        <a:rPr kumimoji="0" lang="zh-CN" altLang="en-US" sz="1600" b="0" i="0" u="none" strike="noStrike" kern="0" cap="none" spc="0" normalizeH="0" baseline="0" noProof="0">
                          <a:ln>
                            <a:noFill/>
                          </a:ln>
                          <a:solidFill>
                            <a:srgbClr val="000000"/>
                          </a:solidFill>
                          <a:effectLst/>
                          <a:uLnTx/>
                          <a:uFillTx/>
                          <a:latin typeface="Arial" panose="020B0604020202020204" pitchFamily="34" charset="0"/>
                          <a:ea typeface="等线" panose="02010600030101010101" pitchFamily="2" charset="-122"/>
                          <a:cs typeface="Helvetica Neue"/>
                          <a:sym typeface="Helvetica Neue Light"/>
                        </a:rPr>
                        <a:t> </a:t>
                      </a:r>
                      <a:r>
                        <a:rPr kumimoji="0" lang="en-US" altLang="zh-CN" sz="1600" b="0" i="0" u="none" strike="noStrike" kern="0" cap="none" spc="0" normalizeH="0" baseline="0" noProof="0">
                          <a:ln>
                            <a:noFill/>
                          </a:ln>
                          <a:solidFill>
                            <a:srgbClr val="000000"/>
                          </a:solidFill>
                          <a:effectLst/>
                          <a:uLnTx/>
                          <a:uFillTx/>
                          <a:latin typeface="Arial" panose="020B0604020202020204" pitchFamily="34" charset="0"/>
                          <a:ea typeface="等线" panose="02010600030101010101" pitchFamily="2" charset="-122"/>
                          <a:cs typeface="Helvetica Neue"/>
                          <a:sym typeface="Helvetica Neue Light"/>
                        </a:rPr>
                        <a:t>+0.1/-0.08</a:t>
                      </a:r>
                      <a:endParaRPr kumimoji="0" lang="en-US" altLang="zh-CN" sz="1600" b="0" i="0" u="none" strike="noStrike" kern="0" cap="none" spc="0" normalizeH="0" baseline="0" noProof="0" dirty="0">
                        <a:ln>
                          <a:noFill/>
                        </a:ln>
                        <a:solidFill>
                          <a:srgbClr val="000000"/>
                        </a:solidFill>
                        <a:effectLst/>
                        <a:uLnTx/>
                        <a:uFillTx/>
                        <a:latin typeface="Arial" panose="020B0604020202020204" pitchFamily="34" charset="0"/>
                        <a:ea typeface="等线" panose="02010600030101010101" pitchFamily="2" charset="-122"/>
                        <a:cs typeface="Helvetica Neue"/>
                        <a:sym typeface="Helvetica Neue Light"/>
                      </a:endParaRPr>
                    </a:p>
                  </a:txBody>
                  <a:tcPr marL="9525" marR="9525" marT="9525" marB="0" anchor="ctr"/>
                </a:tc>
                <a:tc>
                  <a:txBody>
                    <a:bodyPr/>
                    <a:lstStyle/>
                    <a:p>
                      <a:pPr algn="ctr" fontAlgn="ctr"/>
                      <a:r>
                        <a:rPr lang="en-US" altLang="zh-CN" sz="1600" b="0" i="0" u="none" strike="noStrike">
                          <a:solidFill>
                            <a:srgbClr val="000000"/>
                          </a:solidFill>
                          <a:effectLst/>
                          <a:latin typeface="Arial" panose="020B0604020202020204" pitchFamily="34" charset="0"/>
                          <a:ea typeface="等线" panose="02010600030101010101" pitchFamily="2" charset="-122"/>
                        </a:rPr>
                        <a:t>Max 0.2</a:t>
                      </a:r>
                      <a:endParaRPr lang="en-US" altLang="zh-CN" sz="1600" b="0" i="0" u="none" strike="noStrike" dirty="0">
                        <a:solidFill>
                          <a:srgbClr val="000000"/>
                        </a:solidFill>
                        <a:effectLst/>
                        <a:latin typeface="Arial" panose="020B0604020202020204" pitchFamily="34" charset="0"/>
                        <a:ea typeface="等线" panose="02010600030101010101" pitchFamily="2" charset="-122"/>
                      </a:endParaRPr>
                    </a:p>
                  </a:txBody>
                  <a:tcPr marL="9525" marR="9525" marT="9525" marB="0" anchor="ctr"/>
                </a:tc>
                <a:tc>
                  <a:txBody>
                    <a:bodyPr/>
                    <a:lstStyle/>
                    <a:p>
                      <a:pPr algn="ctr" fontAlgn="ctr"/>
                      <a:r>
                        <a:rPr lang="en-US" sz="1600" b="0" i="0" u="none" strike="noStrike">
                          <a:solidFill>
                            <a:srgbClr val="000000"/>
                          </a:solidFill>
                          <a:effectLst/>
                          <a:latin typeface="Arial" panose="020B0604020202020204" pitchFamily="34" charset="0"/>
                          <a:ea typeface="等线" panose="02010600030101010101" pitchFamily="2" charset="-122"/>
                        </a:rPr>
                        <a:t>N45SH-100RC</a:t>
                      </a:r>
                    </a:p>
                  </a:txBody>
                  <a:tcPr marL="9525" marR="9525" marT="9525" marB="0" anchor="ctr"/>
                </a:tc>
                <a:tc>
                  <a:txBody>
                    <a:bodyPr/>
                    <a:lstStyle/>
                    <a:p>
                      <a:pPr algn="ctr" fontAlgn="ctr"/>
                      <a:r>
                        <a:rPr lang="en-US" altLang="zh-CN" sz="1600" b="0" i="0" u="none" strike="noStrike">
                          <a:solidFill>
                            <a:srgbClr val="000000"/>
                          </a:solidFill>
                          <a:effectLst/>
                          <a:latin typeface="Arial" panose="020B0604020202020204" pitchFamily="34" charset="0"/>
                          <a:ea typeface="等线" panose="02010600030101010101" pitchFamily="2" charset="-122"/>
                        </a:rPr>
                        <a:t>13.2~13.8</a:t>
                      </a:r>
                    </a:p>
                  </a:txBody>
                  <a:tcPr marL="9525" marR="9525" marT="9525" marB="0" anchor="ctr"/>
                </a:tc>
                <a:tc>
                  <a:txBody>
                    <a:bodyPr/>
                    <a:lstStyle/>
                    <a:p>
                      <a:pPr algn="ctr" fontAlgn="ctr"/>
                      <a:r>
                        <a:rPr lang="en-US" altLang="zh-CN" sz="1600" b="0" i="0" u="none" strike="noStrike">
                          <a:solidFill>
                            <a:srgbClr val="000000"/>
                          </a:solidFill>
                          <a:effectLst/>
                          <a:latin typeface="Arial" panose="020B0604020202020204" pitchFamily="34" charset="0"/>
                          <a:ea typeface="等线" panose="02010600030101010101" pitchFamily="2" charset="-122"/>
                        </a:rPr>
                        <a:t>/</a:t>
                      </a:r>
                    </a:p>
                  </a:txBody>
                  <a:tcPr marL="9525" marR="9525" marT="9525" marB="0" anchor="ctr"/>
                </a:tc>
                <a:tc>
                  <a:txBody>
                    <a:bodyPr/>
                    <a:lstStyle/>
                    <a:p>
                      <a:pPr algn="ctr" fontAlgn="ctr"/>
                      <a:r>
                        <a:rPr lang="en-US" sz="1600" b="0" i="0" u="none" strike="noStrike">
                          <a:solidFill>
                            <a:srgbClr val="000000"/>
                          </a:solidFill>
                          <a:effectLst/>
                          <a:latin typeface="Arial" panose="020B0604020202020204" pitchFamily="34" charset="0"/>
                          <a:ea typeface="等线" panose="02010600030101010101" pitchFamily="2" charset="-122"/>
                        </a:rPr>
                        <a:t>20MIN</a:t>
                      </a:r>
                    </a:p>
                  </a:txBody>
                  <a:tcPr marL="9525" marR="9525" marT="9525" marB="0" anchor="ctr"/>
                </a:tc>
                <a:tc>
                  <a:txBody>
                    <a:bodyPr/>
                    <a:lstStyle/>
                    <a:p>
                      <a:pPr algn="ctr" fontAlgn="ctr"/>
                      <a:r>
                        <a:rPr lang="en-US" altLang="zh-CN" sz="1600" b="0" i="0" u="none" strike="noStrike">
                          <a:solidFill>
                            <a:srgbClr val="000000"/>
                          </a:solidFill>
                          <a:effectLst/>
                          <a:latin typeface="Arial" panose="020B0604020202020204" pitchFamily="34" charset="0"/>
                          <a:ea typeface="等线" panose="02010600030101010101" pitchFamily="2" charset="-122"/>
                        </a:rPr>
                        <a:t>42.98~45.99</a:t>
                      </a:r>
                    </a:p>
                  </a:txBody>
                  <a:tcPr marL="9525" marR="9525" marT="9525" marB="0" anchor="ctr"/>
                </a:tc>
                <a:tc>
                  <a:txBody>
                    <a:bodyPr/>
                    <a:lstStyle/>
                    <a:p>
                      <a:pPr algn="ctr" fontAlgn="ctr"/>
                      <a:r>
                        <a:rPr lang="en-US" sz="1600" b="0" i="0" u="none" strike="noStrike">
                          <a:solidFill>
                            <a:srgbClr val="000000"/>
                          </a:solidFill>
                          <a:effectLst/>
                          <a:latin typeface="Arial" panose="020B0604020202020204" pitchFamily="34" charset="0"/>
                          <a:ea typeface="等线" panose="02010600030101010101" pitchFamily="2" charset="-122"/>
                        </a:rPr>
                        <a:t>Zinc:6-14</a:t>
                      </a:r>
                    </a:p>
                  </a:txBody>
                  <a:tcPr marL="9525" marR="9525" marT="9525" marB="0" anchor="ctr"/>
                </a:tc>
                <a:extLst>
                  <a:ext uri="{0D108BD9-81ED-4DB2-BD59-A6C34878D82A}">
                    <a16:rowId xmlns:a16="http://schemas.microsoft.com/office/drawing/2014/main" val="2678168716"/>
                  </a:ext>
                </a:extLst>
              </a:tr>
              <a:tr h="406114">
                <a:tc>
                  <a:txBody>
                    <a:bodyPr/>
                    <a:lstStyle/>
                    <a:p>
                      <a:pPr algn="ctr" fontAlgn="ctr"/>
                      <a:r>
                        <a:rPr lang="en-US" altLang="zh-CN" sz="1600" u="none" strike="noStrike" dirty="0">
                          <a:effectLst/>
                          <a:latin typeface="Arial" panose="020B0604020202020204" pitchFamily="34" charset="0"/>
                          <a:cs typeface="Arial" panose="020B0604020202020204" pitchFamily="34" charset="0"/>
                        </a:rPr>
                        <a:t>26</a:t>
                      </a:r>
                      <a:endParaRPr lang="en-US" altLang="zh-CN" sz="1600" b="0" i="0" u="none" strike="noStrike" dirty="0">
                        <a:solidFill>
                          <a:srgbClr val="000000"/>
                        </a:solidFill>
                        <a:effectLst/>
                        <a:latin typeface="Arial" panose="020B0604020202020204" pitchFamily="34" charset="0"/>
                        <a:ea typeface="微软雅黑" panose="020B0503020204020204" pitchFamily="34" charset="-122"/>
                        <a:cs typeface="Arial" panose="020B0604020202020204" pitchFamily="34" charset="0"/>
                      </a:endParaRPr>
                    </a:p>
                  </a:txBody>
                  <a:tcPr marL="7022" marR="7022" marT="7022" marB="0" anchor="ctr"/>
                </a:tc>
                <a:tc>
                  <a:txBody>
                    <a:bodyPr/>
                    <a:lstStyle/>
                    <a:p>
                      <a:pPr algn="ctr" fontAlgn="ctr"/>
                      <a:r>
                        <a:rPr lang="en-US" altLang="zh-CN" sz="1600" b="0" i="0" u="none" strike="noStrike">
                          <a:solidFill>
                            <a:srgbClr val="000000"/>
                          </a:solidFill>
                          <a:effectLst/>
                          <a:latin typeface="Arial" panose="020B0604020202020204" pitchFamily="34" charset="0"/>
                          <a:ea typeface="等线" panose="02010600030101010101" pitchFamily="2" charset="-122"/>
                        </a:rPr>
                        <a:t>160-05856</a:t>
                      </a:r>
                    </a:p>
                  </a:txBody>
                  <a:tcPr marL="9525" marR="9525" marT="9525" marB="0" anchor="ctr"/>
                </a:tc>
                <a:tc>
                  <a:txBody>
                    <a:bodyPr/>
                    <a:lstStyle/>
                    <a:p>
                      <a:pPr algn="ctr" fontAlgn="ctr"/>
                      <a:r>
                        <a:rPr lang="en-US" altLang="zh-CN" sz="1600" b="0" i="0" u="none" strike="noStrike" dirty="0">
                          <a:solidFill>
                            <a:srgbClr val="000000"/>
                          </a:solidFill>
                          <a:effectLst/>
                          <a:latin typeface="Arial" panose="020B0604020202020204" pitchFamily="34" charset="0"/>
                          <a:ea typeface="等线" panose="02010600030101010101" pitchFamily="2" charset="-122"/>
                        </a:rPr>
                        <a:t>11.2</a:t>
                      </a:r>
                    </a:p>
                  </a:txBody>
                  <a:tcPr marL="9525" marR="9525" marT="9525" marB="0" anchor="ctr"/>
                </a:tc>
                <a:tc>
                  <a:txBody>
                    <a:bodyPr/>
                    <a:lstStyle/>
                    <a:p>
                      <a:pPr algn="ctr" fontAlgn="ctr"/>
                      <a:r>
                        <a:rPr lang="en-US" altLang="zh-CN" sz="1600" b="0" i="0" u="none" strike="noStrike" dirty="0">
                          <a:solidFill>
                            <a:srgbClr val="000000"/>
                          </a:solidFill>
                          <a:effectLst/>
                          <a:latin typeface="Arial" panose="020B0604020202020204" pitchFamily="34" charset="0"/>
                          <a:ea typeface="等线" panose="02010600030101010101" pitchFamily="2" charset="-122"/>
                        </a:rPr>
                        <a:t>6.2</a:t>
                      </a:r>
                    </a:p>
                  </a:txBody>
                  <a:tcPr marL="9525" marR="9525" marT="9525" marB="0" anchor="ctr"/>
                </a:tc>
                <a:tc>
                  <a:txBody>
                    <a:bodyPr/>
                    <a:lstStyle/>
                    <a:p>
                      <a:pPr algn="ctr" fontAlgn="ctr"/>
                      <a:r>
                        <a:rPr lang="en-US" altLang="zh-CN" sz="1600" b="0" i="0" u="none" strike="noStrike" dirty="0">
                          <a:solidFill>
                            <a:srgbClr val="000000"/>
                          </a:solidFill>
                          <a:effectLst/>
                          <a:latin typeface="Arial" panose="020B0604020202020204" pitchFamily="34" charset="0"/>
                          <a:ea typeface="等线" panose="02010600030101010101" pitchFamily="2" charset="-122"/>
                        </a:rPr>
                        <a:t>1.15</a:t>
                      </a:r>
                    </a:p>
                  </a:txBody>
                  <a:tcPr marL="9525" marR="9525" marT="9525" marB="0" anchor="ctr"/>
                </a:tc>
                <a:tc>
                  <a:txBody>
                    <a:bodyPr/>
                    <a:lstStyle/>
                    <a:p>
                      <a:pPr marL="0" marR="0" indent="0" algn="ctr" defTabSz="821530" eaLnBrk="1" fontAlgn="ctr" latinLnBrk="0" hangingPunct="1">
                        <a:lnSpc>
                          <a:spcPct val="100000"/>
                        </a:lnSpc>
                        <a:spcBef>
                          <a:spcPts val="0"/>
                        </a:spcBef>
                        <a:spcAft>
                          <a:spcPts val="0"/>
                        </a:spcAft>
                        <a:buClrTx/>
                        <a:buSzTx/>
                        <a:buFontTx/>
                        <a:buNone/>
                        <a:tabLst/>
                        <a:defRPr/>
                      </a:pPr>
                      <a:r>
                        <a:rPr lang="en-US" altLang="zh-CN" sz="1600" b="0" i="0" u="none" strike="noStrike" cap="none" spc="0" baseline="0" dirty="0">
                          <a:ln>
                            <a:noFill/>
                          </a:ln>
                          <a:solidFill>
                            <a:srgbClr val="000000"/>
                          </a:solidFill>
                          <a:effectLst/>
                          <a:uFillTx/>
                          <a:latin typeface="Arial" panose="020B0604020202020204" pitchFamily="34" charset="0"/>
                          <a:ea typeface="等线" panose="02010600030101010101" pitchFamily="2" charset="-122"/>
                          <a:cs typeface="+mn-cs"/>
                          <a:sym typeface="Helvetica Neue Light"/>
                        </a:rPr>
                        <a:t>9.45</a:t>
                      </a:r>
                      <a:r>
                        <a:rPr lang="el-GR" altLang="zh-CN" sz="1600" b="0" i="0" u="none" strike="noStrike" cap="none" spc="0" baseline="0" dirty="0">
                          <a:ln>
                            <a:noFill/>
                          </a:ln>
                          <a:solidFill>
                            <a:srgbClr val="000000"/>
                          </a:solidFill>
                          <a:effectLst/>
                          <a:uFillTx/>
                          <a:latin typeface="Arial" panose="020B0604020202020204" pitchFamily="34" charset="0"/>
                          <a:ea typeface="等线" panose="02010600030101010101" pitchFamily="2" charset="-122"/>
                          <a:cs typeface="+mn-cs"/>
                          <a:sym typeface="Helvetica Neue Light"/>
                        </a:rPr>
                        <a:t>~</a:t>
                      </a:r>
                      <a:r>
                        <a:rPr lang="en-US" altLang="zh-CN" sz="1600" b="0" i="0" u="none" strike="noStrike" cap="none" spc="0" baseline="0" dirty="0">
                          <a:ln>
                            <a:noFill/>
                          </a:ln>
                          <a:solidFill>
                            <a:srgbClr val="000000"/>
                          </a:solidFill>
                          <a:effectLst/>
                          <a:uFillTx/>
                          <a:latin typeface="Arial" panose="020B0604020202020204" pitchFamily="34" charset="0"/>
                          <a:ea typeface="等线" panose="02010600030101010101" pitchFamily="2" charset="-122"/>
                          <a:cs typeface="+mn-cs"/>
                          <a:sym typeface="Helvetica Neue Light"/>
                        </a:rPr>
                        <a:t>11.09</a:t>
                      </a:r>
                    </a:p>
                  </a:txBody>
                  <a:tcPr marL="9525" marR="9525" marT="9525" marB="0" anchor="ctr"/>
                </a:tc>
                <a:tc>
                  <a:txBody>
                    <a:bodyPr/>
                    <a:lstStyle/>
                    <a:p>
                      <a:pPr algn="ctr" fontAlgn="ctr"/>
                      <a:r>
                        <a:rPr lang="el-GR" sz="1600" b="0" i="0" u="none" strike="noStrike" dirty="0">
                          <a:solidFill>
                            <a:srgbClr val="000000"/>
                          </a:solidFill>
                          <a:effectLst/>
                          <a:latin typeface="微软雅黑" panose="020B0503020204020204" pitchFamily="34" charset="-122"/>
                          <a:ea typeface="微软雅黑" panose="020B0503020204020204" pitchFamily="34" charset="-122"/>
                        </a:rPr>
                        <a:t>160° Θ</a:t>
                      </a:r>
                      <a:r>
                        <a:rPr lang="en-US" sz="1600" b="0" i="0" u="none" strike="noStrike" dirty="0">
                          <a:solidFill>
                            <a:srgbClr val="000000"/>
                          </a:solidFill>
                          <a:effectLst/>
                          <a:latin typeface="微软雅黑" panose="020B0503020204020204" pitchFamily="34" charset="-122"/>
                          <a:ea typeface="微软雅黑" panose="020B0503020204020204" pitchFamily="34" charset="-122"/>
                        </a:rPr>
                        <a:t>YZ</a:t>
                      </a:r>
                    </a:p>
                  </a:txBody>
                  <a:tcPr marL="9525" marR="9525" marT="9525" marB="0" anchor="ctr"/>
                </a:tc>
                <a:tc>
                  <a:txBody>
                    <a:bodyPr/>
                    <a:lstStyle/>
                    <a:p>
                      <a:pPr marL="0" marR="0" lvl="0" indent="0" algn="ctr" defTabSz="821530" eaLnBrk="1" fontAlgn="ctr" latinLnBrk="0" hangingPunct="1">
                        <a:lnSpc>
                          <a:spcPct val="100000"/>
                        </a:lnSpc>
                        <a:spcBef>
                          <a:spcPts val="0"/>
                        </a:spcBef>
                        <a:spcAft>
                          <a:spcPts val="0"/>
                        </a:spcAft>
                        <a:buClrTx/>
                        <a:buSzTx/>
                        <a:buFontTx/>
                        <a:buNone/>
                        <a:tabLst/>
                        <a:defRPr/>
                      </a:pPr>
                      <a:r>
                        <a:rPr kumimoji="0" lang="en-US" altLang="zh-CN" sz="1600" b="0" i="0" u="none" strike="noStrike" kern="0" cap="none" spc="0" normalizeH="0" baseline="0" noProof="0" dirty="0">
                          <a:ln>
                            <a:noFill/>
                          </a:ln>
                          <a:solidFill>
                            <a:srgbClr val="000000"/>
                          </a:solidFill>
                          <a:effectLst/>
                          <a:uLnTx/>
                          <a:uFillTx/>
                          <a:latin typeface="Arial" panose="020B0604020202020204" pitchFamily="34" charset="0"/>
                          <a:ea typeface="等线" panose="02010600030101010101" pitchFamily="2" charset="-122"/>
                          <a:cs typeface="Helvetica Neue"/>
                          <a:sym typeface="Helvetica Neue Light"/>
                        </a:rPr>
                        <a:t>0.2</a:t>
                      </a:r>
                      <a:r>
                        <a:rPr kumimoji="0" lang="zh-CN" altLang="en-US" sz="1600" b="0" i="0" u="none" strike="noStrike" kern="0" cap="none" spc="0" normalizeH="0" baseline="0" noProof="0" dirty="0">
                          <a:ln>
                            <a:noFill/>
                          </a:ln>
                          <a:solidFill>
                            <a:srgbClr val="000000"/>
                          </a:solidFill>
                          <a:effectLst/>
                          <a:uLnTx/>
                          <a:uFillTx/>
                          <a:latin typeface="Arial" panose="020B0604020202020204" pitchFamily="34" charset="0"/>
                          <a:ea typeface="等线" panose="02010600030101010101" pitchFamily="2" charset="-122"/>
                          <a:cs typeface="Helvetica Neue"/>
                          <a:sym typeface="Helvetica Neue Light"/>
                        </a:rPr>
                        <a:t> </a:t>
                      </a:r>
                      <a:r>
                        <a:rPr kumimoji="0" lang="en-US" altLang="zh-CN" sz="1600" b="0" i="0" u="none" strike="noStrike" kern="0" cap="none" spc="0" normalizeH="0" baseline="0" noProof="0" dirty="0">
                          <a:ln>
                            <a:noFill/>
                          </a:ln>
                          <a:solidFill>
                            <a:srgbClr val="000000"/>
                          </a:solidFill>
                          <a:effectLst/>
                          <a:uLnTx/>
                          <a:uFillTx/>
                          <a:latin typeface="Arial" panose="020B0604020202020204" pitchFamily="34" charset="0"/>
                          <a:ea typeface="等线" panose="02010600030101010101" pitchFamily="2" charset="-122"/>
                          <a:cs typeface="Helvetica Neue"/>
                          <a:sym typeface="Helvetica Neue Light"/>
                        </a:rPr>
                        <a:t>+0.1/-0.08</a:t>
                      </a:r>
                    </a:p>
                  </a:txBody>
                  <a:tcPr marL="9525" marR="9525" marT="9525" marB="0" anchor="ctr"/>
                </a:tc>
                <a:tc>
                  <a:txBody>
                    <a:bodyPr/>
                    <a:lstStyle/>
                    <a:p>
                      <a:pPr algn="ctr" fontAlgn="ctr"/>
                      <a:r>
                        <a:rPr lang="en-US" altLang="zh-CN" sz="1600" b="0" i="0" u="none" strike="noStrike" dirty="0">
                          <a:solidFill>
                            <a:srgbClr val="000000"/>
                          </a:solidFill>
                          <a:effectLst/>
                          <a:latin typeface="Arial" panose="020B0604020202020204" pitchFamily="34" charset="0"/>
                          <a:ea typeface="等线" panose="02010600030101010101" pitchFamily="2" charset="-122"/>
                        </a:rPr>
                        <a:t>Max 0.2</a:t>
                      </a:r>
                    </a:p>
                  </a:txBody>
                  <a:tcPr marL="9525" marR="9525" marT="9525" marB="0" anchor="ctr"/>
                </a:tc>
                <a:tc>
                  <a:txBody>
                    <a:bodyPr/>
                    <a:lstStyle/>
                    <a:p>
                      <a:pPr algn="ctr" fontAlgn="ctr"/>
                      <a:r>
                        <a:rPr lang="en-US" sz="1600" b="0" i="0" u="none" strike="noStrike">
                          <a:solidFill>
                            <a:srgbClr val="000000"/>
                          </a:solidFill>
                          <a:effectLst/>
                          <a:latin typeface="Arial" panose="020B0604020202020204" pitchFamily="34" charset="0"/>
                          <a:ea typeface="等线" panose="02010600030101010101" pitchFamily="2" charset="-122"/>
                        </a:rPr>
                        <a:t>N45SH-100RC</a:t>
                      </a:r>
                    </a:p>
                  </a:txBody>
                  <a:tcPr marL="9525" marR="9525" marT="9525" marB="0" anchor="ctr"/>
                </a:tc>
                <a:tc>
                  <a:txBody>
                    <a:bodyPr/>
                    <a:lstStyle/>
                    <a:p>
                      <a:pPr algn="ctr" fontAlgn="ctr"/>
                      <a:r>
                        <a:rPr lang="en-US" altLang="zh-CN" sz="1600" b="0" i="0" u="none" strike="noStrike">
                          <a:solidFill>
                            <a:srgbClr val="000000"/>
                          </a:solidFill>
                          <a:effectLst/>
                          <a:latin typeface="Arial" panose="020B0604020202020204" pitchFamily="34" charset="0"/>
                          <a:ea typeface="等线" panose="02010600030101010101" pitchFamily="2" charset="-122"/>
                        </a:rPr>
                        <a:t>13.2~13.8</a:t>
                      </a:r>
                    </a:p>
                  </a:txBody>
                  <a:tcPr marL="9525" marR="9525" marT="9525" marB="0" anchor="ctr"/>
                </a:tc>
                <a:tc>
                  <a:txBody>
                    <a:bodyPr/>
                    <a:lstStyle/>
                    <a:p>
                      <a:pPr algn="ctr" fontAlgn="ctr"/>
                      <a:r>
                        <a:rPr lang="en-US" altLang="zh-CN" sz="1600" b="0" i="0" u="none" strike="noStrike">
                          <a:solidFill>
                            <a:srgbClr val="000000"/>
                          </a:solidFill>
                          <a:effectLst/>
                          <a:latin typeface="Arial" panose="020B0604020202020204" pitchFamily="34" charset="0"/>
                          <a:ea typeface="等线" panose="02010600030101010101" pitchFamily="2" charset="-122"/>
                        </a:rPr>
                        <a:t>/</a:t>
                      </a:r>
                    </a:p>
                  </a:txBody>
                  <a:tcPr marL="9525" marR="9525" marT="9525" marB="0" anchor="ctr"/>
                </a:tc>
                <a:tc>
                  <a:txBody>
                    <a:bodyPr/>
                    <a:lstStyle/>
                    <a:p>
                      <a:pPr algn="ctr" fontAlgn="ctr"/>
                      <a:r>
                        <a:rPr lang="en-US" sz="1600" b="0" i="0" u="none" strike="noStrike">
                          <a:solidFill>
                            <a:srgbClr val="000000"/>
                          </a:solidFill>
                          <a:effectLst/>
                          <a:latin typeface="Arial" panose="020B0604020202020204" pitchFamily="34" charset="0"/>
                          <a:ea typeface="等线" panose="02010600030101010101" pitchFamily="2" charset="-122"/>
                        </a:rPr>
                        <a:t>20MIN</a:t>
                      </a:r>
                    </a:p>
                  </a:txBody>
                  <a:tcPr marL="9525" marR="9525" marT="9525" marB="0" anchor="ctr"/>
                </a:tc>
                <a:tc>
                  <a:txBody>
                    <a:bodyPr/>
                    <a:lstStyle/>
                    <a:p>
                      <a:pPr algn="ctr" fontAlgn="ctr"/>
                      <a:r>
                        <a:rPr lang="en-US" altLang="zh-CN" sz="1600" b="0" i="0" u="none" strike="noStrike">
                          <a:solidFill>
                            <a:srgbClr val="000000"/>
                          </a:solidFill>
                          <a:effectLst/>
                          <a:latin typeface="Arial" panose="020B0604020202020204" pitchFamily="34" charset="0"/>
                          <a:ea typeface="等线" panose="02010600030101010101" pitchFamily="2" charset="-122"/>
                        </a:rPr>
                        <a:t>42.98~45.99</a:t>
                      </a:r>
                    </a:p>
                  </a:txBody>
                  <a:tcPr marL="9525" marR="9525" marT="9525" marB="0" anchor="ctr"/>
                </a:tc>
                <a:tc>
                  <a:txBody>
                    <a:bodyPr/>
                    <a:lstStyle/>
                    <a:p>
                      <a:pPr algn="ctr" fontAlgn="ctr"/>
                      <a:r>
                        <a:rPr lang="en-US" sz="1600" b="0" i="0" u="none" strike="noStrike" dirty="0">
                          <a:solidFill>
                            <a:srgbClr val="000000"/>
                          </a:solidFill>
                          <a:effectLst/>
                          <a:latin typeface="Arial" panose="020B0604020202020204" pitchFamily="34" charset="0"/>
                          <a:ea typeface="等线" panose="02010600030101010101" pitchFamily="2" charset="-122"/>
                        </a:rPr>
                        <a:t>Zinc:6-14</a:t>
                      </a:r>
                    </a:p>
                  </a:txBody>
                  <a:tcPr marL="9525" marR="9525" marT="9525" marB="0" anchor="ctr"/>
                </a:tc>
                <a:extLst>
                  <a:ext uri="{0D108BD9-81ED-4DB2-BD59-A6C34878D82A}">
                    <a16:rowId xmlns:a16="http://schemas.microsoft.com/office/drawing/2014/main" val="1898391754"/>
                  </a:ext>
                </a:extLst>
              </a:tr>
            </a:tbl>
          </a:graphicData>
        </a:graphic>
      </p:graphicFrame>
    </p:spTree>
    <p:extLst>
      <p:ext uri="{BB962C8B-B14F-4D97-AF65-F5344CB8AC3E}">
        <p14:creationId xmlns:p14="http://schemas.microsoft.com/office/powerpoint/2010/main" val="1710765179"/>
      </p:ext>
    </p:extLst>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2"/>
          </p:nvPr>
        </p:nvSpPr>
        <p:spPr>
          <a:xfrm>
            <a:off x="12024401" y="13238330"/>
            <a:ext cx="466267" cy="477670"/>
          </a:xfrm>
        </p:spPr>
        <p:txBody>
          <a:bodyPr/>
          <a:lstStyle/>
          <a:p>
            <a:fld id="{86CB4B4D-7CA3-9044-876B-883B54F8677D}" type="slidenum">
              <a:rPr lang="en-US" altLang="zh-CN" smtClean="0"/>
              <a:t>4</a:t>
            </a:fld>
            <a:endParaRPr lang="zh-CN" altLang="en-US" dirty="0"/>
          </a:p>
        </p:txBody>
      </p:sp>
      <p:sp>
        <p:nvSpPr>
          <p:cNvPr id="6" name="MTD | X1335 Content 160-02017-05 (Series)"/>
          <p:cNvSpPr txBox="1">
            <a:spLocks/>
          </p:cNvSpPr>
          <p:nvPr/>
        </p:nvSpPr>
        <p:spPr>
          <a:xfrm>
            <a:off x="771525" y="889462"/>
            <a:ext cx="10988675" cy="762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chor="ctr">
            <a:noAutofit/>
          </a:bodyPr>
          <a:lstStyle>
            <a:lvl1pPr marL="0" marR="0" indent="0" algn="ctr" defTabSz="821530" rtl="0" latinLnBrk="0">
              <a:lnSpc>
                <a:spcPct val="100000"/>
              </a:lnSpc>
              <a:spcBef>
                <a:spcPts val="0"/>
              </a:spcBef>
              <a:spcAft>
                <a:spcPts val="0"/>
              </a:spcAft>
              <a:buClrTx/>
              <a:buSzTx/>
              <a:buFontTx/>
              <a:buNone/>
              <a:tabLst/>
              <a:defRPr sz="11200" b="0" i="0" u="none" strike="noStrike" cap="none" spc="0" baseline="0">
                <a:ln>
                  <a:noFill/>
                </a:ln>
                <a:solidFill>
                  <a:srgbClr val="000000"/>
                </a:solidFill>
                <a:uFillTx/>
                <a:latin typeface="+mj-lt"/>
                <a:ea typeface="+mj-ea"/>
                <a:cs typeface="+mj-cs"/>
                <a:sym typeface="Helvetica Neue Medium"/>
              </a:defRPr>
            </a:lvl1pPr>
            <a:lvl2pPr marL="0" marR="0" indent="0" algn="ctr" defTabSz="821530" rtl="0" latinLnBrk="0">
              <a:lnSpc>
                <a:spcPct val="100000"/>
              </a:lnSpc>
              <a:spcBef>
                <a:spcPts val="0"/>
              </a:spcBef>
              <a:spcAft>
                <a:spcPts val="0"/>
              </a:spcAft>
              <a:buClrTx/>
              <a:buSzTx/>
              <a:buFontTx/>
              <a:buNone/>
              <a:tabLst/>
              <a:defRPr sz="11200" b="0" i="0" u="none" strike="noStrike" cap="none" spc="0" baseline="0">
                <a:ln>
                  <a:noFill/>
                </a:ln>
                <a:solidFill>
                  <a:srgbClr val="000000"/>
                </a:solidFill>
                <a:uFillTx/>
                <a:latin typeface="+mj-lt"/>
                <a:ea typeface="+mj-ea"/>
                <a:cs typeface="+mj-cs"/>
                <a:sym typeface="Helvetica Neue Medium"/>
              </a:defRPr>
            </a:lvl2pPr>
            <a:lvl3pPr marL="0" marR="0" indent="0" algn="ctr" defTabSz="821530" rtl="0" latinLnBrk="0">
              <a:lnSpc>
                <a:spcPct val="100000"/>
              </a:lnSpc>
              <a:spcBef>
                <a:spcPts val="0"/>
              </a:spcBef>
              <a:spcAft>
                <a:spcPts val="0"/>
              </a:spcAft>
              <a:buClrTx/>
              <a:buSzTx/>
              <a:buFontTx/>
              <a:buNone/>
              <a:tabLst/>
              <a:defRPr sz="11200" b="0" i="0" u="none" strike="noStrike" cap="none" spc="0" baseline="0">
                <a:ln>
                  <a:noFill/>
                </a:ln>
                <a:solidFill>
                  <a:srgbClr val="000000"/>
                </a:solidFill>
                <a:uFillTx/>
                <a:latin typeface="+mj-lt"/>
                <a:ea typeface="+mj-ea"/>
                <a:cs typeface="+mj-cs"/>
                <a:sym typeface="Helvetica Neue Medium"/>
              </a:defRPr>
            </a:lvl3pPr>
            <a:lvl4pPr marL="0" marR="0" indent="0" algn="ctr" defTabSz="821530" rtl="0" latinLnBrk="0">
              <a:lnSpc>
                <a:spcPct val="100000"/>
              </a:lnSpc>
              <a:spcBef>
                <a:spcPts val="0"/>
              </a:spcBef>
              <a:spcAft>
                <a:spcPts val="0"/>
              </a:spcAft>
              <a:buClrTx/>
              <a:buSzTx/>
              <a:buFontTx/>
              <a:buNone/>
              <a:tabLst/>
              <a:defRPr sz="11200" b="0" i="0" u="none" strike="noStrike" cap="none" spc="0" baseline="0">
                <a:ln>
                  <a:noFill/>
                </a:ln>
                <a:solidFill>
                  <a:srgbClr val="000000"/>
                </a:solidFill>
                <a:uFillTx/>
                <a:latin typeface="+mj-lt"/>
                <a:ea typeface="+mj-ea"/>
                <a:cs typeface="+mj-cs"/>
                <a:sym typeface="Helvetica Neue Medium"/>
              </a:defRPr>
            </a:lvl4pPr>
            <a:lvl5pPr marL="0" marR="0" indent="0" algn="ctr" defTabSz="821530" rtl="0" latinLnBrk="0">
              <a:lnSpc>
                <a:spcPct val="100000"/>
              </a:lnSpc>
              <a:spcBef>
                <a:spcPts val="0"/>
              </a:spcBef>
              <a:spcAft>
                <a:spcPts val="0"/>
              </a:spcAft>
              <a:buClrTx/>
              <a:buSzTx/>
              <a:buFontTx/>
              <a:buNone/>
              <a:tabLst/>
              <a:defRPr sz="11200" b="0" i="0" u="none" strike="noStrike" cap="none" spc="0" baseline="0">
                <a:ln>
                  <a:noFill/>
                </a:ln>
                <a:solidFill>
                  <a:srgbClr val="000000"/>
                </a:solidFill>
                <a:uFillTx/>
                <a:latin typeface="+mj-lt"/>
                <a:ea typeface="+mj-ea"/>
                <a:cs typeface="+mj-cs"/>
                <a:sym typeface="Helvetica Neue Medium"/>
              </a:defRPr>
            </a:lvl5pPr>
            <a:lvl6pPr marL="0" marR="0" indent="0" algn="ctr" defTabSz="821530" rtl="0" latinLnBrk="0">
              <a:lnSpc>
                <a:spcPct val="100000"/>
              </a:lnSpc>
              <a:spcBef>
                <a:spcPts val="0"/>
              </a:spcBef>
              <a:spcAft>
                <a:spcPts val="0"/>
              </a:spcAft>
              <a:buClrTx/>
              <a:buSzTx/>
              <a:buFontTx/>
              <a:buNone/>
              <a:tabLst/>
              <a:defRPr sz="11200" b="0" i="0" u="none" strike="noStrike" cap="none" spc="0" baseline="0">
                <a:ln>
                  <a:noFill/>
                </a:ln>
                <a:solidFill>
                  <a:srgbClr val="000000"/>
                </a:solidFill>
                <a:uFillTx/>
                <a:latin typeface="+mj-lt"/>
                <a:ea typeface="+mj-ea"/>
                <a:cs typeface="+mj-cs"/>
                <a:sym typeface="Helvetica Neue Medium"/>
              </a:defRPr>
            </a:lvl6pPr>
            <a:lvl7pPr marL="0" marR="0" indent="0" algn="ctr" defTabSz="821530" rtl="0" latinLnBrk="0">
              <a:lnSpc>
                <a:spcPct val="100000"/>
              </a:lnSpc>
              <a:spcBef>
                <a:spcPts val="0"/>
              </a:spcBef>
              <a:spcAft>
                <a:spcPts val="0"/>
              </a:spcAft>
              <a:buClrTx/>
              <a:buSzTx/>
              <a:buFontTx/>
              <a:buNone/>
              <a:tabLst/>
              <a:defRPr sz="11200" b="0" i="0" u="none" strike="noStrike" cap="none" spc="0" baseline="0">
                <a:ln>
                  <a:noFill/>
                </a:ln>
                <a:solidFill>
                  <a:srgbClr val="000000"/>
                </a:solidFill>
                <a:uFillTx/>
                <a:latin typeface="+mj-lt"/>
                <a:ea typeface="+mj-ea"/>
                <a:cs typeface="+mj-cs"/>
                <a:sym typeface="Helvetica Neue Medium"/>
              </a:defRPr>
            </a:lvl7pPr>
            <a:lvl8pPr marL="0" marR="0" indent="0" algn="ctr" defTabSz="821530" rtl="0" latinLnBrk="0">
              <a:lnSpc>
                <a:spcPct val="100000"/>
              </a:lnSpc>
              <a:spcBef>
                <a:spcPts val="0"/>
              </a:spcBef>
              <a:spcAft>
                <a:spcPts val="0"/>
              </a:spcAft>
              <a:buClrTx/>
              <a:buSzTx/>
              <a:buFontTx/>
              <a:buNone/>
              <a:tabLst/>
              <a:defRPr sz="11200" b="0" i="0" u="none" strike="noStrike" cap="none" spc="0" baseline="0">
                <a:ln>
                  <a:noFill/>
                </a:ln>
                <a:solidFill>
                  <a:srgbClr val="000000"/>
                </a:solidFill>
                <a:uFillTx/>
                <a:latin typeface="+mj-lt"/>
                <a:ea typeface="+mj-ea"/>
                <a:cs typeface="+mj-cs"/>
                <a:sym typeface="Helvetica Neue Medium"/>
              </a:defRPr>
            </a:lvl8pPr>
            <a:lvl9pPr marL="0" marR="0" indent="0" algn="ctr" defTabSz="821530" rtl="0" latinLnBrk="0">
              <a:lnSpc>
                <a:spcPct val="100000"/>
              </a:lnSpc>
              <a:spcBef>
                <a:spcPts val="0"/>
              </a:spcBef>
              <a:spcAft>
                <a:spcPts val="0"/>
              </a:spcAft>
              <a:buClrTx/>
              <a:buSzTx/>
              <a:buFontTx/>
              <a:buNone/>
              <a:tabLst/>
              <a:defRPr sz="11200" b="0" i="0" u="none" strike="noStrike" cap="none" spc="0" baseline="0">
                <a:ln>
                  <a:noFill/>
                </a:ln>
                <a:solidFill>
                  <a:srgbClr val="000000"/>
                </a:solidFill>
                <a:uFillTx/>
                <a:latin typeface="+mj-lt"/>
                <a:ea typeface="+mj-ea"/>
                <a:cs typeface="+mj-cs"/>
                <a:sym typeface="Helvetica Neue Medium"/>
              </a:defRPr>
            </a:lvl9pPr>
          </a:lstStyle>
          <a:p>
            <a:pPr algn="l" defTabSz="212866" hangingPunct="1">
              <a:defRPr sz="4400">
                <a:solidFill>
                  <a:srgbClr val="024C90"/>
                </a:solidFill>
                <a:latin typeface="Helvetica Neue Light"/>
                <a:ea typeface="Helvetica Neue Light"/>
                <a:cs typeface="Helvetica Neue Light"/>
                <a:sym typeface="Helvetica Neue Light"/>
              </a:defRPr>
            </a:pPr>
            <a:r>
              <a:rPr lang="en-US" sz="4400" dirty="0">
                <a:solidFill>
                  <a:schemeClr val="accent1">
                    <a:lumMod val="50000"/>
                  </a:schemeClr>
                </a:solidFill>
                <a:latin typeface="Arial" panose="020B0604020202020204" pitchFamily="34" charset="0"/>
                <a:ea typeface="Helvetica Neue Light"/>
                <a:cs typeface="Arial" panose="020B0604020202020204" pitchFamily="34" charset="0"/>
                <a:sym typeface="Helvetica Neue Light"/>
              </a:rPr>
              <a:t>MTD | </a:t>
            </a:r>
            <a:r>
              <a:rPr lang="en-US" altLang="zh-CN" sz="4400" dirty="0">
                <a:solidFill>
                  <a:schemeClr val="tx1"/>
                </a:solidFill>
                <a:latin typeface="Arial" panose="020B0604020202020204" pitchFamily="34" charset="0"/>
                <a:ea typeface="Helvetica Neue Light"/>
                <a:cs typeface="Arial" panose="020B0604020202020204" pitchFamily="34" charset="0"/>
                <a:sym typeface="Helvetica Neue Light"/>
              </a:rPr>
              <a:t>R240</a:t>
            </a:r>
            <a:r>
              <a:rPr lang="zh-CN" altLang="en-US" sz="4400" dirty="0">
                <a:solidFill>
                  <a:schemeClr val="accent1">
                    <a:lumMod val="50000"/>
                  </a:schemeClr>
                </a:solidFill>
                <a:latin typeface="Arial" panose="020B0604020202020204" pitchFamily="34" charset="0"/>
                <a:ea typeface="Helvetica Neue Light"/>
                <a:cs typeface="Arial" panose="020B0604020202020204" pitchFamily="34" charset="0"/>
                <a:sym typeface="Helvetica Neue Light"/>
              </a:rPr>
              <a:t> </a:t>
            </a:r>
            <a:r>
              <a:rPr lang="en-US" altLang="zh-CN" sz="4400" dirty="0">
                <a:solidFill>
                  <a:schemeClr val="tx1"/>
                </a:solidFill>
                <a:latin typeface="Arial" panose="020B0604020202020204" pitchFamily="34" charset="0"/>
                <a:ea typeface="Helvetica Neue Light"/>
                <a:cs typeface="Arial" panose="020B0604020202020204" pitchFamily="34" charset="0"/>
                <a:sym typeface="Helvetica Neue Light"/>
              </a:rPr>
              <a:t>Part List</a:t>
            </a:r>
            <a:r>
              <a:rPr lang="zh-CN" altLang="en-US" sz="4400" dirty="0">
                <a:solidFill>
                  <a:schemeClr val="tx1"/>
                </a:solidFill>
                <a:latin typeface="Arial" panose="020B0604020202020204" pitchFamily="34" charset="0"/>
                <a:ea typeface="Helvetica Neue Light"/>
                <a:cs typeface="Arial" panose="020B0604020202020204" pitchFamily="34" charset="0"/>
                <a:sym typeface="Helvetica Neue Light"/>
              </a:rPr>
              <a:t> </a:t>
            </a:r>
            <a:r>
              <a:rPr lang="en-US" altLang="zh-CN" sz="4400" dirty="0">
                <a:solidFill>
                  <a:schemeClr val="tx1"/>
                </a:solidFill>
                <a:latin typeface="Arial" panose="020B0604020202020204" pitchFamily="34" charset="0"/>
                <a:ea typeface="Helvetica Neue Light"/>
                <a:cs typeface="Arial" panose="020B0604020202020204" pitchFamily="34" charset="0"/>
                <a:sym typeface="Helvetica Neue Light"/>
              </a:rPr>
              <a:t>099-53721-08</a:t>
            </a:r>
            <a:endParaRPr lang="en-US" sz="4400" dirty="0">
              <a:solidFill>
                <a:schemeClr val="tx1"/>
              </a:solidFill>
              <a:latin typeface="Arial" panose="020B0604020202020204" pitchFamily="34" charset="0"/>
              <a:ea typeface="Helvetica Neue Light"/>
              <a:cs typeface="Arial" panose="020B0604020202020204" pitchFamily="34" charset="0"/>
              <a:sym typeface="Helvetica Neue Light"/>
            </a:endParaRPr>
          </a:p>
        </p:txBody>
      </p:sp>
      <p:graphicFrame>
        <p:nvGraphicFramePr>
          <p:cNvPr id="3" name="表格 2"/>
          <p:cNvGraphicFramePr>
            <a:graphicFrameLocks noGrp="1"/>
          </p:cNvGraphicFramePr>
          <p:nvPr>
            <p:extLst>
              <p:ext uri="{D42A27DB-BD31-4B8C-83A1-F6EECF244321}">
                <p14:modId xmlns:p14="http://schemas.microsoft.com/office/powerpoint/2010/main" val="2465206066"/>
              </p:ext>
            </p:extLst>
          </p:nvPr>
        </p:nvGraphicFramePr>
        <p:xfrm>
          <a:off x="771525" y="1854446"/>
          <a:ext cx="22862198" cy="10416037"/>
        </p:xfrm>
        <a:graphic>
          <a:graphicData uri="http://schemas.openxmlformats.org/drawingml/2006/table">
            <a:tbl>
              <a:tblPr>
                <a:tableStyleId>{5940675A-B579-460E-94D1-54222C63F5DA}</a:tableStyleId>
              </a:tblPr>
              <a:tblGrid>
                <a:gridCol w="671596">
                  <a:extLst>
                    <a:ext uri="{9D8B030D-6E8A-4147-A177-3AD203B41FA5}">
                      <a16:colId xmlns:a16="http://schemas.microsoft.com/office/drawing/2014/main" val="2881066424"/>
                    </a:ext>
                  </a:extLst>
                </a:gridCol>
                <a:gridCol w="1387962">
                  <a:extLst>
                    <a:ext uri="{9D8B030D-6E8A-4147-A177-3AD203B41FA5}">
                      <a16:colId xmlns:a16="http://schemas.microsoft.com/office/drawing/2014/main" val="1994568547"/>
                    </a:ext>
                  </a:extLst>
                </a:gridCol>
                <a:gridCol w="1124922">
                  <a:extLst>
                    <a:ext uri="{9D8B030D-6E8A-4147-A177-3AD203B41FA5}">
                      <a16:colId xmlns:a16="http://schemas.microsoft.com/office/drawing/2014/main" val="3571663565"/>
                    </a:ext>
                  </a:extLst>
                </a:gridCol>
                <a:gridCol w="1141710">
                  <a:extLst>
                    <a:ext uri="{9D8B030D-6E8A-4147-A177-3AD203B41FA5}">
                      <a16:colId xmlns:a16="http://schemas.microsoft.com/office/drawing/2014/main" val="2560146625"/>
                    </a:ext>
                  </a:extLst>
                </a:gridCol>
                <a:gridCol w="1124922">
                  <a:extLst>
                    <a:ext uri="{9D8B030D-6E8A-4147-A177-3AD203B41FA5}">
                      <a16:colId xmlns:a16="http://schemas.microsoft.com/office/drawing/2014/main" val="3108367578"/>
                    </a:ext>
                  </a:extLst>
                </a:gridCol>
                <a:gridCol w="1567053">
                  <a:extLst>
                    <a:ext uri="{9D8B030D-6E8A-4147-A177-3AD203B41FA5}">
                      <a16:colId xmlns:a16="http://schemas.microsoft.com/office/drawing/2014/main" val="649645474"/>
                    </a:ext>
                  </a:extLst>
                </a:gridCol>
                <a:gridCol w="2268710">
                  <a:extLst>
                    <a:ext uri="{9D8B030D-6E8A-4147-A177-3AD203B41FA5}">
                      <a16:colId xmlns:a16="http://schemas.microsoft.com/office/drawing/2014/main" val="14077451"/>
                    </a:ext>
                  </a:extLst>
                </a:gridCol>
                <a:gridCol w="2305050">
                  <a:extLst>
                    <a:ext uri="{9D8B030D-6E8A-4147-A177-3AD203B41FA5}">
                      <a16:colId xmlns:a16="http://schemas.microsoft.com/office/drawing/2014/main" val="4159237337"/>
                    </a:ext>
                  </a:extLst>
                </a:gridCol>
                <a:gridCol w="2133600">
                  <a:extLst>
                    <a:ext uri="{9D8B030D-6E8A-4147-A177-3AD203B41FA5}">
                      <a16:colId xmlns:a16="http://schemas.microsoft.com/office/drawing/2014/main" val="2369380481"/>
                    </a:ext>
                  </a:extLst>
                </a:gridCol>
                <a:gridCol w="1469305">
                  <a:extLst>
                    <a:ext uri="{9D8B030D-6E8A-4147-A177-3AD203B41FA5}">
                      <a16:colId xmlns:a16="http://schemas.microsoft.com/office/drawing/2014/main" val="1031876014"/>
                    </a:ext>
                  </a:extLst>
                </a:gridCol>
                <a:gridCol w="1164097">
                  <a:extLst>
                    <a:ext uri="{9D8B030D-6E8A-4147-A177-3AD203B41FA5}">
                      <a16:colId xmlns:a16="http://schemas.microsoft.com/office/drawing/2014/main" val="2373083615"/>
                    </a:ext>
                  </a:extLst>
                </a:gridCol>
                <a:gridCol w="1141710">
                  <a:extLst>
                    <a:ext uri="{9D8B030D-6E8A-4147-A177-3AD203B41FA5}">
                      <a16:colId xmlns:a16="http://schemas.microsoft.com/office/drawing/2014/main" val="481152432"/>
                    </a:ext>
                  </a:extLst>
                </a:gridCol>
                <a:gridCol w="1096937">
                  <a:extLst>
                    <a:ext uri="{9D8B030D-6E8A-4147-A177-3AD203B41FA5}">
                      <a16:colId xmlns:a16="http://schemas.microsoft.com/office/drawing/2014/main" val="2423167007"/>
                    </a:ext>
                  </a:extLst>
                </a:gridCol>
                <a:gridCol w="1796515">
                  <a:extLst>
                    <a:ext uri="{9D8B030D-6E8A-4147-A177-3AD203B41FA5}">
                      <a16:colId xmlns:a16="http://schemas.microsoft.com/office/drawing/2014/main" val="2085416230"/>
                    </a:ext>
                  </a:extLst>
                </a:gridCol>
                <a:gridCol w="2468109">
                  <a:extLst>
                    <a:ext uri="{9D8B030D-6E8A-4147-A177-3AD203B41FA5}">
                      <a16:colId xmlns:a16="http://schemas.microsoft.com/office/drawing/2014/main" val="3962518698"/>
                    </a:ext>
                  </a:extLst>
                </a:gridCol>
              </a:tblGrid>
              <a:tr h="740397">
                <a:tc>
                  <a:txBody>
                    <a:bodyPr/>
                    <a:lstStyle/>
                    <a:p>
                      <a:pPr algn="ctr" fontAlgn="ctr"/>
                      <a:r>
                        <a:rPr lang="en-US" sz="1600" u="none" strike="noStrike" dirty="0">
                          <a:effectLst/>
                          <a:latin typeface="Arial" panose="020B0604020202020204" pitchFamily="34" charset="0"/>
                          <a:cs typeface="Arial" panose="020B0604020202020204" pitchFamily="34" charset="0"/>
                        </a:rPr>
                        <a:t>No.</a:t>
                      </a:r>
                      <a:endParaRPr lang="en-US" sz="1600" b="0" i="0" u="none" strike="noStrike" dirty="0">
                        <a:solidFill>
                          <a:srgbClr val="000000"/>
                        </a:solidFill>
                        <a:effectLst/>
                        <a:latin typeface="Arial" panose="020B0604020202020204" pitchFamily="34" charset="0"/>
                        <a:ea typeface="微软雅黑" panose="020B0503020204020204" pitchFamily="34" charset="-122"/>
                        <a:cs typeface="Arial" panose="020B0604020202020204" pitchFamily="34" charset="0"/>
                      </a:endParaRPr>
                    </a:p>
                  </a:txBody>
                  <a:tcPr marL="7022" marR="7022" marT="7022" marB="0" anchor="ctr">
                    <a:solidFill>
                      <a:srgbClr val="00B0F0"/>
                    </a:solidFill>
                  </a:tcPr>
                </a:tc>
                <a:tc>
                  <a:txBody>
                    <a:bodyPr/>
                    <a:lstStyle/>
                    <a:p>
                      <a:pPr algn="ctr" fontAlgn="ctr"/>
                      <a:r>
                        <a:rPr lang="en-US" sz="1600" u="none" strike="noStrike" dirty="0">
                          <a:effectLst/>
                          <a:latin typeface="Arial" panose="020B0604020202020204" pitchFamily="34" charset="0"/>
                          <a:cs typeface="Arial" panose="020B0604020202020204" pitchFamily="34" charset="0"/>
                        </a:rPr>
                        <a:t>APNs</a:t>
                      </a:r>
                      <a:endParaRPr lang="en-US" sz="1600" b="0" i="0" u="none" strike="noStrike" dirty="0">
                        <a:solidFill>
                          <a:srgbClr val="000000"/>
                        </a:solidFill>
                        <a:effectLst/>
                        <a:latin typeface="Arial" panose="020B0604020202020204" pitchFamily="34" charset="0"/>
                        <a:ea typeface="微软雅黑" panose="020B0503020204020204" pitchFamily="34" charset="-122"/>
                        <a:cs typeface="Arial" panose="020B0604020202020204" pitchFamily="34" charset="0"/>
                      </a:endParaRPr>
                    </a:p>
                  </a:txBody>
                  <a:tcPr marL="7022" marR="7022" marT="7022" marB="0" anchor="ctr">
                    <a:solidFill>
                      <a:srgbClr val="00B0F0"/>
                    </a:solidFill>
                  </a:tcPr>
                </a:tc>
                <a:tc>
                  <a:txBody>
                    <a:bodyPr/>
                    <a:lstStyle/>
                    <a:p>
                      <a:pPr algn="ctr" fontAlgn="ctr"/>
                      <a:r>
                        <a:rPr lang="en-US" sz="1600" u="none" strike="noStrike" dirty="0">
                          <a:effectLst/>
                          <a:latin typeface="Arial" panose="020B0604020202020204" pitchFamily="34" charset="0"/>
                          <a:cs typeface="Arial" panose="020B0604020202020204" pitchFamily="34" charset="0"/>
                        </a:rPr>
                        <a:t>FAI1/SPCA</a:t>
                      </a:r>
                      <a:br>
                        <a:rPr lang="en-US" sz="1600" u="none" strike="noStrike" dirty="0">
                          <a:effectLst/>
                          <a:latin typeface="Arial" panose="020B0604020202020204" pitchFamily="34" charset="0"/>
                          <a:cs typeface="Arial" panose="020B0604020202020204" pitchFamily="34" charset="0"/>
                        </a:rPr>
                      </a:br>
                      <a:r>
                        <a:rPr lang="en-US" sz="1600" u="none" strike="noStrike" dirty="0">
                          <a:effectLst/>
                          <a:latin typeface="Arial" panose="020B0604020202020204" pitchFamily="34" charset="0"/>
                          <a:cs typeface="Arial" panose="020B0604020202020204" pitchFamily="34" charset="0"/>
                        </a:rPr>
                        <a:t>X-(mm)</a:t>
                      </a:r>
                      <a:endParaRPr lang="en-US" sz="1600" b="0" i="0" u="none" strike="noStrike" dirty="0">
                        <a:solidFill>
                          <a:srgbClr val="000000"/>
                        </a:solidFill>
                        <a:effectLst/>
                        <a:latin typeface="Arial" panose="020B0604020202020204" pitchFamily="34" charset="0"/>
                        <a:ea typeface="微软雅黑" panose="020B0503020204020204" pitchFamily="34" charset="-122"/>
                        <a:cs typeface="Arial" panose="020B0604020202020204" pitchFamily="34" charset="0"/>
                      </a:endParaRPr>
                    </a:p>
                  </a:txBody>
                  <a:tcPr marL="7022" marR="7022" marT="7022" marB="0" anchor="ctr">
                    <a:solidFill>
                      <a:srgbClr val="00B0F0"/>
                    </a:solidFill>
                  </a:tcPr>
                </a:tc>
                <a:tc>
                  <a:txBody>
                    <a:bodyPr/>
                    <a:lstStyle/>
                    <a:p>
                      <a:pPr algn="ctr" fontAlgn="ctr"/>
                      <a:r>
                        <a:rPr lang="en-US" sz="1600" u="none" strike="noStrike" dirty="0">
                          <a:effectLst/>
                          <a:latin typeface="Arial" panose="020B0604020202020204" pitchFamily="34" charset="0"/>
                          <a:cs typeface="Arial" panose="020B0604020202020204" pitchFamily="34" charset="0"/>
                        </a:rPr>
                        <a:t>FAI2/SPCB</a:t>
                      </a:r>
                      <a:br>
                        <a:rPr lang="en-US" sz="1600" u="none" strike="noStrike" dirty="0">
                          <a:effectLst/>
                          <a:latin typeface="Arial" panose="020B0604020202020204" pitchFamily="34" charset="0"/>
                          <a:cs typeface="Arial" panose="020B0604020202020204" pitchFamily="34" charset="0"/>
                        </a:rPr>
                      </a:br>
                      <a:r>
                        <a:rPr lang="en-US" sz="1600" u="none" strike="noStrike" dirty="0">
                          <a:effectLst/>
                          <a:latin typeface="Arial" panose="020B0604020202020204" pitchFamily="34" charset="0"/>
                          <a:cs typeface="Arial" panose="020B0604020202020204" pitchFamily="34" charset="0"/>
                        </a:rPr>
                        <a:t>Y-(mm)</a:t>
                      </a:r>
                      <a:endParaRPr lang="en-US" sz="1600" b="0" i="0" u="none" strike="noStrike" dirty="0">
                        <a:solidFill>
                          <a:srgbClr val="000000"/>
                        </a:solidFill>
                        <a:effectLst/>
                        <a:latin typeface="Arial" panose="020B0604020202020204" pitchFamily="34" charset="0"/>
                        <a:ea typeface="微软雅黑" panose="020B0503020204020204" pitchFamily="34" charset="-122"/>
                        <a:cs typeface="Arial" panose="020B0604020202020204" pitchFamily="34" charset="0"/>
                      </a:endParaRPr>
                    </a:p>
                  </a:txBody>
                  <a:tcPr marL="7022" marR="7022" marT="7022" marB="0" anchor="ctr">
                    <a:solidFill>
                      <a:srgbClr val="00B0F0"/>
                    </a:solidFill>
                  </a:tcPr>
                </a:tc>
                <a:tc>
                  <a:txBody>
                    <a:bodyPr/>
                    <a:lstStyle/>
                    <a:p>
                      <a:pPr algn="ctr" fontAlgn="ctr"/>
                      <a:r>
                        <a:rPr lang="en-US" sz="1600" u="none" strike="noStrike" dirty="0">
                          <a:effectLst/>
                          <a:latin typeface="Arial" panose="020B0604020202020204" pitchFamily="34" charset="0"/>
                          <a:cs typeface="Arial" panose="020B0604020202020204" pitchFamily="34" charset="0"/>
                        </a:rPr>
                        <a:t>FAI3/SPCC</a:t>
                      </a:r>
                      <a:br>
                        <a:rPr lang="en-US" sz="1600" u="none" strike="noStrike" dirty="0">
                          <a:effectLst/>
                          <a:latin typeface="Arial" panose="020B0604020202020204" pitchFamily="34" charset="0"/>
                          <a:cs typeface="Arial" panose="020B0604020202020204" pitchFamily="34" charset="0"/>
                        </a:rPr>
                      </a:br>
                      <a:r>
                        <a:rPr lang="en-US" sz="1600" u="none" strike="noStrike" dirty="0">
                          <a:effectLst/>
                          <a:latin typeface="Arial" panose="020B0604020202020204" pitchFamily="34" charset="0"/>
                          <a:cs typeface="Arial" panose="020B0604020202020204" pitchFamily="34" charset="0"/>
                        </a:rPr>
                        <a:t>Z-(mm)</a:t>
                      </a:r>
                      <a:endParaRPr lang="en-US" sz="1600" b="0" i="0" u="none" strike="noStrike" dirty="0">
                        <a:solidFill>
                          <a:srgbClr val="000000"/>
                        </a:solidFill>
                        <a:effectLst/>
                        <a:latin typeface="Arial" panose="020B0604020202020204" pitchFamily="34" charset="0"/>
                        <a:ea typeface="微软雅黑" panose="020B0503020204020204" pitchFamily="34" charset="-122"/>
                        <a:cs typeface="Arial" panose="020B0604020202020204" pitchFamily="34" charset="0"/>
                      </a:endParaRPr>
                    </a:p>
                  </a:txBody>
                  <a:tcPr marL="7022" marR="7022" marT="7022" marB="0" anchor="ctr">
                    <a:solidFill>
                      <a:srgbClr val="00B0F0"/>
                    </a:solidFill>
                  </a:tcPr>
                </a:tc>
                <a:tc>
                  <a:txBody>
                    <a:bodyPr/>
                    <a:lstStyle/>
                    <a:p>
                      <a:pPr algn="ctr" fontAlgn="ctr"/>
                      <a:r>
                        <a:rPr lang="en-US" sz="1600" u="none" strike="noStrike" dirty="0">
                          <a:effectLst/>
                          <a:latin typeface="Arial" panose="020B0604020202020204" pitchFamily="34" charset="0"/>
                          <a:cs typeface="Arial" panose="020B0604020202020204" pitchFamily="34" charset="0"/>
                        </a:rPr>
                        <a:t>FAI4/SPCD</a:t>
                      </a:r>
                      <a:br>
                        <a:rPr lang="en-US" sz="1600" u="none" strike="noStrike" dirty="0">
                          <a:effectLst/>
                          <a:latin typeface="Arial" panose="020B0604020202020204" pitchFamily="34" charset="0"/>
                          <a:cs typeface="Arial" panose="020B0604020202020204" pitchFamily="34" charset="0"/>
                        </a:rPr>
                      </a:br>
                      <a:r>
                        <a:rPr lang="en-US" sz="1600" u="none" strike="noStrike" dirty="0">
                          <a:effectLst/>
                          <a:latin typeface="Arial" panose="020B0604020202020204" pitchFamily="34" charset="0"/>
                          <a:cs typeface="Arial" panose="020B0604020202020204" pitchFamily="34" charset="0"/>
                        </a:rPr>
                        <a:t>(</a:t>
                      </a:r>
                      <a:r>
                        <a:rPr lang="el-GR" sz="1600" u="none" strike="noStrike" dirty="0">
                          <a:effectLst/>
                          <a:latin typeface="Arial" panose="020B0604020202020204" pitchFamily="34" charset="0"/>
                          <a:cs typeface="Arial" panose="020B0604020202020204" pitchFamily="34" charset="0"/>
                        </a:rPr>
                        <a:t>μ</a:t>
                      </a:r>
                      <a:r>
                        <a:rPr lang="en-US" sz="1600" u="none" strike="noStrike" dirty="0" err="1">
                          <a:effectLst/>
                          <a:latin typeface="Arial" panose="020B0604020202020204" pitchFamily="34" charset="0"/>
                          <a:cs typeface="Arial" panose="020B0604020202020204" pitchFamily="34" charset="0"/>
                        </a:rPr>
                        <a:t>Wb</a:t>
                      </a:r>
                      <a:r>
                        <a:rPr lang="en-US" sz="1600" u="none" strike="noStrike" dirty="0">
                          <a:effectLst/>
                          <a:latin typeface="Arial" panose="020B0604020202020204" pitchFamily="34" charset="0"/>
                          <a:cs typeface="Arial" panose="020B0604020202020204" pitchFamily="34" charset="0"/>
                        </a:rPr>
                        <a:t>*cm)</a:t>
                      </a:r>
                      <a:endParaRPr lang="en-US" sz="1600" b="0" i="0" u="none" strike="noStrike" dirty="0">
                        <a:solidFill>
                          <a:srgbClr val="000000"/>
                        </a:solidFill>
                        <a:effectLst/>
                        <a:latin typeface="Arial" panose="020B0604020202020204" pitchFamily="34" charset="0"/>
                        <a:ea typeface="微软雅黑" panose="020B0503020204020204" pitchFamily="34" charset="-122"/>
                        <a:cs typeface="Arial" panose="020B0604020202020204" pitchFamily="34" charset="0"/>
                      </a:endParaRPr>
                    </a:p>
                  </a:txBody>
                  <a:tcPr marL="7022" marR="7022" marT="7022" marB="0" anchor="ctr">
                    <a:solidFill>
                      <a:srgbClr val="00B0F0"/>
                    </a:solidFill>
                  </a:tcPr>
                </a:tc>
                <a:tc>
                  <a:txBody>
                    <a:bodyPr/>
                    <a:lstStyle/>
                    <a:p>
                      <a:pPr algn="ctr" fontAlgn="ctr"/>
                      <a:r>
                        <a:rPr lang="en-US" sz="1600" u="none" strike="noStrike" dirty="0">
                          <a:effectLst/>
                          <a:latin typeface="Arial" panose="020B0604020202020204" pitchFamily="34" charset="0"/>
                          <a:cs typeface="Arial" panose="020B0604020202020204" pitchFamily="34" charset="0"/>
                        </a:rPr>
                        <a:t>FAI5/SPCE ±7°</a:t>
                      </a:r>
                      <a:br>
                        <a:rPr lang="en-US" sz="1600" u="none" strike="noStrike" dirty="0">
                          <a:effectLst/>
                          <a:latin typeface="Arial" panose="020B0604020202020204" pitchFamily="34" charset="0"/>
                          <a:cs typeface="Arial" panose="020B0604020202020204" pitchFamily="34" charset="0"/>
                        </a:rPr>
                      </a:br>
                      <a:r>
                        <a:rPr lang="en-US" sz="1600" u="none" strike="noStrike" dirty="0">
                          <a:effectLst/>
                          <a:latin typeface="Arial" panose="020B0604020202020204" pitchFamily="34" charset="0"/>
                          <a:cs typeface="Arial" panose="020B0604020202020204" pitchFamily="34" charset="0"/>
                        </a:rPr>
                        <a:t>Magnetization angle </a:t>
                      </a:r>
                      <a:endParaRPr lang="en-US" sz="1600" b="0" i="0" u="none" strike="noStrike" dirty="0">
                        <a:solidFill>
                          <a:srgbClr val="000000"/>
                        </a:solidFill>
                        <a:effectLst/>
                        <a:latin typeface="Arial" panose="020B0604020202020204" pitchFamily="34" charset="0"/>
                        <a:ea typeface="微软雅黑" panose="020B0503020204020204" pitchFamily="34" charset="-122"/>
                        <a:cs typeface="Arial" panose="020B0604020202020204" pitchFamily="34" charset="0"/>
                      </a:endParaRPr>
                    </a:p>
                  </a:txBody>
                  <a:tcPr marL="7022" marR="7022" marT="7022" marB="0" anchor="ctr">
                    <a:solidFill>
                      <a:srgbClr val="00B0F0"/>
                    </a:solidFill>
                  </a:tcPr>
                </a:tc>
                <a:tc>
                  <a:txBody>
                    <a:bodyPr/>
                    <a:lstStyle/>
                    <a:p>
                      <a:pPr algn="ctr" fontAlgn="ctr"/>
                      <a:r>
                        <a:rPr lang="en-US" sz="1600" u="none" strike="noStrike" dirty="0">
                          <a:effectLst/>
                          <a:latin typeface="Arial" panose="020B0604020202020204" pitchFamily="34" charset="0"/>
                          <a:cs typeface="Arial" panose="020B0604020202020204" pitchFamily="34" charset="0"/>
                        </a:rPr>
                        <a:t>4*FAI6 (mm)</a:t>
                      </a:r>
                      <a:br>
                        <a:rPr lang="en-US" sz="1600" u="none" strike="noStrike" dirty="0">
                          <a:effectLst/>
                          <a:latin typeface="Arial" panose="020B0604020202020204" pitchFamily="34" charset="0"/>
                          <a:cs typeface="Arial" panose="020B0604020202020204" pitchFamily="34" charset="0"/>
                        </a:rPr>
                      </a:br>
                      <a:r>
                        <a:rPr lang="en-US" sz="1600" u="none" strike="noStrike" dirty="0">
                          <a:effectLst/>
                          <a:latin typeface="Arial" panose="020B0604020202020204" pitchFamily="34" charset="0"/>
                          <a:cs typeface="Arial" panose="020B0604020202020204" pitchFamily="34" charset="0"/>
                        </a:rPr>
                        <a:t>Short Edge Radius</a:t>
                      </a:r>
                      <a:endParaRPr lang="en-US" sz="1600" b="0" i="0" u="none" strike="noStrike" dirty="0">
                        <a:solidFill>
                          <a:srgbClr val="000000"/>
                        </a:solidFill>
                        <a:effectLst/>
                        <a:latin typeface="Arial" panose="020B0604020202020204" pitchFamily="34" charset="0"/>
                        <a:ea typeface="微软雅黑" panose="020B0503020204020204" pitchFamily="34" charset="-122"/>
                        <a:cs typeface="Arial" panose="020B0604020202020204" pitchFamily="34" charset="0"/>
                      </a:endParaRPr>
                    </a:p>
                  </a:txBody>
                  <a:tcPr marL="7022" marR="7022" marT="7022" marB="0" anchor="ctr">
                    <a:solidFill>
                      <a:srgbClr val="00B0F0"/>
                    </a:solidFill>
                  </a:tcPr>
                </a:tc>
                <a:tc>
                  <a:txBody>
                    <a:bodyPr/>
                    <a:lstStyle/>
                    <a:p>
                      <a:pPr algn="ctr" fontAlgn="ctr"/>
                      <a:r>
                        <a:rPr lang="en-US" sz="1600" u="none" strike="noStrike" dirty="0">
                          <a:effectLst/>
                          <a:latin typeface="Arial" panose="020B0604020202020204" pitchFamily="34" charset="0"/>
                          <a:cs typeface="Arial" panose="020B0604020202020204" pitchFamily="34" charset="0"/>
                        </a:rPr>
                        <a:t>8*FAI7 (mm)</a:t>
                      </a:r>
                      <a:br>
                        <a:rPr lang="en-US" sz="1600" u="none" strike="noStrike" dirty="0">
                          <a:effectLst/>
                          <a:latin typeface="Arial" panose="020B0604020202020204" pitchFamily="34" charset="0"/>
                          <a:cs typeface="Arial" panose="020B0604020202020204" pitchFamily="34" charset="0"/>
                        </a:rPr>
                      </a:br>
                      <a:r>
                        <a:rPr lang="en-US" sz="1600" u="none" strike="noStrike" dirty="0">
                          <a:effectLst/>
                          <a:latin typeface="Arial" panose="020B0604020202020204" pitchFamily="34" charset="0"/>
                          <a:cs typeface="Arial" panose="020B0604020202020204" pitchFamily="34" charset="0"/>
                        </a:rPr>
                        <a:t>Long Edge Radius</a:t>
                      </a:r>
                      <a:endParaRPr lang="en-US" sz="1600" b="0" i="0" u="none" strike="noStrike" dirty="0">
                        <a:solidFill>
                          <a:srgbClr val="000000"/>
                        </a:solidFill>
                        <a:effectLst/>
                        <a:latin typeface="Arial" panose="020B0604020202020204" pitchFamily="34" charset="0"/>
                        <a:ea typeface="微软雅黑" panose="020B0503020204020204" pitchFamily="34" charset="-122"/>
                        <a:cs typeface="Arial" panose="020B0604020202020204" pitchFamily="34" charset="0"/>
                      </a:endParaRPr>
                    </a:p>
                  </a:txBody>
                  <a:tcPr marL="7022" marR="7022" marT="7022" marB="0" anchor="ctr">
                    <a:solidFill>
                      <a:srgbClr val="00B0F0"/>
                    </a:solidFill>
                  </a:tcPr>
                </a:tc>
                <a:tc>
                  <a:txBody>
                    <a:bodyPr/>
                    <a:lstStyle/>
                    <a:p>
                      <a:pPr algn="ctr" fontAlgn="ctr"/>
                      <a:r>
                        <a:rPr lang="en-US" sz="1600" u="none" strike="noStrike" dirty="0">
                          <a:effectLst/>
                          <a:latin typeface="Arial" panose="020B0604020202020204" pitchFamily="34" charset="0"/>
                          <a:cs typeface="Arial" panose="020B0604020202020204" pitchFamily="34" charset="0"/>
                        </a:rPr>
                        <a:t>Material</a:t>
                      </a:r>
                      <a:endParaRPr lang="en-US" sz="1600" b="0" i="0" u="none" strike="noStrike" dirty="0">
                        <a:solidFill>
                          <a:srgbClr val="000000"/>
                        </a:solidFill>
                        <a:effectLst/>
                        <a:latin typeface="Arial" panose="020B0604020202020204" pitchFamily="34" charset="0"/>
                        <a:ea typeface="微软雅黑" panose="020B0503020204020204" pitchFamily="34" charset="-122"/>
                        <a:cs typeface="Arial" panose="020B0604020202020204" pitchFamily="34" charset="0"/>
                      </a:endParaRPr>
                    </a:p>
                  </a:txBody>
                  <a:tcPr marL="7022" marR="7022" marT="7022" marB="0" anchor="ctr">
                    <a:solidFill>
                      <a:srgbClr val="00B0F0"/>
                    </a:solidFill>
                  </a:tcPr>
                </a:tc>
                <a:tc>
                  <a:txBody>
                    <a:bodyPr/>
                    <a:lstStyle/>
                    <a:p>
                      <a:pPr algn="ctr" fontAlgn="ctr"/>
                      <a:r>
                        <a:rPr lang="en-US" sz="1600" u="none" strike="noStrike" dirty="0">
                          <a:effectLst/>
                          <a:latin typeface="Arial" panose="020B0604020202020204" pitchFamily="34" charset="0"/>
                          <a:cs typeface="Arial" panose="020B0604020202020204" pitchFamily="34" charset="0"/>
                        </a:rPr>
                        <a:t>Br(KGs)</a:t>
                      </a:r>
                      <a:endParaRPr lang="en-US" sz="1600" b="0" i="0" u="none" strike="noStrike" dirty="0">
                        <a:solidFill>
                          <a:srgbClr val="000000"/>
                        </a:solidFill>
                        <a:effectLst/>
                        <a:latin typeface="Arial" panose="020B0604020202020204" pitchFamily="34" charset="0"/>
                        <a:ea typeface="微软雅黑" panose="020B0503020204020204" pitchFamily="34" charset="-122"/>
                        <a:cs typeface="Arial" panose="020B0604020202020204" pitchFamily="34" charset="0"/>
                      </a:endParaRPr>
                    </a:p>
                  </a:txBody>
                  <a:tcPr marL="7022" marR="7022" marT="7022" marB="0" anchor="ctr">
                    <a:solidFill>
                      <a:srgbClr val="00B0F0"/>
                    </a:solidFill>
                  </a:tcPr>
                </a:tc>
                <a:tc>
                  <a:txBody>
                    <a:bodyPr/>
                    <a:lstStyle/>
                    <a:p>
                      <a:pPr algn="ctr" fontAlgn="ctr"/>
                      <a:r>
                        <a:rPr lang="en-US" sz="1600" u="none" strike="noStrike" dirty="0" err="1">
                          <a:effectLst/>
                          <a:latin typeface="Arial" panose="020B0604020202020204" pitchFamily="34" charset="0"/>
                          <a:cs typeface="Arial" panose="020B0604020202020204" pitchFamily="34" charset="0"/>
                        </a:rPr>
                        <a:t>Hcb</a:t>
                      </a:r>
                      <a:r>
                        <a:rPr lang="en-US" sz="1600" u="none" strike="noStrike" dirty="0">
                          <a:effectLst/>
                          <a:latin typeface="Arial" panose="020B0604020202020204" pitchFamily="34" charset="0"/>
                          <a:cs typeface="Arial" panose="020B0604020202020204" pitchFamily="34" charset="0"/>
                        </a:rPr>
                        <a:t>(</a:t>
                      </a:r>
                      <a:r>
                        <a:rPr lang="en-US" sz="1600" u="none" strike="noStrike" dirty="0" err="1">
                          <a:effectLst/>
                          <a:latin typeface="Arial" panose="020B0604020202020204" pitchFamily="34" charset="0"/>
                          <a:cs typeface="Arial" panose="020B0604020202020204" pitchFamily="34" charset="0"/>
                        </a:rPr>
                        <a:t>KOe</a:t>
                      </a:r>
                      <a:r>
                        <a:rPr lang="en-US" sz="1600" u="none" strike="noStrike" dirty="0">
                          <a:effectLst/>
                          <a:latin typeface="Arial" panose="020B0604020202020204" pitchFamily="34" charset="0"/>
                          <a:cs typeface="Arial" panose="020B0604020202020204" pitchFamily="34" charset="0"/>
                        </a:rPr>
                        <a:t>)</a:t>
                      </a:r>
                      <a:endParaRPr lang="en-US" sz="1600" b="0" i="0" u="none" strike="noStrike" dirty="0">
                        <a:solidFill>
                          <a:srgbClr val="000000"/>
                        </a:solidFill>
                        <a:effectLst/>
                        <a:latin typeface="Arial" panose="020B0604020202020204" pitchFamily="34" charset="0"/>
                        <a:ea typeface="微软雅黑" panose="020B0503020204020204" pitchFamily="34" charset="-122"/>
                        <a:cs typeface="Arial" panose="020B0604020202020204" pitchFamily="34" charset="0"/>
                      </a:endParaRPr>
                    </a:p>
                  </a:txBody>
                  <a:tcPr marL="7022" marR="7022" marT="7022" marB="0" anchor="ctr">
                    <a:solidFill>
                      <a:srgbClr val="00B0F0"/>
                    </a:solidFill>
                  </a:tcPr>
                </a:tc>
                <a:tc>
                  <a:txBody>
                    <a:bodyPr/>
                    <a:lstStyle/>
                    <a:p>
                      <a:pPr algn="ctr" fontAlgn="ctr"/>
                      <a:r>
                        <a:rPr lang="en-US" sz="1600" u="none" strike="noStrike" dirty="0" err="1">
                          <a:effectLst/>
                          <a:latin typeface="Arial" panose="020B0604020202020204" pitchFamily="34" charset="0"/>
                          <a:cs typeface="Arial" panose="020B0604020202020204" pitchFamily="34" charset="0"/>
                        </a:rPr>
                        <a:t>HcJ</a:t>
                      </a:r>
                      <a:r>
                        <a:rPr lang="en-US" sz="1600" u="none" strike="noStrike" dirty="0">
                          <a:effectLst/>
                          <a:latin typeface="Arial" panose="020B0604020202020204" pitchFamily="34" charset="0"/>
                          <a:cs typeface="Arial" panose="020B0604020202020204" pitchFamily="34" charset="0"/>
                        </a:rPr>
                        <a:t>(</a:t>
                      </a:r>
                      <a:r>
                        <a:rPr lang="en-US" sz="1600" u="none" strike="noStrike" dirty="0" err="1">
                          <a:effectLst/>
                          <a:latin typeface="Arial" panose="020B0604020202020204" pitchFamily="34" charset="0"/>
                          <a:cs typeface="Arial" panose="020B0604020202020204" pitchFamily="34" charset="0"/>
                        </a:rPr>
                        <a:t>KOe</a:t>
                      </a:r>
                      <a:r>
                        <a:rPr lang="en-US" sz="1600" u="none" strike="noStrike" dirty="0">
                          <a:effectLst/>
                          <a:latin typeface="Arial" panose="020B0604020202020204" pitchFamily="34" charset="0"/>
                          <a:cs typeface="Arial" panose="020B0604020202020204" pitchFamily="34" charset="0"/>
                        </a:rPr>
                        <a:t>)</a:t>
                      </a:r>
                      <a:endParaRPr lang="en-US" sz="1600" b="0" i="0" u="none" strike="noStrike" dirty="0">
                        <a:solidFill>
                          <a:srgbClr val="000000"/>
                        </a:solidFill>
                        <a:effectLst/>
                        <a:latin typeface="Arial" panose="020B0604020202020204" pitchFamily="34" charset="0"/>
                        <a:ea typeface="微软雅黑" panose="020B0503020204020204" pitchFamily="34" charset="-122"/>
                        <a:cs typeface="Arial" panose="020B0604020202020204" pitchFamily="34" charset="0"/>
                      </a:endParaRPr>
                    </a:p>
                  </a:txBody>
                  <a:tcPr marL="7022" marR="7022" marT="7022" marB="0" anchor="ctr">
                    <a:solidFill>
                      <a:srgbClr val="00B0F0"/>
                    </a:solidFill>
                  </a:tcPr>
                </a:tc>
                <a:tc>
                  <a:txBody>
                    <a:bodyPr/>
                    <a:lstStyle/>
                    <a:p>
                      <a:pPr algn="ctr" fontAlgn="ctr"/>
                      <a:r>
                        <a:rPr lang="en-US" sz="1600" u="none" strike="noStrike" dirty="0">
                          <a:effectLst/>
                          <a:latin typeface="Arial" panose="020B0604020202020204" pitchFamily="34" charset="0"/>
                          <a:cs typeface="Arial" panose="020B0604020202020204" pitchFamily="34" charset="0"/>
                        </a:rPr>
                        <a:t>BH Max(</a:t>
                      </a:r>
                      <a:r>
                        <a:rPr lang="en-US" sz="1600" u="none" strike="noStrike" dirty="0" err="1">
                          <a:effectLst/>
                          <a:latin typeface="Arial" panose="020B0604020202020204" pitchFamily="34" charset="0"/>
                          <a:cs typeface="Arial" panose="020B0604020202020204" pitchFamily="34" charset="0"/>
                        </a:rPr>
                        <a:t>MGOe</a:t>
                      </a:r>
                      <a:r>
                        <a:rPr lang="en-US" sz="1600" u="none" strike="noStrike" dirty="0">
                          <a:effectLst/>
                          <a:latin typeface="Arial" panose="020B0604020202020204" pitchFamily="34" charset="0"/>
                          <a:cs typeface="Arial" panose="020B0604020202020204" pitchFamily="34" charset="0"/>
                        </a:rPr>
                        <a:t>)</a:t>
                      </a:r>
                      <a:endParaRPr lang="en-US" sz="1600" b="0" i="0" u="none" strike="noStrike" dirty="0">
                        <a:solidFill>
                          <a:srgbClr val="000000"/>
                        </a:solidFill>
                        <a:effectLst/>
                        <a:latin typeface="Arial" panose="020B0604020202020204" pitchFamily="34" charset="0"/>
                        <a:ea typeface="微软雅黑" panose="020B0503020204020204" pitchFamily="34" charset="-122"/>
                        <a:cs typeface="Arial" panose="020B0604020202020204" pitchFamily="34" charset="0"/>
                      </a:endParaRPr>
                    </a:p>
                  </a:txBody>
                  <a:tcPr marL="7022" marR="7022" marT="7022" marB="0" anchor="ctr">
                    <a:solidFill>
                      <a:srgbClr val="00B0F0"/>
                    </a:solidFill>
                  </a:tcPr>
                </a:tc>
                <a:tc>
                  <a:txBody>
                    <a:bodyPr/>
                    <a:lstStyle/>
                    <a:p>
                      <a:pPr algn="ctr" fontAlgn="ctr"/>
                      <a:r>
                        <a:rPr lang="en-US" sz="1600" u="none" strike="noStrike" dirty="0">
                          <a:effectLst/>
                          <a:latin typeface="Arial" panose="020B0604020202020204" pitchFamily="34" charset="0"/>
                          <a:cs typeface="Arial" panose="020B0604020202020204" pitchFamily="34" charset="0"/>
                        </a:rPr>
                        <a:t>Plating Thickness(</a:t>
                      </a:r>
                      <a:r>
                        <a:rPr lang="el-GR" sz="1600" u="none" strike="noStrike" dirty="0">
                          <a:effectLst/>
                          <a:latin typeface="Arial" panose="020B0604020202020204" pitchFamily="34" charset="0"/>
                          <a:cs typeface="Arial" panose="020B0604020202020204" pitchFamily="34" charset="0"/>
                        </a:rPr>
                        <a:t>μ</a:t>
                      </a:r>
                      <a:r>
                        <a:rPr lang="en-US" sz="1600" u="none" strike="noStrike" dirty="0">
                          <a:effectLst/>
                          <a:latin typeface="Arial" panose="020B0604020202020204" pitchFamily="34" charset="0"/>
                          <a:cs typeface="Arial" panose="020B0604020202020204" pitchFamily="34" charset="0"/>
                        </a:rPr>
                        <a:t>m)</a:t>
                      </a:r>
                      <a:endParaRPr lang="en-US" sz="1600" b="0" i="0" u="none" strike="noStrike" dirty="0">
                        <a:solidFill>
                          <a:srgbClr val="000000"/>
                        </a:solidFill>
                        <a:effectLst/>
                        <a:latin typeface="Arial" panose="020B0604020202020204" pitchFamily="34" charset="0"/>
                        <a:ea typeface="微软雅黑" panose="020B0503020204020204" pitchFamily="34" charset="-122"/>
                        <a:cs typeface="Arial" panose="020B0604020202020204" pitchFamily="34" charset="0"/>
                      </a:endParaRPr>
                    </a:p>
                  </a:txBody>
                  <a:tcPr marL="7022" marR="7022" marT="7022" marB="0" anchor="ctr">
                    <a:solidFill>
                      <a:srgbClr val="00B0F0"/>
                    </a:solidFill>
                  </a:tcPr>
                </a:tc>
                <a:extLst>
                  <a:ext uri="{0D108BD9-81ED-4DB2-BD59-A6C34878D82A}">
                    <a16:rowId xmlns:a16="http://schemas.microsoft.com/office/drawing/2014/main" val="1688341721"/>
                  </a:ext>
                </a:extLst>
              </a:tr>
              <a:tr h="420680">
                <a:tc>
                  <a:txBody>
                    <a:bodyPr/>
                    <a:lstStyle/>
                    <a:p>
                      <a:pPr algn="ctr" fontAlgn="ctr"/>
                      <a:r>
                        <a:rPr lang="en-US" altLang="zh-CN" sz="1600" u="none" strike="noStrike" dirty="0">
                          <a:effectLst/>
                          <a:latin typeface="Arial" panose="020B0604020202020204" pitchFamily="34" charset="0"/>
                          <a:cs typeface="Arial" panose="020B0604020202020204" pitchFamily="34" charset="0"/>
                        </a:rPr>
                        <a:t>27</a:t>
                      </a:r>
                      <a:endParaRPr lang="en-US" altLang="zh-CN" sz="1600" b="0" i="0" u="none" strike="noStrike" dirty="0">
                        <a:solidFill>
                          <a:srgbClr val="000000"/>
                        </a:solidFill>
                        <a:effectLst/>
                        <a:latin typeface="Arial" panose="020B0604020202020204" pitchFamily="34" charset="0"/>
                        <a:ea typeface="微软雅黑" panose="020B0503020204020204" pitchFamily="34" charset="-122"/>
                        <a:cs typeface="Arial" panose="020B0604020202020204" pitchFamily="34" charset="0"/>
                      </a:endParaRPr>
                    </a:p>
                  </a:txBody>
                  <a:tcPr marL="7022" marR="7022" marT="7022" marB="0" anchor="ctr"/>
                </a:tc>
                <a:tc>
                  <a:txBody>
                    <a:bodyPr/>
                    <a:lstStyle/>
                    <a:p>
                      <a:pPr algn="ctr" fontAlgn="ctr"/>
                      <a:r>
                        <a:rPr lang="en-US" altLang="zh-CN" sz="1600" b="0" i="0" u="none" strike="noStrike" dirty="0">
                          <a:solidFill>
                            <a:srgbClr val="000000"/>
                          </a:solidFill>
                          <a:effectLst/>
                          <a:latin typeface="Arial" panose="020B0604020202020204" pitchFamily="34" charset="0"/>
                          <a:ea typeface="等线" panose="02010600030101010101" pitchFamily="2" charset="-122"/>
                        </a:rPr>
                        <a:t>160-05853</a:t>
                      </a:r>
                    </a:p>
                  </a:txBody>
                  <a:tcPr marL="9525" marR="9525" marT="9525" marB="0" anchor="ctr"/>
                </a:tc>
                <a:tc>
                  <a:txBody>
                    <a:bodyPr/>
                    <a:lstStyle/>
                    <a:p>
                      <a:pPr algn="ctr" fontAlgn="ctr"/>
                      <a:r>
                        <a:rPr lang="en-US" altLang="zh-CN" sz="1600" b="0" i="0" u="none" strike="noStrike" dirty="0">
                          <a:solidFill>
                            <a:srgbClr val="000000"/>
                          </a:solidFill>
                          <a:effectLst/>
                          <a:latin typeface="Arial" panose="020B0604020202020204" pitchFamily="34" charset="0"/>
                          <a:ea typeface="等线" panose="02010600030101010101" pitchFamily="2" charset="-122"/>
                        </a:rPr>
                        <a:t>12.56</a:t>
                      </a:r>
                    </a:p>
                  </a:txBody>
                  <a:tcPr marL="9525" marR="9525" marT="9525" marB="0" anchor="ctr"/>
                </a:tc>
                <a:tc>
                  <a:txBody>
                    <a:bodyPr/>
                    <a:lstStyle/>
                    <a:p>
                      <a:pPr algn="ctr" fontAlgn="ctr"/>
                      <a:r>
                        <a:rPr lang="en-US" altLang="zh-CN" sz="1600" b="0" i="0" u="none" strike="noStrike" dirty="0">
                          <a:solidFill>
                            <a:srgbClr val="000000"/>
                          </a:solidFill>
                          <a:effectLst/>
                          <a:latin typeface="Arial" panose="020B0604020202020204" pitchFamily="34" charset="0"/>
                          <a:ea typeface="等线" panose="02010600030101010101" pitchFamily="2" charset="-122"/>
                        </a:rPr>
                        <a:t>6.2</a:t>
                      </a:r>
                    </a:p>
                  </a:txBody>
                  <a:tcPr marL="9525" marR="9525" marT="9525" marB="0" anchor="ctr"/>
                </a:tc>
                <a:tc>
                  <a:txBody>
                    <a:bodyPr/>
                    <a:lstStyle/>
                    <a:p>
                      <a:pPr algn="ctr" fontAlgn="ctr"/>
                      <a:r>
                        <a:rPr lang="en-US" altLang="zh-CN" sz="1600" b="0" i="0" u="none" strike="noStrike" dirty="0">
                          <a:solidFill>
                            <a:srgbClr val="000000"/>
                          </a:solidFill>
                          <a:effectLst/>
                          <a:latin typeface="Arial" panose="020B0604020202020204" pitchFamily="34" charset="0"/>
                          <a:ea typeface="等线" panose="02010600030101010101" pitchFamily="2" charset="-122"/>
                        </a:rPr>
                        <a:t>1.15</a:t>
                      </a:r>
                    </a:p>
                  </a:txBody>
                  <a:tcPr marL="9525" marR="9525" marT="9525" marB="0" anchor="ctr"/>
                </a:tc>
                <a:tc>
                  <a:txBody>
                    <a:bodyPr/>
                    <a:lstStyle/>
                    <a:p>
                      <a:pPr marL="0" marR="0" indent="0" algn="ctr" defTabSz="821530" eaLnBrk="1" fontAlgn="ctr" latinLnBrk="0" hangingPunct="1">
                        <a:lnSpc>
                          <a:spcPct val="100000"/>
                        </a:lnSpc>
                        <a:spcBef>
                          <a:spcPts val="0"/>
                        </a:spcBef>
                        <a:spcAft>
                          <a:spcPts val="0"/>
                        </a:spcAft>
                        <a:buClrTx/>
                        <a:buSzTx/>
                        <a:buFontTx/>
                        <a:buNone/>
                        <a:tabLst/>
                        <a:defRPr/>
                      </a:pPr>
                      <a:r>
                        <a:rPr lang="en-US" altLang="zh-CN" sz="1600" b="0" i="0" u="none" strike="noStrike" cap="none" spc="0" baseline="0" dirty="0">
                          <a:ln>
                            <a:noFill/>
                          </a:ln>
                          <a:solidFill>
                            <a:srgbClr val="000000"/>
                          </a:solidFill>
                          <a:effectLst/>
                          <a:uFillTx/>
                          <a:latin typeface="Arial" panose="020B0604020202020204" pitchFamily="34" charset="0"/>
                          <a:ea typeface="等线" panose="02010600030101010101" pitchFamily="2" charset="-122"/>
                          <a:cs typeface="+mn-cs"/>
                          <a:sym typeface="Helvetica Neue Light"/>
                        </a:rPr>
                        <a:t>10.60</a:t>
                      </a:r>
                      <a:r>
                        <a:rPr lang="el-GR" altLang="zh-CN" sz="1600" b="0" i="0" u="none" strike="noStrike" cap="none" spc="0" baseline="0" dirty="0">
                          <a:ln>
                            <a:noFill/>
                          </a:ln>
                          <a:solidFill>
                            <a:srgbClr val="000000"/>
                          </a:solidFill>
                          <a:effectLst/>
                          <a:uFillTx/>
                          <a:latin typeface="Arial" panose="020B0604020202020204" pitchFamily="34" charset="0"/>
                          <a:ea typeface="等线" panose="02010600030101010101" pitchFamily="2" charset="-122"/>
                          <a:cs typeface="+mn-cs"/>
                          <a:sym typeface="Helvetica Neue Light"/>
                        </a:rPr>
                        <a:t>~</a:t>
                      </a:r>
                      <a:r>
                        <a:rPr lang="en-US" altLang="zh-CN" sz="1600" b="0" i="0" u="none" strike="noStrike" cap="none" spc="0" baseline="0" dirty="0">
                          <a:ln>
                            <a:noFill/>
                          </a:ln>
                          <a:solidFill>
                            <a:srgbClr val="000000"/>
                          </a:solidFill>
                          <a:effectLst/>
                          <a:uFillTx/>
                          <a:latin typeface="Arial" panose="020B0604020202020204" pitchFamily="34" charset="0"/>
                          <a:ea typeface="等线" panose="02010600030101010101" pitchFamily="2" charset="-122"/>
                          <a:cs typeface="+mn-cs"/>
                          <a:sym typeface="Helvetica Neue Light"/>
                        </a:rPr>
                        <a:t>12.44</a:t>
                      </a:r>
                    </a:p>
                  </a:txBody>
                  <a:tcPr marL="9525" marR="9525" marT="9525" marB="0" anchor="ctr"/>
                </a:tc>
                <a:tc>
                  <a:txBody>
                    <a:bodyPr/>
                    <a:lstStyle/>
                    <a:p>
                      <a:pPr algn="ctr" fontAlgn="ctr"/>
                      <a:r>
                        <a:rPr lang="el-GR" sz="1600" b="0" i="0" u="none" strike="noStrike" dirty="0">
                          <a:solidFill>
                            <a:srgbClr val="000000"/>
                          </a:solidFill>
                          <a:effectLst/>
                          <a:latin typeface="微软雅黑" panose="020B0503020204020204" pitchFamily="34" charset="-122"/>
                          <a:ea typeface="微软雅黑" panose="020B0503020204020204" pitchFamily="34" charset="-122"/>
                        </a:rPr>
                        <a:t>160° Θ</a:t>
                      </a:r>
                      <a:r>
                        <a:rPr lang="en-US" sz="1600" b="0" i="0" u="none" strike="noStrike" dirty="0">
                          <a:solidFill>
                            <a:srgbClr val="000000"/>
                          </a:solidFill>
                          <a:effectLst/>
                          <a:latin typeface="微软雅黑" panose="020B0503020204020204" pitchFamily="34" charset="-122"/>
                          <a:ea typeface="微软雅黑" panose="020B0503020204020204" pitchFamily="34" charset="-122"/>
                        </a:rPr>
                        <a:t>YZ</a:t>
                      </a:r>
                    </a:p>
                  </a:txBody>
                  <a:tcPr marL="9525" marR="9525" marT="9525" marB="0" anchor="ctr"/>
                </a:tc>
                <a:tc>
                  <a:txBody>
                    <a:bodyPr/>
                    <a:lstStyle/>
                    <a:p>
                      <a:pPr marL="0" marR="0" lvl="0" indent="0" algn="ctr" defTabSz="821530" eaLnBrk="1" fontAlgn="ctr" latinLnBrk="0" hangingPunct="1">
                        <a:lnSpc>
                          <a:spcPct val="100000"/>
                        </a:lnSpc>
                        <a:spcBef>
                          <a:spcPts val="0"/>
                        </a:spcBef>
                        <a:spcAft>
                          <a:spcPts val="0"/>
                        </a:spcAft>
                        <a:buClrTx/>
                        <a:buSzTx/>
                        <a:buFontTx/>
                        <a:buNone/>
                        <a:tabLst/>
                        <a:defRPr/>
                      </a:pPr>
                      <a:r>
                        <a:rPr kumimoji="0" lang="en-US" altLang="zh-CN" sz="1600" b="0" i="0" u="none" strike="noStrike" kern="0" cap="none" spc="0" normalizeH="0" baseline="0" noProof="0" dirty="0">
                          <a:ln>
                            <a:noFill/>
                          </a:ln>
                          <a:solidFill>
                            <a:srgbClr val="000000"/>
                          </a:solidFill>
                          <a:effectLst/>
                          <a:uLnTx/>
                          <a:uFillTx/>
                          <a:latin typeface="Arial" panose="020B0604020202020204" pitchFamily="34" charset="0"/>
                          <a:ea typeface="等线" panose="02010600030101010101" pitchFamily="2" charset="-122"/>
                          <a:cs typeface="Helvetica Neue"/>
                          <a:sym typeface="Helvetica Neue Light"/>
                        </a:rPr>
                        <a:t>0.2</a:t>
                      </a:r>
                      <a:r>
                        <a:rPr kumimoji="0" lang="zh-CN" altLang="en-US" sz="1600" b="0" i="0" u="none" strike="noStrike" kern="0" cap="none" spc="0" normalizeH="0" baseline="0" noProof="0" dirty="0">
                          <a:ln>
                            <a:noFill/>
                          </a:ln>
                          <a:solidFill>
                            <a:srgbClr val="000000"/>
                          </a:solidFill>
                          <a:effectLst/>
                          <a:uLnTx/>
                          <a:uFillTx/>
                          <a:latin typeface="Arial" panose="020B0604020202020204" pitchFamily="34" charset="0"/>
                          <a:ea typeface="等线" panose="02010600030101010101" pitchFamily="2" charset="-122"/>
                          <a:cs typeface="Helvetica Neue"/>
                          <a:sym typeface="Helvetica Neue Light"/>
                        </a:rPr>
                        <a:t> </a:t>
                      </a:r>
                      <a:r>
                        <a:rPr kumimoji="0" lang="en-US" altLang="zh-CN" sz="1600" b="0" i="0" u="none" strike="noStrike" kern="0" cap="none" spc="0" normalizeH="0" baseline="0" noProof="0" dirty="0">
                          <a:ln>
                            <a:noFill/>
                          </a:ln>
                          <a:solidFill>
                            <a:srgbClr val="000000"/>
                          </a:solidFill>
                          <a:effectLst/>
                          <a:uLnTx/>
                          <a:uFillTx/>
                          <a:latin typeface="Arial" panose="020B0604020202020204" pitchFamily="34" charset="0"/>
                          <a:ea typeface="等线" panose="02010600030101010101" pitchFamily="2" charset="-122"/>
                          <a:cs typeface="Helvetica Neue"/>
                          <a:sym typeface="Helvetica Neue Light"/>
                        </a:rPr>
                        <a:t>+0.1/-0.08</a:t>
                      </a:r>
                    </a:p>
                  </a:txBody>
                  <a:tcPr marL="9525" marR="9525" marT="9525" marB="0" anchor="ctr"/>
                </a:tc>
                <a:tc>
                  <a:txBody>
                    <a:bodyPr/>
                    <a:lstStyle/>
                    <a:p>
                      <a:pPr algn="ctr" fontAlgn="ctr"/>
                      <a:r>
                        <a:rPr lang="en-US" altLang="zh-CN" sz="1600" b="0" i="0" u="none" strike="noStrike">
                          <a:solidFill>
                            <a:srgbClr val="000000"/>
                          </a:solidFill>
                          <a:effectLst/>
                          <a:latin typeface="Arial" panose="020B0604020202020204" pitchFamily="34" charset="0"/>
                          <a:ea typeface="等线" panose="02010600030101010101" pitchFamily="2" charset="-122"/>
                        </a:rPr>
                        <a:t>Max 0.2</a:t>
                      </a:r>
                      <a:endParaRPr lang="en-US" altLang="zh-CN" sz="1600" b="0" i="0" u="none" strike="noStrike" dirty="0">
                        <a:solidFill>
                          <a:srgbClr val="000000"/>
                        </a:solidFill>
                        <a:effectLst/>
                        <a:latin typeface="Arial" panose="020B0604020202020204" pitchFamily="34" charset="0"/>
                        <a:ea typeface="等线" panose="02010600030101010101" pitchFamily="2" charset="-122"/>
                      </a:endParaRPr>
                    </a:p>
                  </a:txBody>
                  <a:tcPr marL="9525" marR="9525" marT="9525" marB="0" anchor="ctr"/>
                </a:tc>
                <a:tc>
                  <a:txBody>
                    <a:bodyPr/>
                    <a:lstStyle/>
                    <a:p>
                      <a:pPr algn="ctr" fontAlgn="ctr"/>
                      <a:r>
                        <a:rPr lang="en-US" sz="1600" b="0" i="0" u="none" strike="noStrike" dirty="0">
                          <a:solidFill>
                            <a:srgbClr val="000000"/>
                          </a:solidFill>
                          <a:effectLst/>
                          <a:latin typeface="Arial" panose="020B0604020202020204" pitchFamily="34" charset="0"/>
                          <a:ea typeface="等线" panose="02010600030101010101" pitchFamily="2" charset="-122"/>
                        </a:rPr>
                        <a:t>N45SH-100RC</a:t>
                      </a:r>
                    </a:p>
                  </a:txBody>
                  <a:tcPr marL="9525" marR="9525" marT="9525" marB="0" anchor="ctr"/>
                </a:tc>
                <a:tc>
                  <a:txBody>
                    <a:bodyPr/>
                    <a:lstStyle/>
                    <a:p>
                      <a:pPr algn="ctr" fontAlgn="ctr"/>
                      <a:r>
                        <a:rPr lang="en-US" altLang="zh-CN" sz="1600" b="0" i="0" u="none" strike="noStrike" dirty="0">
                          <a:solidFill>
                            <a:srgbClr val="000000"/>
                          </a:solidFill>
                          <a:effectLst/>
                          <a:latin typeface="Arial" panose="020B0604020202020204" pitchFamily="34" charset="0"/>
                          <a:ea typeface="等线" panose="02010600030101010101" pitchFamily="2" charset="-122"/>
                        </a:rPr>
                        <a:t>13.2~13.8</a:t>
                      </a:r>
                    </a:p>
                  </a:txBody>
                  <a:tcPr marL="9525" marR="9525" marT="9525" marB="0" anchor="ctr"/>
                </a:tc>
                <a:tc>
                  <a:txBody>
                    <a:bodyPr/>
                    <a:lstStyle/>
                    <a:p>
                      <a:pPr algn="ctr" fontAlgn="ctr"/>
                      <a:r>
                        <a:rPr lang="en-US" altLang="zh-CN" sz="1600" b="0" i="0" u="none" strike="noStrike" dirty="0">
                          <a:solidFill>
                            <a:srgbClr val="000000"/>
                          </a:solidFill>
                          <a:effectLst/>
                          <a:latin typeface="Arial" panose="020B0604020202020204" pitchFamily="34" charset="0"/>
                          <a:ea typeface="等线" panose="02010600030101010101" pitchFamily="2" charset="-122"/>
                        </a:rPr>
                        <a:t>/</a:t>
                      </a:r>
                    </a:p>
                  </a:txBody>
                  <a:tcPr marL="9525" marR="9525" marT="9525" marB="0" anchor="ctr"/>
                </a:tc>
                <a:tc>
                  <a:txBody>
                    <a:bodyPr/>
                    <a:lstStyle/>
                    <a:p>
                      <a:pPr algn="ctr" fontAlgn="ctr"/>
                      <a:r>
                        <a:rPr lang="en-US" sz="1600" b="0" i="0" u="none" strike="noStrike" dirty="0">
                          <a:solidFill>
                            <a:srgbClr val="000000"/>
                          </a:solidFill>
                          <a:effectLst/>
                          <a:latin typeface="Arial" panose="020B0604020202020204" pitchFamily="34" charset="0"/>
                          <a:ea typeface="等线" panose="02010600030101010101" pitchFamily="2" charset="-122"/>
                        </a:rPr>
                        <a:t>20MIN</a:t>
                      </a:r>
                    </a:p>
                  </a:txBody>
                  <a:tcPr marL="9525" marR="9525" marT="9525" marB="0" anchor="ctr"/>
                </a:tc>
                <a:tc>
                  <a:txBody>
                    <a:bodyPr/>
                    <a:lstStyle/>
                    <a:p>
                      <a:pPr algn="ctr" fontAlgn="ctr"/>
                      <a:r>
                        <a:rPr lang="en-US" altLang="zh-CN" sz="1600" b="0" i="0" u="none" strike="noStrike" dirty="0">
                          <a:solidFill>
                            <a:srgbClr val="000000"/>
                          </a:solidFill>
                          <a:effectLst/>
                          <a:latin typeface="Arial" panose="020B0604020202020204" pitchFamily="34" charset="0"/>
                          <a:ea typeface="等线" panose="02010600030101010101" pitchFamily="2" charset="-122"/>
                        </a:rPr>
                        <a:t>42.98~45.99</a:t>
                      </a:r>
                    </a:p>
                  </a:txBody>
                  <a:tcPr marL="9525" marR="9525" marT="9525" marB="0" anchor="ctr"/>
                </a:tc>
                <a:tc>
                  <a:txBody>
                    <a:bodyPr/>
                    <a:lstStyle/>
                    <a:p>
                      <a:pPr algn="ctr" fontAlgn="ctr"/>
                      <a:r>
                        <a:rPr lang="en-US" sz="1600" b="0" i="0" u="none" strike="noStrike" dirty="0">
                          <a:solidFill>
                            <a:srgbClr val="000000"/>
                          </a:solidFill>
                          <a:effectLst/>
                          <a:latin typeface="Arial" panose="020B0604020202020204" pitchFamily="34" charset="0"/>
                          <a:ea typeface="等线" panose="02010600030101010101" pitchFamily="2" charset="-122"/>
                        </a:rPr>
                        <a:t>Zinc:6-14</a:t>
                      </a:r>
                    </a:p>
                  </a:txBody>
                  <a:tcPr marL="9525" marR="9525" marT="9525" marB="0" anchor="ctr"/>
                </a:tc>
                <a:extLst>
                  <a:ext uri="{0D108BD9-81ED-4DB2-BD59-A6C34878D82A}">
                    <a16:rowId xmlns:a16="http://schemas.microsoft.com/office/drawing/2014/main" val="10001"/>
                  </a:ext>
                </a:extLst>
              </a:tr>
              <a:tr h="420680">
                <a:tc>
                  <a:txBody>
                    <a:bodyPr/>
                    <a:lstStyle/>
                    <a:p>
                      <a:pPr algn="ctr" fontAlgn="ctr"/>
                      <a:r>
                        <a:rPr lang="en-US" altLang="zh-CN" sz="1600" b="0" i="0" u="none" strike="noStrike" dirty="0">
                          <a:solidFill>
                            <a:srgbClr val="000000"/>
                          </a:solidFill>
                          <a:effectLst/>
                          <a:latin typeface="微软雅黑" panose="020B0503020204020204" pitchFamily="34" charset="-122"/>
                          <a:ea typeface="微软雅黑" panose="020B0503020204020204" pitchFamily="34" charset="-122"/>
                        </a:rPr>
                        <a:t>28</a:t>
                      </a:r>
                    </a:p>
                  </a:txBody>
                  <a:tcPr marL="9525" marR="9525" marT="9525" marB="0" anchor="ctr"/>
                </a:tc>
                <a:tc>
                  <a:txBody>
                    <a:bodyPr/>
                    <a:lstStyle/>
                    <a:p>
                      <a:pPr algn="ctr" fontAlgn="ctr"/>
                      <a:r>
                        <a:rPr lang="en-US" altLang="zh-CN" sz="1600" b="0" i="0" u="none" strike="noStrike" dirty="0">
                          <a:solidFill>
                            <a:srgbClr val="000000"/>
                          </a:solidFill>
                          <a:effectLst/>
                          <a:latin typeface="微软雅黑" panose="020B0503020204020204" pitchFamily="34" charset="-122"/>
                          <a:ea typeface="微软雅黑" panose="020B0503020204020204" pitchFamily="34" charset="-122"/>
                        </a:rPr>
                        <a:t>160-05854</a:t>
                      </a:r>
                    </a:p>
                  </a:txBody>
                  <a:tcPr marL="9525" marR="9525" marT="9525" marB="0" anchor="ctr"/>
                </a:tc>
                <a:tc>
                  <a:txBody>
                    <a:bodyPr/>
                    <a:lstStyle/>
                    <a:p>
                      <a:pPr algn="ctr" fontAlgn="ctr"/>
                      <a:r>
                        <a:rPr lang="en-US" altLang="zh-CN" sz="1600" b="0" i="0" u="none" strike="noStrike" dirty="0">
                          <a:solidFill>
                            <a:srgbClr val="000000"/>
                          </a:solidFill>
                          <a:effectLst/>
                          <a:latin typeface="微软雅黑" panose="020B0503020204020204" pitchFamily="34" charset="-122"/>
                          <a:ea typeface="微软雅黑" panose="020B0503020204020204" pitchFamily="34" charset="-122"/>
                        </a:rPr>
                        <a:t>11.41</a:t>
                      </a:r>
                    </a:p>
                  </a:txBody>
                  <a:tcPr marL="9525" marR="9525" marT="9525" marB="0" anchor="ctr"/>
                </a:tc>
                <a:tc>
                  <a:txBody>
                    <a:bodyPr/>
                    <a:lstStyle/>
                    <a:p>
                      <a:pPr algn="ctr" fontAlgn="ctr"/>
                      <a:r>
                        <a:rPr lang="en-US" altLang="zh-CN" sz="1600" b="0" i="0" u="none" strike="noStrike" dirty="0">
                          <a:solidFill>
                            <a:srgbClr val="000000"/>
                          </a:solidFill>
                          <a:effectLst/>
                          <a:latin typeface="微软雅黑" panose="020B0503020204020204" pitchFamily="34" charset="-122"/>
                          <a:ea typeface="微软雅黑" panose="020B0503020204020204" pitchFamily="34" charset="-122"/>
                        </a:rPr>
                        <a:t>3.67</a:t>
                      </a:r>
                    </a:p>
                  </a:txBody>
                  <a:tcPr marL="9525" marR="9525" marT="9525" marB="0" anchor="ctr"/>
                </a:tc>
                <a:tc>
                  <a:txBody>
                    <a:bodyPr/>
                    <a:lstStyle/>
                    <a:p>
                      <a:pPr algn="ctr" fontAlgn="ctr"/>
                      <a:r>
                        <a:rPr lang="en-US" altLang="zh-CN" sz="1600" b="0" i="0" u="none" strike="noStrike">
                          <a:solidFill>
                            <a:srgbClr val="000000"/>
                          </a:solidFill>
                          <a:effectLst/>
                          <a:latin typeface="微软雅黑" panose="020B0503020204020204" pitchFamily="34" charset="-122"/>
                          <a:ea typeface="微软雅黑" panose="020B0503020204020204" pitchFamily="34" charset="-122"/>
                        </a:rPr>
                        <a:t>1.15</a:t>
                      </a:r>
                    </a:p>
                  </a:txBody>
                  <a:tcPr marL="9525" marR="9525" marT="9525" marB="0" anchor="ctr"/>
                </a:tc>
                <a:tc>
                  <a:txBody>
                    <a:bodyPr/>
                    <a:lstStyle/>
                    <a:p>
                      <a:pPr marL="0" marR="0" indent="0" algn="ctr" defTabSz="821530" eaLnBrk="1" fontAlgn="ctr" latinLnBrk="0" hangingPunct="1">
                        <a:lnSpc>
                          <a:spcPct val="100000"/>
                        </a:lnSpc>
                        <a:spcBef>
                          <a:spcPts val="0"/>
                        </a:spcBef>
                        <a:spcAft>
                          <a:spcPts val="0"/>
                        </a:spcAft>
                        <a:buClrTx/>
                        <a:buSzTx/>
                        <a:buFontTx/>
                        <a:buNone/>
                        <a:tabLst/>
                        <a:defRPr/>
                      </a:pPr>
                      <a:r>
                        <a:rPr lang="en-US" altLang="zh-CN" sz="1600" b="0" i="0" u="none" strike="noStrike" cap="none" spc="0" baseline="0" dirty="0">
                          <a:ln>
                            <a:noFill/>
                          </a:ln>
                          <a:solidFill>
                            <a:srgbClr val="000000"/>
                          </a:solidFill>
                          <a:effectLst/>
                          <a:uFillTx/>
                          <a:latin typeface="Arial" panose="020B0604020202020204" pitchFamily="34" charset="0"/>
                          <a:ea typeface="等线" panose="02010600030101010101" pitchFamily="2" charset="-122"/>
                          <a:cs typeface="+mn-cs"/>
                          <a:sym typeface="Helvetica Neue Light"/>
                        </a:rPr>
                        <a:t>5.65</a:t>
                      </a:r>
                      <a:r>
                        <a:rPr lang="el-GR" altLang="zh-CN" sz="1600" b="0" i="0" u="none" strike="noStrike" cap="none" spc="0" baseline="0" dirty="0">
                          <a:ln>
                            <a:noFill/>
                          </a:ln>
                          <a:solidFill>
                            <a:srgbClr val="000000"/>
                          </a:solidFill>
                          <a:effectLst/>
                          <a:uFillTx/>
                          <a:latin typeface="Arial" panose="020B0604020202020204" pitchFamily="34" charset="0"/>
                          <a:ea typeface="等线" panose="02010600030101010101" pitchFamily="2" charset="-122"/>
                          <a:cs typeface="+mn-cs"/>
                          <a:sym typeface="Helvetica Neue Light"/>
                        </a:rPr>
                        <a:t>~</a:t>
                      </a:r>
                      <a:r>
                        <a:rPr lang="en-US" altLang="zh-CN" sz="1600" b="0" i="0" u="none" strike="noStrike" cap="none" spc="0" baseline="0" dirty="0">
                          <a:ln>
                            <a:noFill/>
                          </a:ln>
                          <a:solidFill>
                            <a:srgbClr val="000000"/>
                          </a:solidFill>
                          <a:effectLst/>
                          <a:uFillTx/>
                          <a:latin typeface="Arial" panose="020B0604020202020204" pitchFamily="34" charset="0"/>
                          <a:ea typeface="等线" panose="02010600030101010101" pitchFamily="2" charset="-122"/>
                          <a:cs typeface="+mn-cs"/>
                          <a:sym typeface="Helvetica Neue Light"/>
                        </a:rPr>
                        <a:t>6.63</a:t>
                      </a:r>
                    </a:p>
                  </a:txBody>
                  <a:tcPr marL="9525" marR="9525" marT="9525" marB="0" anchor="ctr"/>
                </a:tc>
                <a:tc>
                  <a:txBody>
                    <a:bodyPr/>
                    <a:lstStyle/>
                    <a:p>
                      <a:pPr algn="ctr" fontAlgn="ctr"/>
                      <a:r>
                        <a:rPr lang="el-GR" sz="1600" b="0" i="0" u="none" strike="noStrike">
                          <a:solidFill>
                            <a:srgbClr val="000000"/>
                          </a:solidFill>
                          <a:effectLst/>
                          <a:latin typeface="微软雅黑" panose="020B0503020204020204" pitchFamily="34" charset="-122"/>
                          <a:ea typeface="微软雅黑" panose="020B0503020204020204" pitchFamily="34" charset="-122"/>
                        </a:rPr>
                        <a:t>160° Θ</a:t>
                      </a:r>
                      <a:r>
                        <a:rPr lang="en-US" sz="1600" b="0" i="0" u="none" strike="noStrike">
                          <a:solidFill>
                            <a:srgbClr val="000000"/>
                          </a:solidFill>
                          <a:effectLst/>
                          <a:latin typeface="微软雅黑" panose="020B0503020204020204" pitchFamily="34" charset="-122"/>
                          <a:ea typeface="微软雅黑" panose="020B0503020204020204" pitchFamily="34" charset="-122"/>
                        </a:rPr>
                        <a:t>YZ</a:t>
                      </a:r>
                    </a:p>
                  </a:txBody>
                  <a:tcPr marL="9525" marR="9525" marT="9525" marB="0" anchor="ctr"/>
                </a:tc>
                <a:tc>
                  <a:txBody>
                    <a:bodyPr/>
                    <a:lstStyle/>
                    <a:p>
                      <a:pPr marL="0" marR="0" lvl="0" indent="0" algn="ctr" defTabSz="821530" eaLnBrk="1" fontAlgn="ctr" latinLnBrk="0" hangingPunct="1">
                        <a:lnSpc>
                          <a:spcPct val="100000"/>
                        </a:lnSpc>
                        <a:spcBef>
                          <a:spcPts val="0"/>
                        </a:spcBef>
                        <a:spcAft>
                          <a:spcPts val="0"/>
                        </a:spcAft>
                        <a:buClrTx/>
                        <a:buSzTx/>
                        <a:buFontTx/>
                        <a:buNone/>
                        <a:tabLst/>
                        <a:defRPr/>
                      </a:pPr>
                      <a:r>
                        <a:rPr kumimoji="0" lang="en-US" altLang="zh-CN" sz="1600" b="0" i="0" u="none" strike="noStrike" kern="0" cap="none" spc="0" normalizeH="0" baseline="0" noProof="0">
                          <a:ln>
                            <a:noFill/>
                          </a:ln>
                          <a:solidFill>
                            <a:srgbClr val="000000"/>
                          </a:solidFill>
                          <a:effectLst/>
                          <a:uLnTx/>
                          <a:uFillTx/>
                          <a:latin typeface="Arial" panose="020B0604020202020204" pitchFamily="34" charset="0"/>
                          <a:ea typeface="等线" panose="02010600030101010101" pitchFamily="2" charset="-122"/>
                          <a:cs typeface="Helvetica Neue"/>
                          <a:sym typeface="Helvetica Neue Light"/>
                        </a:rPr>
                        <a:t>0.2</a:t>
                      </a:r>
                      <a:r>
                        <a:rPr kumimoji="0" lang="zh-CN" altLang="en-US" sz="1600" b="0" i="0" u="none" strike="noStrike" kern="0" cap="none" spc="0" normalizeH="0" baseline="0" noProof="0">
                          <a:ln>
                            <a:noFill/>
                          </a:ln>
                          <a:solidFill>
                            <a:srgbClr val="000000"/>
                          </a:solidFill>
                          <a:effectLst/>
                          <a:uLnTx/>
                          <a:uFillTx/>
                          <a:latin typeface="Arial" panose="020B0604020202020204" pitchFamily="34" charset="0"/>
                          <a:ea typeface="等线" panose="02010600030101010101" pitchFamily="2" charset="-122"/>
                          <a:cs typeface="Helvetica Neue"/>
                          <a:sym typeface="Helvetica Neue Light"/>
                        </a:rPr>
                        <a:t> </a:t>
                      </a:r>
                      <a:r>
                        <a:rPr kumimoji="0" lang="en-US" altLang="zh-CN" sz="1600" b="0" i="0" u="none" strike="noStrike" kern="0" cap="none" spc="0" normalizeH="0" baseline="0" noProof="0">
                          <a:ln>
                            <a:noFill/>
                          </a:ln>
                          <a:solidFill>
                            <a:srgbClr val="000000"/>
                          </a:solidFill>
                          <a:effectLst/>
                          <a:uLnTx/>
                          <a:uFillTx/>
                          <a:latin typeface="Arial" panose="020B0604020202020204" pitchFamily="34" charset="0"/>
                          <a:ea typeface="等线" panose="02010600030101010101" pitchFamily="2" charset="-122"/>
                          <a:cs typeface="Helvetica Neue"/>
                          <a:sym typeface="Helvetica Neue Light"/>
                        </a:rPr>
                        <a:t>+0.1/-0.08</a:t>
                      </a:r>
                      <a:endParaRPr kumimoji="0" lang="en-US" altLang="zh-CN" sz="1600" b="0" i="0" u="none" strike="noStrike" kern="0" cap="none" spc="0" normalizeH="0" baseline="0" noProof="0" dirty="0">
                        <a:ln>
                          <a:noFill/>
                        </a:ln>
                        <a:solidFill>
                          <a:srgbClr val="000000"/>
                        </a:solidFill>
                        <a:effectLst/>
                        <a:uLnTx/>
                        <a:uFillTx/>
                        <a:latin typeface="Arial" panose="020B0604020202020204" pitchFamily="34" charset="0"/>
                        <a:ea typeface="等线" panose="02010600030101010101" pitchFamily="2" charset="-122"/>
                        <a:cs typeface="Helvetica Neue"/>
                        <a:sym typeface="Helvetica Neue Light"/>
                      </a:endParaRPr>
                    </a:p>
                  </a:txBody>
                  <a:tcPr marL="9525" marR="9525" marT="9525" marB="0" anchor="ctr"/>
                </a:tc>
                <a:tc>
                  <a:txBody>
                    <a:bodyPr/>
                    <a:lstStyle/>
                    <a:p>
                      <a:pPr algn="ctr" fontAlgn="ctr"/>
                      <a:r>
                        <a:rPr lang="en-US" altLang="zh-CN" sz="1600" b="0" i="0" u="none" strike="noStrike">
                          <a:solidFill>
                            <a:srgbClr val="000000"/>
                          </a:solidFill>
                          <a:effectLst/>
                          <a:latin typeface="Arial" panose="020B0604020202020204" pitchFamily="34" charset="0"/>
                          <a:ea typeface="等线" panose="02010600030101010101" pitchFamily="2" charset="-122"/>
                        </a:rPr>
                        <a:t>Max 0.2</a:t>
                      </a:r>
                      <a:endParaRPr lang="en-US" altLang="zh-CN" sz="1600" b="0" i="0" u="none" strike="noStrike" dirty="0">
                        <a:solidFill>
                          <a:srgbClr val="000000"/>
                        </a:solidFill>
                        <a:effectLst/>
                        <a:latin typeface="Arial" panose="020B0604020202020204" pitchFamily="34" charset="0"/>
                        <a:ea typeface="等线" panose="02010600030101010101" pitchFamily="2" charset="-122"/>
                      </a:endParaRPr>
                    </a:p>
                  </a:txBody>
                  <a:tcPr marL="9525" marR="9525" marT="9525" marB="0" anchor="ctr"/>
                </a:tc>
                <a:tc>
                  <a:txBody>
                    <a:bodyPr/>
                    <a:lstStyle/>
                    <a:p>
                      <a:pPr algn="ctr" fontAlgn="ctr"/>
                      <a:r>
                        <a:rPr lang="en-US" sz="1600" b="0" i="0" u="none" strike="noStrike">
                          <a:solidFill>
                            <a:srgbClr val="000000"/>
                          </a:solidFill>
                          <a:effectLst/>
                          <a:latin typeface="Arial" panose="020B0604020202020204" pitchFamily="34" charset="0"/>
                          <a:ea typeface="等线" panose="02010600030101010101" pitchFamily="2" charset="-122"/>
                        </a:rPr>
                        <a:t>N45SH-100RC</a:t>
                      </a:r>
                    </a:p>
                  </a:txBody>
                  <a:tcPr marL="9525" marR="9525" marT="9525" marB="0" anchor="ctr"/>
                </a:tc>
                <a:tc>
                  <a:txBody>
                    <a:bodyPr/>
                    <a:lstStyle/>
                    <a:p>
                      <a:pPr algn="ctr" fontAlgn="ctr"/>
                      <a:r>
                        <a:rPr lang="en-US" altLang="zh-CN" sz="1600" b="0" i="0" u="none" strike="noStrike">
                          <a:solidFill>
                            <a:srgbClr val="000000"/>
                          </a:solidFill>
                          <a:effectLst/>
                          <a:latin typeface="微软雅黑" panose="020B0503020204020204" pitchFamily="34" charset="-122"/>
                          <a:ea typeface="微软雅黑" panose="020B0503020204020204" pitchFamily="34" charset="-122"/>
                        </a:rPr>
                        <a:t>13.2~13.8</a:t>
                      </a:r>
                    </a:p>
                  </a:txBody>
                  <a:tcPr marL="9525" marR="9525" marT="9525" marB="0" anchor="ctr"/>
                </a:tc>
                <a:tc>
                  <a:txBody>
                    <a:bodyPr/>
                    <a:lstStyle/>
                    <a:p>
                      <a:pPr algn="ctr" fontAlgn="ctr"/>
                      <a:r>
                        <a:rPr lang="en-US" altLang="zh-CN" sz="1600" b="0" i="0" u="none" strike="noStrike">
                          <a:solidFill>
                            <a:srgbClr val="000000"/>
                          </a:solidFill>
                          <a:effectLst/>
                          <a:latin typeface="微软雅黑" panose="020B0503020204020204" pitchFamily="34" charset="-122"/>
                          <a:ea typeface="微软雅黑" panose="020B0503020204020204" pitchFamily="34" charset="-122"/>
                        </a:rPr>
                        <a:t>/</a:t>
                      </a:r>
                    </a:p>
                  </a:txBody>
                  <a:tcPr marL="9525" marR="9525" marT="9525" marB="0" anchor="ctr"/>
                </a:tc>
                <a:tc>
                  <a:txBody>
                    <a:bodyPr/>
                    <a:lstStyle/>
                    <a:p>
                      <a:pPr algn="ctr" fontAlgn="ctr"/>
                      <a:r>
                        <a:rPr lang="en-US" sz="1600" b="0" i="0" u="none" strike="noStrike">
                          <a:solidFill>
                            <a:srgbClr val="000000"/>
                          </a:solidFill>
                          <a:effectLst/>
                          <a:latin typeface="微软雅黑" panose="020B0503020204020204" pitchFamily="34" charset="-122"/>
                          <a:ea typeface="微软雅黑" panose="020B0503020204020204" pitchFamily="34" charset="-122"/>
                        </a:rPr>
                        <a:t>20MIN</a:t>
                      </a:r>
                    </a:p>
                  </a:txBody>
                  <a:tcPr marL="9525" marR="9525" marT="9525" marB="0" anchor="ctr"/>
                </a:tc>
                <a:tc>
                  <a:txBody>
                    <a:bodyPr/>
                    <a:lstStyle/>
                    <a:p>
                      <a:pPr algn="ctr" fontAlgn="ctr"/>
                      <a:r>
                        <a:rPr lang="en-US" altLang="zh-CN" sz="1600" b="0" i="0" u="none" strike="noStrike">
                          <a:solidFill>
                            <a:srgbClr val="000000"/>
                          </a:solidFill>
                          <a:effectLst/>
                          <a:latin typeface="微软雅黑" panose="020B0503020204020204" pitchFamily="34" charset="-122"/>
                          <a:ea typeface="微软雅黑" panose="020B0503020204020204" pitchFamily="34" charset="-122"/>
                        </a:rPr>
                        <a:t>42.98~45.99</a:t>
                      </a:r>
                    </a:p>
                  </a:txBody>
                  <a:tcPr marL="9525" marR="9525" marT="9525" marB="0" anchor="ctr"/>
                </a:tc>
                <a:tc>
                  <a:txBody>
                    <a:bodyPr/>
                    <a:lstStyle/>
                    <a:p>
                      <a:pPr algn="ctr" fontAlgn="ctr"/>
                      <a:r>
                        <a:rPr lang="en-US" sz="1600" b="0" i="0" u="none" strike="noStrike" dirty="0">
                          <a:solidFill>
                            <a:srgbClr val="000000"/>
                          </a:solidFill>
                          <a:effectLst/>
                          <a:latin typeface="微软雅黑" panose="020B0503020204020204" pitchFamily="34" charset="-122"/>
                          <a:ea typeface="微软雅黑" panose="020B0503020204020204" pitchFamily="34" charset="-122"/>
                        </a:rPr>
                        <a:t>Zinc:6-14</a:t>
                      </a:r>
                    </a:p>
                  </a:txBody>
                  <a:tcPr marL="9525" marR="9525" marT="9525" marB="0" anchor="ctr"/>
                </a:tc>
                <a:extLst>
                  <a:ext uri="{0D108BD9-81ED-4DB2-BD59-A6C34878D82A}">
                    <a16:rowId xmlns:a16="http://schemas.microsoft.com/office/drawing/2014/main" val="2349129737"/>
                  </a:ext>
                </a:extLst>
              </a:tr>
              <a:tr h="420680">
                <a:tc>
                  <a:txBody>
                    <a:bodyPr/>
                    <a:lstStyle/>
                    <a:p>
                      <a:pPr algn="ctr" fontAlgn="ctr"/>
                      <a:r>
                        <a:rPr lang="en-US" altLang="zh-CN" sz="1600" b="0" i="0" u="none" strike="noStrike" dirty="0">
                          <a:solidFill>
                            <a:srgbClr val="000000"/>
                          </a:solidFill>
                          <a:effectLst/>
                          <a:latin typeface="微软雅黑" panose="020B0503020204020204" pitchFamily="34" charset="-122"/>
                          <a:ea typeface="微软雅黑" panose="020B0503020204020204" pitchFamily="34" charset="-122"/>
                        </a:rPr>
                        <a:t>29</a:t>
                      </a:r>
                    </a:p>
                  </a:txBody>
                  <a:tcPr marL="9525" marR="9525" marT="9525" marB="0" anchor="ctr"/>
                </a:tc>
                <a:tc>
                  <a:txBody>
                    <a:bodyPr/>
                    <a:lstStyle/>
                    <a:p>
                      <a:pPr algn="ctr" fontAlgn="ctr"/>
                      <a:r>
                        <a:rPr lang="en-US" altLang="zh-CN" sz="1600" b="0" i="0" u="none" strike="noStrike">
                          <a:solidFill>
                            <a:srgbClr val="000000"/>
                          </a:solidFill>
                          <a:effectLst/>
                          <a:latin typeface="微软雅黑" panose="020B0503020204020204" pitchFamily="34" charset="-122"/>
                          <a:ea typeface="微软雅黑" panose="020B0503020204020204" pitchFamily="34" charset="-122"/>
                        </a:rPr>
                        <a:t>160-05841</a:t>
                      </a:r>
                    </a:p>
                  </a:txBody>
                  <a:tcPr marL="9525" marR="9525" marT="9525" marB="0" anchor="ctr"/>
                </a:tc>
                <a:tc>
                  <a:txBody>
                    <a:bodyPr/>
                    <a:lstStyle/>
                    <a:p>
                      <a:pPr algn="ctr" fontAlgn="ctr"/>
                      <a:r>
                        <a:rPr lang="en-US" altLang="zh-CN" sz="1600" b="0" i="0" u="none" strike="noStrike" dirty="0">
                          <a:solidFill>
                            <a:srgbClr val="000000"/>
                          </a:solidFill>
                          <a:effectLst/>
                          <a:latin typeface="微软雅黑" panose="020B0503020204020204" pitchFamily="34" charset="-122"/>
                          <a:ea typeface="微软雅黑" panose="020B0503020204020204" pitchFamily="34" charset="-122"/>
                        </a:rPr>
                        <a:t>11.85</a:t>
                      </a:r>
                    </a:p>
                  </a:txBody>
                  <a:tcPr marL="9525" marR="9525" marT="9525" marB="0" anchor="ctr"/>
                </a:tc>
                <a:tc>
                  <a:txBody>
                    <a:bodyPr/>
                    <a:lstStyle/>
                    <a:p>
                      <a:pPr algn="ctr" fontAlgn="ctr"/>
                      <a:r>
                        <a:rPr lang="en-US" altLang="zh-CN" sz="1600" b="0" i="0" u="none" strike="noStrike" dirty="0">
                          <a:solidFill>
                            <a:srgbClr val="000000"/>
                          </a:solidFill>
                          <a:effectLst/>
                          <a:latin typeface="微软雅黑" panose="020B0503020204020204" pitchFamily="34" charset="-122"/>
                          <a:ea typeface="微软雅黑" panose="020B0503020204020204" pitchFamily="34" charset="-122"/>
                        </a:rPr>
                        <a:t>3.8</a:t>
                      </a:r>
                    </a:p>
                  </a:txBody>
                  <a:tcPr marL="9525" marR="9525" marT="9525" marB="0" anchor="ctr"/>
                </a:tc>
                <a:tc>
                  <a:txBody>
                    <a:bodyPr/>
                    <a:lstStyle/>
                    <a:p>
                      <a:pPr algn="ctr" fontAlgn="ctr"/>
                      <a:r>
                        <a:rPr lang="en-US" altLang="zh-CN" sz="1600" b="0" i="0" u="none" strike="noStrike" dirty="0">
                          <a:solidFill>
                            <a:srgbClr val="000000"/>
                          </a:solidFill>
                          <a:effectLst/>
                          <a:latin typeface="微软雅黑" panose="020B0503020204020204" pitchFamily="34" charset="-122"/>
                          <a:ea typeface="微软雅黑" panose="020B0503020204020204" pitchFamily="34" charset="-122"/>
                        </a:rPr>
                        <a:t>0.8</a:t>
                      </a:r>
                    </a:p>
                  </a:txBody>
                  <a:tcPr marL="9525" marR="9525" marT="9525" marB="0" anchor="ctr"/>
                </a:tc>
                <a:tc>
                  <a:txBody>
                    <a:bodyPr/>
                    <a:lstStyle/>
                    <a:p>
                      <a:pPr marL="0" marR="0" indent="0" algn="ctr" defTabSz="821530" eaLnBrk="1" fontAlgn="ctr" latinLnBrk="0" hangingPunct="1">
                        <a:lnSpc>
                          <a:spcPct val="100000"/>
                        </a:lnSpc>
                        <a:spcBef>
                          <a:spcPts val="0"/>
                        </a:spcBef>
                        <a:spcAft>
                          <a:spcPts val="0"/>
                        </a:spcAft>
                        <a:buClrTx/>
                        <a:buSzTx/>
                        <a:buFontTx/>
                        <a:buNone/>
                        <a:tabLst/>
                        <a:defRPr/>
                      </a:pPr>
                      <a:r>
                        <a:rPr lang="en-US" altLang="zh-CN" sz="1600" b="0" i="0" u="none" strike="noStrike" cap="none" spc="0" baseline="0" dirty="0">
                          <a:ln>
                            <a:noFill/>
                          </a:ln>
                          <a:solidFill>
                            <a:srgbClr val="000000"/>
                          </a:solidFill>
                          <a:effectLst/>
                          <a:uFillTx/>
                          <a:latin typeface="Arial" panose="020B0604020202020204" pitchFamily="34" charset="0"/>
                          <a:ea typeface="等线" panose="02010600030101010101" pitchFamily="2" charset="-122"/>
                          <a:cs typeface="+mn-cs"/>
                          <a:sym typeface="Helvetica Neue Light"/>
                        </a:rPr>
                        <a:t>3.62</a:t>
                      </a:r>
                      <a:r>
                        <a:rPr lang="el-GR" altLang="zh-CN" sz="1600" b="0" i="0" u="none" strike="noStrike" cap="none" spc="0" baseline="0" dirty="0">
                          <a:ln>
                            <a:noFill/>
                          </a:ln>
                          <a:solidFill>
                            <a:srgbClr val="000000"/>
                          </a:solidFill>
                          <a:effectLst/>
                          <a:uFillTx/>
                          <a:latin typeface="Arial" panose="020B0604020202020204" pitchFamily="34" charset="0"/>
                          <a:ea typeface="等线" panose="02010600030101010101" pitchFamily="2" charset="-122"/>
                          <a:cs typeface="+mn-cs"/>
                          <a:sym typeface="Helvetica Neue Light"/>
                        </a:rPr>
                        <a:t>~</a:t>
                      </a:r>
                      <a:r>
                        <a:rPr lang="en-US" altLang="zh-CN" sz="1600" b="0" i="0" u="none" strike="noStrike" cap="none" spc="0" baseline="0" dirty="0">
                          <a:ln>
                            <a:noFill/>
                          </a:ln>
                          <a:solidFill>
                            <a:srgbClr val="000000"/>
                          </a:solidFill>
                          <a:effectLst/>
                          <a:uFillTx/>
                          <a:latin typeface="Arial" panose="020B0604020202020204" pitchFamily="34" charset="0"/>
                          <a:ea typeface="等线" panose="02010600030101010101" pitchFamily="2" charset="-122"/>
                          <a:cs typeface="+mn-cs"/>
                          <a:sym typeface="Helvetica Neue Light"/>
                        </a:rPr>
                        <a:t>4.26</a:t>
                      </a:r>
                    </a:p>
                  </a:txBody>
                  <a:tcPr marL="9525" marR="9525" marT="9525" marB="0" anchor="ctr"/>
                </a:tc>
                <a:tc>
                  <a:txBody>
                    <a:bodyPr/>
                    <a:lstStyle/>
                    <a:p>
                      <a:pPr algn="ctr" fontAlgn="ctr"/>
                      <a:r>
                        <a:rPr lang="el-GR" sz="1600" b="0" i="0" u="none" strike="noStrike" dirty="0">
                          <a:solidFill>
                            <a:srgbClr val="000000"/>
                          </a:solidFill>
                          <a:effectLst/>
                          <a:latin typeface="微软雅黑" panose="020B0503020204020204" pitchFamily="34" charset="-122"/>
                          <a:ea typeface="微软雅黑" panose="020B0503020204020204" pitchFamily="34" charset="-122"/>
                        </a:rPr>
                        <a:t>90° Θ</a:t>
                      </a:r>
                      <a:r>
                        <a:rPr lang="en-US" sz="1600" b="0" i="0" u="none" strike="noStrike" dirty="0">
                          <a:solidFill>
                            <a:srgbClr val="000000"/>
                          </a:solidFill>
                          <a:effectLst/>
                          <a:latin typeface="微软雅黑" panose="020B0503020204020204" pitchFamily="34" charset="-122"/>
                          <a:ea typeface="微软雅黑" panose="020B0503020204020204" pitchFamily="34" charset="-122"/>
                        </a:rPr>
                        <a:t>z</a:t>
                      </a:r>
                    </a:p>
                  </a:txBody>
                  <a:tcPr marL="9525" marR="9525" marT="9525" marB="0" anchor="ctr">
                    <a:solidFill>
                      <a:schemeClr val="bg1"/>
                    </a:solidFill>
                  </a:tcPr>
                </a:tc>
                <a:tc>
                  <a:txBody>
                    <a:bodyPr/>
                    <a:lstStyle/>
                    <a:p>
                      <a:pPr marL="0" marR="0" lvl="0" indent="0" algn="ctr" defTabSz="821530" eaLnBrk="1" fontAlgn="ctr" latinLnBrk="0" hangingPunct="1">
                        <a:lnSpc>
                          <a:spcPct val="100000"/>
                        </a:lnSpc>
                        <a:spcBef>
                          <a:spcPts val="0"/>
                        </a:spcBef>
                        <a:spcAft>
                          <a:spcPts val="0"/>
                        </a:spcAft>
                        <a:buClrTx/>
                        <a:buSzTx/>
                        <a:buFontTx/>
                        <a:buNone/>
                        <a:tabLst/>
                        <a:defRPr/>
                      </a:pPr>
                      <a:r>
                        <a:rPr kumimoji="0" lang="en-US" altLang="zh-CN" sz="1600" b="0" i="0" u="none" strike="noStrike" kern="0" cap="none" spc="0" normalizeH="0" baseline="0" noProof="0">
                          <a:ln>
                            <a:noFill/>
                          </a:ln>
                          <a:solidFill>
                            <a:srgbClr val="000000"/>
                          </a:solidFill>
                          <a:effectLst/>
                          <a:uLnTx/>
                          <a:uFillTx/>
                          <a:latin typeface="Arial" panose="020B0604020202020204" pitchFamily="34" charset="0"/>
                          <a:ea typeface="等线" panose="02010600030101010101" pitchFamily="2" charset="-122"/>
                          <a:cs typeface="Helvetica Neue"/>
                          <a:sym typeface="Helvetica Neue Light"/>
                        </a:rPr>
                        <a:t>0.2</a:t>
                      </a:r>
                      <a:r>
                        <a:rPr kumimoji="0" lang="zh-CN" altLang="en-US" sz="1600" b="0" i="0" u="none" strike="noStrike" kern="0" cap="none" spc="0" normalizeH="0" baseline="0" noProof="0">
                          <a:ln>
                            <a:noFill/>
                          </a:ln>
                          <a:solidFill>
                            <a:srgbClr val="000000"/>
                          </a:solidFill>
                          <a:effectLst/>
                          <a:uLnTx/>
                          <a:uFillTx/>
                          <a:latin typeface="Arial" panose="020B0604020202020204" pitchFamily="34" charset="0"/>
                          <a:ea typeface="等线" panose="02010600030101010101" pitchFamily="2" charset="-122"/>
                          <a:cs typeface="Helvetica Neue"/>
                          <a:sym typeface="Helvetica Neue Light"/>
                        </a:rPr>
                        <a:t> </a:t>
                      </a:r>
                      <a:r>
                        <a:rPr kumimoji="0" lang="en-US" altLang="zh-CN" sz="1600" b="0" i="0" u="none" strike="noStrike" kern="0" cap="none" spc="0" normalizeH="0" baseline="0" noProof="0">
                          <a:ln>
                            <a:noFill/>
                          </a:ln>
                          <a:solidFill>
                            <a:srgbClr val="000000"/>
                          </a:solidFill>
                          <a:effectLst/>
                          <a:uLnTx/>
                          <a:uFillTx/>
                          <a:latin typeface="Arial" panose="020B0604020202020204" pitchFamily="34" charset="0"/>
                          <a:ea typeface="等线" panose="02010600030101010101" pitchFamily="2" charset="-122"/>
                          <a:cs typeface="Helvetica Neue"/>
                          <a:sym typeface="Helvetica Neue Light"/>
                        </a:rPr>
                        <a:t>+0.1/-0.08</a:t>
                      </a:r>
                      <a:endParaRPr kumimoji="0" lang="en-US" altLang="zh-CN" sz="1600" b="0" i="0" u="none" strike="noStrike" kern="0" cap="none" spc="0" normalizeH="0" baseline="0" noProof="0" dirty="0">
                        <a:ln>
                          <a:noFill/>
                        </a:ln>
                        <a:solidFill>
                          <a:srgbClr val="000000"/>
                        </a:solidFill>
                        <a:effectLst/>
                        <a:uLnTx/>
                        <a:uFillTx/>
                        <a:latin typeface="Arial" panose="020B0604020202020204" pitchFamily="34" charset="0"/>
                        <a:ea typeface="等线" panose="02010600030101010101" pitchFamily="2" charset="-122"/>
                        <a:cs typeface="Helvetica Neue"/>
                        <a:sym typeface="Helvetica Neue Light"/>
                      </a:endParaRPr>
                    </a:p>
                  </a:txBody>
                  <a:tcPr marL="9525" marR="9525" marT="9525" marB="0" anchor="ctr"/>
                </a:tc>
                <a:tc>
                  <a:txBody>
                    <a:bodyPr/>
                    <a:lstStyle/>
                    <a:p>
                      <a:pPr algn="ctr" fontAlgn="ctr"/>
                      <a:r>
                        <a:rPr lang="en-US" altLang="zh-CN" sz="1600" b="0" i="0" u="none" strike="noStrike">
                          <a:solidFill>
                            <a:srgbClr val="000000"/>
                          </a:solidFill>
                          <a:effectLst/>
                          <a:latin typeface="Arial" panose="020B0604020202020204" pitchFamily="34" charset="0"/>
                          <a:ea typeface="等线" panose="02010600030101010101" pitchFamily="2" charset="-122"/>
                        </a:rPr>
                        <a:t>Max 0.2</a:t>
                      </a:r>
                      <a:endParaRPr lang="en-US" altLang="zh-CN" sz="1600" b="0" i="0" u="none" strike="noStrike" dirty="0">
                        <a:solidFill>
                          <a:srgbClr val="000000"/>
                        </a:solidFill>
                        <a:effectLst/>
                        <a:latin typeface="Arial" panose="020B0604020202020204" pitchFamily="34" charset="0"/>
                        <a:ea typeface="等线" panose="02010600030101010101" pitchFamily="2" charset="-122"/>
                      </a:endParaRPr>
                    </a:p>
                  </a:txBody>
                  <a:tcPr marL="9525" marR="9525" marT="9525" marB="0" anchor="ctr"/>
                </a:tc>
                <a:tc>
                  <a:txBody>
                    <a:bodyPr/>
                    <a:lstStyle/>
                    <a:p>
                      <a:pPr algn="ctr" fontAlgn="ctr"/>
                      <a:r>
                        <a:rPr lang="en-US" sz="1600" b="0" i="0" u="none" strike="noStrike">
                          <a:solidFill>
                            <a:srgbClr val="000000"/>
                          </a:solidFill>
                          <a:effectLst/>
                          <a:latin typeface="Arial" panose="020B0604020202020204" pitchFamily="34" charset="0"/>
                          <a:ea typeface="等线" panose="02010600030101010101" pitchFamily="2" charset="-122"/>
                        </a:rPr>
                        <a:t>N35SH-100RC</a:t>
                      </a:r>
                    </a:p>
                  </a:txBody>
                  <a:tcPr marL="9525" marR="9525" marT="9525" marB="0" anchor="ctr"/>
                </a:tc>
                <a:tc>
                  <a:txBody>
                    <a:bodyPr/>
                    <a:lstStyle/>
                    <a:p>
                      <a:pPr algn="ctr" fontAlgn="ctr"/>
                      <a:r>
                        <a:rPr lang="en-US" altLang="zh-CN" sz="1600" b="0" i="0" u="none" strike="noStrike">
                          <a:solidFill>
                            <a:srgbClr val="000000"/>
                          </a:solidFill>
                          <a:effectLst/>
                          <a:latin typeface="微软雅黑" panose="020B0503020204020204" pitchFamily="34" charset="-122"/>
                          <a:ea typeface="微软雅黑" panose="020B0503020204020204" pitchFamily="34" charset="-122"/>
                        </a:rPr>
                        <a:t>11.7~12.2</a:t>
                      </a:r>
                    </a:p>
                  </a:txBody>
                  <a:tcPr marL="9525" marR="9525" marT="9525" marB="0" anchor="ctr"/>
                </a:tc>
                <a:tc>
                  <a:txBody>
                    <a:bodyPr/>
                    <a:lstStyle/>
                    <a:p>
                      <a:pPr algn="ctr" fontAlgn="ctr"/>
                      <a:r>
                        <a:rPr lang="en-US" altLang="zh-CN" sz="1600" b="0" i="0" u="none" strike="noStrike">
                          <a:solidFill>
                            <a:srgbClr val="000000"/>
                          </a:solidFill>
                          <a:effectLst/>
                          <a:latin typeface="微软雅黑" panose="020B0503020204020204" pitchFamily="34" charset="-122"/>
                          <a:ea typeface="微软雅黑" panose="020B0503020204020204" pitchFamily="34" charset="-122"/>
                        </a:rPr>
                        <a:t>/</a:t>
                      </a:r>
                    </a:p>
                  </a:txBody>
                  <a:tcPr marL="9525" marR="9525" marT="9525" marB="0" anchor="ctr"/>
                </a:tc>
                <a:tc>
                  <a:txBody>
                    <a:bodyPr/>
                    <a:lstStyle/>
                    <a:p>
                      <a:pPr algn="ctr" fontAlgn="ctr"/>
                      <a:r>
                        <a:rPr lang="en-US" sz="1600" b="0" i="0" u="none" strike="noStrike">
                          <a:solidFill>
                            <a:srgbClr val="000000"/>
                          </a:solidFill>
                          <a:effectLst/>
                          <a:latin typeface="微软雅黑" panose="020B0503020204020204" pitchFamily="34" charset="-122"/>
                          <a:ea typeface="微软雅黑" panose="020B0503020204020204" pitchFamily="34" charset="-122"/>
                        </a:rPr>
                        <a:t>20MIN</a:t>
                      </a:r>
                    </a:p>
                  </a:txBody>
                  <a:tcPr marL="9525" marR="9525" marT="9525" marB="0" anchor="ctr"/>
                </a:tc>
                <a:tc>
                  <a:txBody>
                    <a:bodyPr/>
                    <a:lstStyle/>
                    <a:p>
                      <a:pPr algn="ctr" fontAlgn="ctr"/>
                      <a:r>
                        <a:rPr lang="en-US" altLang="zh-CN" sz="1600" b="0" i="0" u="none" strike="noStrike">
                          <a:solidFill>
                            <a:srgbClr val="000000"/>
                          </a:solidFill>
                          <a:effectLst/>
                          <a:latin typeface="微软雅黑" panose="020B0503020204020204" pitchFamily="34" charset="-122"/>
                          <a:ea typeface="微软雅黑" panose="020B0503020204020204" pitchFamily="34" charset="-122"/>
                        </a:rPr>
                        <a:t>33~36</a:t>
                      </a:r>
                    </a:p>
                  </a:txBody>
                  <a:tcPr marL="9525" marR="9525" marT="9525" marB="0" anchor="ctr"/>
                </a:tc>
                <a:tc>
                  <a:txBody>
                    <a:bodyPr/>
                    <a:lstStyle/>
                    <a:p>
                      <a:pPr algn="ctr" fontAlgn="ctr"/>
                      <a:r>
                        <a:rPr lang="en-US" sz="1600" b="0" i="0" u="none" strike="noStrike">
                          <a:solidFill>
                            <a:srgbClr val="000000"/>
                          </a:solidFill>
                          <a:effectLst/>
                          <a:latin typeface="微软雅黑" panose="020B0503020204020204" pitchFamily="34" charset="-122"/>
                          <a:ea typeface="微软雅黑" panose="020B0503020204020204" pitchFamily="34" charset="-122"/>
                        </a:rPr>
                        <a:t>Zinc:6-14</a:t>
                      </a:r>
                    </a:p>
                  </a:txBody>
                  <a:tcPr marL="9525" marR="9525" marT="9525" marB="0" anchor="ctr"/>
                </a:tc>
                <a:extLst>
                  <a:ext uri="{0D108BD9-81ED-4DB2-BD59-A6C34878D82A}">
                    <a16:rowId xmlns:a16="http://schemas.microsoft.com/office/drawing/2014/main" val="2904629414"/>
                  </a:ext>
                </a:extLst>
              </a:tr>
              <a:tr h="420680">
                <a:tc>
                  <a:txBody>
                    <a:bodyPr/>
                    <a:lstStyle/>
                    <a:p>
                      <a:pPr algn="ctr" fontAlgn="ctr"/>
                      <a:r>
                        <a:rPr lang="en-US" altLang="zh-CN" sz="1600" b="0" i="0" u="none" strike="noStrike" dirty="0">
                          <a:solidFill>
                            <a:srgbClr val="000000"/>
                          </a:solidFill>
                          <a:effectLst/>
                          <a:latin typeface="微软雅黑" panose="020B0503020204020204" pitchFamily="34" charset="-122"/>
                          <a:ea typeface="微软雅黑" panose="020B0503020204020204" pitchFamily="34" charset="-122"/>
                        </a:rPr>
                        <a:t>30</a:t>
                      </a:r>
                    </a:p>
                  </a:txBody>
                  <a:tcPr marL="9525" marR="9525" marT="9525" marB="0" anchor="ctr"/>
                </a:tc>
                <a:tc>
                  <a:txBody>
                    <a:bodyPr/>
                    <a:lstStyle/>
                    <a:p>
                      <a:pPr algn="ctr" fontAlgn="ctr"/>
                      <a:r>
                        <a:rPr lang="en-US" altLang="zh-CN" sz="1600" b="0" i="0" u="none" strike="noStrike" dirty="0">
                          <a:solidFill>
                            <a:srgbClr val="000000"/>
                          </a:solidFill>
                          <a:effectLst/>
                          <a:latin typeface="微软雅黑" panose="020B0503020204020204" pitchFamily="34" charset="-122"/>
                          <a:ea typeface="微软雅黑" panose="020B0503020204020204" pitchFamily="34" charset="-122"/>
                        </a:rPr>
                        <a:t>160-05570</a:t>
                      </a:r>
                    </a:p>
                  </a:txBody>
                  <a:tcPr marL="9525" marR="9525" marT="9525" marB="0" anchor="ctr"/>
                </a:tc>
                <a:tc>
                  <a:txBody>
                    <a:bodyPr/>
                    <a:lstStyle/>
                    <a:p>
                      <a:pPr algn="ctr" fontAlgn="ctr"/>
                      <a:r>
                        <a:rPr lang="en-US" altLang="zh-CN" sz="1600" b="0" i="0" u="none" strike="noStrike" dirty="0">
                          <a:solidFill>
                            <a:srgbClr val="000000"/>
                          </a:solidFill>
                          <a:effectLst/>
                          <a:latin typeface="微软雅黑" panose="020B0503020204020204" pitchFamily="34" charset="-122"/>
                          <a:ea typeface="微软雅黑" panose="020B0503020204020204" pitchFamily="34" charset="-122"/>
                        </a:rPr>
                        <a:t>7</a:t>
                      </a:r>
                    </a:p>
                  </a:txBody>
                  <a:tcPr marL="9525" marR="9525" marT="9525" marB="0" anchor="ctr"/>
                </a:tc>
                <a:tc>
                  <a:txBody>
                    <a:bodyPr/>
                    <a:lstStyle/>
                    <a:p>
                      <a:pPr algn="ctr" fontAlgn="ctr"/>
                      <a:r>
                        <a:rPr lang="en-US" altLang="zh-CN" sz="1600" b="0" i="0" u="none" strike="noStrike" dirty="0">
                          <a:solidFill>
                            <a:srgbClr val="000000"/>
                          </a:solidFill>
                          <a:effectLst/>
                          <a:latin typeface="微软雅黑" panose="020B0503020204020204" pitchFamily="34" charset="-122"/>
                          <a:ea typeface="微软雅黑" panose="020B0503020204020204" pitchFamily="34" charset="-122"/>
                        </a:rPr>
                        <a:t>4</a:t>
                      </a:r>
                    </a:p>
                  </a:txBody>
                  <a:tcPr marL="9525" marR="9525" marT="9525" marB="0" anchor="ctr"/>
                </a:tc>
                <a:tc>
                  <a:txBody>
                    <a:bodyPr/>
                    <a:lstStyle/>
                    <a:p>
                      <a:pPr algn="ctr" fontAlgn="ctr"/>
                      <a:r>
                        <a:rPr lang="en-US" altLang="zh-CN" sz="1600" b="0" i="0" u="none" strike="noStrike" dirty="0">
                          <a:solidFill>
                            <a:srgbClr val="000000"/>
                          </a:solidFill>
                          <a:effectLst/>
                          <a:latin typeface="微软雅黑" panose="020B0503020204020204" pitchFamily="34" charset="-122"/>
                          <a:ea typeface="微软雅黑" panose="020B0503020204020204" pitchFamily="34" charset="-122"/>
                        </a:rPr>
                        <a:t>0.8</a:t>
                      </a:r>
                    </a:p>
                  </a:txBody>
                  <a:tcPr marL="9525" marR="9525" marT="9525" marB="0" anchor="ctr"/>
                </a:tc>
                <a:tc>
                  <a:txBody>
                    <a:bodyPr/>
                    <a:lstStyle/>
                    <a:p>
                      <a:pPr marL="0" marR="0" indent="0" algn="ctr" defTabSz="821530" fontAlgn="ctr" latinLnBrk="0">
                        <a:lnSpc>
                          <a:spcPct val="100000"/>
                        </a:lnSpc>
                        <a:spcBef>
                          <a:spcPts val="0"/>
                        </a:spcBef>
                        <a:spcAft>
                          <a:spcPts val="0"/>
                        </a:spcAft>
                        <a:buClrTx/>
                        <a:buSzTx/>
                        <a:buFontTx/>
                        <a:buNone/>
                        <a:tabLst/>
                      </a:pPr>
                      <a:r>
                        <a:rPr lang="el-GR" sz="1600" b="0" i="0" u="none" strike="noStrike" cap="none" spc="0" baseline="0" dirty="0">
                          <a:ln>
                            <a:noFill/>
                          </a:ln>
                          <a:solidFill>
                            <a:srgbClr val="000000"/>
                          </a:solidFill>
                          <a:effectLst/>
                          <a:uFillTx/>
                          <a:latin typeface="Arial" panose="020B0604020202020204" pitchFamily="34" charset="0"/>
                          <a:ea typeface="等线" panose="02010600030101010101" pitchFamily="2" charset="-122"/>
                          <a:cs typeface="+mn-cs"/>
                          <a:sym typeface="Helvetica Neue Light"/>
                        </a:rPr>
                        <a:t>2.32~2.7</a:t>
                      </a:r>
                      <a:r>
                        <a:rPr lang="en-US" sz="1600" b="0" i="0" u="none" strike="noStrike" cap="none" spc="0" baseline="0" dirty="0">
                          <a:ln>
                            <a:noFill/>
                          </a:ln>
                          <a:solidFill>
                            <a:srgbClr val="000000"/>
                          </a:solidFill>
                          <a:effectLst/>
                          <a:uFillTx/>
                          <a:latin typeface="Arial" panose="020B0604020202020204" pitchFamily="34" charset="0"/>
                          <a:ea typeface="等线" panose="02010600030101010101" pitchFamily="2" charset="-122"/>
                          <a:cs typeface="+mn-cs"/>
                          <a:sym typeface="Helvetica Neue Light"/>
                        </a:rPr>
                        <a:t>2</a:t>
                      </a:r>
                    </a:p>
                  </a:txBody>
                  <a:tcPr marL="9525" marR="9525" marT="9525" marB="0" anchor="ctr"/>
                </a:tc>
                <a:tc>
                  <a:txBody>
                    <a:bodyPr/>
                    <a:lstStyle/>
                    <a:p>
                      <a:pPr algn="ctr" fontAlgn="ctr"/>
                      <a:r>
                        <a:rPr lang="el-GR" sz="1600" b="0" i="0" u="none" strike="noStrike" dirty="0">
                          <a:solidFill>
                            <a:srgbClr val="000000"/>
                          </a:solidFill>
                          <a:effectLst/>
                          <a:latin typeface="微软雅黑" panose="020B0503020204020204" pitchFamily="34" charset="-122"/>
                          <a:ea typeface="微软雅黑" panose="020B0503020204020204" pitchFamily="34" charset="-122"/>
                        </a:rPr>
                        <a:t>90° Θ</a:t>
                      </a:r>
                      <a:r>
                        <a:rPr lang="en-US" sz="1600" b="0" i="0" u="none" strike="noStrike" dirty="0">
                          <a:solidFill>
                            <a:srgbClr val="000000"/>
                          </a:solidFill>
                          <a:effectLst/>
                          <a:latin typeface="微软雅黑" panose="020B0503020204020204" pitchFamily="34" charset="-122"/>
                          <a:ea typeface="微软雅黑" panose="020B0503020204020204" pitchFamily="34" charset="-122"/>
                        </a:rPr>
                        <a:t>z</a:t>
                      </a:r>
                    </a:p>
                  </a:txBody>
                  <a:tcPr marL="9525" marR="9525" marT="9525" marB="0" anchor="ctr">
                    <a:solidFill>
                      <a:schemeClr val="bg1"/>
                    </a:solidFill>
                  </a:tcPr>
                </a:tc>
                <a:tc>
                  <a:txBody>
                    <a:bodyPr/>
                    <a:lstStyle/>
                    <a:p>
                      <a:pPr marL="0" marR="0" lvl="0" indent="0" algn="ctr" defTabSz="821530" eaLnBrk="1" fontAlgn="ctr" latinLnBrk="0" hangingPunct="1">
                        <a:lnSpc>
                          <a:spcPct val="100000"/>
                        </a:lnSpc>
                        <a:spcBef>
                          <a:spcPts val="0"/>
                        </a:spcBef>
                        <a:spcAft>
                          <a:spcPts val="0"/>
                        </a:spcAft>
                        <a:buClrTx/>
                        <a:buSzTx/>
                        <a:buFontTx/>
                        <a:buNone/>
                        <a:tabLst/>
                        <a:defRPr/>
                      </a:pPr>
                      <a:r>
                        <a:rPr kumimoji="0" lang="en-US" altLang="zh-CN" sz="1600" b="0" i="0" u="none" strike="noStrike" kern="0" cap="none" spc="0" normalizeH="0" baseline="0" noProof="0" dirty="0">
                          <a:ln>
                            <a:noFill/>
                          </a:ln>
                          <a:solidFill>
                            <a:srgbClr val="000000"/>
                          </a:solidFill>
                          <a:effectLst/>
                          <a:uLnTx/>
                          <a:uFillTx/>
                          <a:latin typeface="Arial" panose="020B0604020202020204" pitchFamily="34" charset="0"/>
                          <a:ea typeface="等线" panose="02010600030101010101" pitchFamily="2" charset="-122"/>
                          <a:cs typeface="Helvetica Neue"/>
                          <a:sym typeface="Helvetica Neue Light"/>
                        </a:rPr>
                        <a:t>0.2</a:t>
                      </a:r>
                      <a:r>
                        <a:rPr kumimoji="0" lang="zh-CN" altLang="en-US" sz="1600" b="0" i="0" u="none" strike="noStrike" kern="0" cap="none" spc="0" normalizeH="0" baseline="0" noProof="0" dirty="0">
                          <a:ln>
                            <a:noFill/>
                          </a:ln>
                          <a:solidFill>
                            <a:srgbClr val="000000"/>
                          </a:solidFill>
                          <a:effectLst/>
                          <a:uLnTx/>
                          <a:uFillTx/>
                          <a:latin typeface="Arial" panose="020B0604020202020204" pitchFamily="34" charset="0"/>
                          <a:ea typeface="等线" panose="02010600030101010101" pitchFamily="2" charset="-122"/>
                          <a:cs typeface="Helvetica Neue"/>
                          <a:sym typeface="Helvetica Neue Light"/>
                        </a:rPr>
                        <a:t> </a:t>
                      </a:r>
                      <a:r>
                        <a:rPr kumimoji="0" lang="en-US" altLang="zh-CN" sz="1600" b="0" i="0" u="none" strike="noStrike" kern="0" cap="none" spc="0" normalizeH="0" baseline="0" noProof="0" dirty="0">
                          <a:ln>
                            <a:noFill/>
                          </a:ln>
                          <a:solidFill>
                            <a:srgbClr val="000000"/>
                          </a:solidFill>
                          <a:effectLst/>
                          <a:uLnTx/>
                          <a:uFillTx/>
                          <a:latin typeface="Arial" panose="020B0604020202020204" pitchFamily="34" charset="0"/>
                          <a:ea typeface="等线" panose="02010600030101010101" pitchFamily="2" charset="-122"/>
                          <a:cs typeface="Helvetica Neue"/>
                          <a:sym typeface="Helvetica Neue Light"/>
                        </a:rPr>
                        <a:t>+0.1/-0.08</a:t>
                      </a:r>
                    </a:p>
                  </a:txBody>
                  <a:tcPr marL="9525" marR="9525" marT="9525" marB="0" anchor="ctr"/>
                </a:tc>
                <a:tc>
                  <a:txBody>
                    <a:bodyPr/>
                    <a:lstStyle/>
                    <a:p>
                      <a:pPr algn="ctr" fontAlgn="ctr"/>
                      <a:r>
                        <a:rPr lang="en-US" altLang="zh-CN" sz="1600" b="0" i="0" u="none" strike="noStrike">
                          <a:solidFill>
                            <a:srgbClr val="000000"/>
                          </a:solidFill>
                          <a:effectLst/>
                          <a:latin typeface="Arial" panose="020B0604020202020204" pitchFamily="34" charset="0"/>
                          <a:ea typeface="等线" panose="02010600030101010101" pitchFamily="2" charset="-122"/>
                        </a:rPr>
                        <a:t>Max 0.2</a:t>
                      </a:r>
                      <a:endParaRPr lang="en-US" altLang="zh-CN" sz="1600" b="0" i="0" u="none" strike="noStrike" dirty="0">
                        <a:solidFill>
                          <a:srgbClr val="000000"/>
                        </a:solidFill>
                        <a:effectLst/>
                        <a:latin typeface="Arial" panose="020B0604020202020204" pitchFamily="34" charset="0"/>
                        <a:ea typeface="等线" panose="02010600030101010101" pitchFamily="2" charset="-122"/>
                      </a:endParaRPr>
                    </a:p>
                  </a:txBody>
                  <a:tcPr marL="9525" marR="9525" marT="9525" marB="0" anchor="ctr"/>
                </a:tc>
                <a:tc>
                  <a:txBody>
                    <a:bodyPr/>
                    <a:lstStyle/>
                    <a:p>
                      <a:pPr algn="ctr" fontAlgn="ctr"/>
                      <a:r>
                        <a:rPr lang="en-US" sz="1600" b="0" i="0" u="none" strike="noStrike">
                          <a:solidFill>
                            <a:srgbClr val="000000"/>
                          </a:solidFill>
                          <a:effectLst/>
                          <a:latin typeface="Arial" panose="020B0604020202020204" pitchFamily="34" charset="0"/>
                          <a:ea typeface="等线" panose="02010600030101010101" pitchFamily="2" charset="-122"/>
                        </a:rPr>
                        <a:t>N35SH-100RC</a:t>
                      </a:r>
                    </a:p>
                  </a:txBody>
                  <a:tcPr marL="9525" marR="9525" marT="9525" marB="0" anchor="ctr"/>
                </a:tc>
                <a:tc>
                  <a:txBody>
                    <a:bodyPr/>
                    <a:lstStyle/>
                    <a:p>
                      <a:pPr algn="ctr" fontAlgn="ctr"/>
                      <a:r>
                        <a:rPr lang="en-US" altLang="zh-CN" sz="1600" b="0" i="0" u="none" strike="noStrike">
                          <a:solidFill>
                            <a:srgbClr val="000000"/>
                          </a:solidFill>
                          <a:effectLst/>
                          <a:latin typeface="微软雅黑" panose="020B0503020204020204" pitchFamily="34" charset="-122"/>
                          <a:ea typeface="微软雅黑" panose="020B0503020204020204" pitchFamily="34" charset="-122"/>
                        </a:rPr>
                        <a:t>11.7~12.2</a:t>
                      </a:r>
                    </a:p>
                  </a:txBody>
                  <a:tcPr marL="9525" marR="9525" marT="9525" marB="0" anchor="ctr"/>
                </a:tc>
                <a:tc>
                  <a:txBody>
                    <a:bodyPr/>
                    <a:lstStyle/>
                    <a:p>
                      <a:pPr algn="ctr" fontAlgn="ctr"/>
                      <a:r>
                        <a:rPr lang="en-US" altLang="zh-CN" sz="1600" b="0" i="0" u="none" strike="noStrike">
                          <a:solidFill>
                            <a:srgbClr val="000000"/>
                          </a:solidFill>
                          <a:effectLst/>
                          <a:latin typeface="微软雅黑" panose="020B0503020204020204" pitchFamily="34" charset="-122"/>
                          <a:ea typeface="微软雅黑" panose="020B0503020204020204" pitchFamily="34" charset="-122"/>
                        </a:rPr>
                        <a:t>/</a:t>
                      </a:r>
                    </a:p>
                  </a:txBody>
                  <a:tcPr marL="9525" marR="9525" marT="9525" marB="0" anchor="ctr"/>
                </a:tc>
                <a:tc>
                  <a:txBody>
                    <a:bodyPr/>
                    <a:lstStyle/>
                    <a:p>
                      <a:pPr algn="ctr" fontAlgn="ctr"/>
                      <a:r>
                        <a:rPr lang="en-US" sz="1600" b="0" i="0" u="none" strike="noStrike" dirty="0">
                          <a:solidFill>
                            <a:srgbClr val="000000"/>
                          </a:solidFill>
                          <a:effectLst/>
                          <a:latin typeface="微软雅黑" panose="020B0503020204020204" pitchFamily="34" charset="-122"/>
                          <a:ea typeface="微软雅黑" panose="020B0503020204020204" pitchFamily="34" charset="-122"/>
                        </a:rPr>
                        <a:t>20MIN</a:t>
                      </a:r>
                    </a:p>
                  </a:txBody>
                  <a:tcPr marL="9525" marR="9525" marT="9525" marB="0" anchor="ctr"/>
                </a:tc>
                <a:tc>
                  <a:txBody>
                    <a:bodyPr/>
                    <a:lstStyle/>
                    <a:p>
                      <a:pPr algn="ctr" fontAlgn="ctr"/>
                      <a:r>
                        <a:rPr lang="en-US" altLang="zh-CN" sz="1600" b="0" i="0" u="none" strike="noStrike">
                          <a:solidFill>
                            <a:srgbClr val="000000"/>
                          </a:solidFill>
                          <a:effectLst/>
                          <a:latin typeface="微软雅黑" panose="020B0503020204020204" pitchFamily="34" charset="-122"/>
                          <a:ea typeface="微软雅黑" panose="020B0503020204020204" pitchFamily="34" charset="-122"/>
                        </a:rPr>
                        <a:t>33~36</a:t>
                      </a:r>
                    </a:p>
                  </a:txBody>
                  <a:tcPr marL="9525" marR="9525" marT="9525" marB="0" anchor="ctr"/>
                </a:tc>
                <a:tc>
                  <a:txBody>
                    <a:bodyPr/>
                    <a:lstStyle/>
                    <a:p>
                      <a:pPr algn="ctr" fontAlgn="ctr"/>
                      <a:r>
                        <a:rPr lang="en-US" sz="1600" b="0" i="0" u="none" strike="noStrike">
                          <a:solidFill>
                            <a:srgbClr val="000000"/>
                          </a:solidFill>
                          <a:effectLst/>
                          <a:latin typeface="微软雅黑" panose="020B0503020204020204" pitchFamily="34" charset="-122"/>
                          <a:ea typeface="微软雅黑" panose="020B0503020204020204" pitchFamily="34" charset="-122"/>
                        </a:rPr>
                        <a:t>Zinc:6-14</a:t>
                      </a:r>
                    </a:p>
                  </a:txBody>
                  <a:tcPr marL="9525" marR="9525" marT="9525" marB="0" anchor="ctr"/>
                </a:tc>
                <a:extLst>
                  <a:ext uri="{0D108BD9-81ED-4DB2-BD59-A6C34878D82A}">
                    <a16:rowId xmlns:a16="http://schemas.microsoft.com/office/drawing/2014/main" val="195705480"/>
                  </a:ext>
                </a:extLst>
              </a:tr>
              <a:tr h="420680">
                <a:tc>
                  <a:txBody>
                    <a:bodyPr/>
                    <a:lstStyle/>
                    <a:p>
                      <a:pPr algn="ctr" fontAlgn="ctr"/>
                      <a:r>
                        <a:rPr lang="en-US" altLang="zh-CN" sz="1600" b="0" i="0" u="none" strike="noStrike" dirty="0">
                          <a:solidFill>
                            <a:srgbClr val="000000"/>
                          </a:solidFill>
                          <a:effectLst/>
                          <a:latin typeface="微软雅黑" panose="020B0503020204020204" pitchFamily="34" charset="-122"/>
                          <a:ea typeface="微软雅黑" panose="020B0503020204020204" pitchFamily="34" charset="-122"/>
                        </a:rPr>
                        <a:t>31</a:t>
                      </a:r>
                    </a:p>
                  </a:txBody>
                  <a:tcPr marL="9525" marR="9525" marT="9525" marB="0" anchor="ctr"/>
                </a:tc>
                <a:tc>
                  <a:txBody>
                    <a:bodyPr/>
                    <a:lstStyle/>
                    <a:p>
                      <a:pPr algn="ctr" fontAlgn="ctr"/>
                      <a:r>
                        <a:rPr lang="en-US" altLang="zh-CN" sz="1600" b="0" i="0" u="none" strike="noStrike">
                          <a:solidFill>
                            <a:srgbClr val="000000"/>
                          </a:solidFill>
                          <a:effectLst/>
                          <a:latin typeface="微软雅黑" panose="020B0503020204020204" pitchFamily="34" charset="-122"/>
                          <a:ea typeface="微软雅黑" panose="020B0503020204020204" pitchFamily="34" charset="-122"/>
                        </a:rPr>
                        <a:t>160-05571</a:t>
                      </a:r>
                    </a:p>
                  </a:txBody>
                  <a:tcPr marL="9525" marR="9525" marT="9525" marB="0" anchor="ctr"/>
                </a:tc>
                <a:tc>
                  <a:txBody>
                    <a:bodyPr/>
                    <a:lstStyle/>
                    <a:p>
                      <a:pPr algn="ctr" fontAlgn="ctr"/>
                      <a:r>
                        <a:rPr lang="en-US" altLang="zh-CN" sz="1600" b="0" i="0" u="none" strike="noStrike" dirty="0">
                          <a:solidFill>
                            <a:srgbClr val="000000"/>
                          </a:solidFill>
                          <a:effectLst/>
                          <a:latin typeface="微软雅黑" panose="020B0503020204020204" pitchFamily="34" charset="-122"/>
                          <a:ea typeface="微软雅黑" panose="020B0503020204020204" pitchFamily="34" charset="-122"/>
                        </a:rPr>
                        <a:t>12</a:t>
                      </a:r>
                    </a:p>
                  </a:txBody>
                  <a:tcPr marL="9525" marR="9525" marT="9525" marB="0" anchor="ctr"/>
                </a:tc>
                <a:tc>
                  <a:txBody>
                    <a:bodyPr/>
                    <a:lstStyle/>
                    <a:p>
                      <a:pPr algn="ctr" fontAlgn="ctr"/>
                      <a:r>
                        <a:rPr lang="en-US" altLang="zh-CN" sz="1600" b="0" i="0" u="none" strike="noStrike" dirty="0">
                          <a:solidFill>
                            <a:srgbClr val="000000"/>
                          </a:solidFill>
                          <a:effectLst/>
                          <a:latin typeface="微软雅黑" panose="020B0503020204020204" pitchFamily="34" charset="-122"/>
                          <a:ea typeface="微软雅黑" panose="020B0503020204020204" pitchFamily="34" charset="-122"/>
                        </a:rPr>
                        <a:t>11</a:t>
                      </a:r>
                    </a:p>
                  </a:txBody>
                  <a:tcPr marL="9525" marR="9525" marT="9525" marB="0" anchor="ctr"/>
                </a:tc>
                <a:tc>
                  <a:txBody>
                    <a:bodyPr/>
                    <a:lstStyle/>
                    <a:p>
                      <a:pPr algn="ctr" fontAlgn="ctr"/>
                      <a:r>
                        <a:rPr lang="en-US" altLang="zh-CN" sz="1600" b="0" i="0" u="none" strike="noStrike" dirty="0">
                          <a:solidFill>
                            <a:srgbClr val="000000"/>
                          </a:solidFill>
                          <a:effectLst/>
                          <a:latin typeface="微软雅黑" panose="020B0503020204020204" pitchFamily="34" charset="-122"/>
                          <a:ea typeface="微软雅黑" panose="020B0503020204020204" pitchFamily="34" charset="-122"/>
                        </a:rPr>
                        <a:t>0.8</a:t>
                      </a:r>
                    </a:p>
                  </a:txBody>
                  <a:tcPr marL="9525" marR="9525" marT="9525" marB="0" anchor="ctr"/>
                </a:tc>
                <a:tc>
                  <a:txBody>
                    <a:bodyPr/>
                    <a:lstStyle/>
                    <a:p>
                      <a:pPr marL="0" marR="0" indent="0" algn="ctr" defTabSz="821530" fontAlgn="ctr" latinLnBrk="0">
                        <a:lnSpc>
                          <a:spcPct val="100000"/>
                        </a:lnSpc>
                        <a:spcBef>
                          <a:spcPts val="0"/>
                        </a:spcBef>
                        <a:spcAft>
                          <a:spcPts val="0"/>
                        </a:spcAft>
                        <a:buClrTx/>
                        <a:buSzTx/>
                        <a:buFontTx/>
                        <a:buNone/>
                        <a:tabLst/>
                      </a:pPr>
                      <a:r>
                        <a:rPr lang="el-GR" sz="1600" b="0" i="0" u="none" strike="noStrike" cap="none" spc="0" baseline="0" dirty="0">
                          <a:ln>
                            <a:noFill/>
                          </a:ln>
                          <a:solidFill>
                            <a:srgbClr val="000000"/>
                          </a:solidFill>
                          <a:effectLst/>
                          <a:uFillTx/>
                          <a:latin typeface="Arial" panose="020B0604020202020204" pitchFamily="34" charset="0"/>
                          <a:ea typeface="等线" panose="02010600030101010101" pitchFamily="2" charset="-122"/>
                          <a:cs typeface="+mn-cs"/>
                          <a:sym typeface="Helvetica Neue Light"/>
                        </a:rPr>
                        <a:t>5.15~6.0</a:t>
                      </a:r>
                      <a:r>
                        <a:rPr lang="en-US" sz="1600" b="0" i="0" u="none" strike="noStrike" cap="none" spc="0" baseline="0" dirty="0">
                          <a:ln>
                            <a:noFill/>
                          </a:ln>
                          <a:solidFill>
                            <a:srgbClr val="000000"/>
                          </a:solidFill>
                          <a:effectLst/>
                          <a:uFillTx/>
                          <a:latin typeface="Arial" panose="020B0604020202020204" pitchFamily="34" charset="0"/>
                          <a:ea typeface="等线" panose="02010600030101010101" pitchFamily="2" charset="-122"/>
                          <a:cs typeface="+mn-cs"/>
                          <a:sym typeface="Helvetica Neue Light"/>
                        </a:rPr>
                        <a:t>4</a:t>
                      </a:r>
                    </a:p>
                  </a:txBody>
                  <a:tcPr marL="9525" marR="9525" marT="9525" marB="0" anchor="ctr"/>
                </a:tc>
                <a:tc>
                  <a:txBody>
                    <a:bodyPr/>
                    <a:lstStyle/>
                    <a:p>
                      <a:pPr marL="0" marR="0" lvl="0" indent="0" algn="ctr" defTabSz="821530" eaLnBrk="1" fontAlgn="ctr" latinLnBrk="0" hangingPunct="1">
                        <a:lnSpc>
                          <a:spcPct val="100000"/>
                        </a:lnSpc>
                        <a:spcBef>
                          <a:spcPts val="0"/>
                        </a:spcBef>
                        <a:spcAft>
                          <a:spcPts val="0"/>
                        </a:spcAft>
                        <a:buClrTx/>
                        <a:buSzTx/>
                        <a:buFontTx/>
                        <a:buNone/>
                        <a:tabLst/>
                        <a:defRPr/>
                      </a:pPr>
                      <a:r>
                        <a:rPr kumimoji="0" lang="en-US" altLang="zh-CN" sz="16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Helvetica Neue"/>
                          <a:sym typeface="Helvetica Neue Light"/>
                        </a:rPr>
                        <a:t>/</a:t>
                      </a:r>
                    </a:p>
                  </a:txBody>
                  <a:tcPr marL="9525" marR="9525" marT="9525" marB="0" anchor="ctr">
                    <a:noFill/>
                  </a:tcPr>
                </a:tc>
                <a:tc>
                  <a:txBody>
                    <a:bodyPr/>
                    <a:lstStyle/>
                    <a:p>
                      <a:pPr marL="0" marR="0" lvl="0" indent="0" algn="ctr" defTabSz="821530" eaLnBrk="1" fontAlgn="ctr" latinLnBrk="0" hangingPunct="1">
                        <a:lnSpc>
                          <a:spcPct val="100000"/>
                        </a:lnSpc>
                        <a:spcBef>
                          <a:spcPts val="0"/>
                        </a:spcBef>
                        <a:spcAft>
                          <a:spcPts val="0"/>
                        </a:spcAft>
                        <a:buClrTx/>
                        <a:buSzTx/>
                        <a:buFontTx/>
                        <a:buNone/>
                        <a:tabLst/>
                        <a:defRPr/>
                      </a:pPr>
                      <a:r>
                        <a:rPr kumimoji="0" lang="en-US" altLang="zh-CN" sz="1600" b="0"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Helvetica Neue"/>
                          <a:sym typeface="Helvetica Neue Light"/>
                        </a:rPr>
                        <a:t>0.25</a:t>
                      </a:r>
                      <a:r>
                        <a:rPr kumimoji="0" lang="zh-CN" altLang="en-US" sz="1600" b="0"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Helvetica Neue"/>
                          <a:sym typeface="Helvetica Neue Light"/>
                        </a:rPr>
                        <a:t> </a:t>
                      </a:r>
                      <a:r>
                        <a:rPr kumimoji="0" lang="en-US" altLang="zh-CN" sz="1600" b="0"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Helvetica Neue"/>
                          <a:sym typeface="Helvetica Neue Light"/>
                        </a:rPr>
                        <a:t>±0.1</a:t>
                      </a:r>
                      <a:endParaRPr kumimoji="0" lang="en-US" altLang="zh-CN" sz="16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Helvetica Neue"/>
                        <a:sym typeface="Helvetica Neue Light"/>
                      </a:endParaRPr>
                    </a:p>
                  </a:txBody>
                  <a:tcPr marL="9525" marR="9525" marT="9525" marB="0" anchor="ctr"/>
                </a:tc>
                <a:tc>
                  <a:txBody>
                    <a:bodyPr/>
                    <a:lstStyle/>
                    <a:p>
                      <a:pPr algn="ctr" fontAlgn="ctr"/>
                      <a:r>
                        <a:rPr lang="en-US" altLang="zh-CN" sz="1600" b="0" i="0" u="none" strike="noStrike">
                          <a:solidFill>
                            <a:srgbClr val="000000"/>
                          </a:solidFill>
                          <a:effectLst/>
                          <a:latin typeface="Arial" panose="020B0604020202020204" pitchFamily="34" charset="0"/>
                          <a:ea typeface="等线" panose="02010600030101010101" pitchFamily="2" charset="-122"/>
                        </a:rPr>
                        <a:t>Max 0.2</a:t>
                      </a:r>
                      <a:endParaRPr lang="en-US" altLang="zh-CN" sz="1600" b="0" i="0" u="none" strike="noStrike" dirty="0">
                        <a:solidFill>
                          <a:srgbClr val="000000"/>
                        </a:solidFill>
                        <a:effectLst/>
                        <a:latin typeface="Arial" panose="020B0604020202020204" pitchFamily="34" charset="0"/>
                        <a:ea typeface="等线" panose="02010600030101010101" pitchFamily="2" charset="-122"/>
                      </a:endParaRPr>
                    </a:p>
                  </a:txBody>
                  <a:tcPr marL="9525" marR="9525" marT="9525" marB="0" anchor="ctr"/>
                </a:tc>
                <a:tc>
                  <a:txBody>
                    <a:bodyPr/>
                    <a:lstStyle/>
                    <a:p>
                      <a:pPr algn="ctr" fontAlgn="ctr"/>
                      <a:r>
                        <a:rPr lang="en-US" sz="1600" b="0" i="0" u="none" strike="noStrike" dirty="0">
                          <a:solidFill>
                            <a:srgbClr val="000000"/>
                          </a:solidFill>
                          <a:effectLst/>
                          <a:latin typeface="Arial" panose="020B0604020202020204" pitchFamily="34" charset="0"/>
                          <a:ea typeface="等线" panose="02010600030101010101" pitchFamily="2" charset="-122"/>
                        </a:rPr>
                        <a:t>GPM-12H</a:t>
                      </a:r>
                    </a:p>
                  </a:txBody>
                  <a:tcPr marL="9525" marR="9525" marT="9525" marB="0" anchor="ctr"/>
                </a:tc>
                <a:tc>
                  <a:txBody>
                    <a:bodyPr/>
                    <a:lstStyle/>
                    <a:p>
                      <a:pPr algn="ctr" fontAlgn="ctr"/>
                      <a:r>
                        <a:rPr lang="en-US" altLang="zh-CN" sz="1600" b="0" i="0" u="none" strike="noStrike" cap="none" spc="0" baseline="0" dirty="0">
                          <a:ln>
                            <a:noFill/>
                          </a:ln>
                          <a:solidFill>
                            <a:srgbClr val="000000"/>
                          </a:solidFill>
                          <a:effectLst/>
                          <a:uFillTx/>
                          <a:latin typeface="微软雅黑" panose="020B0503020204020204" pitchFamily="34" charset="-122"/>
                          <a:ea typeface="微软雅黑" panose="020B0503020204020204" pitchFamily="34" charset="-122"/>
                          <a:cs typeface="+mn-cs"/>
                          <a:sym typeface="Helvetica Neue Light"/>
                        </a:rPr>
                        <a:t>7.2~8.0</a:t>
                      </a:r>
                    </a:p>
                  </a:txBody>
                  <a:tcPr marL="9525" marR="9525" marT="9525" marB="0" anchor="ctr"/>
                </a:tc>
                <a:tc>
                  <a:txBody>
                    <a:bodyPr/>
                    <a:lstStyle/>
                    <a:p>
                      <a:pPr algn="ctr" fontAlgn="ctr"/>
                      <a:r>
                        <a:rPr lang="en-US" altLang="zh-CN" sz="1600" b="0" i="0" u="none" strike="noStrike" cap="none" spc="0" baseline="0">
                          <a:ln>
                            <a:noFill/>
                          </a:ln>
                          <a:solidFill>
                            <a:srgbClr val="000000"/>
                          </a:solidFill>
                          <a:effectLst/>
                          <a:uFillTx/>
                          <a:latin typeface="微软雅黑" panose="020B0503020204020204" pitchFamily="34" charset="-122"/>
                          <a:ea typeface="微软雅黑" panose="020B0503020204020204" pitchFamily="34" charset="-122"/>
                          <a:cs typeface="+mn-cs"/>
                          <a:sym typeface="Helvetica Neue Light"/>
                        </a:rPr>
                        <a:t>5.5~6.5</a:t>
                      </a:r>
                    </a:p>
                  </a:txBody>
                  <a:tcPr marL="9525" marR="9525" marT="9525" marB="0" anchor="ctr"/>
                </a:tc>
                <a:tc>
                  <a:txBody>
                    <a:bodyPr/>
                    <a:lstStyle/>
                    <a:p>
                      <a:pPr algn="ctr" fontAlgn="ctr"/>
                      <a:r>
                        <a:rPr lang="en-US" altLang="zh-CN" sz="1600" b="0" i="0" u="none" strike="noStrike" cap="none" spc="0" baseline="0">
                          <a:ln>
                            <a:noFill/>
                          </a:ln>
                          <a:solidFill>
                            <a:srgbClr val="000000"/>
                          </a:solidFill>
                          <a:effectLst/>
                          <a:uFillTx/>
                          <a:latin typeface="微软雅黑" panose="020B0503020204020204" pitchFamily="34" charset="-122"/>
                          <a:ea typeface="微软雅黑" panose="020B0503020204020204" pitchFamily="34" charset="-122"/>
                          <a:cs typeface="+mn-cs"/>
                          <a:sym typeface="Helvetica Neue Light"/>
                        </a:rPr>
                        <a:t>9.0~10.0</a:t>
                      </a:r>
                    </a:p>
                  </a:txBody>
                  <a:tcPr marL="9525" marR="9525" marT="9525" marB="0" anchor="ctr"/>
                </a:tc>
                <a:tc>
                  <a:txBody>
                    <a:bodyPr/>
                    <a:lstStyle/>
                    <a:p>
                      <a:pPr algn="ctr" fontAlgn="ctr"/>
                      <a:r>
                        <a:rPr lang="en-US" altLang="zh-CN" sz="1600" b="0" i="0" u="none" strike="noStrike" cap="none" spc="0" baseline="0">
                          <a:ln>
                            <a:noFill/>
                          </a:ln>
                          <a:solidFill>
                            <a:srgbClr val="000000"/>
                          </a:solidFill>
                          <a:effectLst/>
                          <a:uFillTx/>
                          <a:latin typeface="微软雅黑" panose="020B0503020204020204" pitchFamily="34" charset="-122"/>
                          <a:ea typeface="微软雅黑" panose="020B0503020204020204" pitchFamily="34" charset="-122"/>
                          <a:cs typeface="+mn-cs"/>
                          <a:sym typeface="Helvetica Neue Light"/>
                        </a:rPr>
                        <a:t>11.0~12.0</a:t>
                      </a:r>
                    </a:p>
                  </a:txBody>
                  <a:tcPr marL="9525" marR="9525" marT="9525" marB="0" anchor="ctr"/>
                </a:tc>
                <a:tc>
                  <a:txBody>
                    <a:bodyPr/>
                    <a:lstStyle/>
                    <a:p>
                      <a:pPr algn="ctr" fontAlgn="ctr"/>
                      <a:r>
                        <a:rPr lang="en-US" sz="1600" b="0" i="0" u="none" strike="noStrike" cap="none" spc="0" baseline="0">
                          <a:ln>
                            <a:noFill/>
                          </a:ln>
                          <a:solidFill>
                            <a:srgbClr val="000000"/>
                          </a:solidFill>
                          <a:effectLst/>
                          <a:uFillTx/>
                          <a:latin typeface="微软雅黑" panose="020B0503020204020204" pitchFamily="34" charset="-122"/>
                          <a:ea typeface="微软雅黑" panose="020B0503020204020204" pitchFamily="34" charset="-122"/>
                          <a:cs typeface="+mn-cs"/>
                          <a:sym typeface="Helvetica Neue Light"/>
                        </a:rPr>
                        <a:t>Epoxy:10-20</a:t>
                      </a:r>
                    </a:p>
                  </a:txBody>
                  <a:tcPr marL="9525" marR="9525" marT="9525" marB="0" anchor="ctr"/>
                </a:tc>
                <a:extLst>
                  <a:ext uri="{0D108BD9-81ED-4DB2-BD59-A6C34878D82A}">
                    <a16:rowId xmlns:a16="http://schemas.microsoft.com/office/drawing/2014/main" val="1071022314"/>
                  </a:ext>
                </a:extLst>
              </a:tr>
              <a:tr h="420680">
                <a:tc>
                  <a:txBody>
                    <a:bodyPr/>
                    <a:lstStyle/>
                    <a:p>
                      <a:pPr algn="ctr" fontAlgn="ctr"/>
                      <a:r>
                        <a:rPr lang="en-US" altLang="zh-CN" sz="1600" b="0" i="0" u="none" strike="noStrike" dirty="0">
                          <a:solidFill>
                            <a:srgbClr val="000000"/>
                          </a:solidFill>
                          <a:effectLst/>
                          <a:latin typeface="微软雅黑" panose="020B0503020204020204" pitchFamily="34" charset="-122"/>
                          <a:ea typeface="微软雅黑" panose="020B0503020204020204" pitchFamily="34" charset="-122"/>
                        </a:rPr>
                        <a:t>32</a:t>
                      </a:r>
                    </a:p>
                  </a:txBody>
                  <a:tcPr marL="9525" marR="9525" marT="9525" marB="0" anchor="ctr"/>
                </a:tc>
                <a:tc>
                  <a:txBody>
                    <a:bodyPr/>
                    <a:lstStyle/>
                    <a:p>
                      <a:pPr algn="ctr" fontAlgn="ctr"/>
                      <a:r>
                        <a:rPr lang="en-US" altLang="zh-CN" sz="1600" b="0" i="0" u="none" strike="noStrike" dirty="0">
                          <a:solidFill>
                            <a:srgbClr val="000000"/>
                          </a:solidFill>
                          <a:effectLst/>
                          <a:latin typeface="微软雅黑" panose="020B0503020204020204" pitchFamily="34" charset="-122"/>
                          <a:ea typeface="微软雅黑" panose="020B0503020204020204" pitchFamily="34" charset="-122"/>
                        </a:rPr>
                        <a:t>160-05748</a:t>
                      </a:r>
                    </a:p>
                  </a:txBody>
                  <a:tcPr marL="9525" marR="9525" marT="9525" marB="0" anchor="ctr"/>
                </a:tc>
                <a:tc>
                  <a:txBody>
                    <a:bodyPr/>
                    <a:lstStyle/>
                    <a:p>
                      <a:pPr algn="ctr" fontAlgn="ctr"/>
                      <a:r>
                        <a:rPr lang="en-US" altLang="zh-CN" sz="1600" b="0" i="0" u="none" strike="noStrike" dirty="0">
                          <a:solidFill>
                            <a:srgbClr val="000000"/>
                          </a:solidFill>
                          <a:effectLst/>
                          <a:latin typeface="微软雅黑" panose="020B0503020204020204" pitchFamily="34" charset="-122"/>
                          <a:ea typeface="微软雅黑" panose="020B0503020204020204" pitchFamily="34" charset="-122"/>
                        </a:rPr>
                        <a:t>3.5</a:t>
                      </a:r>
                    </a:p>
                  </a:txBody>
                  <a:tcPr marL="9525" marR="9525" marT="9525" marB="0" anchor="ctr"/>
                </a:tc>
                <a:tc>
                  <a:txBody>
                    <a:bodyPr/>
                    <a:lstStyle/>
                    <a:p>
                      <a:pPr algn="ctr" fontAlgn="ctr"/>
                      <a:r>
                        <a:rPr lang="en-US" altLang="zh-CN" sz="1600" b="0" i="0" u="none" strike="noStrike" dirty="0">
                          <a:solidFill>
                            <a:srgbClr val="000000"/>
                          </a:solidFill>
                          <a:effectLst/>
                          <a:latin typeface="微软雅黑" panose="020B0503020204020204" pitchFamily="34" charset="-122"/>
                          <a:ea typeface="微软雅黑" panose="020B0503020204020204" pitchFamily="34" charset="-122"/>
                        </a:rPr>
                        <a:t>12.85</a:t>
                      </a:r>
                    </a:p>
                  </a:txBody>
                  <a:tcPr marL="9525" marR="9525" marT="9525" marB="0" anchor="ctr"/>
                </a:tc>
                <a:tc>
                  <a:txBody>
                    <a:bodyPr/>
                    <a:lstStyle/>
                    <a:p>
                      <a:pPr algn="ctr" fontAlgn="ctr"/>
                      <a:r>
                        <a:rPr lang="en-US" altLang="zh-CN" sz="1600" b="0" i="0" u="none" strike="noStrike" dirty="0">
                          <a:solidFill>
                            <a:srgbClr val="000000"/>
                          </a:solidFill>
                          <a:effectLst/>
                          <a:latin typeface="微软雅黑" panose="020B0503020204020204" pitchFamily="34" charset="-122"/>
                          <a:ea typeface="微软雅黑" panose="020B0503020204020204" pitchFamily="34" charset="-122"/>
                        </a:rPr>
                        <a:t>1.1</a:t>
                      </a:r>
                    </a:p>
                  </a:txBody>
                  <a:tcPr marL="9525" marR="9525" marT="9525" marB="0" anchor="ctr"/>
                </a:tc>
                <a:tc>
                  <a:txBody>
                    <a:bodyPr/>
                    <a:lstStyle/>
                    <a:p>
                      <a:pPr marL="0" marR="0" indent="0" algn="ctr" defTabSz="821530" fontAlgn="ctr" latinLnBrk="0">
                        <a:lnSpc>
                          <a:spcPct val="100000"/>
                        </a:lnSpc>
                        <a:spcBef>
                          <a:spcPts val="0"/>
                        </a:spcBef>
                        <a:spcAft>
                          <a:spcPts val="0"/>
                        </a:spcAft>
                        <a:buClrTx/>
                        <a:buSzTx/>
                        <a:buFontTx/>
                        <a:buNone/>
                        <a:tabLst/>
                      </a:pPr>
                      <a:r>
                        <a:rPr lang="el-GR" sz="1600" b="0" i="0" u="none" strike="noStrike" cap="none" spc="0" baseline="0" dirty="0">
                          <a:ln>
                            <a:noFill/>
                          </a:ln>
                          <a:solidFill>
                            <a:srgbClr val="000000"/>
                          </a:solidFill>
                          <a:effectLst/>
                          <a:uFillTx/>
                          <a:latin typeface="Arial" panose="020B0604020202020204" pitchFamily="34" charset="0"/>
                          <a:ea typeface="等线" panose="02010600030101010101" pitchFamily="2" charset="-122"/>
                          <a:cs typeface="+mn-cs"/>
                          <a:sym typeface="Helvetica Neue Light"/>
                        </a:rPr>
                        <a:t>3.02~2.58</a:t>
                      </a:r>
                      <a:endParaRPr lang="en-US" sz="1600" b="0" i="0" u="none" strike="noStrike" cap="none" spc="0" baseline="0" dirty="0">
                        <a:ln>
                          <a:noFill/>
                        </a:ln>
                        <a:solidFill>
                          <a:srgbClr val="000000"/>
                        </a:solidFill>
                        <a:effectLst/>
                        <a:uFillTx/>
                        <a:latin typeface="Arial" panose="020B0604020202020204" pitchFamily="34" charset="0"/>
                        <a:ea typeface="等线" panose="02010600030101010101" pitchFamily="2" charset="-122"/>
                        <a:cs typeface="+mn-cs"/>
                        <a:sym typeface="Helvetica Neue Light"/>
                      </a:endParaRPr>
                    </a:p>
                  </a:txBody>
                  <a:tcPr marL="9525" marR="9525" marT="9525" marB="0" anchor="ctr"/>
                </a:tc>
                <a:tc>
                  <a:txBody>
                    <a:bodyPr/>
                    <a:lstStyle/>
                    <a:p>
                      <a:pPr marL="0" marR="0" lvl="0" indent="0" algn="ctr" defTabSz="821530" eaLnBrk="1" fontAlgn="ctr" latinLnBrk="0" hangingPunct="1">
                        <a:lnSpc>
                          <a:spcPct val="100000"/>
                        </a:lnSpc>
                        <a:spcBef>
                          <a:spcPts val="0"/>
                        </a:spcBef>
                        <a:spcAft>
                          <a:spcPts val="0"/>
                        </a:spcAft>
                        <a:buClrTx/>
                        <a:buSzTx/>
                        <a:buFontTx/>
                        <a:buNone/>
                        <a:tabLst/>
                        <a:defRPr/>
                      </a:pPr>
                      <a:r>
                        <a:rPr kumimoji="0" lang="en-US" altLang="zh-CN" sz="16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Helvetica Neue"/>
                          <a:sym typeface="Helvetica Neue Light"/>
                        </a:rPr>
                        <a:t>/</a:t>
                      </a:r>
                    </a:p>
                  </a:txBody>
                  <a:tcPr marL="9525" marR="9525" marT="9525" marB="0" anchor="ctr">
                    <a:noFill/>
                  </a:tcPr>
                </a:tc>
                <a:tc>
                  <a:txBody>
                    <a:bodyPr/>
                    <a:lstStyle/>
                    <a:p>
                      <a:pPr marL="0" marR="0" lvl="0" indent="0" algn="ctr" defTabSz="821530" eaLnBrk="1" fontAlgn="ctr" latinLnBrk="0" hangingPunct="1">
                        <a:lnSpc>
                          <a:spcPct val="100000"/>
                        </a:lnSpc>
                        <a:spcBef>
                          <a:spcPts val="0"/>
                        </a:spcBef>
                        <a:spcAft>
                          <a:spcPts val="0"/>
                        </a:spcAft>
                        <a:buClrTx/>
                        <a:buSzTx/>
                        <a:buFontTx/>
                        <a:buNone/>
                        <a:tabLst/>
                        <a:defRPr/>
                      </a:pPr>
                      <a:r>
                        <a:rPr kumimoji="0" lang="en-US" altLang="zh-CN" sz="1600" b="0"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Helvetica Neue"/>
                          <a:sym typeface="Helvetica Neue Light"/>
                        </a:rPr>
                        <a:t>0.25</a:t>
                      </a:r>
                      <a:r>
                        <a:rPr kumimoji="0" lang="zh-CN" altLang="en-US" sz="1600" b="0"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Helvetica Neue"/>
                          <a:sym typeface="Helvetica Neue Light"/>
                        </a:rPr>
                        <a:t> </a:t>
                      </a:r>
                      <a:r>
                        <a:rPr kumimoji="0" lang="en-US" altLang="zh-CN" sz="1600" b="0"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Helvetica Neue"/>
                          <a:sym typeface="Helvetica Neue Light"/>
                        </a:rPr>
                        <a:t>±0.1</a:t>
                      </a:r>
                      <a:endParaRPr kumimoji="0" lang="en-US" altLang="zh-CN" sz="16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Helvetica Neue"/>
                        <a:sym typeface="Helvetica Neue Light"/>
                      </a:endParaRPr>
                    </a:p>
                  </a:txBody>
                  <a:tcPr marL="9525" marR="9525" marT="9525" marB="0" anchor="ctr"/>
                </a:tc>
                <a:tc>
                  <a:txBody>
                    <a:bodyPr/>
                    <a:lstStyle/>
                    <a:p>
                      <a:pPr algn="ctr" fontAlgn="ctr"/>
                      <a:r>
                        <a:rPr lang="en-US" altLang="zh-CN" sz="1600" b="0" i="0" u="none" strike="noStrike">
                          <a:solidFill>
                            <a:srgbClr val="000000"/>
                          </a:solidFill>
                          <a:effectLst/>
                          <a:latin typeface="Arial" panose="020B0604020202020204" pitchFamily="34" charset="0"/>
                          <a:ea typeface="等线" panose="02010600030101010101" pitchFamily="2" charset="-122"/>
                        </a:rPr>
                        <a:t>Max 0.2</a:t>
                      </a:r>
                      <a:endParaRPr lang="en-US" altLang="zh-CN" sz="1600" b="0" i="0" u="none" strike="noStrike" dirty="0">
                        <a:solidFill>
                          <a:srgbClr val="000000"/>
                        </a:solidFill>
                        <a:effectLst/>
                        <a:latin typeface="Arial" panose="020B0604020202020204" pitchFamily="34" charset="0"/>
                        <a:ea typeface="等线" panose="02010600030101010101" pitchFamily="2" charset="-122"/>
                      </a:endParaRPr>
                    </a:p>
                  </a:txBody>
                  <a:tcPr marL="9525" marR="9525" marT="9525" marB="0" anchor="ctr"/>
                </a:tc>
                <a:tc>
                  <a:txBody>
                    <a:bodyPr/>
                    <a:lstStyle/>
                    <a:p>
                      <a:pPr algn="ctr" fontAlgn="ctr"/>
                      <a:r>
                        <a:rPr lang="en-US" sz="1600" b="0" i="0" u="none" strike="noStrike" dirty="0">
                          <a:solidFill>
                            <a:srgbClr val="000000"/>
                          </a:solidFill>
                          <a:effectLst/>
                          <a:latin typeface="Arial" panose="020B0604020202020204" pitchFamily="34" charset="0"/>
                          <a:ea typeface="等线" panose="02010600030101010101" pitchFamily="2" charset="-122"/>
                        </a:rPr>
                        <a:t>GPM-12H</a:t>
                      </a:r>
                    </a:p>
                  </a:txBody>
                  <a:tcPr marL="9525" marR="9525" marT="9525" marB="0" anchor="ctr"/>
                </a:tc>
                <a:tc>
                  <a:txBody>
                    <a:bodyPr/>
                    <a:lstStyle/>
                    <a:p>
                      <a:pPr algn="ctr" fontAlgn="ctr"/>
                      <a:r>
                        <a:rPr lang="en-US" altLang="zh-CN" sz="1600" b="0" i="0" u="none" strike="noStrike" cap="none" spc="0" baseline="0">
                          <a:ln>
                            <a:noFill/>
                          </a:ln>
                          <a:solidFill>
                            <a:srgbClr val="000000"/>
                          </a:solidFill>
                          <a:effectLst/>
                          <a:uFillTx/>
                          <a:latin typeface="微软雅黑" panose="020B0503020204020204" pitchFamily="34" charset="-122"/>
                          <a:ea typeface="微软雅黑" panose="020B0503020204020204" pitchFamily="34" charset="-122"/>
                          <a:cs typeface="+mn-cs"/>
                          <a:sym typeface="Helvetica Neue Light"/>
                        </a:rPr>
                        <a:t>7.2~8.0</a:t>
                      </a:r>
                    </a:p>
                  </a:txBody>
                  <a:tcPr marL="9525" marR="9525" marT="9525" marB="0" anchor="ctr"/>
                </a:tc>
                <a:tc>
                  <a:txBody>
                    <a:bodyPr/>
                    <a:lstStyle/>
                    <a:p>
                      <a:pPr algn="ctr" fontAlgn="ctr"/>
                      <a:r>
                        <a:rPr lang="en-US" altLang="zh-CN" sz="1600" b="0" i="0" u="none" strike="noStrike" cap="none" spc="0" baseline="0" dirty="0">
                          <a:ln>
                            <a:noFill/>
                          </a:ln>
                          <a:solidFill>
                            <a:srgbClr val="000000"/>
                          </a:solidFill>
                          <a:effectLst/>
                          <a:uFillTx/>
                          <a:latin typeface="微软雅黑" panose="020B0503020204020204" pitchFamily="34" charset="-122"/>
                          <a:ea typeface="微软雅黑" panose="020B0503020204020204" pitchFamily="34" charset="-122"/>
                          <a:cs typeface="+mn-cs"/>
                          <a:sym typeface="Helvetica Neue Light"/>
                        </a:rPr>
                        <a:t>5.5~6.5</a:t>
                      </a:r>
                    </a:p>
                  </a:txBody>
                  <a:tcPr marL="9525" marR="9525" marT="9525" marB="0" anchor="ctr"/>
                </a:tc>
                <a:tc>
                  <a:txBody>
                    <a:bodyPr/>
                    <a:lstStyle/>
                    <a:p>
                      <a:pPr algn="ctr" fontAlgn="ctr"/>
                      <a:r>
                        <a:rPr lang="en-US" altLang="zh-CN" sz="1600" b="0" i="0" u="none" strike="noStrike" cap="none" spc="0" baseline="0">
                          <a:ln>
                            <a:noFill/>
                          </a:ln>
                          <a:solidFill>
                            <a:srgbClr val="000000"/>
                          </a:solidFill>
                          <a:effectLst/>
                          <a:uFillTx/>
                          <a:latin typeface="微软雅黑" panose="020B0503020204020204" pitchFamily="34" charset="-122"/>
                          <a:ea typeface="微软雅黑" panose="020B0503020204020204" pitchFamily="34" charset="-122"/>
                          <a:cs typeface="+mn-cs"/>
                          <a:sym typeface="Helvetica Neue Light"/>
                        </a:rPr>
                        <a:t>9.0~10.0</a:t>
                      </a:r>
                    </a:p>
                  </a:txBody>
                  <a:tcPr marL="9525" marR="9525" marT="9525" marB="0" anchor="ctr"/>
                </a:tc>
                <a:tc>
                  <a:txBody>
                    <a:bodyPr/>
                    <a:lstStyle/>
                    <a:p>
                      <a:pPr algn="ctr" fontAlgn="ctr"/>
                      <a:r>
                        <a:rPr lang="en-US" altLang="zh-CN" sz="1600" b="0" i="0" u="none" strike="noStrike" cap="none" spc="0" baseline="0">
                          <a:ln>
                            <a:noFill/>
                          </a:ln>
                          <a:solidFill>
                            <a:srgbClr val="000000"/>
                          </a:solidFill>
                          <a:effectLst/>
                          <a:uFillTx/>
                          <a:latin typeface="微软雅黑" panose="020B0503020204020204" pitchFamily="34" charset="-122"/>
                          <a:ea typeface="微软雅黑" panose="020B0503020204020204" pitchFamily="34" charset="-122"/>
                          <a:cs typeface="+mn-cs"/>
                          <a:sym typeface="Helvetica Neue Light"/>
                        </a:rPr>
                        <a:t>11.0~12.0</a:t>
                      </a:r>
                    </a:p>
                  </a:txBody>
                  <a:tcPr marL="9525" marR="9525" marT="9525" marB="0" anchor="ctr"/>
                </a:tc>
                <a:tc>
                  <a:txBody>
                    <a:bodyPr/>
                    <a:lstStyle/>
                    <a:p>
                      <a:pPr algn="ctr" fontAlgn="ctr"/>
                      <a:r>
                        <a:rPr lang="en-US" sz="1600" b="0" i="0" u="none" strike="noStrike" cap="none" spc="0" baseline="0">
                          <a:ln>
                            <a:noFill/>
                          </a:ln>
                          <a:solidFill>
                            <a:srgbClr val="000000"/>
                          </a:solidFill>
                          <a:effectLst/>
                          <a:uFillTx/>
                          <a:latin typeface="微软雅黑" panose="020B0503020204020204" pitchFamily="34" charset="-122"/>
                          <a:ea typeface="微软雅黑" panose="020B0503020204020204" pitchFamily="34" charset="-122"/>
                          <a:cs typeface="+mn-cs"/>
                          <a:sym typeface="Helvetica Neue Light"/>
                        </a:rPr>
                        <a:t>Epoxy:10-20</a:t>
                      </a:r>
                    </a:p>
                  </a:txBody>
                  <a:tcPr marL="9525" marR="9525" marT="9525" marB="0" anchor="ctr"/>
                </a:tc>
                <a:extLst>
                  <a:ext uri="{0D108BD9-81ED-4DB2-BD59-A6C34878D82A}">
                    <a16:rowId xmlns:a16="http://schemas.microsoft.com/office/drawing/2014/main" val="3760501911"/>
                  </a:ext>
                </a:extLst>
              </a:tr>
              <a:tr h="420680">
                <a:tc>
                  <a:txBody>
                    <a:bodyPr/>
                    <a:lstStyle/>
                    <a:p>
                      <a:pPr algn="ctr" fontAlgn="ctr"/>
                      <a:r>
                        <a:rPr lang="en-US" altLang="zh-CN" sz="1600" b="0" i="0" u="none" strike="noStrike" dirty="0">
                          <a:solidFill>
                            <a:srgbClr val="000000"/>
                          </a:solidFill>
                          <a:effectLst/>
                          <a:latin typeface="微软雅黑" panose="020B0503020204020204" pitchFamily="34" charset="-122"/>
                          <a:ea typeface="微软雅黑" panose="020B0503020204020204" pitchFamily="34" charset="-122"/>
                        </a:rPr>
                        <a:t>33</a:t>
                      </a:r>
                    </a:p>
                  </a:txBody>
                  <a:tcPr marL="9525" marR="9525" marT="9525" marB="0" anchor="ctr"/>
                </a:tc>
                <a:tc>
                  <a:txBody>
                    <a:bodyPr/>
                    <a:lstStyle/>
                    <a:p>
                      <a:pPr algn="ctr" fontAlgn="ctr"/>
                      <a:r>
                        <a:rPr lang="en-US" altLang="zh-CN" sz="1600" b="0" i="0" u="none" strike="noStrike" dirty="0">
                          <a:solidFill>
                            <a:srgbClr val="000000"/>
                          </a:solidFill>
                          <a:effectLst/>
                          <a:latin typeface="微软雅黑" panose="020B0503020204020204" pitchFamily="34" charset="-122"/>
                          <a:ea typeface="微软雅黑" panose="020B0503020204020204" pitchFamily="34" charset="-122"/>
                        </a:rPr>
                        <a:t>160-05744</a:t>
                      </a:r>
                    </a:p>
                  </a:txBody>
                  <a:tcPr marL="9525" marR="9525" marT="9525" marB="0" anchor="ctr"/>
                </a:tc>
                <a:tc>
                  <a:txBody>
                    <a:bodyPr/>
                    <a:lstStyle/>
                    <a:p>
                      <a:pPr algn="ctr" fontAlgn="ctr"/>
                      <a:r>
                        <a:rPr lang="en-US" altLang="zh-CN" sz="1600" b="0" i="0" u="none" strike="noStrike" dirty="0">
                          <a:solidFill>
                            <a:srgbClr val="000000"/>
                          </a:solidFill>
                          <a:effectLst/>
                          <a:latin typeface="微软雅黑" panose="020B0503020204020204" pitchFamily="34" charset="-122"/>
                          <a:ea typeface="微软雅黑" panose="020B0503020204020204" pitchFamily="34" charset="-122"/>
                        </a:rPr>
                        <a:t>9.35</a:t>
                      </a:r>
                    </a:p>
                  </a:txBody>
                  <a:tcPr marL="9525" marR="9525" marT="9525" marB="0" anchor="ctr"/>
                </a:tc>
                <a:tc>
                  <a:txBody>
                    <a:bodyPr/>
                    <a:lstStyle/>
                    <a:p>
                      <a:pPr algn="ctr" fontAlgn="ctr"/>
                      <a:r>
                        <a:rPr lang="en-US" altLang="zh-CN" sz="1600" b="0" i="0" u="none" strike="noStrike" dirty="0">
                          <a:solidFill>
                            <a:srgbClr val="000000"/>
                          </a:solidFill>
                          <a:effectLst/>
                          <a:latin typeface="微软雅黑" panose="020B0503020204020204" pitchFamily="34" charset="-122"/>
                          <a:ea typeface="微软雅黑" panose="020B0503020204020204" pitchFamily="34" charset="-122"/>
                        </a:rPr>
                        <a:t>5.5</a:t>
                      </a:r>
                    </a:p>
                  </a:txBody>
                  <a:tcPr marL="9525" marR="9525" marT="9525" marB="0" anchor="ctr"/>
                </a:tc>
                <a:tc>
                  <a:txBody>
                    <a:bodyPr/>
                    <a:lstStyle/>
                    <a:p>
                      <a:pPr algn="ctr" fontAlgn="ctr"/>
                      <a:r>
                        <a:rPr lang="en-US" altLang="zh-CN" sz="1600" b="0" i="0" u="none" strike="noStrike" dirty="0">
                          <a:solidFill>
                            <a:srgbClr val="000000"/>
                          </a:solidFill>
                          <a:effectLst/>
                          <a:latin typeface="微软雅黑" panose="020B0503020204020204" pitchFamily="34" charset="-122"/>
                          <a:ea typeface="微软雅黑" panose="020B0503020204020204" pitchFamily="34" charset="-122"/>
                        </a:rPr>
                        <a:t>1.1</a:t>
                      </a:r>
                    </a:p>
                  </a:txBody>
                  <a:tcPr marL="9525" marR="9525" marT="9525" marB="0" anchor="ctr"/>
                </a:tc>
                <a:tc>
                  <a:txBody>
                    <a:bodyPr/>
                    <a:lstStyle/>
                    <a:p>
                      <a:pPr marL="0" marR="0" indent="0" algn="ctr" defTabSz="821530" fontAlgn="ctr" latinLnBrk="0">
                        <a:lnSpc>
                          <a:spcPct val="100000"/>
                        </a:lnSpc>
                        <a:spcBef>
                          <a:spcPts val="0"/>
                        </a:spcBef>
                        <a:spcAft>
                          <a:spcPts val="0"/>
                        </a:spcAft>
                        <a:buClrTx/>
                        <a:buSzTx/>
                        <a:buFontTx/>
                        <a:buNone/>
                        <a:tabLst/>
                      </a:pPr>
                      <a:r>
                        <a:rPr lang="el-GR" sz="1600" b="0" i="0" u="none" strike="noStrike" cap="none" spc="0" baseline="0" dirty="0">
                          <a:ln>
                            <a:noFill/>
                          </a:ln>
                          <a:solidFill>
                            <a:srgbClr val="000000"/>
                          </a:solidFill>
                          <a:effectLst/>
                          <a:uFillTx/>
                          <a:latin typeface="Arial" panose="020B0604020202020204" pitchFamily="34" charset="0"/>
                          <a:ea typeface="等线" panose="02010600030101010101" pitchFamily="2" charset="-122"/>
                          <a:cs typeface="+mn-cs"/>
                          <a:sym typeface="Helvetica Neue Light"/>
                        </a:rPr>
                        <a:t>3.43~2.93</a:t>
                      </a:r>
                      <a:endParaRPr lang="en-US" sz="1600" b="0" i="0" u="none" strike="noStrike" cap="none" spc="0" baseline="0" dirty="0">
                        <a:ln>
                          <a:noFill/>
                        </a:ln>
                        <a:solidFill>
                          <a:srgbClr val="000000"/>
                        </a:solidFill>
                        <a:effectLst/>
                        <a:uFillTx/>
                        <a:latin typeface="Arial" panose="020B0604020202020204" pitchFamily="34" charset="0"/>
                        <a:ea typeface="等线" panose="02010600030101010101" pitchFamily="2" charset="-122"/>
                        <a:cs typeface="+mn-cs"/>
                        <a:sym typeface="Helvetica Neue Light"/>
                      </a:endParaRPr>
                    </a:p>
                  </a:txBody>
                  <a:tcPr marL="9525" marR="9525" marT="9525" marB="0" anchor="ctr"/>
                </a:tc>
                <a:tc>
                  <a:txBody>
                    <a:bodyPr/>
                    <a:lstStyle/>
                    <a:p>
                      <a:pPr marL="0" marR="0" lvl="0" indent="0" algn="ctr" defTabSz="821530" eaLnBrk="1" fontAlgn="ctr" latinLnBrk="0" hangingPunct="1">
                        <a:lnSpc>
                          <a:spcPct val="100000"/>
                        </a:lnSpc>
                        <a:spcBef>
                          <a:spcPts val="0"/>
                        </a:spcBef>
                        <a:spcAft>
                          <a:spcPts val="0"/>
                        </a:spcAft>
                        <a:buClrTx/>
                        <a:buSzTx/>
                        <a:buFontTx/>
                        <a:buNone/>
                        <a:tabLst/>
                        <a:defRPr/>
                      </a:pPr>
                      <a:r>
                        <a:rPr kumimoji="0" lang="en-US" altLang="zh-CN" sz="16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Helvetica Neue"/>
                          <a:sym typeface="Helvetica Neue Light"/>
                        </a:rPr>
                        <a:t>/</a:t>
                      </a:r>
                    </a:p>
                  </a:txBody>
                  <a:tcPr marL="9525" marR="9525" marT="9525" marB="0" anchor="ctr">
                    <a:noFill/>
                  </a:tcPr>
                </a:tc>
                <a:tc>
                  <a:txBody>
                    <a:bodyPr/>
                    <a:lstStyle/>
                    <a:p>
                      <a:pPr marL="0" marR="0" lvl="0" indent="0" algn="ctr" defTabSz="821530" eaLnBrk="1" fontAlgn="ctr" latinLnBrk="0" hangingPunct="1">
                        <a:lnSpc>
                          <a:spcPct val="100000"/>
                        </a:lnSpc>
                        <a:spcBef>
                          <a:spcPts val="0"/>
                        </a:spcBef>
                        <a:spcAft>
                          <a:spcPts val="0"/>
                        </a:spcAft>
                        <a:buClrTx/>
                        <a:buSzTx/>
                        <a:buFontTx/>
                        <a:buNone/>
                        <a:tabLst/>
                        <a:defRPr/>
                      </a:pPr>
                      <a:r>
                        <a:rPr kumimoji="0" lang="en-US" altLang="zh-CN" sz="16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Helvetica Neue"/>
                          <a:sym typeface="Helvetica Neue Light"/>
                        </a:rPr>
                        <a:t>0.25</a:t>
                      </a:r>
                      <a:r>
                        <a:rPr kumimoji="0" lang="zh-CN" altLang="en-US" sz="16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Helvetica Neue"/>
                          <a:sym typeface="Helvetica Neue Light"/>
                        </a:rPr>
                        <a:t> </a:t>
                      </a:r>
                      <a:r>
                        <a:rPr kumimoji="0" lang="en-US" altLang="zh-CN" sz="16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Helvetica Neue"/>
                          <a:sym typeface="Helvetica Neue Light"/>
                        </a:rPr>
                        <a:t>±0.1</a:t>
                      </a:r>
                    </a:p>
                  </a:txBody>
                  <a:tcPr marL="9525" marR="9525" marT="9525" marB="0" anchor="ctr"/>
                </a:tc>
                <a:tc>
                  <a:txBody>
                    <a:bodyPr/>
                    <a:lstStyle/>
                    <a:p>
                      <a:pPr algn="ctr" fontAlgn="ctr"/>
                      <a:r>
                        <a:rPr lang="en-US" altLang="zh-CN" sz="1600" b="0" i="0" u="none" strike="noStrike">
                          <a:solidFill>
                            <a:srgbClr val="000000"/>
                          </a:solidFill>
                          <a:effectLst/>
                          <a:latin typeface="Arial" panose="020B0604020202020204" pitchFamily="34" charset="0"/>
                          <a:ea typeface="等线" panose="02010600030101010101" pitchFamily="2" charset="-122"/>
                        </a:rPr>
                        <a:t>Max 0.2</a:t>
                      </a:r>
                      <a:endParaRPr lang="en-US" altLang="zh-CN" sz="1600" b="0" i="0" u="none" strike="noStrike" dirty="0">
                        <a:solidFill>
                          <a:srgbClr val="000000"/>
                        </a:solidFill>
                        <a:effectLst/>
                        <a:latin typeface="Arial" panose="020B0604020202020204" pitchFamily="34" charset="0"/>
                        <a:ea typeface="等线" panose="02010600030101010101" pitchFamily="2" charset="-122"/>
                      </a:endParaRPr>
                    </a:p>
                  </a:txBody>
                  <a:tcPr marL="9525" marR="9525" marT="9525" marB="0" anchor="ctr"/>
                </a:tc>
                <a:tc>
                  <a:txBody>
                    <a:bodyPr/>
                    <a:lstStyle/>
                    <a:p>
                      <a:pPr algn="ctr" fontAlgn="ctr"/>
                      <a:r>
                        <a:rPr lang="en-US" sz="1600" b="0" i="0" u="none" strike="noStrike" dirty="0">
                          <a:solidFill>
                            <a:srgbClr val="000000"/>
                          </a:solidFill>
                          <a:effectLst/>
                          <a:latin typeface="Arial" panose="020B0604020202020204" pitchFamily="34" charset="0"/>
                          <a:ea typeface="等线" panose="02010600030101010101" pitchFamily="2" charset="-122"/>
                        </a:rPr>
                        <a:t>GPM-12H</a:t>
                      </a:r>
                    </a:p>
                  </a:txBody>
                  <a:tcPr marL="9525" marR="9525" marT="9525" marB="0" anchor="ctr"/>
                </a:tc>
                <a:tc>
                  <a:txBody>
                    <a:bodyPr/>
                    <a:lstStyle/>
                    <a:p>
                      <a:pPr algn="ctr" fontAlgn="ctr"/>
                      <a:r>
                        <a:rPr lang="en-US" altLang="zh-CN" sz="1600" b="0" i="0" u="none" strike="noStrike" cap="none" spc="0" baseline="0">
                          <a:ln>
                            <a:noFill/>
                          </a:ln>
                          <a:solidFill>
                            <a:srgbClr val="000000"/>
                          </a:solidFill>
                          <a:effectLst/>
                          <a:uFillTx/>
                          <a:latin typeface="微软雅黑" panose="020B0503020204020204" pitchFamily="34" charset="-122"/>
                          <a:ea typeface="微软雅黑" panose="020B0503020204020204" pitchFamily="34" charset="-122"/>
                          <a:cs typeface="+mn-cs"/>
                          <a:sym typeface="Helvetica Neue Light"/>
                        </a:rPr>
                        <a:t>7.2~8.0</a:t>
                      </a:r>
                    </a:p>
                  </a:txBody>
                  <a:tcPr marL="9525" marR="9525" marT="9525" marB="0" anchor="ctr"/>
                </a:tc>
                <a:tc>
                  <a:txBody>
                    <a:bodyPr/>
                    <a:lstStyle/>
                    <a:p>
                      <a:pPr algn="ctr" fontAlgn="ctr"/>
                      <a:r>
                        <a:rPr lang="en-US" altLang="zh-CN" sz="1600" b="0" i="0" u="none" strike="noStrike" cap="none" spc="0" baseline="0" dirty="0">
                          <a:ln>
                            <a:noFill/>
                          </a:ln>
                          <a:solidFill>
                            <a:srgbClr val="000000"/>
                          </a:solidFill>
                          <a:effectLst/>
                          <a:uFillTx/>
                          <a:latin typeface="微软雅黑" panose="020B0503020204020204" pitchFamily="34" charset="-122"/>
                          <a:ea typeface="微软雅黑" panose="020B0503020204020204" pitchFamily="34" charset="-122"/>
                          <a:cs typeface="+mn-cs"/>
                          <a:sym typeface="Helvetica Neue Light"/>
                        </a:rPr>
                        <a:t>5.5~6.5</a:t>
                      </a:r>
                    </a:p>
                  </a:txBody>
                  <a:tcPr marL="9525" marR="9525" marT="9525" marB="0" anchor="ctr"/>
                </a:tc>
                <a:tc>
                  <a:txBody>
                    <a:bodyPr/>
                    <a:lstStyle/>
                    <a:p>
                      <a:pPr algn="ctr" fontAlgn="ctr"/>
                      <a:r>
                        <a:rPr lang="en-US" altLang="zh-CN" sz="1600" b="0" i="0" u="none" strike="noStrike" cap="none" spc="0" baseline="0" dirty="0">
                          <a:ln>
                            <a:noFill/>
                          </a:ln>
                          <a:solidFill>
                            <a:srgbClr val="000000"/>
                          </a:solidFill>
                          <a:effectLst/>
                          <a:uFillTx/>
                          <a:latin typeface="微软雅黑" panose="020B0503020204020204" pitchFamily="34" charset="-122"/>
                          <a:ea typeface="微软雅黑" panose="020B0503020204020204" pitchFamily="34" charset="-122"/>
                          <a:cs typeface="+mn-cs"/>
                          <a:sym typeface="Helvetica Neue Light"/>
                        </a:rPr>
                        <a:t>9.0~10.0</a:t>
                      </a:r>
                    </a:p>
                  </a:txBody>
                  <a:tcPr marL="9525" marR="9525" marT="9525" marB="0" anchor="ctr"/>
                </a:tc>
                <a:tc>
                  <a:txBody>
                    <a:bodyPr/>
                    <a:lstStyle/>
                    <a:p>
                      <a:pPr algn="ctr" fontAlgn="ctr"/>
                      <a:r>
                        <a:rPr lang="en-US" altLang="zh-CN" sz="1600" b="0" i="0" u="none" strike="noStrike" cap="none" spc="0" baseline="0" dirty="0">
                          <a:ln>
                            <a:noFill/>
                          </a:ln>
                          <a:solidFill>
                            <a:srgbClr val="000000"/>
                          </a:solidFill>
                          <a:effectLst/>
                          <a:uFillTx/>
                          <a:latin typeface="微软雅黑" panose="020B0503020204020204" pitchFamily="34" charset="-122"/>
                          <a:ea typeface="微软雅黑" panose="020B0503020204020204" pitchFamily="34" charset="-122"/>
                          <a:cs typeface="+mn-cs"/>
                          <a:sym typeface="Helvetica Neue Light"/>
                        </a:rPr>
                        <a:t>11.0~12.0</a:t>
                      </a:r>
                    </a:p>
                  </a:txBody>
                  <a:tcPr marL="9525" marR="9525" marT="9525" marB="0" anchor="ctr"/>
                </a:tc>
                <a:tc>
                  <a:txBody>
                    <a:bodyPr/>
                    <a:lstStyle/>
                    <a:p>
                      <a:pPr algn="ctr" fontAlgn="ctr"/>
                      <a:r>
                        <a:rPr lang="en-US" sz="1600" b="0" i="0" u="none" strike="noStrike" cap="none" spc="0" baseline="0">
                          <a:ln>
                            <a:noFill/>
                          </a:ln>
                          <a:solidFill>
                            <a:srgbClr val="000000"/>
                          </a:solidFill>
                          <a:effectLst/>
                          <a:uFillTx/>
                          <a:latin typeface="微软雅黑" panose="020B0503020204020204" pitchFamily="34" charset="-122"/>
                          <a:ea typeface="微软雅黑" panose="020B0503020204020204" pitchFamily="34" charset="-122"/>
                          <a:cs typeface="+mn-cs"/>
                          <a:sym typeface="Helvetica Neue Light"/>
                        </a:rPr>
                        <a:t>Epoxy:10-20</a:t>
                      </a:r>
                    </a:p>
                  </a:txBody>
                  <a:tcPr marL="9525" marR="9525" marT="9525" marB="0" anchor="ctr"/>
                </a:tc>
                <a:extLst>
                  <a:ext uri="{0D108BD9-81ED-4DB2-BD59-A6C34878D82A}">
                    <a16:rowId xmlns:a16="http://schemas.microsoft.com/office/drawing/2014/main" val="2591402106"/>
                  </a:ext>
                </a:extLst>
              </a:tr>
              <a:tr h="420680">
                <a:tc>
                  <a:txBody>
                    <a:bodyPr/>
                    <a:lstStyle/>
                    <a:p>
                      <a:pPr algn="ctr" fontAlgn="ctr"/>
                      <a:r>
                        <a:rPr lang="en-US" altLang="zh-CN" sz="1600" b="0" i="0" u="none" strike="noStrike" dirty="0">
                          <a:solidFill>
                            <a:srgbClr val="000000"/>
                          </a:solidFill>
                          <a:effectLst/>
                          <a:latin typeface="微软雅黑" panose="020B0503020204020204" pitchFamily="34" charset="-122"/>
                          <a:ea typeface="微软雅黑" panose="020B0503020204020204" pitchFamily="34" charset="-122"/>
                        </a:rPr>
                        <a:t>34</a:t>
                      </a:r>
                    </a:p>
                  </a:txBody>
                  <a:tcPr marL="9525" marR="9525" marT="9525" marB="0" anchor="ctr"/>
                </a:tc>
                <a:tc>
                  <a:txBody>
                    <a:bodyPr/>
                    <a:lstStyle/>
                    <a:p>
                      <a:pPr algn="ctr" fontAlgn="ctr"/>
                      <a:r>
                        <a:rPr lang="en-US" altLang="zh-CN" sz="1600" b="0" i="0" u="none" strike="noStrike" cap="none" spc="0" baseline="0" dirty="0">
                          <a:ln>
                            <a:noFill/>
                          </a:ln>
                          <a:solidFill>
                            <a:srgbClr val="000000"/>
                          </a:solidFill>
                          <a:effectLst/>
                          <a:uFillTx/>
                          <a:latin typeface="微软雅黑" panose="020B0503020204020204" pitchFamily="34" charset="-122"/>
                          <a:ea typeface="微软雅黑" panose="020B0503020204020204" pitchFamily="34" charset="-122"/>
                          <a:cs typeface="+mn-cs"/>
                          <a:sym typeface="Helvetica Neue Light"/>
                        </a:rPr>
                        <a:t>160-06672</a:t>
                      </a:r>
                    </a:p>
                  </a:txBody>
                  <a:tcPr marL="9525" marR="9525" marT="9525" marB="0" anchor="ctr"/>
                </a:tc>
                <a:tc>
                  <a:txBody>
                    <a:bodyPr/>
                    <a:lstStyle/>
                    <a:p>
                      <a:pPr algn="ctr" fontAlgn="ctr"/>
                      <a:r>
                        <a:rPr lang="en-US" altLang="zh-CN" sz="1600" b="0" i="0" u="none" strike="noStrike" dirty="0">
                          <a:solidFill>
                            <a:srgbClr val="000000"/>
                          </a:solidFill>
                          <a:effectLst/>
                          <a:latin typeface="微软雅黑" panose="020B0503020204020204" pitchFamily="34" charset="-122"/>
                          <a:ea typeface="微软雅黑" panose="020B0503020204020204" pitchFamily="34" charset="-122"/>
                        </a:rPr>
                        <a:t>9</a:t>
                      </a:r>
                    </a:p>
                  </a:txBody>
                  <a:tcPr marL="9525" marR="9525" marT="9525" marB="0" anchor="ctr"/>
                </a:tc>
                <a:tc>
                  <a:txBody>
                    <a:bodyPr/>
                    <a:lstStyle/>
                    <a:p>
                      <a:pPr algn="ctr" fontAlgn="ctr"/>
                      <a:r>
                        <a:rPr lang="en-US" altLang="zh-CN" sz="1600" b="0" i="0" u="none" strike="noStrike" dirty="0">
                          <a:solidFill>
                            <a:srgbClr val="000000"/>
                          </a:solidFill>
                          <a:effectLst/>
                          <a:latin typeface="微软雅黑" panose="020B0503020204020204" pitchFamily="34" charset="-122"/>
                          <a:ea typeface="微软雅黑" panose="020B0503020204020204" pitchFamily="34" charset="-122"/>
                        </a:rPr>
                        <a:t>10.15</a:t>
                      </a:r>
                    </a:p>
                  </a:txBody>
                  <a:tcPr marL="9525" marR="9525" marT="9525" marB="0" anchor="ctr"/>
                </a:tc>
                <a:tc>
                  <a:txBody>
                    <a:bodyPr/>
                    <a:lstStyle/>
                    <a:p>
                      <a:pPr algn="ctr" fontAlgn="ctr"/>
                      <a:r>
                        <a:rPr lang="en-US" altLang="zh-CN" sz="1600" b="0" i="0" u="none" strike="noStrike" dirty="0">
                          <a:solidFill>
                            <a:srgbClr val="000000"/>
                          </a:solidFill>
                          <a:effectLst/>
                          <a:latin typeface="微软雅黑" panose="020B0503020204020204" pitchFamily="34" charset="-122"/>
                          <a:ea typeface="微软雅黑" panose="020B0503020204020204" pitchFamily="34" charset="-122"/>
                        </a:rPr>
                        <a:t>0.8</a:t>
                      </a:r>
                    </a:p>
                  </a:txBody>
                  <a:tcPr marL="9525" marR="9525" marT="9525" marB="0" anchor="ctr"/>
                </a:tc>
                <a:tc>
                  <a:txBody>
                    <a:bodyPr/>
                    <a:lstStyle/>
                    <a:p>
                      <a:pPr marL="0" marR="0" indent="0" algn="ctr" defTabSz="821530" eaLnBrk="1" fontAlgn="ctr" latinLnBrk="0" hangingPunct="1">
                        <a:lnSpc>
                          <a:spcPct val="100000"/>
                        </a:lnSpc>
                        <a:spcBef>
                          <a:spcPts val="0"/>
                        </a:spcBef>
                        <a:spcAft>
                          <a:spcPts val="0"/>
                        </a:spcAft>
                        <a:buClrTx/>
                        <a:buSzTx/>
                        <a:buFontTx/>
                        <a:buNone/>
                        <a:tabLst/>
                        <a:defRPr/>
                      </a:pPr>
                      <a:r>
                        <a:rPr lang="en-US" altLang="zh-CN" sz="1600" b="0" i="0" u="none" strike="noStrike" cap="none" spc="0" baseline="0" dirty="0">
                          <a:ln>
                            <a:noFill/>
                          </a:ln>
                          <a:solidFill>
                            <a:srgbClr val="000000"/>
                          </a:solidFill>
                          <a:effectLst/>
                          <a:uFillTx/>
                          <a:latin typeface="Arial" panose="020B0604020202020204" pitchFamily="34" charset="0"/>
                          <a:ea typeface="等线" panose="02010600030101010101" pitchFamily="2" charset="-122"/>
                          <a:cs typeface="+mn-cs"/>
                          <a:sym typeface="Helvetica Neue Light"/>
                        </a:rPr>
                        <a:t>2.95</a:t>
                      </a:r>
                      <a:r>
                        <a:rPr lang="el-GR" altLang="zh-CN" sz="1600" b="0" i="0" u="none" strike="noStrike" cap="none" spc="0" baseline="0" dirty="0">
                          <a:ln>
                            <a:noFill/>
                          </a:ln>
                          <a:solidFill>
                            <a:srgbClr val="000000"/>
                          </a:solidFill>
                          <a:effectLst/>
                          <a:uFillTx/>
                          <a:latin typeface="Arial" panose="020B0604020202020204" pitchFamily="34" charset="0"/>
                          <a:ea typeface="等线" panose="02010600030101010101" pitchFamily="2" charset="-122"/>
                          <a:cs typeface="+mn-cs"/>
                          <a:sym typeface="Helvetica Neue Light"/>
                        </a:rPr>
                        <a:t>~</a:t>
                      </a:r>
                      <a:r>
                        <a:rPr lang="en-US" altLang="zh-CN" sz="1600" b="0" i="0" u="none" strike="noStrike" cap="none" spc="0" baseline="0" dirty="0">
                          <a:ln>
                            <a:noFill/>
                          </a:ln>
                          <a:solidFill>
                            <a:srgbClr val="000000"/>
                          </a:solidFill>
                          <a:effectLst/>
                          <a:uFillTx/>
                          <a:latin typeface="Arial" panose="020B0604020202020204" pitchFamily="34" charset="0"/>
                          <a:ea typeface="等线" panose="02010600030101010101" pitchFamily="2" charset="-122"/>
                          <a:cs typeface="+mn-cs"/>
                          <a:sym typeface="Helvetica Neue Light"/>
                        </a:rPr>
                        <a:t>3.423</a:t>
                      </a:r>
                    </a:p>
                  </a:txBody>
                  <a:tcPr marL="9525" marR="9525" marT="9525" marB="0" anchor="ctr"/>
                </a:tc>
                <a:tc>
                  <a:txBody>
                    <a:bodyPr/>
                    <a:lstStyle/>
                    <a:p>
                      <a:pPr marL="0" marR="0" lvl="0" indent="0" algn="ctr" defTabSz="821530" eaLnBrk="1" fontAlgn="ctr" latinLnBrk="0" hangingPunct="1">
                        <a:lnSpc>
                          <a:spcPct val="100000"/>
                        </a:lnSpc>
                        <a:spcBef>
                          <a:spcPts val="0"/>
                        </a:spcBef>
                        <a:spcAft>
                          <a:spcPts val="0"/>
                        </a:spcAft>
                        <a:buClrTx/>
                        <a:buSzTx/>
                        <a:buFontTx/>
                        <a:buNone/>
                        <a:tabLst/>
                        <a:defRPr/>
                      </a:pPr>
                      <a:r>
                        <a:rPr kumimoji="0" lang="en-US" altLang="zh-CN" sz="16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Helvetica Neue"/>
                          <a:sym typeface="Helvetica Neue Light"/>
                        </a:rPr>
                        <a:t>/</a:t>
                      </a:r>
                    </a:p>
                  </a:txBody>
                  <a:tcPr marL="9525" marR="9525" marT="9525" marB="0" anchor="ctr">
                    <a:noFill/>
                  </a:tcPr>
                </a:tc>
                <a:tc>
                  <a:txBody>
                    <a:bodyPr/>
                    <a:lstStyle/>
                    <a:p>
                      <a:pPr marL="0" marR="0" lvl="0" indent="0" algn="ctr" defTabSz="821530" eaLnBrk="1" fontAlgn="ctr" latinLnBrk="0" hangingPunct="1">
                        <a:lnSpc>
                          <a:spcPct val="100000"/>
                        </a:lnSpc>
                        <a:spcBef>
                          <a:spcPts val="0"/>
                        </a:spcBef>
                        <a:spcAft>
                          <a:spcPts val="0"/>
                        </a:spcAft>
                        <a:buClrTx/>
                        <a:buSzTx/>
                        <a:buFontTx/>
                        <a:buNone/>
                        <a:tabLst/>
                        <a:defRPr/>
                      </a:pPr>
                      <a:r>
                        <a:rPr kumimoji="0" lang="en-US" altLang="zh-CN" sz="16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Helvetica Neue"/>
                          <a:sym typeface="Helvetica Neue Light"/>
                        </a:rPr>
                        <a:t>0.25</a:t>
                      </a:r>
                      <a:r>
                        <a:rPr kumimoji="0" lang="zh-CN" altLang="en-US" sz="16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Helvetica Neue"/>
                          <a:sym typeface="Helvetica Neue Light"/>
                        </a:rPr>
                        <a:t> </a:t>
                      </a:r>
                      <a:r>
                        <a:rPr kumimoji="0" lang="en-US" altLang="zh-CN" sz="16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Helvetica Neue"/>
                          <a:sym typeface="Helvetica Neue Light"/>
                        </a:rPr>
                        <a:t>±0.1</a:t>
                      </a:r>
                    </a:p>
                  </a:txBody>
                  <a:tcPr marL="9525" marR="9525" marT="9525" marB="0" anchor="ctr"/>
                </a:tc>
                <a:tc>
                  <a:txBody>
                    <a:bodyPr/>
                    <a:lstStyle/>
                    <a:p>
                      <a:pPr algn="ctr" fontAlgn="ctr"/>
                      <a:r>
                        <a:rPr lang="en-US" altLang="zh-CN" sz="1600" b="0" i="0" u="none" strike="noStrike">
                          <a:solidFill>
                            <a:srgbClr val="000000"/>
                          </a:solidFill>
                          <a:effectLst/>
                          <a:latin typeface="Arial" panose="020B0604020202020204" pitchFamily="34" charset="0"/>
                          <a:ea typeface="等线" panose="02010600030101010101" pitchFamily="2" charset="-122"/>
                        </a:rPr>
                        <a:t>Max 0.2</a:t>
                      </a:r>
                      <a:endParaRPr lang="en-US" altLang="zh-CN" sz="1600" b="0" i="0" u="none" strike="noStrike" dirty="0">
                        <a:solidFill>
                          <a:srgbClr val="000000"/>
                        </a:solidFill>
                        <a:effectLst/>
                        <a:latin typeface="Arial" panose="020B0604020202020204" pitchFamily="34" charset="0"/>
                        <a:ea typeface="等线" panose="02010600030101010101" pitchFamily="2" charset="-122"/>
                      </a:endParaRPr>
                    </a:p>
                  </a:txBody>
                  <a:tcPr marL="9525" marR="9525" marT="9525" marB="0" anchor="ctr"/>
                </a:tc>
                <a:tc>
                  <a:txBody>
                    <a:bodyPr/>
                    <a:lstStyle/>
                    <a:p>
                      <a:pPr algn="ctr" fontAlgn="ctr"/>
                      <a:r>
                        <a:rPr lang="en-US" sz="1600" b="0" i="0" u="none" strike="noStrike" dirty="0">
                          <a:solidFill>
                            <a:srgbClr val="000000"/>
                          </a:solidFill>
                          <a:effectLst/>
                          <a:latin typeface="Arial" panose="020B0604020202020204" pitchFamily="34" charset="0"/>
                          <a:ea typeface="等线" panose="02010600030101010101" pitchFamily="2" charset="-122"/>
                        </a:rPr>
                        <a:t>GPM-8</a:t>
                      </a:r>
                    </a:p>
                  </a:txBody>
                  <a:tcPr marL="9525" marR="9525" marT="9525" marB="0" anchor="ctr"/>
                </a:tc>
                <a:tc>
                  <a:txBody>
                    <a:bodyPr/>
                    <a:lstStyle/>
                    <a:p>
                      <a:pPr algn="ctr" fontAlgn="ctr"/>
                      <a:r>
                        <a:rPr lang="en-US" altLang="zh-CN" sz="1600" b="0" i="0" u="none" strike="noStrike" cap="none" spc="0" baseline="0">
                          <a:ln>
                            <a:noFill/>
                          </a:ln>
                          <a:solidFill>
                            <a:srgbClr val="000000"/>
                          </a:solidFill>
                          <a:effectLst/>
                          <a:uFillTx/>
                          <a:latin typeface="微软雅黑" panose="020B0503020204020204" pitchFamily="34" charset="-122"/>
                          <a:ea typeface="微软雅黑" panose="020B0503020204020204" pitchFamily="34" charset="-122"/>
                          <a:cs typeface="+mn-cs"/>
                          <a:sym typeface="Helvetica Neue Light"/>
                        </a:rPr>
                        <a:t>6.0~6.8</a:t>
                      </a:r>
                    </a:p>
                  </a:txBody>
                  <a:tcPr marL="9525" marR="9525" marT="9525" marB="0" anchor="ctr"/>
                </a:tc>
                <a:tc>
                  <a:txBody>
                    <a:bodyPr/>
                    <a:lstStyle/>
                    <a:p>
                      <a:pPr algn="ctr" fontAlgn="ctr"/>
                      <a:r>
                        <a:rPr lang="en-US" altLang="zh-CN" sz="1600" b="0" i="0" u="none" strike="noStrike" cap="none" spc="0" baseline="0">
                          <a:ln>
                            <a:noFill/>
                          </a:ln>
                          <a:solidFill>
                            <a:srgbClr val="000000"/>
                          </a:solidFill>
                          <a:effectLst/>
                          <a:uFillTx/>
                          <a:latin typeface="微软雅黑" panose="020B0503020204020204" pitchFamily="34" charset="-122"/>
                          <a:ea typeface="微软雅黑" panose="020B0503020204020204" pitchFamily="34" charset="-122"/>
                          <a:cs typeface="+mn-cs"/>
                          <a:sym typeface="Helvetica Neue Light"/>
                        </a:rPr>
                        <a:t>4.5~5.5</a:t>
                      </a:r>
                    </a:p>
                  </a:txBody>
                  <a:tcPr marL="9525" marR="9525" marT="9525" marB="0" anchor="ctr"/>
                </a:tc>
                <a:tc>
                  <a:txBody>
                    <a:bodyPr/>
                    <a:lstStyle/>
                    <a:p>
                      <a:pPr algn="ctr" fontAlgn="ctr"/>
                      <a:r>
                        <a:rPr lang="en-US" altLang="zh-CN" sz="1600" b="0" i="0" u="none" strike="noStrike" cap="none" spc="0" baseline="0">
                          <a:ln>
                            <a:noFill/>
                          </a:ln>
                          <a:solidFill>
                            <a:srgbClr val="000000"/>
                          </a:solidFill>
                          <a:effectLst/>
                          <a:uFillTx/>
                          <a:latin typeface="微软雅黑" panose="020B0503020204020204" pitchFamily="34" charset="-122"/>
                          <a:ea typeface="微软雅黑" panose="020B0503020204020204" pitchFamily="34" charset="-122"/>
                          <a:cs typeface="+mn-cs"/>
                          <a:sym typeface="Helvetica Neue Light"/>
                        </a:rPr>
                        <a:t>8.0~10.0</a:t>
                      </a:r>
                    </a:p>
                  </a:txBody>
                  <a:tcPr marL="9525" marR="9525" marT="9525" marB="0" anchor="ctr"/>
                </a:tc>
                <a:tc>
                  <a:txBody>
                    <a:bodyPr/>
                    <a:lstStyle/>
                    <a:p>
                      <a:pPr algn="ctr" fontAlgn="ctr"/>
                      <a:r>
                        <a:rPr lang="en-US" altLang="zh-CN" sz="1600" b="0" i="0" u="none" strike="noStrike" cap="none" spc="0" baseline="0" dirty="0">
                          <a:ln>
                            <a:noFill/>
                          </a:ln>
                          <a:solidFill>
                            <a:srgbClr val="000000"/>
                          </a:solidFill>
                          <a:effectLst/>
                          <a:uFillTx/>
                          <a:latin typeface="微软雅黑" panose="020B0503020204020204" pitchFamily="34" charset="-122"/>
                          <a:ea typeface="微软雅黑" panose="020B0503020204020204" pitchFamily="34" charset="-122"/>
                          <a:cs typeface="+mn-cs"/>
                          <a:sym typeface="Helvetica Neue Light"/>
                        </a:rPr>
                        <a:t>7.5~9.0</a:t>
                      </a:r>
                    </a:p>
                  </a:txBody>
                  <a:tcPr marL="9525" marR="9525" marT="9525" marB="0" anchor="ctr"/>
                </a:tc>
                <a:tc>
                  <a:txBody>
                    <a:bodyPr/>
                    <a:lstStyle/>
                    <a:p>
                      <a:pPr algn="ctr" fontAlgn="ctr"/>
                      <a:r>
                        <a:rPr lang="en-US" sz="1600" b="0" i="0" u="none" strike="noStrike" cap="none" spc="0" baseline="0" dirty="0">
                          <a:ln>
                            <a:noFill/>
                          </a:ln>
                          <a:solidFill>
                            <a:srgbClr val="000000"/>
                          </a:solidFill>
                          <a:effectLst/>
                          <a:uFillTx/>
                          <a:latin typeface="微软雅黑" panose="020B0503020204020204" pitchFamily="34" charset="-122"/>
                          <a:ea typeface="微软雅黑" panose="020B0503020204020204" pitchFamily="34" charset="-122"/>
                          <a:cs typeface="+mn-cs"/>
                          <a:sym typeface="Helvetica Neue Light"/>
                        </a:rPr>
                        <a:t>Epoxy:10-20</a:t>
                      </a:r>
                    </a:p>
                  </a:txBody>
                  <a:tcPr marL="9525" marR="9525" marT="9525" marB="0" anchor="ctr"/>
                </a:tc>
                <a:extLst>
                  <a:ext uri="{0D108BD9-81ED-4DB2-BD59-A6C34878D82A}">
                    <a16:rowId xmlns:a16="http://schemas.microsoft.com/office/drawing/2014/main" val="3490495788"/>
                  </a:ext>
                </a:extLst>
              </a:tr>
              <a:tr h="420680">
                <a:tc>
                  <a:txBody>
                    <a:bodyPr/>
                    <a:lstStyle/>
                    <a:p>
                      <a:pPr algn="ctr" fontAlgn="ctr"/>
                      <a:r>
                        <a:rPr lang="en-US" altLang="zh-CN" sz="1600" b="0" i="0" u="none" strike="noStrike" dirty="0">
                          <a:solidFill>
                            <a:srgbClr val="000000"/>
                          </a:solidFill>
                          <a:effectLst/>
                          <a:latin typeface="微软雅黑" panose="020B0503020204020204" pitchFamily="34" charset="-122"/>
                          <a:ea typeface="微软雅黑" panose="020B0503020204020204" pitchFamily="34" charset="-122"/>
                        </a:rPr>
                        <a:t>35</a:t>
                      </a:r>
                    </a:p>
                  </a:txBody>
                  <a:tcPr marL="9525" marR="9525" marT="9525" marB="0" anchor="ctr"/>
                </a:tc>
                <a:tc>
                  <a:txBody>
                    <a:bodyPr/>
                    <a:lstStyle/>
                    <a:p>
                      <a:pPr algn="ctr" fontAlgn="ctr"/>
                      <a:r>
                        <a:rPr lang="en-US" altLang="zh-CN" sz="1600" b="0" i="0" u="none" strike="noStrike" cap="none" spc="0" baseline="0" dirty="0">
                          <a:ln>
                            <a:noFill/>
                          </a:ln>
                          <a:solidFill>
                            <a:srgbClr val="000000"/>
                          </a:solidFill>
                          <a:effectLst/>
                          <a:uFillTx/>
                          <a:latin typeface="微软雅黑" panose="020B0503020204020204" pitchFamily="34" charset="-122"/>
                          <a:ea typeface="微软雅黑" panose="020B0503020204020204" pitchFamily="34" charset="-122"/>
                          <a:cs typeface="+mn-cs"/>
                          <a:sym typeface="Helvetica Neue Light"/>
                        </a:rPr>
                        <a:t>160-06671</a:t>
                      </a:r>
                    </a:p>
                  </a:txBody>
                  <a:tcPr marL="9525" marR="9525" marT="9525" marB="0" anchor="ctr"/>
                </a:tc>
                <a:tc>
                  <a:txBody>
                    <a:bodyPr/>
                    <a:lstStyle/>
                    <a:p>
                      <a:pPr algn="ctr" fontAlgn="ctr"/>
                      <a:r>
                        <a:rPr lang="en-US" altLang="zh-CN" sz="1600" b="0" i="0" u="none" strike="noStrike">
                          <a:solidFill>
                            <a:srgbClr val="000000"/>
                          </a:solidFill>
                          <a:effectLst/>
                          <a:latin typeface="微软雅黑" panose="020B0503020204020204" pitchFamily="34" charset="-122"/>
                          <a:ea typeface="微软雅黑" panose="020B0503020204020204" pitchFamily="34" charset="-122"/>
                        </a:rPr>
                        <a:t>9</a:t>
                      </a:r>
                    </a:p>
                  </a:txBody>
                  <a:tcPr marL="9525" marR="9525" marT="9525" marB="0" anchor="ctr"/>
                </a:tc>
                <a:tc>
                  <a:txBody>
                    <a:bodyPr/>
                    <a:lstStyle/>
                    <a:p>
                      <a:pPr algn="ctr" fontAlgn="ctr"/>
                      <a:r>
                        <a:rPr lang="en-US" altLang="zh-CN" sz="1600" b="0" i="0" u="none" strike="noStrike">
                          <a:solidFill>
                            <a:srgbClr val="000000"/>
                          </a:solidFill>
                          <a:effectLst/>
                          <a:latin typeface="微软雅黑" panose="020B0503020204020204" pitchFamily="34" charset="-122"/>
                          <a:ea typeface="微软雅黑" panose="020B0503020204020204" pitchFamily="34" charset="-122"/>
                        </a:rPr>
                        <a:t>18.28</a:t>
                      </a:r>
                    </a:p>
                  </a:txBody>
                  <a:tcPr marL="9525" marR="9525" marT="9525" marB="0" anchor="ctr"/>
                </a:tc>
                <a:tc>
                  <a:txBody>
                    <a:bodyPr/>
                    <a:lstStyle/>
                    <a:p>
                      <a:pPr algn="ctr" fontAlgn="ctr"/>
                      <a:r>
                        <a:rPr lang="en-US" altLang="zh-CN" sz="1600" b="0" i="0" u="none" strike="noStrike" dirty="0">
                          <a:solidFill>
                            <a:srgbClr val="000000"/>
                          </a:solidFill>
                          <a:effectLst/>
                          <a:latin typeface="微软雅黑" panose="020B0503020204020204" pitchFamily="34" charset="-122"/>
                          <a:ea typeface="微软雅黑" panose="020B0503020204020204" pitchFamily="34" charset="-122"/>
                        </a:rPr>
                        <a:t>0.8</a:t>
                      </a:r>
                    </a:p>
                  </a:txBody>
                  <a:tcPr marL="9525" marR="9525" marT="9525" marB="0" anchor="ctr"/>
                </a:tc>
                <a:tc>
                  <a:txBody>
                    <a:bodyPr/>
                    <a:lstStyle/>
                    <a:p>
                      <a:pPr marL="0" marR="0" indent="0" algn="ctr" defTabSz="821530" fontAlgn="ctr" latinLnBrk="0">
                        <a:lnSpc>
                          <a:spcPct val="100000"/>
                        </a:lnSpc>
                        <a:spcBef>
                          <a:spcPts val="0"/>
                        </a:spcBef>
                        <a:spcAft>
                          <a:spcPts val="0"/>
                        </a:spcAft>
                        <a:buClrTx/>
                        <a:buSzTx/>
                        <a:buFontTx/>
                        <a:buNone/>
                        <a:tabLst/>
                      </a:pPr>
                      <a:r>
                        <a:rPr lang="el-GR" sz="1600" b="0" i="0" u="none" strike="noStrike" cap="none" spc="0" baseline="0" dirty="0">
                          <a:ln>
                            <a:noFill/>
                          </a:ln>
                          <a:solidFill>
                            <a:srgbClr val="000000"/>
                          </a:solidFill>
                          <a:effectLst/>
                          <a:uFillTx/>
                          <a:latin typeface="Arial" panose="020B0604020202020204" pitchFamily="34" charset="0"/>
                          <a:ea typeface="等线" panose="02010600030101010101" pitchFamily="2" charset="-122"/>
                          <a:cs typeface="+mn-cs"/>
                          <a:sym typeface="Helvetica Neue Light"/>
                        </a:rPr>
                        <a:t>5.03~5.91 </a:t>
                      </a:r>
                      <a:endParaRPr lang="en-US" sz="1600" b="0" i="0" u="none" strike="noStrike" cap="none" spc="0" baseline="0" dirty="0">
                        <a:ln>
                          <a:noFill/>
                        </a:ln>
                        <a:solidFill>
                          <a:srgbClr val="000000"/>
                        </a:solidFill>
                        <a:effectLst/>
                        <a:uFillTx/>
                        <a:latin typeface="Arial" panose="020B0604020202020204" pitchFamily="34" charset="0"/>
                        <a:ea typeface="等线" panose="02010600030101010101" pitchFamily="2" charset="-122"/>
                        <a:cs typeface="+mn-cs"/>
                        <a:sym typeface="Helvetica Neue Light"/>
                      </a:endParaRPr>
                    </a:p>
                  </a:txBody>
                  <a:tcPr marL="9525" marR="9525" marT="9525" marB="0" anchor="ctr"/>
                </a:tc>
                <a:tc>
                  <a:txBody>
                    <a:bodyPr/>
                    <a:lstStyle/>
                    <a:p>
                      <a:pPr marL="0" marR="0" lvl="0" indent="0" algn="ctr" defTabSz="821530" eaLnBrk="1" fontAlgn="ctr" latinLnBrk="0" hangingPunct="1">
                        <a:lnSpc>
                          <a:spcPct val="100000"/>
                        </a:lnSpc>
                        <a:spcBef>
                          <a:spcPts val="0"/>
                        </a:spcBef>
                        <a:spcAft>
                          <a:spcPts val="0"/>
                        </a:spcAft>
                        <a:buClrTx/>
                        <a:buSzTx/>
                        <a:buFontTx/>
                        <a:buNone/>
                        <a:tabLst/>
                        <a:defRPr/>
                      </a:pPr>
                      <a:r>
                        <a:rPr kumimoji="0" lang="en-US" altLang="zh-CN" sz="16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Helvetica Neue"/>
                          <a:sym typeface="Helvetica Neue Light"/>
                        </a:rPr>
                        <a:t>/</a:t>
                      </a:r>
                    </a:p>
                  </a:txBody>
                  <a:tcPr marL="9525" marR="9525" marT="9525" marB="0" anchor="ctr">
                    <a:noFill/>
                  </a:tcPr>
                </a:tc>
                <a:tc>
                  <a:txBody>
                    <a:bodyPr/>
                    <a:lstStyle/>
                    <a:p>
                      <a:pPr marL="0" marR="0" lvl="0" indent="0" algn="ctr" defTabSz="821530" eaLnBrk="1" fontAlgn="ctr" latinLnBrk="0" hangingPunct="1">
                        <a:lnSpc>
                          <a:spcPct val="100000"/>
                        </a:lnSpc>
                        <a:spcBef>
                          <a:spcPts val="0"/>
                        </a:spcBef>
                        <a:spcAft>
                          <a:spcPts val="0"/>
                        </a:spcAft>
                        <a:buClrTx/>
                        <a:buSzTx/>
                        <a:buFontTx/>
                        <a:buNone/>
                        <a:tabLst/>
                        <a:defRPr/>
                      </a:pPr>
                      <a:r>
                        <a:rPr kumimoji="0" lang="en-US" altLang="zh-CN" sz="16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Helvetica Neue"/>
                          <a:sym typeface="Helvetica Neue Light"/>
                        </a:rPr>
                        <a:t>0.25</a:t>
                      </a:r>
                      <a:r>
                        <a:rPr kumimoji="0" lang="zh-CN" altLang="en-US" sz="16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Helvetica Neue"/>
                          <a:sym typeface="Helvetica Neue Light"/>
                        </a:rPr>
                        <a:t> </a:t>
                      </a:r>
                      <a:r>
                        <a:rPr kumimoji="0" lang="en-US" altLang="zh-CN" sz="16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Helvetica Neue"/>
                          <a:sym typeface="Helvetica Neue Light"/>
                        </a:rPr>
                        <a:t>±0.1</a:t>
                      </a:r>
                    </a:p>
                  </a:txBody>
                  <a:tcPr marL="9525" marR="9525" marT="9525" marB="0" anchor="ctr"/>
                </a:tc>
                <a:tc>
                  <a:txBody>
                    <a:bodyPr/>
                    <a:lstStyle/>
                    <a:p>
                      <a:pPr algn="ctr" fontAlgn="ctr"/>
                      <a:r>
                        <a:rPr lang="en-US" altLang="zh-CN" sz="1600" b="0" i="0" u="none" strike="noStrike">
                          <a:solidFill>
                            <a:srgbClr val="000000"/>
                          </a:solidFill>
                          <a:effectLst/>
                          <a:latin typeface="Arial" panose="020B0604020202020204" pitchFamily="34" charset="0"/>
                          <a:ea typeface="等线" panose="02010600030101010101" pitchFamily="2" charset="-122"/>
                        </a:rPr>
                        <a:t>Max 0.2</a:t>
                      </a:r>
                      <a:endParaRPr lang="en-US" altLang="zh-CN" sz="1600" b="0" i="0" u="none" strike="noStrike" dirty="0">
                        <a:solidFill>
                          <a:srgbClr val="000000"/>
                        </a:solidFill>
                        <a:effectLst/>
                        <a:latin typeface="Arial" panose="020B0604020202020204" pitchFamily="34" charset="0"/>
                        <a:ea typeface="等线" panose="02010600030101010101" pitchFamily="2" charset="-122"/>
                      </a:endParaRPr>
                    </a:p>
                  </a:txBody>
                  <a:tcPr marL="9525" marR="9525" marT="9525" marB="0" anchor="ctr"/>
                </a:tc>
                <a:tc>
                  <a:txBody>
                    <a:bodyPr/>
                    <a:lstStyle/>
                    <a:p>
                      <a:pPr algn="ctr" fontAlgn="ctr"/>
                      <a:r>
                        <a:rPr lang="en-US" sz="1600" b="0" i="0" u="none" strike="noStrike" dirty="0">
                          <a:solidFill>
                            <a:srgbClr val="000000"/>
                          </a:solidFill>
                          <a:effectLst/>
                          <a:latin typeface="Arial" panose="020B0604020202020204" pitchFamily="34" charset="0"/>
                          <a:ea typeface="等线" panose="02010600030101010101" pitchFamily="2" charset="-122"/>
                        </a:rPr>
                        <a:t>GPM-8</a:t>
                      </a:r>
                    </a:p>
                  </a:txBody>
                  <a:tcPr marL="9525" marR="9525" marT="9525" marB="0" anchor="ctr"/>
                </a:tc>
                <a:tc>
                  <a:txBody>
                    <a:bodyPr/>
                    <a:lstStyle/>
                    <a:p>
                      <a:pPr algn="ctr" fontAlgn="ctr"/>
                      <a:r>
                        <a:rPr lang="en-US" altLang="zh-CN" sz="1600" b="0" i="0" u="none" strike="noStrike" cap="none" spc="0" baseline="0">
                          <a:ln>
                            <a:noFill/>
                          </a:ln>
                          <a:solidFill>
                            <a:srgbClr val="000000"/>
                          </a:solidFill>
                          <a:effectLst/>
                          <a:uFillTx/>
                          <a:latin typeface="微软雅黑" panose="020B0503020204020204" pitchFamily="34" charset="-122"/>
                          <a:ea typeface="微软雅黑" panose="020B0503020204020204" pitchFamily="34" charset="-122"/>
                          <a:cs typeface="+mn-cs"/>
                          <a:sym typeface="Helvetica Neue Light"/>
                        </a:rPr>
                        <a:t>6.0~6.8</a:t>
                      </a:r>
                    </a:p>
                  </a:txBody>
                  <a:tcPr marL="9525" marR="9525" marT="9525" marB="0" anchor="ctr"/>
                </a:tc>
                <a:tc>
                  <a:txBody>
                    <a:bodyPr/>
                    <a:lstStyle/>
                    <a:p>
                      <a:pPr algn="ctr" fontAlgn="ctr"/>
                      <a:r>
                        <a:rPr lang="en-US" altLang="zh-CN" sz="1600" b="0" i="0" u="none" strike="noStrike" cap="none" spc="0" baseline="0">
                          <a:ln>
                            <a:noFill/>
                          </a:ln>
                          <a:solidFill>
                            <a:srgbClr val="000000"/>
                          </a:solidFill>
                          <a:effectLst/>
                          <a:uFillTx/>
                          <a:latin typeface="微软雅黑" panose="020B0503020204020204" pitchFamily="34" charset="-122"/>
                          <a:ea typeface="微软雅黑" panose="020B0503020204020204" pitchFamily="34" charset="-122"/>
                          <a:cs typeface="+mn-cs"/>
                          <a:sym typeface="Helvetica Neue Light"/>
                        </a:rPr>
                        <a:t>4.5~5.5</a:t>
                      </a:r>
                    </a:p>
                  </a:txBody>
                  <a:tcPr marL="9525" marR="9525" marT="9525" marB="0" anchor="ctr"/>
                </a:tc>
                <a:tc>
                  <a:txBody>
                    <a:bodyPr/>
                    <a:lstStyle/>
                    <a:p>
                      <a:pPr algn="ctr" fontAlgn="ctr"/>
                      <a:r>
                        <a:rPr lang="en-US" altLang="zh-CN" sz="1600" b="0" i="0" u="none" strike="noStrike" cap="none" spc="0" baseline="0">
                          <a:ln>
                            <a:noFill/>
                          </a:ln>
                          <a:solidFill>
                            <a:srgbClr val="000000"/>
                          </a:solidFill>
                          <a:effectLst/>
                          <a:uFillTx/>
                          <a:latin typeface="微软雅黑" panose="020B0503020204020204" pitchFamily="34" charset="-122"/>
                          <a:ea typeface="微软雅黑" panose="020B0503020204020204" pitchFamily="34" charset="-122"/>
                          <a:cs typeface="+mn-cs"/>
                          <a:sym typeface="Helvetica Neue Light"/>
                        </a:rPr>
                        <a:t>8.0~10.0</a:t>
                      </a:r>
                    </a:p>
                  </a:txBody>
                  <a:tcPr marL="9525" marR="9525" marT="9525" marB="0" anchor="ctr"/>
                </a:tc>
                <a:tc>
                  <a:txBody>
                    <a:bodyPr/>
                    <a:lstStyle/>
                    <a:p>
                      <a:pPr algn="ctr" fontAlgn="ctr"/>
                      <a:r>
                        <a:rPr lang="en-US" altLang="zh-CN" sz="1600" b="0" i="0" u="none" strike="noStrike" cap="none" spc="0" baseline="0">
                          <a:ln>
                            <a:noFill/>
                          </a:ln>
                          <a:solidFill>
                            <a:srgbClr val="000000"/>
                          </a:solidFill>
                          <a:effectLst/>
                          <a:uFillTx/>
                          <a:latin typeface="微软雅黑" panose="020B0503020204020204" pitchFamily="34" charset="-122"/>
                          <a:ea typeface="微软雅黑" panose="020B0503020204020204" pitchFamily="34" charset="-122"/>
                          <a:cs typeface="+mn-cs"/>
                          <a:sym typeface="Helvetica Neue Light"/>
                        </a:rPr>
                        <a:t>7.5~9.0</a:t>
                      </a:r>
                    </a:p>
                  </a:txBody>
                  <a:tcPr marL="9525" marR="9525" marT="9525" marB="0" anchor="ctr"/>
                </a:tc>
                <a:tc>
                  <a:txBody>
                    <a:bodyPr/>
                    <a:lstStyle/>
                    <a:p>
                      <a:pPr algn="ctr" fontAlgn="ctr"/>
                      <a:r>
                        <a:rPr lang="en-US" sz="1600" b="0" i="0" u="none" strike="noStrike" cap="none" spc="0" baseline="0" dirty="0">
                          <a:ln>
                            <a:noFill/>
                          </a:ln>
                          <a:solidFill>
                            <a:srgbClr val="000000"/>
                          </a:solidFill>
                          <a:effectLst/>
                          <a:uFillTx/>
                          <a:latin typeface="微软雅黑" panose="020B0503020204020204" pitchFamily="34" charset="-122"/>
                          <a:ea typeface="微软雅黑" panose="020B0503020204020204" pitchFamily="34" charset="-122"/>
                          <a:cs typeface="+mn-cs"/>
                          <a:sym typeface="Helvetica Neue Light"/>
                        </a:rPr>
                        <a:t>Epoxy:10-20</a:t>
                      </a:r>
                    </a:p>
                  </a:txBody>
                  <a:tcPr marL="9525" marR="9525" marT="9525" marB="0" anchor="ctr"/>
                </a:tc>
                <a:extLst>
                  <a:ext uri="{0D108BD9-81ED-4DB2-BD59-A6C34878D82A}">
                    <a16:rowId xmlns:a16="http://schemas.microsoft.com/office/drawing/2014/main" val="618743748"/>
                  </a:ext>
                </a:extLst>
              </a:tr>
              <a:tr h="420680">
                <a:tc>
                  <a:txBody>
                    <a:bodyPr/>
                    <a:lstStyle/>
                    <a:p>
                      <a:pPr algn="ctr" fontAlgn="ctr"/>
                      <a:r>
                        <a:rPr lang="en-US" altLang="zh-CN" sz="1600" b="0" i="0" u="none" strike="noStrike" dirty="0">
                          <a:solidFill>
                            <a:srgbClr val="000000"/>
                          </a:solidFill>
                          <a:effectLst/>
                          <a:latin typeface="微软雅黑" panose="020B0503020204020204" pitchFamily="34" charset="-122"/>
                          <a:ea typeface="微软雅黑" panose="020B0503020204020204" pitchFamily="34" charset="-122"/>
                        </a:rPr>
                        <a:t>38</a:t>
                      </a:r>
                    </a:p>
                  </a:txBody>
                  <a:tcPr marL="9525" marR="9525" marT="9525" marB="0" anchor="ctr"/>
                </a:tc>
                <a:tc>
                  <a:txBody>
                    <a:bodyPr/>
                    <a:lstStyle/>
                    <a:p>
                      <a:pPr algn="ctr" fontAlgn="ctr"/>
                      <a:r>
                        <a:rPr lang="en-US" altLang="zh-CN" sz="1600" b="0" i="0" u="none" strike="noStrike" cap="none" spc="0" baseline="0" dirty="0">
                          <a:ln>
                            <a:noFill/>
                          </a:ln>
                          <a:solidFill>
                            <a:srgbClr val="000000"/>
                          </a:solidFill>
                          <a:effectLst/>
                          <a:uFillTx/>
                          <a:latin typeface="微软雅黑" panose="020B0503020204020204" pitchFamily="34" charset="-122"/>
                          <a:ea typeface="微软雅黑" panose="020B0503020204020204" pitchFamily="34" charset="-122"/>
                          <a:cs typeface="+mn-cs"/>
                          <a:sym typeface="Helvetica Neue Light"/>
                        </a:rPr>
                        <a:t>160-05583</a:t>
                      </a:r>
                    </a:p>
                  </a:txBody>
                  <a:tcPr marL="9525" marR="9525" marT="9525" marB="0" anchor="ctr"/>
                </a:tc>
                <a:tc>
                  <a:txBody>
                    <a:bodyPr/>
                    <a:lstStyle/>
                    <a:p>
                      <a:pPr algn="ctr" fontAlgn="ctr"/>
                      <a:r>
                        <a:rPr lang="en-US" altLang="zh-CN" sz="1600" b="0" i="0" u="none" strike="noStrike" dirty="0">
                          <a:solidFill>
                            <a:srgbClr val="000000"/>
                          </a:solidFill>
                          <a:effectLst/>
                          <a:latin typeface="微软雅黑" panose="020B0503020204020204" pitchFamily="34" charset="-122"/>
                          <a:ea typeface="微软雅黑" panose="020B0503020204020204" pitchFamily="34" charset="-122"/>
                        </a:rPr>
                        <a:t>8.7</a:t>
                      </a:r>
                    </a:p>
                  </a:txBody>
                  <a:tcPr marL="9525" marR="9525" marT="9525" marB="0" anchor="ctr"/>
                </a:tc>
                <a:tc>
                  <a:txBody>
                    <a:bodyPr/>
                    <a:lstStyle/>
                    <a:p>
                      <a:pPr algn="ctr" fontAlgn="ctr"/>
                      <a:r>
                        <a:rPr lang="en-US" altLang="zh-CN" sz="1600" b="0" i="0" u="none" strike="noStrike">
                          <a:solidFill>
                            <a:srgbClr val="000000"/>
                          </a:solidFill>
                          <a:effectLst/>
                          <a:latin typeface="微软雅黑" panose="020B0503020204020204" pitchFamily="34" charset="-122"/>
                          <a:ea typeface="微软雅黑" panose="020B0503020204020204" pitchFamily="34" charset="-122"/>
                        </a:rPr>
                        <a:t>3.5</a:t>
                      </a:r>
                    </a:p>
                  </a:txBody>
                  <a:tcPr marL="9525" marR="9525" marT="9525" marB="0" anchor="ctr"/>
                </a:tc>
                <a:tc>
                  <a:txBody>
                    <a:bodyPr/>
                    <a:lstStyle/>
                    <a:p>
                      <a:pPr algn="ctr" fontAlgn="ctr"/>
                      <a:r>
                        <a:rPr lang="en-US" altLang="zh-CN" sz="1600" b="0" i="0" u="none" strike="noStrike">
                          <a:solidFill>
                            <a:srgbClr val="000000"/>
                          </a:solidFill>
                          <a:effectLst/>
                          <a:latin typeface="微软雅黑" panose="020B0503020204020204" pitchFamily="34" charset="-122"/>
                          <a:ea typeface="微软雅黑" panose="020B0503020204020204" pitchFamily="34" charset="-122"/>
                        </a:rPr>
                        <a:t>0.8</a:t>
                      </a:r>
                    </a:p>
                  </a:txBody>
                  <a:tcPr marL="9525" marR="9525" marT="9525" marB="0" anchor="ctr"/>
                </a:tc>
                <a:tc>
                  <a:txBody>
                    <a:bodyPr/>
                    <a:lstStyle/>
                    <a:p>
                      <a:pPr marL="0" marR="0" indent="0" algn="ctr" defTabSz="821530" fontAlgn="ctr" latinLnBrk="0">
                        <a:lnSpc>
                          <a:spcPct val="100000"/>
                        </a:lnSpc>
                        <a:spcBef>
                          <a:spcPts val="0"/>
                        </a:spcBef>
                        <a:spcAft>
                          <a:spcPts val="0"/>
                        </a:spcAft>
                        <a:buClrTx/>
                        <a:buSzTx/>
                        <a:buFontTx/>
                        <a:buNone/>
                        <a:tabLst/>
                      </a:pPr>
                      <a:r>
                        <a:rPr lang="el-GR" sz="1600" b="0" i="0" u="none" strike="noStrike" cap="none" spc="0" baseline="0" dirty="0">
                          <a:ln>
                            <a:noFill/>
                          </a:ln>
                          <a:solidFill>
                            <a:srgbClr val="000000"/>
                          </a:solidFill>
                          <a:effectLst/>
                          <a:uFillTx/>
                          <a:latin typeface="Arial" panose="020B0604020202020204" pitchFamily="34" charset="0"/>
                          <a:ea typeface="等线" panose="02010600030101010101" pitchFamily="2" charset="-122"/>
                          <a:cs typeface="+mn-cs"/>
                          <a:sym typeface="Helvetica Neue Light"/>
                        </a:rPr>
                        <a:t>2.49~2.92 </a:t>
                      </a:r>
                      <a:endParaRPr lang="en-US" sz="1600" b="0" i="0" u="none" strike="noStrike" cap="none" spc="0" baseline="0" dirty="0">
                        <a:ln>
                          <a:noFill/>
                        </a:ln>
                        <a:solidFill>
                          <a:srgbClr val="000000"/>
                        </a:solidFill>
                        <a:effectLst/>
                        <a:uFillTx/>
                        <a:latin typeface="Arial" panose="020B0604020202020204" pitchFamily="34" charset="0"/>
                        <a:ea typeface="等线" panose="02010600030101010101" pitchFamily="2" charset="-122"/>
                        <a:cs typeface="+mn-cs"/>
                        <a:sym typeface="Helvetica Neue Light"/>
                      </a:endParaRPr>
                    </a:p>
                  </a:txBody>
                  <a:tcPr marL="9525" marR="9525" marT="9525" marB="0" anchor="ctr"/>
                </a:tc>
                <a:tc>
                  <a:txBody>
                    <a:bodyPr/>
                    <a:lstStyle/>
                    <a:p>
                      <a:pPr algn="ctr" fontAlgn="ctr"/>
                      <a:r>
                        <a:rPr lang="el-GR" sz="1600" b="0" i="0" u="none" strike="noStrike" dirty="0">
                          <a:solidFill>
                            <a:srgbClr val="000000"/>
                          </a:solidFill>
                          <a:effectLst/>
                          <a:latin typeface="微软雅黑" panose="020B0503020204020204" pitchFamily="34" charset="-122"/>
                          <a:ea typeface="微软雅黑" panose="020B0503020204020204" pitchFamily="34" charset="-122"/>
                        </a:rPr>
                        <a:t>90° Θ</a:t>
                      </a:r>
                      <a:r>
                        <a:rPr lang="en-US" sz="1600" b="0" i="0" u="none" strike="noStrike" dirty="0">
                          <a:solidFill>
                            <a:srgbClr val="000000"/>
                          </a:solidFill>
                          <a:effectLst/>
                          <a:latin typeface="微软雅黑" panose="020B0503020204020204" pitchFamily="34" charset="-122"/>
                          <a:ea typeface="微软雅黑" panose="020B0503020204020204" pitchFamily="34" charset="-122"/>
                        </a:rPr>
                        <a:t>z</a:t>
                      </a:r>
                    </a:p>
                  </a:txBody>
                  <a:tcPr marL="9525" marR="9525" marT="9525" marB="0" anchor="ctr">
                    <a:noFill/>
                  </a:tcPr>
                </a:tc>
                <a:tc>
                  <a:txBody>
                    <a:bodyPr/>
                    <a:lstStyle/>
                    <a:p>
                      <a:pPr marL="0" marR="0" lvl="0" indent="0" algn="ctr" defTabSz="821530" eaLnBrk="1" fontAlgn="ctr" latinLnBrk="0" hangingPunct="1">
                        <a:lnSpc>
                          <a:spcPct val="100000"/>
                        </a:lnSpc>
                        <a:spcBef>
                          <a:spcPts val="0"/>
                        </a:spcBef>
                        <a:spcAft>
                          <a:spcPts val="0"/>
                        </a:spcAft>
                        <a:buClrTx/>
                        <a:buSzTx/>
                        <a:buFontTx/>
                        <a:buNone/>
                        <a:tabLst/>
                        <a:defRPr/>
                      </a:pPr>
                      <a:r>
                        <a:rPr kumimoji="0" lang="en-US" altLang="zh-CN" sz="1600" b="0" i="0" u="none" strike="noStrike" kern="0" cap="none" spc="0" normalizeH="0" baseline="0" noProof="0">
                          <a:ln>
                            <a:noFill/>
                          </a:ln>
                          <a:solidFill>
                            <a:srgbClr val="000000"/>
                          </a:solidFill>
                          <a:effectLst/>
                          <a:uLnTx/>
                          <a:uFillTx/>
                          <a:latin typeface="Arial" panose="020B0604020202020204" pitchFamily="34" charset="0"/>
                          <a:ea typeface="等线" panose="02010600030101010101" pitchFamily="2" charset="-122"/>
                          <a:cs typeface="Helvetica Neue"/>
                          <a:sym typeface="Helvetica Neue Light"/>
                        </a:rPr>
                        <a:t>0.2</a:t>
                      </a:r>
                      <a:r>
                        <a:rPr kumimoji="0" lang="zh-CN" altLang="en-US" sz="1600" b="0" i="0" u="none" strike="noStrike" kern="0" cap="none" spc="0" normalizeH="0" baseline="0" noProof="0">
                          <a:ln>
                            <a:noFill/>
                          </a:ln>
                          <a:solidFill>
                            <a:srgbClr val="000000"/>
                          </a:solidFill>
                          <a:effectLst/>
                          <a:uLnTx/>
                          <a:uFillTx/>
                          <a:latin typeface="Arial" panose="020B0604020202020204" pitchFamily="34" charset="0"/>
                          <a:ea typeface="等线" panose="02010600030101010101" pitchFamily="2" charset="-122"/>
                          <a:cs typeface="Helvetica Neue"/>
                          <a:sym typeface="Helvetica Neue Light"/>
                        </a:rPr>
                        <a:t> </a:t>
                      </a:r>
                      <a:r>
                        <a:rPr kumimoji="0" lang="en-US" altLang="zh-CN" sz="1600" b="0" i="0" u="none" strike="noStrike" kern="0" cap="none" spc="0" normalizeH="0" baseline="0" noProof="0">
                          <a:ln>
                            <a:noFill/>
                          </a:ln>
                          <a:solidFill>
                            <a:srgbClr val="000000"/>
                          </a:solidFill>
                          <a:effectLst/>
                          <a:uLnTx/>
                          <a:uFillTx/>
                          <a:latin typeface="Arial" panose="020B0604020202020204" pitchFamily="34" charset="0"/>
                          <a:ea typeface="等线" panose="02010600030101010101" pitchFamily="2" charset="-122"/>
                          <a:cs typeface="Helvetica Neue"/>
                          <a:sym typeface="Helvetica Neue Light"/>
                        </a:rPr>
                        <a:t>+0.1/-0.08</a:t>
                      </a:r>
                      <a:endParaRPr kumimoji="0" lang="en-US" altLang="zh-CN" sz="1600" b="0" i="0" u="none" strike="noStrike" kern="0" cap="none" spc="0" normalizeH="0" baseline="0" noProof="0" dirty="0">
                        <a:ln>
                          <a:noFill/>
                        </a:ln>
                        <a:solidFill>
                          <a:srgbClr val="000000"/>
                        </a:solidFill>
                        <a:effectLst/>
                        <a:uLnTx/>
                        <a:uFillTx/>
                        <a:latin typeface="Arial" panose="020B0604020202020204" pitchFamily="34" charset="0"/>
                        <a:ea typeface="等线" panose="02010600030101010101" pitchFamily="2" charset="-122"/>
                        <a:cs typeface="Helvetica Neue"/>
                        <a:sym typeface="Helvetica Neue Light"/>
                      </a:endParaRPr>
                    </a:p>
                  </a:txBody>
                  <a:tcPr marL="9525" marR="9525" marT="9525" marB="0" anchor="ctr"/>
                </a:tc>
                <a:tc>
                  <a:txBody>
                    <a:bodyPr/>
                    <a:lstStyle/>
                    <a:p>
                      <a:pPr algn="ctr" fontAlgn="ctr"/>
                      <a:r>
                        <a:rPr lang="en-US" altLang="zh-CN" sz="1600" b="0" i="0" u="none" strike="noStrike">
                          <a:solidFill>
                            <a:srgbClr val="000000"/>
                          </a:solidFill>
                          <a:effectLst/>
                          <a:latin typeface="Arial" panose="020B0604020202020204" pitchFamily="34" charset="0"/>
                          <a:ea typeface="等线" panose="02010600030101010101" pitchFamily="2" charset="-122"/>
                        </a:rPr>
                        <a:t>Max 0.2</a:t>
                      </a:r>
                      <a:endParaRPr lang="en-US" altLang="zh-CN" sz="1600" b="0" i="0" u="none" strike="noStrike" dirty="0">
                        <a:solidFill>
                          <a:srgbClr val="000000"/>
                        </a:solidFill>
                        <a:effectLst/>
                        <a:latin typeface="Arial" panose="020B0604020202020204" pitchFamily="34" charset="0"/>
                        <a:ea typeface="等线" panose="02010600030101010101" pitchFamily="2" charset="-122"/>
                      </a:endParaRPr>
                    </a:p>
                  </a:txBody>
                  <a:tcPr marL="9525" marR="9525" marT="9525" marB="0" anchor="ctr"/>
                </a:tc>
                <a:tc>
                  <a:txBody>
                    <a:bodyPr/>
                    <a:lstStyle/>
                    <a:p>
                      <a:pPr algn="ctr" fontAlgn="ctr"/>
                      <a:r>
                        <a:rPr lang="en-US" sz="1600" b="0" i="0" u="none" strike="noStrike" dirty="0">
                          <a:solidFill>
                            <a:srgbClr val="000000"/>
                          </a:solidFill>
                          <a:effectLst/>
                          <a:latin typeface="Arial" panose="020B0604020202020204" pitchFamily="34" charset="0"/>
                          <a:ea typeface="等线" panose="02010600030101010101" pitchFamily="2" charset="-122"/>
                        </a:rPr>
                        <a:t>N35SH-100RC</a:t>
                      </a:r>
                    </a:p>
                  </a:txBody>
                  <a:tcPr marL="9525" marR="9525" marT="9525" marB="0" anchor="ctr"/>
                </a:tc>
                <a:tc>
                  <a:txBody>
                    <a:bodyPr/>
                    <a:lstStyle/>
                    <a:p>
                      <a:pPr algn="ctr" fontAlgn="ctr"/>
                      <a:r>
                        <a:rPr lang="en-US" altLang="zh-CN" sz="1600" b="0" i="0" u="none" strike="noStrike">
                          <a:solidFill>
                            <a:srgbClr val="000000"/>
                          </a:solidFill>
                          <a:effectLst/>
                          <a:latin typeface="微软雅黑" panose="020B0503020204020204" pitchFamily="34" charset="-122"/>
                          <a:ea typeface="微软雅黑" panose="020B0503020204020204" pitchFamily="34" charset="-122"/>
                        </a:rPr>
                        <a:t>11.7~12.2</a:t>
                      </a:r>
                    </a:p>
                  </a:txBody>
                  <a:tcPr marL="9525" marR="9525" marT="9525" marB="0" anchor="ctr"/>
                </a:tc>
                <a:tc>
                  <a:txBody>
                    <a:bodyPr/>
                    <a:lstStyle/>
                    <a:p>
                      <a:pPr algn="ctr" fontAlgn="ctr"/>
                      <a:r>
                        <a:rPr lang="en-US" altLang="zh-CN" sz="1600" b="0" i="0" u="none" strike="noStrike">
                          <a:solidFill>
                            <a:srgbClr val="000000"/>
                          </a:solidFill>
                          <a:effectLst/>
                          <a:latin typeface="微软雅黑" panose="020B0503020204020204" pitchFamily="34" charset="-122"/>
                          <a:ea typeface="微软雅黑" panose="020B0503020204020204" pitchFamily="34" charset="-122"/>
                        </a:rPr>
                        <a:t>/</a:t>
                      </a:r>
                    </a:p>
                  </a:txBody>
                  <a:tcPr marL="9525" marR="9525" marT="9525" marB="0" anchor="ctr"/>
                </a:tc>
                <a:tc>
                  <a:txBody>
                    <a:bodyPr/>
                    <a:lstStyle/>
                    <a:p>
                      <a:pPr algn="ctr" fontAlgn="ctr"/>
                      <a:r>
                        <a:rPr lang="en-US" sz="1600" b="0" i="0" u="none" strike="noStrike">
                          <a:solidFill>
                            <a:srgbClr val="000000"/>
                          </a:solidFill>
                          <a:effectLst/>
                          <a:latin typeface="微软雅黑" panose="020B0503020204020204" pitchFamily="34" charset="-122"/>
                          <a:ea typeface="微软雅黑" panose="020B0503020204020204" pitchFamily="34" charset="-122"/>
                        </a:rPr>
                        <a:t>20MIN</a:t>
                      </a:r>
                    </a:p>
                  </a:txBody>
                  <a:tcPr marL="9525" marR="9525" marT="9525" marB="0" anchor="ctr"/>
                </a:tc>
                <a:tc>
                  <a:txBody>
                    <a:bodyPr/>
                    <a:lstStyle/>
                    <a:p>
                      <a:pPr algn="ctr" fontAlgn="ctr"/>
                      <a:r>
                        <a:rPr lang="en-US" altLang="zh-CN" sz="1600" b="0" i="0" u="none" strike="noStrike">
                          <a:solidFill>
                            <a:srgbClr val="000000"/>
                          </a:solidFill>
                          <a:effectLst/>
                          <a:latin typeface="微软雅黑" panose="020B0503020204020204" pitchFamily="34" charset="-122"/>
                          <a:ea typeface="微软雅黑" panose="020B0503020204020204" pitchFamily="34" charset="-122"/>
                        </a:rPr>
                        <a:t>33~36</a:t>
                      </a:r>
                    </a:p>
                  </a:txBody>
                  <a:tcPr marL="9525" marR="9525" marT="9525" marB="0" anchor="ctr"/>
                </a:tc>
                <a:tc>
                  <a:txBody>
                    <a:bodyPr/>
                    <a:lstStyle/>
                    <a:p>
                      <a:pPr algn="ctr" fontAlgn="ctr"/>
                      <a:r>
                        <a:rPr lang="en-US" sz="1600" b="0" i="0" u="none" strike="noStrike">
                          <a:solidFill>
                            <a:srgbClr val="000000"/>
                          </a:solidFill>
                          <a:effectLst/>
                          <a:latin typeface="微软雅黑" panose="020B0503020204020204" pitchFamily="34" charset="-122"/>
                          <a:ea typeface="微软雅黑" panose="020B0503020204020204" pitchFamily="34" charset="-122"/>
                        </a:rPr>
                        <a:t>Zinc:6-14</a:t>
                      </a:r>
                    </a:p>
                  </a:txBody>
                  <a:tcPr marL="9525" marR="9525" marT="9525" marB="0" anchor="ctr"/>
                </a:tc>
                <a:extLst>
                  <a:ext uri="{0D108BD9-81ED-4DB2-BD59-A6C34878D82A}">
                    <a16:rowId xmlns:a16="http://schemas.microsoft.com/office/drawing/2014/main" val="806255111"/>
                  </a:ext>
                </a:extLst>
              </a:tr>
              <a:tr h="420680">
                <a:tc>
                  <a:txBody>
                    <a:bodyPr/>
                    <a:lstStyle/>
                    <a:p>
                      <a:pPr algn="ctr" fontAlgn="ctr"/>
                      <a:r>
                        <a:rPr lang="en-US" altLang="zh-CN" sz="1600" b="0" i="0" u="none" strike="noStrike" dirty="0">
                          <a:solidFill>
                            <a:srgbClr val="000000"/>
                          </a:solidFill>
                          <a:effectLst/>
                          <a:latin typeface="微软雅黑" panose="020B0503020204020204" pitchFamily="34" charset="-122"/>
                          <a:ea typeface="微软雅黑" panose="020B0503020204020204" pitchFamily="34" charset="-122"/>
                        </a:rPr>
                        <a:t>39</a:t>
                      </a:r>
                    </a:p>
                  </a:txBody>
                  <a:tcPr marL="9525" marR="9525" marT="9525" marB="0" anchor="ctr"/>
                </a:tc>
                <a:tc>
                  <a:txBody>
                    <a:bodyPr/>
                    <a:lstStyle/>
                    <a:p>
                      <a:pPr algn="ctr" fontAlgn="ctr"/>
                      <a:r>
                        <a:rPr lang="en-US" altLang="zh-CN" sz="1600" b="0" i="0" u="none" strike="noStrike" cap="none" spc="0" baseline="0" dirty="0">
                          <a:ln>
                            <a:noFill/>
                          </a:ln>
                          <a:solidFill>
                            <a:srgbClr val="000000"/>
                          </a:solidFill>
                          <a:effectLst/>
                          <a:uFillTx/>
                          <a:latin typeface="微软雅黑" panose="020B0503020204020204" pitchFamily="34" charset="-122"/>
                          <a:ea typeface="微软雅黑" panose="020B0503020204020204" pitchFamily="34" charset="-122"/>
                          <a:cs typeface="+mn-cs"/>
                          <a:sym typeface="Helvetica Neue Light"/>
                        </a:rPr>
                        <a:t>160-05584</a:t>
                      </a:r>
                    </a:p>
                  </a:txBody>
                  <a:tcPr marL="9525" marR="9525" marT="9525" marB="0" anchor="ctr"/>
                </a:tc>
                <a:tc>
                  <a:txBody>
                    <a:bodyPr/>
                    <a:lstStyle/>
                    <a:p>
                      <a:pPr algn="ctr" fontAlgn="ctr"/>
                      <a:r>
                        <a:rPr lang="en-US" altLang="zh-CN" sz="1600" b="0" i="0" u="none" strike="noStrike" dirty="0">
                          <a:solidFill>
                            <a:srgbClr val="000000"/>
                          </a:solidFill>
                          <a:effectLst/>
                          <a:latin typeface="微软雅黑" panose="020B0503020204020204" pitchFamily="34" charset="-122"/>
                          <a:ea typeface="微软雅黑" panose="020B0503020204020204" pitchFamily="34" charset="-122"/>
                        </a:rPr>
                        <a:t>6.86</a:t>
                      </a:r>
                    </a:p>
                  </a:txBody>
                  <a:tcPr marL="9525" marR="9525" marT="9525" marB="0" anchor="ctr"/>
                </a:tc>
                <a:tc>
                  <a:txBody>
                    <a:bodyPr/>
                    <a:lstStyle/>
                    <a:p>
                      <a:pPr algn="ctr" fontAlgn="ctr"/>
                      <a:r>
                        <a:rPr lang="en-US" altLang="zh-CN" sz="1600" b="0" i="0" u="none" strike="noStrike" dirty="0">
                          <a:solidFill>
                            <a:srgbClr val="000000"/>
                          </a:solidFill>
                          <a:effectLst/>
                          <a:latin typeface="微软雅黑" panose="020B0503020204020204" pitchFamily="34" charset="-122"/>
                          <a:ea typeface="微软雅黑" panose="020B0503020204020204" pitchFamily="34" charset="-122"/>
                        </a:rPr>
                        <a:t>3.5</a:t>
                      </a:r>
                    </a:p>
                  </a:txBody>
                  <a:tcPr marL="9525" marR="9525" marT="9525" marB="0" anchor="ctr"/>
                </a:tc>
                <a:tc>
                  <a:txBody>
                    <a:bodyPr/>
                    <a:lstStyle/>
                    <a:p>
                      <a:pPr algn="ctr" fontAlgn="ctr"/>
                      <a:r>
                        <a:rPr lang="en-US" altLang="zh-CN" sz="1600" b="0" i="0" u="none" strike="noStrike" dirty="0">
                          <a:solidFill>
                            <a:srgbClr val="000000"/>
                          </a:solidFill>
                          <a:effectLst/>
                          <a:latin typeface="微软雅黑" panose="020B0503020204020204" pitchFamily="34" charset="-122"/>
                          <a:ea typeface="微软雅黑" panose="020B0503020204020204" pitchFamily="34" charset="-122"/>
                        </a:rPr>
                        <a:t>0.8</a:t>
                      </a:r>
                    </a:p>
                  </a:txBody>
                  <a:tcPr marL="9525" marR="9525" marT="9525" marB="0" anchor="ctr"/>
                </a:tc>
                <a:tc>
                  <a:txBody>
                    <a:bodyPr/>
                    <a:lstStyle/>
                    <a:p>
                      <a:pPr marL="0" marR="0" indent="0" algn="ctr" defTabSz="821530" fontAlgn="ctr" latinLnBrk="0">
                        <a:lnSpc>
                          <a:spcPct val="100000"/>
                        </a:lnSpc>
                        <a:spcBef>
                          <a:spcPts val="0"/>
                        </a:spcBef>
                        <a:spcAft>
                          <a:spcPts val="0"/>
                        </a:spcAft>
                        <a:buClrTx/>
                        <a:buSzTx/>
                        <a:buFontTx/>
                        <a:buNone/>
                        <a:tabLst/>
                      </a:pPr>
                      <a:r>
                        <a:rPr lang="el-GR" sz="1600" b="0" i="0" u="none" strike="noStrike" cap="none" spc="0" baseline="0" dirty="0">
                          <a:ln>
                            <a:noFill/>
                          </a:ln>
                          <a:solidFill>
                            <a:srgbClr val="000000"/>
                          </a:solidFill>
                          <a:effectLst/>
                          <a:uFillTx/>
                          <a:latin typeface="Arial" panose="020B0604020202020204" pitchFamily="34" charset="0"/>
                          <a:ea typeface="等线" panose="02010600030101010101" pitchFamily="2" charset="-122"/>
                          <a:cs typeface="+mn-cs"/>
                          <a:sym typeface="Helvetica Neue Light"/>
                        </a:rPr>
                        <a:t>1.98~2.33 </a:t>
                      </a:r>
                      <a:endParaRPr lang="en-US" sz="1600" b="0" i="0" u="none" strike="noStrike" cap="none" spc="0" baseline="0" dirty="0">
                        <a:ln>
                          <a:noFill/>
                        </a:ln>
                        <a:solidFill>
                          <a:srgbClr val="000000"/>
                        </a:solidFill>
                        <a:effectLst/>
                        <a:uFillTx/>
                        <a:latin typeface="Arial" panose="020B0604020202020204" pitchFamily="34" charset="0"/>
                        <a:ea typeface="等线" panose="02010600030101010101" pitchFamily="2" charset="-122"/>
                        <a:cs typeface="+mn-cs"/>
                        <a:sym typeface="Helvetica Neue Light"/>
                      </a:endParaRPr>
                    </a:p>
                  </a:txBody>
                  <a:tcPr marL="9525" marR="9525" marT="9525" marB="0" anchor="ctr"/>
                </a:tc>
                <a:tc>
                  <a:txBody>
                    <a:bodyPr/>
                    <a:lstStyle/>
                    <a:p>
                      <a:pPr algn="ctr" fontAlgn="ctr"/>
                      <a:r>
                        <a:rPr lang="el-GR" sz="1600" b="0" i="0" u="none" strike="noStrike" dirty="0">
                          <a:solidFill>
                            <a:srgbClr val="000000"/>
                          </a:solidFill>
                          <a:effectLst/>
                          <a:latin typeface="微软雅黑" panose="020B0503020204020204" pitchFamily="34" charset="-122"/>
                          <a:ea typeface="微软雅黑" panose="020B0503020204020204" pitchFamily="34" charset="-122"/>
                        </a:rPr>
                        <a:t>90° Θ</a:t>
                      </a:r>
                      <a:r>
                        <a:rPr lang="en-US" sz="1600" b="0" i="0" u="none" strike="noStrike" dirty="0">
                          <a:solidFill>
                            <a:srgbClr val="000000"/>
                          </a:solidFill>
                          <a:effectLst/>
                          <a:latin typeface="微软雅黑" panose="020B0503020204020204" pitchFamily="34" charset="-122"/>
                          <a:ea typeface="微软雅黑" panose="020B0503020204020204" pitchFamily="34" charset="-122"/>
                        </a:rPr>
                        <a:t>z</a:t>
                      </a:r>
                    </a:p>
                  </a:txBody>
                  <a:tcPr marL="9525" marR="9525" marT="9525" marB="0" anchor="ctr">
                    <a:noFill/>
                  </a:tcPr>
                </a:tc>
                <a:tc>
                  <a:txBody>
                    <a:bodyPr/>
                    <a:lstStyle/>
                    <a:p>
                      <a:pPr marL="0" marR="0" lvl="0" indent="0" algn="ctr" defTabSz="821530" eaLnBrk="1" fontAlgn="ctr" latinLnBrk="0" hangingPunct="1">
                        <a:lnSpc>
                          <a:spcPct val="100000"/>
                        </a:lnSpc>
                        <a:spcBef>
                          <a:spcPts val="0"/>
                        </a:spcBef>
                        <a:spcAft>
                          <a:spcPts val="0"/>
                        </a:spcAft>
                        <a:buClrTx/>
                        <a:buSzTx/>
                        <a:buFontTx/>
                        <a:buNone/>
                        <a:tabLst/>
                        <a:defRPr/>
                      </a:pPr>
                      <a:r>
                        <a:rPr kumimoji="0" lang="en-US" altLang="zh-CN" sz="1600" b="0" i="0" u="none" strike="noStrike" kern="0" cap="none" spc="0" normalizeH="0" baseline="0" noProof="0">
                          <a:ln>
                            <a:noFill/>
                          </a:ln>
                          <a:solidFill>
                            <a:srgbClr val="000000"/>
                          </a:solidFill>
                          <a:effectLst/>
                          <a:uLnTx/>
                          <a:uFillTx/>
                          <a:latin typeface="Arial" panose="020B0604020202020204" pitchFamily="34" charset="0"/>
                          <a:ea typeface="等线" panose="02010600030101010101" pitchFamily="2" charset="-122"/>
                          <a:cs typeface="Helvetica Neue"/>
                          <a:sym typeface="Helvetica Neue Light"/>
                        </a:rPr>
                        <a:t>0.2</a:t>
                      </a:r>
                      <a:r>
                        <a:rPr kumimoji="0" lang="zh-CN" altLang="en-US" sz="1600" b="0" i="0" u="none" strike="noStrike" kern="0" cap="none" spc="0" normalizeH="0" baseline="0" noProof="0">
                          <a:ln>
                            <a:noFill/>
                          </a:ln>
                          <a:solidFill>
                            <a:srgbClr val="000000"/>
                          </a:solidFill>
                          <a:effectLst/>
                          <a:uLnTx/>
                          <a:uFillTx/>
                          <a:latin typeface="Arial" panose="020B0604020202020204" pitchFamily="34" charset="0"/>
                          <a:ea typeface="等线" panose="02010600030101010101" pitchFamily="2" charset="-122"/>
                          <a:cs typeface="Helvetica Neue"/>
                          <a:sym typeface="Helvetica Neue Light"/>
                        </a:rPr>
                        <a:t> </a:t>
                      </a:r>
                      <a:r>
                        <a:rPr kumimoji="0" lang="en-US" altLang="zh-CN" sz="1600" b="0" i="0" u="none" strike="noStrike" kern="0" cap="none" spc="0" normalizeH="0" baseline="0" noProof="0">
                          <a:ln>
                            <a:noFill/>
                          </a:ln>
                          <a:solidFill>
                            <a:srgbClr val="000000"/>
                          </a:solidFill>
                          <a:effectLst/>
                          <a:uLnTx/>
                          <a:uFillTx/>
                          <a:latin typeface="Arial" panose="020B0604020202020204" pitchFamily="34" charset="0"/>
                          <a:ea typeface="等线" panose="02010600030101010101" pitchFamily="2" charset="-122"/>
                          <a:cs typeface="Helvetica Neue"/>
                          <a:sym typeface="Helvetica Neue Light"/>
                        </a:rPr>
                        <a:t>+0.1/-0.08</a:t>
                      </a:r>
                      <a:endParaRPr kumimoji="0" lang="en-US" altLang="zh-CN" sz="1600" b="0" i="0" u="none" strike="noStrike" kern="0" cap="none" spc="0" normalizeH="0" baseline="0" noProof="0" dirty="0">
                        <a:ln>
                          <a:noFill/>
                        </a:ln>
                        <a:solidFill>
                          <a:srgbClr val="000000"/>
                        </a:solidFill>
                        <a:effectLst/>
                        <a:uLnTx/>
                        <a:uFillTx/>
                        <a:latin typeface="Arial" panose="020B0604020202020204" pitchFamily="34" charset="0"/>
                        <a:ea typeface="等线" panose="02010600030101010101" pitchFamily="2" charset="-122"/>
                        <a:cs typeface="Helvetica Neue"/>
                        <a:sym typeface="Helvetica Neue Light"/>
                      </a:endParaRPr>
                    </a:p>
                  </a:txBody>
                  <a:tcPr marL="9525" marR="9525" marT="9525" marB="0" anchor="ctr"/>
                </a:tc>
                <a:tc>
                  <a:txBody>
                    <a:bodyPr/>
                    <a:lstStyle/>
                    <a:p>
                      <a:pPr algn="ctr" fontAlgn="ctr"/>
                      <a:r>
                        <a:rPr lang="en-US" altLang="zh-CN" sz="1600" b="0" i="0" u="none" strike="noStrike">
                          <a:solidFill>
                            <a:srgbClr val="000000"/>
                          </a:solidFill>
                          <a:effectLst/>
                          <a:latin typeface="Arial" panose="020B0604020202020204" pitchFamily="34" charset="0"/>
                          <a:ea typeface="等线" panose="02010600030101010101" pitchFamily="2" charset="-122"/>
                        </a:rPr>
                        <a:t>Max 0.2</a:t>
                      </a:r>
                      <a:endParaRPr lang="en-US" altLang="zh-CN" sz="1600" b="0" i="0" u="none" strike="noStrike" dirty="0">
                        <a:solidFill>
                          <a:srgbClr val="000000"/>
                        </a:solidFill>
                        <a:effectLst/>
                        <a:latin typeface="Arial" panose="020B0604020202020204" pitchFamily="34" charset="0"/>
                        <a:ea typeface="等线" panose="02010600030101010101" pitchFamily="2" charset="-122"/>
                      </a:endParaRPr>
                    </a:p>
                  </a:txBody>
                  <a:tcPr marL="9525" marR="9525" marT="9525" marB="0" anchor="ctr"/>
                </a:tc>
                <a:tc>
                  <a:txBody>
                    <a:bodyPr/>
                    <a:lstStyle/>
                    <a:p>
                      <a:pPr algn="ctr" fontAlgn="ctr"/>
                      <a:r>
                        <a:rPr lang="en-US" sz="1600" b="0" i="0" u="none" strike="noStrike">
                          <a:solidFill>
                            <a:srgbClr val="000000"/>
                          </a:solidFill>
                          <a:effectLst/>
                          <a:latin typeface="Arial" panose="020B0604020202020204" pitchFamily="34" charset="0"/>
                          <a:ea typeface="等线" panose="02010600030101010101" pitchFamily="2" charset="-122"/>
                        </a:rPr>
                        <a:t>N35SH-100RC</a:t>
                      </a:r>
                    </a:p>
                  </a:txBody>
                  <a:tcPr marL="9525" marR="9525" marT="9525" marB="0" anchor="ctr"/>
                </a:tc>
                <a:tc>
                  <a:txBody>
                    <a:bodyPr/>
                    <a:lstStyle/>
                    <a:p>
                      <a:pPr algn="ctr" fontAlgn="ctr"/>
                      <a:r>
                        <a:rPr lang="en-US" altLang="zh-CN" sz="1600" b="0" i="0" u="none" strike="noStrike">
                          <a:solidFill>
                            <a:srgbClr val="000000"/>
                          </a:solidFill>
                          <a:effectLst/>
                          <a:latin typeface="微软雅黑" panose="020B0503020204020204" pitchFamily="34" charset="-122"/>
                          <a:ea typeface="微软雅黑" panose="020B0503020204020204" pitchFamily="34" charset="-122"/>
                        </a:rPr>
                        <a:t>11.7~12.2</a:t>
                      </a:r>
                    </a:p>
                  </a:txBody>
                  <a:tcPr marL="9525" marR="9525" marT="9525" marB="0" anchor="ctr"/>
                </a:tc>
                <a:tc>
                  <a:txBody>
                    <a:bodyPr/>
                    <a:lstStyle/>
                    <a:p>
                      <a:pPr algn="ctr" fontAlgn="ctr"/>
                      <a:r>
                        <a:rPr lang="en-US" altLang="zh-CN" sz="1600" b="0" i="0" u="none" strike="noStrike">
                          <a:solidFill>
                            <a:srgbClr val="000000"/>
                          </a:solidFill>
                          <a:effectLst/>
                          <a:latin typeface="微软雅黑" panose="020B0503020204020204" pitchFamily="34" charset="-122"/>
                          <a:ea typeface="微软雅黑" panose="020B0503020204020204" pitchFamily="34" charset="-122"/>
                        </a:rPr>
                        <a:t>/</a:t>
                      </a:r>
                    </a:p>
                  </a:txBody>
                  <a:tcPr marL="9525" marR="9525" marT="9525" marB="0" anchor="ctr"/>
                </a:tc>
                <a:tc>
                  <a:txBody>
                    <a:bodyPr/>
                    <a:lstStyle/>
                    <a:p>
                      <a:pPr algn="ctr" fontAlgn="ctr"/>
                      <a:r>
                        <a:rPr lang="en-US" sz="1600" b="0" i="0" u="none" strike="noStrike">
                          <a:solidFill>
                            <a:srgbClr val="000000"/>
                          </a:solidFill>
                          <a:effectLst/>
                          <a:latin typeface="微软雅黑" panose="020B0503020204020204" pitchFamily="34" charset="-122"/>
                          <a:ea typeface="微软雅黑" panose="020B0503020204020204" pitchFamily="34" charset="-122"/>
                        </a:rPr>
                        <a:t>20MIN</a:t>
                      </a:r>
                    </a:p>
                  </a:txBody>
                  <a:tcPr marL="9525" marR="9525" marT="9525" marB="0" anchor="ctr"/>
                </a:tc>
                <a:tc>
                  <a:txBody>
                    <a:bodyPr/>
                    <a:lstStyle/>
                    <a:p>
                      <a:pPr algn="ctr" fontAlgn="ctr"/>
                      <a:r>
                        <a:rPr lang="en-US" altLang="zh-CN" sz="1600" b="0" i="0" u="none" strike="noStrike">
                          <a:solidFill>
                            <a:srgbClr val="000000"/>
                          </a:solidFill>
                          <a:effectLst/>
                          <a:latin typeface="微软雅黑" panose="020B0503020204020204" pitchFamily="34" charset="-122"/>
                          <a:ea typeface="微软雅黑" panose="020B0503020204020204" pitchFamily="34" charset="-122"/>
                        </a:rPr>
                        <a:t>33~36</a:t>
                      </a:r>
                    </a:p>
                  </a:txBody>
                  <a:tcPr marL="9525" marR="9525" marT="9525" marB="0" anchor="ctr"/>
                </a:tc>
                <a:tc>
                  <a:txBody>
                    <a:bodyPr/>
                    <a:lstStyle/>
                    <a:p>
                      <a:pPr algn="ctr" fontAlgn="ctr"/>
                      <a:r>
                        <a:rPr lang="en-US" sz="1600" b="0" i="0" u="none" strike="noStrike">
                          <a:solidFill>
                            <a:srgbClr val="000000"/>
                          </a:solidFill>
                          <a:effectLst/>
                          <a:latin typeface="微软雅黑" panose="020B0503020204020204" pitchFamily="34" charset="-122"/>
                          <a:ea typeface="微软雅黑" panose="020B0503020204020204" pitchFamily="34" charset="-122"/>
                        </a:rPr>
                        <a:t>Zinc:6-14</a:t>
                      </a:r>
                    </a:p>
                  </a:txBody>
                  <a:tcPr marL="9525" marR="9525" marT="9525" marB="0" anchor="ctr"/>
                </a:tc>
                <a:extLst>
                  <a:ext uri="{0D108BD9-81ED-4DB2-BD59-A6C34878D82A}">
                    <a16:rowId xmlns:a16="http://schemas.microsoft.com/office/drawing/2014/main" val="882398853"/>
                  </a:ext>
                </a:extLst>
              </a:tr>
              <a:tr h="420680">
                <a:tc>
                  <a:txBody>
                    <a:bodyPr/>
                    <a:lstStyle/>
                    <a:p>
                      <a:pPr algn="ctr" fontAlgn="ctr"/>
                      <a:r>
                        <a:rPr lang="en-US" altLang="zh-CN" sz="1600" b="0" i="0" u="none" strike="noStrike" dirty="0">
                          <a:solidFill>
                            <a:srgbClr val="000000"/>
                          </a:solidFill>
                          <a:effectLst/>
                          <a:latin typeface="微软雅黑" panose="020B0503020204020204" pitchFamily="34" charset="-122"/>
                          <a:ea typeface="微软雅黑" panose="020B0503020204020204" pitchFamily="34" charset="-122"/>
                        </a:rPr>
                        <a:t>40</a:t>
                      </a:r>
                    </a:p>
                  </a:txBody>
                  <a:tcPr marL="9525" marR="9525" marT="9525" marB="0" anchor="ctr"/>
                </a:tc>
                <a:tc>
                  <a:txBody>
                    <a:bodyPr/>
                    <a:lstStyle/>
                    <a:p>
                      <a:pPr algn="ctr" fontAlgn="ctr"/>
                      <a:r>
                        <a:rPr lang="en-US" altLang="zh-CN" sz="1600" b="0" i="0" u="none" strike="noStrike" cap="none" spc="0" baseline="0" dirty="0">
                          <a:ln>
                            <a:noFill/>
                          </a:ln>
                          <a:solidFill>
                            <a:srgbClr val="000000"/>
                          </a:solidFill>
                          <a:effectLst/>
                          <a:uFillTx/>
                          <a:latin typeface="微软雅黑" panose="020B0503020204020204" pitchFamily="34" charset="-122"/>
                          <a:ea typeface="微软雅黑" panose="020B0503020204020204" pitchFamily="34" charset="-122"/>
                          <a:cs typeface="+mn-cs"/>
                          <a:sym typeface="Helvetica Neue Light"/>
                        </a:rPr>
                        <a:t>160-05585</a:t>
                      </a:r>
                    </a:p>
                  </a:txBody>
                  <a:tcPr marL="9525" marR="9525" marT="9525" marB="0" anchor="ctr"/>
                </a:tc>
                <a:tc>
                  <a:txBody>
                    <a:bodyPr/>
                    <a:lstStyle/>
                    <a:p>
                      <a:pPr algn="ctr" fontAlgn="ctr"/>
                      <a:r>
                        <a:rPr lang="en-US" altLang="zh-CN" sz="1600" b="0" i="0" u="none" strike="noStrike" dirty="0">
                          <a:solidFill>
                            <a:srgbClr val="000000"/>
                          </a:solidFill>
                          <a:effectLst/>
                          <a:latin typeface="微软雅黑" panose="020B0503020204020204" pitchFamily="34" charset="-122"/>
                          <a:ea typeface="微软雅黑" panose="020B0503020204020204" pitchFamily="34" charset="-122"/>
                        </a:rPr>
                        <a:t>4.06</a:t>
                      </a:r>
                    </a:p>
                  </a:txBody>
                  <a:tcPr marL="9525" marR="9525" marT="9525" marB="0" anchor="ctr"/>
                </a:tc>
                <a:tc>
                  <a:txBody>
                    <a:bodyPr/>
                    <a:lstStyle/>
                    <a:p>
                      <a:pPr algn="ctr" fontAlgn="ctr"/>
                      <a:r>
                        <a:rPr lang="en-US" altLang="zh-CN" sz="1600" b="0" i="0" u="none" strike="noStrike" dirty="0">
                          <a:solidFill>
                            <a:srgbClr val="000000"/>
                          </a:solidFill>
                          <a:effectLst/>
                          <a:latin typeface="微软雅黑" panose="020B0503020204020204" pitchFamily="34" charset="-122"/>
                          <a:ea typeface="微软雅黑" panose="020B0503020204020204" pitchFamily="34" charset="-122"/>
                        </a:rPr>
                        <a:t>3.5</a:t>
                      </a:r>
                    </a:p>
                  </a:txBody>
                  <a:tcPr marL="9525" marR="9525" marT="9525" marB="0" anchor="ctr"/>
                </a:tc>
                <a:tc>
                  <a:txBody>
                    <a:bodyPr/>
                    <a:lstStyle/>
                    <a:p>
                      <a:pPr algn="ctr" fontAlgn="ctr"/>
                      <a:r>
                        <a:rPr lang="en-US" altLang="zh-CN" sz="1600" b="0" i="0" u="none" strike="noStrike">
                          <a:solidFill>
                            <a:srgbClr val="000000"/>
                          </a:solidFill>
                          <a:effectLst/>
                          <a:latin typeface="微软雅黑" panose="020B0503020204020204" pitchFamily="34" charset="-122"/>
                          <a:ea typeface="微软雅黑" panose="020B0503020204020204" pitchFamily="34" charset="-122"/>
                        </a:rPr>
                        <a:t>0.8</a:t>
                      </a:r>
                    </a:p>
                  </a:txBody>
                  <a:tcPr marL="9525" marR="9525" marT="9525" marB="0" anchor="ctr"/>
                </a:tc>
                <a:tc>
                  <a:txBody>
                    <a:bodyPr/>
                    <a:lstStyle/>
                    <a:p>
                      <a:pPr marL="0" marR="0" indent="0" algn="ctr" defTabSz="821530" fontAlgn="ctr" latinLnBrk="0">
                        <a:lnSpc>
                          <a:spcPct val="100000"/>
                        </a:lnSpc>
                        <a:spcBef>
                          <a:spcPts val="0"/>
                        </a:spcBef>
                        <a:spcAft>
                          <a:spcPts val="0"/>
                        </a:spcAft>
                        <a:buClrTx/>
                        <a:buSzTx/>
                        <a:buFontTx/>
                        <a:buNone/>
                        <a:tabLst/>
                      </a:pPr>
                      <a:r>
                        <a:rPr lang="el-GR" sz="1600" b="0" i="0" u="none" strike="noStrike" cap="none" spc="0" baseline="0" dirty="0">
                          <a:ln>
                            <a:noFill/>
                          </a:ln>
                          <a:solidFill>
                            <a:srgbClr val="000000"/>
                          </a:solidFill>
                          <a:effectLst/>
                          <a:uFillTx/>
                          <a:latin typeface="Arial" panose="020B0604020202020204" pitchFamily="34" charset="0"/>
                          <a:ea typeface="等线" panose="02010600030101010101" pitchFamily="2" charset="-122"/>
                          <a:cs typeface="+mn-cs"/>
                          <a:sym typeface="Helvetica Neue Light"/>
                        </a:rPr>
                        <a:t>1.17~1.37 </a:t>
                      </a:r>
                      <a:endParaRPr lang="en-US" sz="1600" b="0" i="0" u="none" strike="noStrike" cap="none" spc="0" baseline="0" dirty="0">
                        <a:ln>
                          <a:noFill/>
                        </a:ln>
                        <a:solidFill>
                          <a:srgbClr val="000000"/>
                        </a:solidFill>
                        <a:effectLst/>
                        <a:uFillTx/>
                        <a:latin typeface="Arial" panose="020B0604020202020204" pitchFamily="34" charset="0"/>
                        <a:ea typeface="等线" panose="02010600030101010101" pitchFamily="2" charset="-122"/>
                        <a:cs typeface="+mn-cs"/>
                        <a:sym typeface="Helvetica Neue Light"/>
                      </a:endParaRPr>
                    </a:p>
                  </a:txBody>
                  <a:tcPr marL="9525" marR="9525" marT="9525" marB="0" anchor="ctr"/>
                </a:tc>
                <a:tc>
                  <a:txBody>
                    <a:bodyPr/>
                    <a:lstStyle/>
                    <a:p>
                      <a:pPr algn="ctr" fontAlgn="ctr"/>
                      <a:r>
                        <a:rPr lang="el-GR" sz="1600" b="0" i="0" u="none" strike="noStrike" dirty="0">
                          <a:solidFill>
                            <a:srgbClr val="000000"/>
                          </a:solidFill>
                          <a:effectLst/>
                          <a:latin typeface="微软雅黑" panose="020B0503020204020204" pitchFamily="34" charset="-122"/>
                          <a:ea typeface="微软雅黑" panose="020B0503020204020204" pitchFamily="34" charset="-122"/>
                        </a:rPr>
                        <a:t>90° Θ</a:t>
                      </a:r>
                      <a:r>
                        <a:rPr lang="en-US" sz="1600" b="0" i="0" u="none" strike="noStrike" dirty="0">
                          <a:solidFill>
                            <a:srgbClr val="000000"/>
                          </a:solidFill>
                          <a:effectLst/>
                          <a:latin typeface="微软雅黑" panose="020B0503020204020204" pitchFamily="34" charset="-122"/>
                          <a:ea typeface="微软雅黑" panose="020B0503020204020204" pitchFamily="34" charset="-122"/>
                        </a:rPr>
                        <a:t>z</a:t>
                      </a:r>
                    </a:p>
                  </a:txBody>
                  <a:tcPr marL="9525" marR="9525" marT="9525" marB="0" anchor="ctr">
                    <a:noFill/>
                  </a:tcPr>
                </a:tc>
                <a:tc>
                  <a:txBody>
                    <a:bodyPr/>
                    <a:lstStyle/>
                    <a:p>
                      <a:pPr marL="0" marR="0" lvl="0" indent="0" algn="ctr" defTabSz="821530" eaLnBrk="1" fontAlgn="ctr" latinLnBrk="0" hangingPunct="1">
                        <a:lnSpc>
                          <a:spcPct val="100000"/>
                        </a:lnSpc>
                        <a:spcBef>
                          <a:spcPts val="0"/>
                        </a:spcBef>
                        <a:spcAft>
                          <a:spcPts val="0"/>
                        </a:spcAft>
                        <a:buClrTx/>
                        <a:buSzTx/>
                        <a:buFontTx/>
                        <a:buNone/>
                        <a:tabLst/>
                        <a:defRPr/>
                      </a:pPr>
                      <a:r>
                        <a:rPr kumimoji="0" lang="en-US" altLang="zh-CN" sz="1600" b="0" i="0" u="none" strike="noStrike" kern="0" cap="none" spc="0" normalizeH="0" baseline="0" noProof="0">
                          <a:ln>
                            <a:noFill/>
                          </a:ln>
                          <a:solidFill>
                            <a:srgbClr val="000000"/>
                          </a:solidFill>
                          <a:effectLst/>
                          <a:uLnTx/>
                          <a:uFillTx/>
                          <a:latin typeface="Arial" panose="020B0604020202020204" pitchFamily="34" charset="0"/>
                          <a:ea typeface="等线" panose="02010600030101010101" pitchFamily="2" charset="-122"/>
                          <a:cs typeface="Helvetica Neue"/>
                          <a:sym typeface="Helvetica Neue Light"/>
                        </a:rPr>
                        <a:t>0.2</a:t>
                      </a:r>
                      <a:r>
                        <a:rPr kumimoji="0" lang="zh-CN" altLang="en-US" sz="1600" b="0" i="0" u="none" strike="noStrike" kern="0" cap="none" spc="0" normalizeH="0" baseline="0" noProof="0">
                          <a:ln>
                            <a:noFill/>
                          </a:ln>
                          <a:solidFill>
                            <a:srgbClr val="000000"/>
                          </a:solidFill>
                          <a:effectLst/>
                          <a:uLnTx/>
                          <a:uFillTx/>
                          <a:latin typeface="Arial" panose="020B0604020202020204" pitchFamily="34" charset="0"/>
                          <a:ea typeface="等线" panose="02010600030101010101" pitchFamily="2" charset="-122"/>
                          <a:cs typeface="Helvetica Neue"/>
                          <a:sym typeface="Helvetica Neue Light"/>
                        </a:rPr>
                        <a:t> </a:t>
                      </a:r>
                      <a:r>
                        <a:rPr kumimoji="0" lang="en-US" altLang="zh-CN" sz="1600" b="0" i="0" u="none" strike="noStrike" kern="0" cap="none" spc="0" normalizeH="0" baseline="0" noProof="0">
                          <a:ln>
                            <a:noFill/>
                          </a:ln>
                          <a:solidFill>
                            <a:srgbClr val="000000"/>
                          </a:solidFill>
                          <a:effectLst/>
                          <a:uLnTx/>
                          <a:uFillTx/>
                          <a:latin typeface="Arial" panose="020B0604020202020204" pitchFamily="34" charset="0"/>
                          <a:ea typeface="等线" panose="02010600030101010101" pitchFamily="2" charset="-122"/>
                          <a:cs typeface="Helvetica Neue"/>
                          <a:sym typeface="Helvetica Neue Light"/>
                        </a:rPr>
                        <a:t>+0.1/-0.08</a:t>
                      </a:r>
                      <a:endParaRPr kumimoji="0" lang="en-US" altLang="zh-CN" sz="1600" b="0" i="0" u="none" strike="noStrike" kern="0" cap="none" spc="0" normalizeH="0" baseline="0" noProof="0" dirty="0">
                        <a:ln>
                          <a:noFill/>
                        </a:ln>
                        <a:solidFill>
                          <a:srgbClr val="000000"/>
                        </a:solidFill>
                        <a:effectLst/>
                        <a:uLnTx/>
                        <a:uFillTx/>
                        <a:latin typeface="Arial" panose="020B0604020202020204" pitchFamily="34" charset="0"/>
                        <a:ea typeface="等线" panose="02010600030101010101" pitchFamily="2" charset="-122"/>
                        <a:cs typeface="Helvetica Neue"/>
                        <a:sym typeface="Helvetica Neue Light"/>
                      </a:endParaRPr>
                    </a:p>
                  </a:txBody>
                  <a:tcPr marL="9525" marR="9525" marT="9525" marB="0" anchor="ctr"/>
                </a:tc>
                <a:tc>
                  <a:txBody>
                    <a:bodyPr/>
                    <a:lstStyle/>
                    <a:p>
                      <a:pPr algn="ctr" fontAlgn="ctr"/>
                      <a:r>
                        <a:rPr lang="en-US" altLang="zh-CN" sz="1600" b="0" i="0" u="none" strike="noStrike">
                          <a:solidFill>
                            <a:srgbClr val="000000"/>
                          </a:solidFill>
                          <a:effectLst/>
                          <a:latin typeface="Arial" panose="020B0604020202020204" pitchFamily="34" charset="0"/>
                          <a:ea typeface="等线" panose="02010600030101010101" pitchFamily="2" charset="-122"/>
                        </a:rPr>
                        <a:t>Max 0.2</a:t>
                      </a:r>
                      <a:endParaRPr lang="en-US" altLang="zh-CN" sz="1600" b="0" i="0" u="none" strike="noStrike" dirty="0">
                        <a:solidFill>
                          <a:srgbClr val="000000"/>
                        </a:solidFill>
                        <a:effectLst/>
                        <a:latin typeface="Arial" panose="020B0604020202020204" pitchFamily="34" charset="0"/>
                        <a:ea typeface="等线" panose="02010600030101010101" pitchFamily="2" charset="-122"/>
                      </a:endParaRPr>
                    </a:p>
                  </a:txBody>
                  <a:tcPr marL="9525" marR="9525" marT="9525" marB="0" anchor="ctr"/>
                </a:tc>
                <a:tc>
                  <a:txBody>
                    <a:bodyPr/>
                    <a:lstStyle/>
                    <a:p>
                      <a:pPr algn="ctr" fontAlgn="ctr"/>
                      <a:r>
                        <a:rPr lang="en-US" sz="1600" b="0" i="0" u="none" strike="noStrike">
                          <a:solidFill>
                            <a:srgbClr val="000000"/>
                          </a:solidFill>
                          <a:effectLst/>
                          <a:latin typeface="Arial" panose="020B0604020202020204" pitchFamily="34" charset="0"/>
                          <a:ea typeface="等线" panose="02010600030101010101" pitchFamily="2" charset="-122"/>
                        </a:rPr>
                        <a:t>N35SH-100RC</a:t>
                      </a:r>
                    </a:p>
                  </a:txBody>
                  <a:tcPr marL="9525" marR="9525" marT="9525" marB="0" anchor="ctr"/>
                </a:tc>
                <a:tc>
                  <a:txBody>
                    <a:bodyPr/>
                    <a:lstStyle/>
                    <a:p>
                      <a:pPr algn="ctr" fontAlgn="ctr"/>
                      <a:r>
                        <a:rPr lang="en-US" altLang="zh-CN" sz="1600" b="0" i="0" u="none" strike="noStrike">
                          <a:solidFill>
                            <a:srgbClr val="000000"/>
                          </a:solidFill>
                          <a:effectLst/>
                          <a:latin typeface="微软雅黑" panose="020B0503020204020204" pitchFamily="34" charset="-122"/>
                          <a:ea typeface="微软雅黑" panose="020B0503020204020204" pitchFamily="34" charset="-122"/>
                        </a:rPr>
                        <a:t>11.7~12.2</a:t>
                      </a:r>
                    </a:p>
                  </a:txBody>
                  <a:tcPr marL="9525" marR="9525" marT="9525" marB="0" anchor="ctr"/>
                </a:tc>
                <a:tc>
                  <a:txBody>
                    <a:bodyPr/>
                    <a:lstStyle/>
                    <a:p>
                      <a:pPr algn="ctr" fontAlgn="ctr"/>
                      <a:r>
                        <a:rPr lang="en-US" altLang="zh-CN" sz="1600" b="0" i="0" u="none" strike="noStrike">
                          <a:solidFill>
                            <a:srgbClr val="000000"/>
                          </a:solidFill>
                          <a:effectLst/>
                          <a:latin typeface="微软雅黑" panose="020B0503020204020204" pitchFamily="34" charset="-122"/>
                          <a:ea typeface="微软雅黑" panose="020B0503020204020204" pitchFamily="34" charset="-122"/>
                        </a:rPr>
                        <a:t>/</a:t>
                      </a:r>
                    </a:p>
                  </a:txBody>
                  <a:tcPr marL="9525" marR="9525" marT="9525" marB="0" anchor="ctr"/>
                </a:tc>
                <a:tc>
                  <a:txBody>
                    <a:bodyPr/>
                    <a:lstStyle/>
                    <a:p>
                      <a:pPr algn="ctr" fontAlgn="ctr"/>
                      <a:r>
                        <a:rPr lang="en-US" sz="1600" b="0" i="0" u="none" strike="noStrike">
                          <a:solidFill>
                            <a:srgbClr val="000000"/>
                          </a:solidFill>
                          <a:effectLst/>
                          <a:latin typeface="微软雅黑" panose="020B0503020204020204" pitchFamily="34" charset="-122"/>
                          <a:ea typeface="微软雅黑" panose="020B0503020204020204" pitchFamily="34" charset="-122"/>
                        </a:rPr>
                        <a:t>20MIN</a:t>
                      </a:r>
                    </a:p>
                  </a:txBody>
                  <a:tcPr marL="9525" marR="9525" marT="9525" marB="0" anchor="ctr"/>
                </a:tc>
                <a:tc>
                  <a:txBody>
                    <a:bodyPr/>
                    <a:lstStyle/>
                    <a:p>
                      <a:pPr algn="ctr" fontAlgn="ctr"/>
                      <a:r>
                        <a:rPr lang="en-US" altLang="zh-CN" sz="1600" b="0" i="0" u="none" strike="noStrike">
                          <a:solidFill>
                            <a:srgbClr val="000000"/>
                          </a:solidFill>
                          <a:effectLst/>
                          <a:latin typeface="微软雅黑" panose="020B0503020204020204" pitchFamily="34" charset="-122"/>
                          <a:ea typeface="微软雅黑" panose="020B0503020204020204" pitchFamily="34" charset="-122"/>
                        </a:rPr>
                        <a:t>33~36</a:t>
                      </a:r>
                    </a:p>
                  </a:txBody>
                  <a:tcPr marL="9525" marR="9525" marT="9525" marB="0" anchor="ctr"/>
                </a:tc>
                <a:tc>
                  <a:txBody>
                    <a:bodyPr/>
                    <a:lstStyle/>
                    <a:p>
                      <a:pPr algn="ctr" fontAlgn="ctr"/>
                      <a:r>
                        <a:rPr lang="en-US" sz="1600" b="0" i="0" u="none" strike="noStrike" dirty="0">
                          <a:solidFill>
                            <a:srgbClr val="000000"/>
                          </a:solidFill>
                          <a:effectLst/>
                          <a:latin typeface="微软雅黑" panose="020B0503020204020204" pitchFamily="34" charset="-122"/>
                          <a:ea typeface="微软雅黑" panose="020B0503020204020204" pitchFamily="34" charset="-122"/>
                        </a:rPr>
                        <a:t>Zinc:6-14</a:t>
                      </a:r>
                    </a:p>
                  </a:txBody>
                  <a:tcPr marL="9525" marR="9525" marT="9525" marB="0" anchor="ctr"/>
                </a:tc>
                <a:extLst>
                  <a:ext uri="{0D108BD9-81ED-4DB2-BD59-A6C34878D82A}">
                    <a16:rowId xmlns:a16="http://schemas.microsoft.com/office/drawing/2014/main" val="3930042604"/>
                  </a:ext>
                </a:extLst>
              </a:tr>
              <a:tr h="420680">
                <a:tc>
                  <a:txBody>
                    <a:bodyPr/>
                    <a:lstStyle/>
                    <a:p>
                      <a:pPr algn="ctr" fontAlgn="ctr"/>
                      <a:r>
                        <a:rPr lang="en-US" altLang="zh-CN" sz="1600" b="0" i="0" u="none" strike="noStrike" dirty="0">
                          <a:solidFill>
                            <a:srgbClr val="000000"/>
                          </a:solidFill>
                          <a:effectLst/>
                          <a:latin typeface="微软雅黑" panose="020B0503020204020204" pitchFamily="34" charset="-122"/>
                          <a:ea typeface="微软雅黑" panose="020B0503020204020204" pitchFamily="34" charset="-122"/>
                        </a:rPr>
                        <a:t>41</a:t>
                      </a:r>
                    </a:p>
                  </a:txBody>
                  <a:tcPr marL="9525" marR="9525" marT="9525" marB="0" anchor="ctr"/>
                </a:tc>
                <a:tc>
                  <a:txBody>
                    <a:bodyPr/>
                    <a:lstStyle/>
                    <a:p>
                      <a:pPr algn="ctr" fontAlgn="ctr"/>
                      <a:r>
                        <a:rPr lang="en-US" altLang="zh-CN" sz="1600" b="0" i="0" u="none" strike="noStrike" cap="none" spc="0" baseline="0" dirty="0">
                          <a:ln>
                            <a:noFill/>
                          </a:ln>
                          <a:solidFill>
                            <a:srgbClr val="000000"/>
                          </a:solidFill>
                          <a:effectLst/>
                          <a:uFillTx/>
                          <a:latin typeface="微软雅黑" panose="020B0503020204020204" pitchFamily="34" charset="-122"/>
                          <a:ea typeface="微软雅黑" panose="020B0503020204020204" pitchFamily="34" charset="-122"/>
                          <a:cs typeface="+mn-cs"/>
                          <a:sym typeface="Helvetica Neue Light"/>
                        </a:rPr>
                        <a:t>160-05586</a:t>
                      </a:r>
                    </a:p>
                  </a:txBody>
                  <a:tcPr marL="9525" marR="9525" marT="9525" marB="0" anchor="ctr"/>
                </a:tc>
                <a:tc>
                  <a:txBody>
                    <a:bodyPr/>
                    <a:lstStyle/>
                    <a:p>
                      <a:pPr algn="ctr" fontAlgn="ctr"/>
                      <a:r>
                        <a:rPr lang="en-US" altLang="zh-CN" sz="1600" b="0" i="0" u="none" strike="noStrike" dirty="0">
                          <a:solidFill>
                            <a:srgbClr val="000000"/>
                          </a:solidFill>
                          <a:effectLst/>
                          <a:latin typeface="微软雅黑" panose="020B0503020204020204" pitchFamily="34" charset="-122"/>
                          <a:ea typeface="微软雅黑" panose="020B0503020204020204" pitchFamily="34" charset="-122"/>
                        </a:rPr>
                        <a:t>2.3</a:t>
                      </a:r>
                    </a:p>
                  </a:txBody>
                  <a:tcPr marL="9525" marR="9525" marT="9525" marB="0" anchor="ctr"/>
                </a:tc>
                <a:tc>
                  <a:txBody>
                    <a:bodyPr/>
                    <a:lstStyle/>
                    <a:p>
                      <a:pPr algn="ctr" fontAlgn="ctr"/>
                      <a:r>
                        <a:rPr lang="en-US" altLang="zh-CN" sz="1600" b="0" i="0" u="none" strike="noStrike" dirty="0">
                          <a:solidFill>
                            <a:srgbClr val="000000"/>
                          </a:solidFill>
                          <a:effectLst/>
                          <a:latin typeface="微软雅黑" panose="020B0503020204020204" pitchFamily="34" charset="-122"/>
                          <a:ea typeface="微软雅黑" panose="020B0503020204020204" pitchFamily="34" charset="-122"/>
                        </a:rPr>
                        <a:t>3.5</a:t>
                      </a:r>
                    </a:p>
                  </a:txBody>
                  <a:tcPr marL="9525" marR="9525" marT="9525" marB="0" anchor="ctr"/>
                </a:tc>
                <a:tc>
                  <a:txBody>
                    <a:bodyPr/>
                    <a:lstStyle/>
                    <a:p>
                      <a:pPr algn="ctr" fontAlgn="ctr"/>
                      <a:r>
                        <a:rPr lang="en-US" altLang="zh-CN" sz="1600" b="0" i="0" u="none" strike="noStrike">
                          <a:solidFill>
                            <a:srgbClr val="000000"/>
                          </a:solidFill>
                          <a:effectLst/>
                          <a:latin typeface="微软雅黑" panose="020B0503020204020204" pitchFamily="34" charset="-122"/>
                          <a:ea typeface="微软雅黑" panose="020B0503020204020204" pitchFamily="34" charset="-122"/>
                        </a:rPr>
                        <a:t>0.8</a:t>
                      </a:r>
                    </a:p>
                  </a:txBody>
                  <a:tcPr marL="9525" marR="9525" marT="9525" marB="0" anchor="ctr"/>
                </a:tc>
                <a:tc>
                  <a:txBody>
                    <a:bodyPr/>
                    <a:lstStyle/>
                    <a:p>
                      <a:pPr marL="0" marR="0" indent="0" algn="ctr" defTabSz="821530" fontAlgn="ctr" latinLnBrk="0">
                        <a:lnSpc>
                          <a:spcPct val="100000"/>
                        </a:lnSpc>
                        <a:spcBef>
                          <a:spcPts val="0"/>
                        </a:spcBef>
                        <a:spcAft>
                          <a:spcPts val="0"/>
                        </a:spcAft>
                        <a:buClrTx/>
                        <a:buSzTx/>
                        <a:buFontTx/>
                        <a:buNone/>
                        <a:tabLst/>
                      </a:pPr>
                      <a:r>
                        <a:rPr lang="el-GR" sz="1600" b="0" i="0" u="none" strike="noStrike" cap="none" spc="0" baseline="0" dirty="0">
                          <a:ln>
                            <a:noFill/>
                          </a:ln>
                          <a:solidFill>
                            <a:srgbClr val="000000"/>
                          </a:solidFill>
                          <a:effectLst/>
                          <a:uFillTx/>
                          <a:latin typeface="Arial" panose="020B0604020202020204" pitchFamily="34" charset="0"/>
                          <a:ea typeface="等线" panose="02010600030101010101" pitchFamily="2" charset="-122"/>
                          <a:cs typeface="+mn-cs"/>
                          <a:sym typeface="Helvetica Neue Light"/>
                        </a:rPr>
                        <a:t>0.65~0.76 </a:t>
                      </a:r>
                      <a:endParaRPr lang="en-US" sz="1600" b="0" i="0" u="none" strike="noStrike" cap="none" spc="0" baseline="0" dirty="0">
                        <a:ln>
                          <a:noFill/>
                        </a:ln>
                        <a:solidFill>
                          <a:srgbClr val="000000"/>
                        </a:solidFill>
                        <a:effectLst/>
                        <a:uFillTx/>
                        <a:latin typeface="Arial" panose="020B0604020202020204" pitchFamily="34" charset="0"/>
                        <a:ea typeface="等线" panose="02010600030101010101" pitchFamily="2" charset="-122"/>
                        <a:cs typeface="+mn-cs"/>
                        <a:sym typeface="Helvetica Neue Light"/>
                      </a:endParaRPr>
                    </a:p>
                  </a:txBody>
                  <a:tcPr marL="9525" marR="9525" marT="9525" marB="0" anchor="ctr"/>
                </a:tc>
                <a:tc>
                  <a:txBody>
                    <a:bodyPr/>
                    <a:lstStyle/>
                    <a:p>
                      <a:pPr algn="ctr" fontAlgn="ctr"/>
                      <a:r>
                        <a:rPr lang="el-GR" sz="1600" b="0" i="0" u="none" strike="noStrike" dirty="0">
                          <a:solidFill>
                            <a:srgbClr val="000000"/>
                          </a:solidFill>
                          <a:effectLst/>
                          <a:latin typeface="微软雅黑" panose="020B0503020204020204" pitchFamily="34" charset="-122"/>
                          <a:ea typeface="微软雅黑" panose="020B0503020204020204" pitchFamily="34" charset="-122"/>
                        </a:rPr>
                        <a:t>90° Θ</a:t>
                      </a:r>
                      <a:r>
                        <a:rPr lang="en-US" sz="1600" b="0" i="0" u="none" strike="noStrike" dirty="0">
                          <a:solidFill>
                            <a:srgbClr val="000000"/>
                          </a:solidFill>
                          <a:effectLst/>
                          <a:latin typeface="微软雅黑" panose="020B0503020204020204" pitchFamily="34" charset="-122"/>
                          <a:ea typeface="微软雅黑" panose="020B0503020204020204" pitchFamily="34" charset="-122"/>
                        </a:rPr>
                        <a:t>z</a:t>
                      </a:r>
                    </a:p>
                  </a:txBody>
                  <a:tcPr marL="9525" marR="9525" marT="9525" marB="0" anchor="ctr">
                    <a:noFill/>
                  </a:tcPr>
                </a:tc>
                <a:tc>
                  <a:txBody>
                    <a:bodyPr/>
                    <a:lstStyle/>
                    <a:p>
                      <a:pPr marL="0" marR="0" lvl="0" indent="0" algn="ctr" defTabSz="821530" eaLnBrk="1" fontAlgn="ctr" latinLnBrk="0" hangingPunct="1">
                        <a:lnSpc>
                          <a:spcPct val="100000"/>
                        </a:lnSpc>
                        <a:spcBef>
                          <a:spcPts val="0"/>
                        </a:spcBef>
                        <a:spcAft>
                          <a:spcPts val="0"/>
                        </a:spcAft>
                        <a:buClrTx/>
                        <a:buSzTx/>
                        <a:buFontTx/>
                        <a:buNone/>
                        <a:tabLst/>
                        <a:defRPr/>
                      </a:pPr>
                      <a:r>
                        <a:rPr kumimoji="0" lang="en-US" altLang="zh-CN" sz="1600" b="0" i="0" u="none" strike="noStrike" kern="0" cap="none" spc="0" normalizeH="0" baseline="0" noProof="0">
                          <a:ln>
                            <a:noFill/>
                          </a:ln>
                          <a:solidFill>
                            <a:srgbClr val="000000"/>
                          </a:solidFill>
                          <a:effectLst/>
                          <a:uLnTx/>
                          <a:uFillTx/>
                          <a:latin typeface="Arial" panose="020B0604020202020204" pitchFamily="34" charset="0"/>
                          <a:ea typeface="等线" panose="02010600030101010101" pitchFamily="2" charset="-122"/>
                          <a:cs typeface="Helvetica Neue"/>
                          <a:sym typeface="Helvetica Neue Light"/>
                        </a:rPr>
                        <a:t>0.2</a:t>
                      </a:r>
                      <a:r>
                        <a:rPr kumimoji="0" lang="zh-CN" altLang="en-US" sz="1600" b="0" i="0" u="none" strike="noStrike" kern="0" cap="none" spc="0" normalizeH="0" baseline="0" noProof="0">
                          <a:ln>
                            <a:noFill/>
                          </a:ln>
                          <a:solidFill>
                            <a:srgbClr val="000000"/>
                          </a:solidFill>
                          <a:effectLst/>
                          <a:uLnTx/>
                          <a:uFillTx/>
                          <a:latin typeface="Arial" panose="020B0604020202020204" pitchFamily="34" charset="0"/>
                          <a:ea typeface="等线" panose="02010600030101010101" pitchFamily="2" charset="-122"/>
                          <a:cs typeface="Helvetica Neue"/>
                          <a:sym typeface="Helvetica Neue Light"/>
                        </a:rPr>
                        <a:t> </a:t>
                      </a:r>
                      <a:r>
                        <a:rPr kumimoji="0" lang="en-US" altLang="zh-CN" sz="1600" b="0" i="0" u="none" strike="noStrike" kern="0" cap="none" spc="0" normalizeH="0" baseline="0" noProof="0">
                          <a:ln>
                            <a:noFill/>
                          </a:ln>
                          <a:solidFill>
                            <a:srgbClr val="000000"/>
                          </a:solidFill>
                          <a:effectLst/>
                          <a:uLnTx/>
                          <a:uFillTx/>
                          <a:latin typeface="Arial" panose="020B0604020202020204" pitchFamily="34" charset="0"/>
                          <a:ea typeface="等线" panose="02010600030101010101" pitchFamily="2" charset="-122"/>
                          <a:cs typeface="Helvetica Neue"/>
                          <a:sym typeface="Helvetica Neue Light"/>
                        </a:rPr>
                        <a:t>+0.1/-0.08</a:t>
                      </a:r>
                      <a:endParaRPr kumimoji="0" lang="en-US" altLang="zh-CN" sz="1600" b="0" i="0" u="none" strike="noStrike" kern="0" cap="none" spc="0" normalizeH="0" baseline="0" noProof="0" dirty="0">
                        <a:ln>
                          <a:noFill/>
                        </a:ln>
                        <a:solidFill>
                          <a:srgbClr val="000000"/>
                        </a:solidFill>
                        <a:effectLst/>
                        <a:uLnTx/>
                        <a:uFillTx/>
                        <a:latin typeface="Arial" panose="020B0604020202020204" pitchFamily="34" charset="0"/>
                        <a:ea typeface="等线" panose="02010600030101010101" pitchFamily="2" charset="-122"/>
                        <a:cs typeface="Helvetica Neue"/>
                        <a:sym typeface="Helvetica Neue Light"/>
                      </a:endParaRPr>
                    </a:p>
                  </a:txBody>
                  <a:tcPr marL="9525" marR="9525" marT="9525" marB="0" anchor="ctr"/>
                </a:tc>
                <a:tc>
                  <a:txBody>
                    <a:bodyPr/>
                    <a:lstStyle/>
                    <a:p>
                      <a:pPr algn="ctr" fontAlgn="ctr"/>
                      <a:r>
                        <a:rPr lang="en-US" altLang="zh-CN" sz="1600" b="0" i="0" u="none" strike="noStrike">
                          <a:solidFill>
                            <a:srgbClr val="000000"/>
                          </a:solidFill>
                          <a:effectLst/>
                          <a:latin typeface="Arial" panose="020B0604020202020204" pitchFamily="34" charset="0"/>
                          <a:ea typeface="等线" panose="02010600030101010101" pitchFamily="2" charset="-122"/>
                        </a:rPr>
                        <a:t>Max 0.2</a:t>
                      </a:r>
                      <a:endParaRPr lang="en-US" altLang="zh-CN" sz="1600" b="0" i="0" u="none" strike="noStrike" dirty="0">
                        <a:solidFill>
                          <a:srgbClr val="000000"/>
                        </a:solidFill>
                        <a:effectLst/>
                        <a:latin typeface="Arial" panose="020B0604020202020204" pitchFamily="34" charset="0"/>
                        <a:ea typeface="等线" panose="02010600030101010101" pitchFamily="2" charset="-122"/>
                      </a:endParaRPr>
                    </a:p>
                  </a:txBody>
                  <a:tcPr marL="9525" marR="9525" marT="9525" marB="0" anchor="ctr"/>
                </a:tc>
                <a:tc>
                  <a:txBody>
                    <a:bodyPr/>
                    <a:lstStyle/>
                    <a:p>
                      <a:pPr algn="ctr" fontAlgn="ctr"/>
                      <a:r>
                        <a:rPr lang="en-US" sz="1600" b="0" i="0" u="none" strike="noStrike">
                          <a:solidFill>
                            <a:srgbClr val="000000"/>
                          </a:solidFill>
                          <a:effectLst/>
                          <a:latin typeface="Arial" panose="020B0604020202020204" pitchFamily="34" charset="0"/>
                          <a:ea typeface="等线" panose="02010600030101010101" pitchFamily="2" charset="-122"/>
                        </a:rPr>
                        <a:t>N35SH-100RC</a:t>
                      </a:r>
                    </a:p>
                  </a:txBody>
                  <a:tcPr marL="9525" marR="9525" marT="9525" marB="0" anchor="ctr"/>
                </a:tc>
                <a:tc>
                  <a:txBody>
                    <a:bodyPr/>
                    <a:lstStyle/>
                    <a:p>
                      <a:pPr algn="ctr" fontAlgn="ctr"/>
                      <a:r>
                        <a:rPr lang="en-US" altLang="zh-CN" sz="1600" b="0" i="0" u="none" strike="noStrike">
                          <a:solidFill>
                            <a:srgbClr val="000000"/>
                          </a:solidFill>
                          <a:effectLst/>
                          <a:latin typeface="微软雅黑" panose="020B0503020204020204" pitchFamily="34" charset="-122"/>
                          <a:ea typeface="微软雅黑" panose="020B0503020204020204" pitchFamily="34" charset="-122"/>
                        </a:rPr>
                        <a:t>11.7~12.2</a:t>
                      </a:r>
                    </a:p>
                  </a:txBody>
                  <a:tcPr marL="9525" marR="9525" marT="9525" marB="0" anchor="ctr"/>
                </a:tc>
                <a:tc>
                  <a:txBody>
                    <a:bodyPr/>
                    <a:lstStyle/>
                    <a:p>
                      <a:pPr algn="ctr" fontAlgn="ctr"/>
                      <a:r>
                        <a:rPr lang="en-US" altLang="zh-CN" sz="1600" b="0" i="0" u="none" strike="noStrike">
                          <a:solidFill>
                            <a:srgbClr val="000000"/>
                          </a:solidFill>
                          <a:effectLst/>
                          <a:latin typeface="微软雅黑" panose="020B0503020204020204" pitchFamily="34" charset="-122"/>
                          <a:ea typeface="微软雅黑" panose="020B0503020204020204" pitchFamily="34" charset="-122"/>
                        </a:rPr>
                        <a:t>/</a:t>
                      </a:r>
                    </a:p>
                  </a:txBody>
                  <a:tcPr marL="9525" marR="9525" marT="9525" marB="0" anchor="ctr"/>
                </a:tc>
                <a:tc>
                  <a:txBody>
                    <a:bodyPr/>
                    <a:lstStyle/>
                    <a:p>
                      <a:pPr algn="ctr" fontAlgn="ctr"/>
                      <a:r>
                        <a:rPr lang="en-US" sz="1600" b="0" i="0" u="none" strike="noStrike">
                          <a:solidFill>
                            <a:srgbClr val="000000"/>
                          </a:solidFill>
                          <a:effectLst/>
                          <a:latin typeface="微软雅黑" panose="020B0503020204020204" pitchFamily="34" charset="-122"/>
                          <a:ea typeface="微软雅黑" panose="020B0503020204020204" pitchFamily="34" charset="-122"/>
                        </a:rPr>
                        <a:t>20MIN</a:t>
                      </a:r>
                    </a:p>
                  </a:txBody>
                  <a:tcPr marL="9525" marR="9525" marT="9525" marB="0" anchor="ctr"/>
                </a:tc>
                <a:tc>
                  <a:txBody>
                    <a:bodyPr/>
                    <a:lstStyle/>
                    <a:p>
                      <a:pPr algn="ctr" fontAlgn="ctr"/>
                      <a:r>
                        <a:rPr lang="en-US" altLang="zh-CN" sz="1600" b="0" i="0" u="none" strike="noStrike">
                          <a:solidFill>
                            <a:srgbClr val="000000"/>
                          </a:solidFill>
                          <a:effectLst/>
                          <a:latin typeface="微软雅黑" panose="020B0503020204020204" pitchFamily="34" charset="-122"/>
                          <a:ea typeface="微软雅黑" panose="020B0503020204020204" pitchFamily="34" charset="-122"/>
                        </a:rPr>
                        <a:t>33~36</a:t>
                      </a:r>
                    </a:p>
                  </a:txBody>
                  <a:tcPr marL="9525" marR="9525" marT="9525" marB="0" anchor="ctr"/>
                </a:tc>
                <a:tc>
                  <a:txBody>
                    <a:bodyPr/>
                    <a:lstStyle/>
                    <a:p>
                      <a:pPr algn="ctr" fontAlgn="ctr"/>
                      <a:r>
                        <a:rPr lang="en-US" sz="1600" b="0" i="0" u="none" strike="noStrike">
                          <a:solidFill>
                            <a:srgbClr val="000000"/>
                          </a:solidFill>
                          <a:effectLst/>
                          <a:latin typeface="微软雅黑" panose="020B0503020204020204" pitchFamily="34" charset="-122"/>
                          <a:ea typeface="微软雅黑" panose="020B0503020204020204" pitchFamily="34" charset="-122"/>
                        </a:rPr>
                        <a:t>Zinc:6-14</a:t>
                      </a:r>
                    </a:p>
                  </a:txBody>
                  <a:tcPr marL="9525" marR="9525" marT="9525" marB="0" anchor="ctr"/>
                </a:tc>
                <a:extLst>
                  <a:ext uri="{0D108BD9-81ED-4DB2-BD59-A6C34878D82A}">
                    <a16:rowId xmlns:a16="http://schemas.microsoft.com/office/drawing/2014/main" val="951983564"/>
                  </a:ext>
                </a:extLst>
              </a:tr>
              <a:tr h="420680">
                <a:tc>
                  <a:txBody>
                    <a:bodyPr/>
                    <a:lstStyle/>
                    <a:p>
                      <a:pPr algn="ctr" fontAlgn="ctr"/>
                      <a:r>
                        <a:rPr lang="en-US" altLang="zh-CN" sz="1600" b="0" i="0" u="none" strike="noStrike" dirty="0">
                          <a:solidFill>
                            <a:srgbClr val="000000"/>
                          </a:solidFill>
                          <a:effectLst/>
                          <a:latin typeface="微软雅黑" panose="020B0503020204020204" pitchFamily="34" charset="-122"/>
                          <a:ea typeface="微软雅黑" panose="020B0503020204020204" pitchFamily="34" charset="-122"/>
                        </a:rPr>
                        <a:t>42</a:t>
                      </a:r>
                    </a:p>
                  </a:txBody>
                  <a:tcPr marL="9525" marR="9525" marT="9525" marB="0" anchor="ctr"/>
                </a:tc>
                <a:tc>
                  <a:txBody>
                    <a:bodyPr/>
                    <a:lstStyle/>
                    <a:p>
                      <a:pPr algn="ctr" fontAlgn="ctr"/>
                      <a:r>
                        <a:rPr lang="en-US" altLang="zh-CN" sz="1600" b="0" i="0" u="none" strike="noStrike" cap="none" spc="0" baseline="0" dirty="0">
                          <a:ln>
                            <a:noFill/>
                          </a:ln>
                          <a:solidFill>
                            <a:srgbClr val="000000"/>
                          </a:solidFill>
                          <a:effectLst/>
                          <a:uFillTx/>
                          <a:latin typeface="微软雅黑" panose="020B0503020204020204" pitchFamily="34" charset="-122"/>
                          <a:ea typeface="微软雅黑" panose="020B0503020204020204" pitchFamily="34" charset="-122"/>
                          <a:cs typeface="+mn-cs"/>
                          <a:sym typeface="Helvetica Neue Light"/>
                        </a:rPr>
                        <a:t>160-05587</a:t>
                      </a:r>
                    </a:p>
                  </a:txBody>
                  <a:tcPr marL="9525" marR="9525" marT="9525" marB="0" anchor="ctr"/>
                </a:tc>
                <a:tc>
                  <a:txBody>
                    <a:bodyPr/>
                    <a:lstStyle/>
                    <a:p>
                      <a:pPr algn="ctr" fontAlgn="ctr"/>
                      <a:r>
                        <a:rPr lang="en-US" altLang="zh-CN" sz="1600" b="0" i="0" u="none" strike="noStrike" dirty="0">
                          <a:solidFill>
                            <a:srgbClr val="000000"/>
                          </a:solidFill>
                          <a:effectLst/>
                          <a:latin typeface="微软雅黑" panose="020B0503020204020204" pitchFamily="34" charset="-122"/>
                          <a:ea typeface="微软雅黑" panose="020B0503020204020204" pitchFamily="34" charset="-122"/>
                        </a:rPr>
                        <a:t>5.46</a:t>
                      </a:r>
                    </a:p>
                  </a:txBody>
                  <a:tcPr marL="9525" marR="9525" marT="9525" marB="0" anchor="ctr"/>
                </a:tc>
                <a:tc>
                  <a:txBody>
                    <a:bodyPr/>
                    <a:lstStyle/>
                    <a:p>
                      <a:pPr algn="ctr" fontAlgn="ctr"/>
                      <a:r>
                        <a:rPr lang="en-US" altLang="zh-CN" sz="1600" b="0" i="0" u="none" strike="noStrike" dirty="0">
                          <a:solidFill>
                            <a:srgbClr val="000000"/>
                          </a:solidFill>
                          <a:effectLst/>
                          <a:latin typeface="微软雅黑" panose="020B0503020204020204" pitchFamily="34" charset="-122"/>
                          <a:ea typeface="微软雅黑" panose="020B0503020204020204" pitchFamily="34" charset="-122"/>
                        </a:rPr>
                        <a:t>3.5</a:t>
                      </a:r>
                    </a:p>
                  </a:txBody>
                  <a:tcPr marL="9525" marR="9525" marT="9525" marB="0" anchor="ctr"/>
                </a:tc>
                <a:tc>
                  <a:txBody>
                    <a:bodyPr/>
                    <a:lstStyle/>
                    <a:p>
                      <a:pPr algn="ctr" fontAlgn="ctr"/>
                      <a:r>
                        <a:rPr lang="en-US" altLang="zh-CN" sz="1600" b="0" i="0" u="none" strike="noStrike">
                          <a:solidFill>
                            <a:srgbClr val="000000"/>
                          </a:solidFill>
                          <a:effectLst/>
                          <a:latin typeface="微软雅黑" panose="020B0503020204020204" pitchFamily="34" charset="-122"/>
                          <a:ea typeface="微软雅黑" panose="020B0503020204020204" pitchFamily="34" charset="-122"/>
                        </a:rPr>
                        <a:t>0.8</a:t>
                      </a:r>
                    </a:p>
                  </a:txBody>
                  <a:tcPr marL="9525" marR="9525" marT="9525" marB="0" anchor="ctr"/>
                </a:tc>
                <a:tc>
                  <a:txBody>
                    <a:bodyPr/>
                    <a:lstStyle/>
                    <a:p>
                      <a:pPr marL="0" marR="0" indent="0" algn="ctr" defTabSz="821530" fontAlgn="ctr" latinLnBrk="0">
                        <a:lnSpc>
                          <a:spcPct val="100000"/>
                        </a:lnSpc>
                        <a:spcBef>
                          <a:spcPts val="0"/>
                        </a:spcBef>
                        <a:spcAft>
                          <a:spcPts val="0"/>
                        </a:spcAft>
                        <a:buClrTx/>
                        <a:buSzTx/>
                        <a:buFontTx/>
                        <a:buNone/>
                        <a:tabLst/>
                      </a:pPr>
                      <a:r>
                        <a:rPr lang="el-GR" sz="1600" b="0" i="0" u="none" strike="noStrike" cap="none" spc="0" baseline="0" dirty="0">
                          <a:ln>
                            <a:noFill/>
                          </a:ln>
                          <a:solidFill>
                            <a:srgbClr val="000000"/>
                          </a:solidFill>
                          <a:effectLst/>
                          <a:uFillTx/>
                          <a:latin typeface="Arial" panose="020B0604020202020204" pitchFamily="34" charset="0"/>
                          <a:ea typeface="等线" panose="02010600030101010101" pitchFamily="2" charset="-122"/>
                          <a:cs typeface="+mn-cs"/>
                          <a:sym typeface="Helvetica Neue Light"/>
                        </a:rPr>
                        <a:t>1.57~1.85 </a:t>
                      </a:r>
                      <a:endParaRPr lang="en-US" sz="1600" b="0" i="0" u="none" strike="noStrike" cap="none" spc="0" baseline="0" dirty="0">
                        <a:ln>
                          <a:noFill/>
                        </a:ln>
                        <a:solidFill>
                          <a:srgbClr val="000000"/>
                        </a:solidFill>
                        <a:effectLst/>
                        <a:uFillTx/>
                        <a:latin typeface="Arial" panose="020B0604020202020204" pitchFamily="34" charset="0"/>
                        <a:ea typeface="等线" panose="02010600030101010101" pitchFamily="2" charset="-122"/>
                        <a:cs typeface="+mn-cs"/>
                        <a:sym typeface="Helvetica Neue Light"/>
                      </a:endParaRPr>
                    </a:p>
                  </a:txBody>
                  <a:tcPr marL="9525" marR="9525" marT="9525" marB="0" anchor="ctr"/>
                </a:tc>
                <a:tc>
                  <a:txBody>
                    <a:bodyPr/>
                    <a:lstStyle/>
                    <a:p>
                      <a:pPr algn="ctr" fontAlgn="ctr"/>
                      <a:r>
                        <a:rPr lang="el-GR" sz="1600" b="0" i="0" u="none" strike="noStrike" dirty="0">
                          <a:solidFill>
                            <a:srgbClr val="000000"/>
                          </a:solidFill>
                          <a:effectLst/>
                          <a:latin typeface="微软雅黑" panose="020B0503020204020204" pitchFamily="34" charset="-122"/>
                          <a:ea typeface="微软雅黑" panose="020B0503020204020204" pitchFamily="34" charset="-122"/>
                        </a:rPr>
                        <a:t>90° Θ</a:t>
                      </a:r>
                      <a:r>
                        <a:rPr lang="en-US" sz="1600" b="0" i="0" u="none" strike="noStrike" dirty="0">
                          <a:solidFill>
                            <a:srgbClr val="000000"/>
                          </a:solidFill>
                          <a:effectLst/>
                          <a:latin typeface="微软雅黑" panose="020B0503020204020204" pitchFamily="34" charset="-122"/>
                          <a:ea typeface="微软雅黑" panose="020B0503020204020204" pitchFamily="34" charset="-122"/>
                        </a:rPr>
                        <a:t>z</a:t>
                      </a:r>
                    </a:p>
                  </a:txBody>
                  <a:tcPr marL="9525" marR="9525" marT="9525" marB="0" anchor="ctr">
                    <a:noFill/>
                  </a:tcPr>
                </a:tc>
                <a:tc>
                  <a:txBody>
                    <a:bodyPr/>
                    <a:lstStyle/>
                    <a:p>
                      <a:pPr marL="0" marR="0" lvl="0" indent="0" algn="ctr" defTabSz="821530" eaLnBrk="1" fontAlgn="ctr" latinLnBrk="0" hangingPunct="1">
                        <a:lnSpc>
                          <a:spcPct val="100000"/>
                        </a:lnSpc>
                        <a:spcBef>
                          <a:spcPts val="0"/>
                        </a:spcBef>
                        <a:spcAft>
                          <a:spcPts val="0"/>
                        </a:spcAft>
                        <a:buClrTx/>
                        <a:buSzTx/>
                        <a:buFontTx/>
                        <a:buNone/>
                        <a:tabLst/>
                        <a:defRPr/>
                      </a:pPr>
                      <a:r>
                        <a:rPr kumimoji="0" lang="en-US" altLang="zh-CN" sz="1600" b="0" i="0" u="none" strike="noStrike" kern="0" cap="none" spc="0" normalizeH="0" baseline="0" noProof="0">
                          <a:ln>
                            <a:noFill/>
                          </a:ln>
                          <a:solidFill>
                            <a:srgbClr val="000000"/>
                          </a:solidFill>
                          <a:effectLst/>
                          <a:uLnTx/>
                          <a:uFillTx/>
                          <a:latin typeface="Arial" panose="020B0604020202020204" pitchFamily="34" charset="0"/>
                          <a:ea typeface="等线" panose="02010600030101010101" pitchFamily="2" charset="-122"/>
                          <a:cs typeface="Helvetica Neue"/>
                          <a:sym typeface="Helvetica Neue Light"/>
                        </a:rPr>
                        <a:t>0.2</a:t>
                      </a:r>
                      <a:r>
                        <a:rPr kumimoji="0" lang="zh-CN" altLang="en-US" sz="1600" b="0" i="0" u="none" strike="noStrike" kern="0" cap="none" spc="0" normalizeH="0" baseline="0" noProof="0">
                          <a:ln>
                            <a:noFill/>
                          </a:ln>
                          <a:solidFill>
                            <a:srgbClr val="000000"/>
                          </a:solidFill>
                          <a:effectLst/>
                          <a:uLnTx/>
                          <a:uFillTx/>
                          <a:latin typeface="Arial" panose="020B0604020202020204" pitchFamily="34" charset="0"/>
                          <a:ea typeface="等线" panose="02010600030101010101" pitchFamily="2" charset="-122"/>
                          <a:cs typeface="Helvetica Neue"/>
                          <a:sym typeface="Helvetica Neue Light"/>
                        </a:rPr>
                        <a:t> </a:t>
                      </a:r>
                      <a:r>
                        <a:rPr kumimoji="0" lang="en-US" altLang="zh-CN" sz="1600" b="0" i="0" u="none" strike="noStrike" kern="0" cap="none" spc="0" normalizeH="0" baseline="0" noProof="0">
                          <a:ln>
                            <a:noFill/>
                          </a:ln>
                          <a:solidFill>
                            <a:srgbClr val="000000"/>
                          </a:solidFill>
                          <a:effectLst/>
                          <a:uLnTx/>
                          <a:uFillTx/>
                          <a:latin typeface="Arial" panose="020B0604020202020204" pitchFamily="34" charset="0"/>
                          <a:ea typeface="等线" panose="02010600030101010101" pitchFamily="2" charset="-122"/>
                          <a:cs typeface="Helvetica Neue"/>
                          <a:sym typeface="Helvetica Neue Light"/>
                        </a:rPr>
                        <a:t>+0.1/-0.08</a:t>
                      </a:r>
                      <a:endParaRPr kumimoji="0" lang="en-US" altLang="zh-CN" sz="1600" b="0" i="0" u="none" strike="noStrike" kern="0" cap="none" spc="0" normalizeH="0" baseline="0" noProof="0" dirty="0">
                        <a:ln>
                          <a:noFill/>
                        </a:ln>
                        <a:solidFill>
                          <a:srgbClr val="000000"/>
                        </a:solidFill>
                        <a:effectLst/>
                        <a:uLnTx/>
                        <a:uFillTx/>
                        <a:latin typeface="Arial" panose="020B0604020202020204" pitchFamily="34" charset="0"/>
                        <a:ea typeface="等线" panose="02010600030101010101" pitchFamily="2" charset="-122"/>
                        <a:cs typeface="Helvetica Neue"/>
                        <a:sym typeface="Helvetica Neue Light"/>
                      </a:endParaRPr>
                    </a:p>
                  </a:txBody>
                  <a:tcPr marL="9525" marR="9525" marT="9525" marB="0" anchor="ctr"/>
                </a:tc>
                <a:tc>
                  <a:txBody>
                    <a:bodyPr/>
                    <a:lstStyle/>
                    <a:p>
                      <a:pPr algn="ctr" fontAlgn="ctr"/>
                      <a:r>
                        <a:rPr lang="en-US" altLang="zh-CN" sz="1600" b="0" i="0" u="none" strike="noStrike">
                          <a:solidFill>
                            <a:srgbClr val="000000"/>
                          </a:solidFill>
                          <a:effectLst/>
                          <a:latin typeface="Arial" panose="020B0604020202020204" pitchFamily="34" charset="0"/>
                          <a:ea typeface="等线" panose="02010600030101010101" pitchFamily="2" charset="-122"/>
                        </a:rPr>
                        <a:t>Max 0.2</a:t>
                      </a:r>
                      <a:endParaRPr lang="en-US" altLang="zh-CN" sz="1600" b="0" i="0" u="none" strike="noStrike" dirty="0">
                        <a:solidFill>
                          <a:srgbClr val="000000"/>
                        </a:solidFill>
                        <a:effectLst/>
                        <a:latin typeface="Arial" panose="020B0604020202020204" pitchFamily="34" charset="0"/>
                        <a:ea typeface="等线" panose="02010600030101010101" pitchFamily="2" charset="-122"/>
                      </a:endParaRPr>
                    </a:p>
                  </a:txBody>
                  <a:tcPr marL="9525" marR="9525" marT="9525" marB="0" anchor="ctr"/>
                </a:tc>
                <a:tc>
                  <a:txBody>
                    <a:bodyPr/>
                    <a:lstStyle/>
                    <a:p>
                      <a:pPr algn="ctr" fontAlgn="ctr"/>
                      <a:r>
                        <a:rPr lang="en-US" sz="1600" b="0" i="0" u="none" strike="noStrike" dirty="0">
                          <a:solidFill>
                            <a:srgbClr val="000000"/>
                          </a:solidFill>
                          <a:effectLst/>
                          <a:latin typeface="Arial" panose="020B0604020202020204" pitchFamily="34" charset="0"/>
                          <a:ea typeface="等线" panose="02010600030101010101" pitchFamily="2" charset="-122"/>
                        </a:rPr>
                        <a:t>N35SH-100RC</a:t>
                      </a:r>
                    </a:p>
                  </a:txBody>
                  <a:tcPr marL="9525" marR="9525" marT="9525" marB="0" anchor="ctr"/>
                </a:tc>
                <a:tc>
                  <a:txBody>
                    <a:bodyPr/>
                    <a:lstStyle/>
                    <a:p>
                      <a:pPr algn="ctr" fontAlgn="ctr"/>
                      <a:r>
                        <a:rPr lang="en-US" altLang="zh-CN" sz="1600" b="0" i="0" u="none" strike="noStrike">
                          <a:solidFill>
                            <a:srgbClr val="000000"/>
                          </a:solidFill>
                          <a:effectLst/>
                          <a:latin typeface="微软雅黑" panose="020B0503020204020204" pitchFamily="34" charset="-122"/>
                          <a:ea typeface="微软雅黑" panose="020B0503020204020204" pitchFamily="34" charset="-122"/>
                        </a:rPr>
                        <a:t>11.7~12.2</a:t>
                      </a:r>
                    </a:p>
                  </a:txBody>
                  <a:tcPr marL="9525" marR="9525" marT="9525" marB="0" anchor="ctr"/>
                </a:tc>
                <a:tc>
                  <a:txBody>
                    <a:bodyPr/>
                    <a:lstStyle/>
                    <a:p>
                      <a:pPr algn="ctr" fontAlgn="ctr"/>
                      <a:r>
                        <a:rPr lang="en-US" altLang="zh-CN" sz="1600" b="0" i="0" u="none" strike="noStrike">
                          <a:solidFill>
                            <a:srgbClr val="000000"/>
                          </a:solidFill>
                          <a:effectLst/>
                          <a:latin typeface="微软雅黑" panose="020B0503020204020204" pitchFamily="34" charset="-122"/>
                          <a:ea typeface="微软雅黑" panose="020B0503020204020204" pitchFamily="34" charset="-122"/>
                        </a:rPr>
                        <a:t>/</a:t>
                      </a:r>
                    </a:p>
                  </a:txBody>
                  <a:tcPr marL="9525" marR="9525" marT="9525" marB="0" anchor="ctr"/>
                </a:tc>
                <a:tc>
                  <a:txBody>
                    <a:bodyPr/>
                    <a:lstStyle/>
                    <a:p>
                      <a:pPr algn="ctr" fontAlgn="ctr"/>
                      <a:r>
                        <a:rPr lang="en-US" sz="1600" b="0" i="0" u="none" strike="noStrike">
                          <a:solidFill>
                            <a:srgbClr val="000000"/>
                          </a:solidFill>
                          <a:effectLst/>
                          <a:latin typeface="微软雅黑" panose="020B0503020204020204" pitchFamily="34" charset="-122"/>
                          <a:ea typeface="微软雅黑" panose="020B0503020204020204" pitchFamily="34" charset="-122"/>
                        </a:rPr>
                        <a:t>20MIN</a:t>
                      </a:r>
                    </a:p>
                  </a:txBody>
                  <a:tcPr marL="9525" marR="9525" marT="9525" marB="0" anchor="ctr"/>
                </a:tc>
                <a:tc>
                  <a:txBody>
                    <a:bodyPr/>
                    <a:lstStyle/>
                    <a:p>
                      <a:pPr algn="ctr" fontAlgn="ctr"/>
                      <a:r>
                        <a:rPr lang="en-US" altLang="zh-CN" sz="1600" b="0" i="0" u="none" strike="noStrike">
                          <a:solidFill>
                            <a:srgbClr val="000000"/>
                          </a:solidFill>
                          <a:effectLst/>
                          <a:latin typeface="微软雅黑" panose="020B0503020204020204" pitchFamily="34" charset="-122"/>
                          <a:ea typeface="微软雅黑" panose="020B0503020204020204" pitchFamily="34" charset="-122"/>
                        </a:rPr>
                        <a:t>33~36</a:t>
                      </a:r>
                    </a:p>
                  </a:txBody>
                  <a:tcPr marL="9525" marR="9525" marT="9525" marB="0" anchor="ctr"/>
                </a:tc>
                <a:tc>
                  <a:txBody>
                    <a:bodyPr/>
                    <a:lstStyle/>
                    <a:p>
                      <a:pPr algn="ctr" fontAlgn="ctr"/>
                      <a:r>
                        <a:rPr lang="en-US" sz="1600" b="0" i="0" u="none" strike="noStrike">
                          <a:solidFill>
                            <a:srgbClr val="000000"/>
                          </a:solidFill>
                          <a:effectLst/>
                          <a:latin typeface="微软雅黑" panose="020B0503020204020204" pitchFamily="34" charset="-122"/>
                          <a:ea typeface="微软雅黑" panose="020B0503020204020204" pitchFamily="34" charset="-122"/>
                        </a:rPr>
                        <a:t>Zinc:6-14</a:t>
                      </a:r>
                    </a:p>
                  </a:txBody>
                  <a:tcPr marL="9525" marR="9525" marT="9525" marB="0" anchor="ctr"/>
                </a:tc>
                <a:extLst>
                  <a:ext uri="{0D108BD9-81ED-4DB2-BD59-A6C34878D82A}">
                    <a16:rowId xmlns:a16="http://schemas.microsoft.com/office/drawing/2014/main" val="2247468945"/>
                  </a:ext>
                </a:extLst>
              </a:tr>
              <a:tr h="420680">
                <a:tc>
                  <a:txBody>
                    <a:bodyPr/>
                    <a:lstStyle/>
                    <a:p>
                      <a:pPr algn="ctr" fontAlgn="ctr"/>
                      <a:r>
                        <a:rPr lang="en-US" altLang="zh-CN" sz="1600" b="0" i="0" u="none" strike="noStrike" dirty="0">
                          <a:solidFill>
                            <a:srgbClr val="000000"/>
                          </a:solidFill>
                          <a:effectLst/>
                          <a:latin typeface="微软雅黑" panose="020B0503020204020204" pitchFamily="34" charset="-122"/>
                          <a:ea typeface="微软雅黑" panose="020B0503020204020204" pitchFamily="34" charset="-122"/>
                        </a:rPr>
                        <a:t>43</a:t>
                      </a:r>
                    </a:p>
                  </a:txBody>
                  <a:tcPr marL="9525" marR="9525" marT="9525" marB="0" anchor="ctr"/>
                </a:tc>
                <a:tc>
                  <a:txBody>
                    <a:bodyPr/>
                    <a:lstStyle/>
                    <a:p>
                      <a:pPr algn="ctr" fontAlgn="ctr"/>
                      <a:r>
                        <a:rPr lang="en-US" altLang="zh-CN" sz="1600" b="0" i="0" u="none" strike="noStrike" cap="none" spc="0" baseline="0" dirty="0">
                          <a:ln>
                            <a:noFill/>
                          </a:ln>
                          <a:solidFill>
                            <a:srgbClr val="000000"/>
                          </a:solidFill>
                          <a:effectLst/>
                          <a:uFillTx/>
                          <a:latin typeface="微软雅黑" panose="020B0503020204020204" pitchFamily="34" charset="-122"/>
                          <a:ea typeface="微软雅黑" panose="020B0503020204020204" pitchFamily="34" charset="-122"/>
                          <a:cs typeface="+mn-cs"/>
                          <a:sym typeface="Helvetica Neue Light"/>
                        </a:rPr>
                        <a:t>160-05589</a:t>
                      </a:r>
                    </a:p>
                  </a:txBody>
                  <a:tcPr marL="9525" marR="9525" marT="9525" marB="0" anchor="ctr"/>
                </a:tc>
                <a:tc>
                  <a:txBody>
                    <a:bodyPr/>
                    <a:lstStyle/>
                    <a:p>
                      <a:pPr algn="ctr" fontAlgn="ctr"/>
                      <a:r>
                        <a:rPr lang="en-US" altLang="zh-CN" sz="1600" b="0" i="0" u="none" strike="noStrike" dirty="0">
                          <a:solidFill>
                            <a:srgbClr val="000000"/>
                          </a:solidFill>
                          <a:effectLst/>
                          <a:latin typeface="微软雅黑" panose="020B0503020204020204" pitchFamily="34" charset="-122"/>
                          <a:ea typeface="微软雅黑" panose="020B0503020204020204" pitchFamily="34" charset="-122"/>
                        </a:rPr>
                        <a:t>8</a:t>
                      </a:r>
                    </a:p>
                  </a:txBody>
                  <a:tcPr marL="9525" marR="9525" marT="9525" marB="0" anchor="ctr"/>
                </a:tc>
                <a:tc>
                  <a:txBody>
                    <a:bodyPr/>
                    <a:lstStyle/>
                    <a:p>
                      <a:pPr algn="ctr" fontAlgn="ctr"/>
                      <a:r>
                        <a:rPr lang="en-US" altLang="zh-CN" sz="1600" b="0" i="0" u="none" strike="noStrike" dirty="0">
                          <a:solidFill>
                            <a:srgbClr val="000000"/>
                          </a:solidFill>
                          <a:effectLst/>
                          <a:latin typeface="微软雅黑" panose="020B0503020204020204" pitchFamily="34" charset="-122"/>
                          <a:ea typeface="微软雅黑" panose="020B0503020204020204" pitchFamily="34" charset="-122"/>
                        </a:rPr>
                        <a:t>5.8</a:t>
                      </a:r>
                    </a:p>
                  </a:txBody>
                  <a:tcPr marL="9525" marR="9525" marT="9525" marB="0" anchor="ctr"/>
                </a:tc>
                <a:tc>
                  <a:txBody>
                    <a:bodyPr/>
                    <a:lstStyle/>
                    <a:p>
                      <a:pPr algn="ctr" fontAlgn="ctr"/>
                      <a:r>
                        <a:rPr lang="en-US" altLang="zh-CN" sz="1600" b="0" i="0" u="none" strike="noStrike" dirty="0">
                          <a:solidFill>
                            <a:srgbClr val="000000"/>
                          </a:solidFill>
                          <a:effectLst/>
                          <a:latin typeface="微软雅黑" panose="020B0503020204020204" pitchFamily="34" charset="-122"/>
                          <a:ea typeface="微软雅黑" panose="020B0503020204020204" pitchFamily="34" charset="-122"/>
                        </a:rPr>
                        <a:t>0.8</a:t>
                      </a:r>
                    </a:p>
                  </a:txBody>
                  <a:tcPr marL="9525" marR="9525" marT="9525" marB="0" anchor="ctr"/>
                </a:tc>
                <a:tc>
                  <a:txBody>
                    <a:bodyPr/>
                    <a:lstStyle/>
                    <a:p>
                      <a:pPr marL="0" marR="0" indent="0" algn="ctr" defTabSz="821530" fontAlgn="ctr" latinLnBrk="0">
                        <a:lnSpc>
                          <a:spcPct val="100000"/>
                        </a:lnSpc>
                        <a:spcBef>
                          <a:spcPts val="0"/>
                        </a:spcBef>
                        <a:spcAft>
                          <a:spcPts val="0"/>
                        </a:spcAft>
                        <a:buClrTx/>
                        <a:buSzTx/>
                        <a:buFontTx/>
                        <a:buNone/>
                        <a:tabLst/>
                      </a:pPr>
                      <a:r>
                        <a:rPr lang="el-GR" sz="1600" b="0" i="0" u="none" strike="noStrike" cap="none" spc="0" baseline="0" dirty="0">
                          <a:ln>
                            <a:noFill/>
                          </a:ln>
                          <a:solidFill>
                            <a:srgbClr val="000000"/>
                          </a:solidFill>
                          <a:effectLst/>
                          <a:uFillTx/>
                          <a:latin typeface="Arial" panose="020B0604020202020204" pitchFamily="34" charset="0"/>
                          <a:ea typeface="等线" panose="02010600030101010101" pitchFamily="2" charset="-122"/>
                          <a:cs typeface="+mn-cs"/>
                          <a:sym typeface="Helvetica Neue Light"/>
                        </a:rPr>
                        <a:t>4.</a:t>
                      </a:r>
                      <a:r>
                        <a:rPr lang="en-US" sz="1600" b="0" i="0" u="none" strike="noStrike" cap="none" spc="0" baseline="0" dirty="0">
                          <a:ln>
                            <a:noFill/>
                          </a:ln>
                          <a:solidFill>
                            <a:srgbClr val="000000"/>
                          </a:solidFill>
                          <a:effectLst/>
                          <a:uFillTx/>
                          <a:latin typeface="Arial" panose="020B0604020202020204" pitchFamily="34" charset="0"/>
                          <a:ea typeface="等线" panose="02010600030101010101" pitchFamily="2" charset="-122"/>
                          <a:cs typeface="+mn-cs"/>
                          <a:sym typeface="Helvetica Neue Light"/>
                        </a:rPr>
                        <a:t>24</a:t>
                      </a:r>
                      <a:r>
                        <a:rPr lang="el-GR" sz="1600" b="0" i="0" u="none" strike="noStrike" cap="none" spc="0" baseline="0" dirty="0">
                          <a:ln>
                            <a:noFill/>
                          </a:ln>
                          <a:solidFill>
                            <a:srgbClr val="000000"/>
                          </a:solidFill>
                          <a:effectLst/>
                          <a:uFillTx/>
                          <a:latin typeface="Arial" panose="020B0604020202020204" pitchFamily="34" charset="0"/>
                          <a:ea typeface="等线" panose="02010600030101010101" pitchFamily="2" charset="-122"/>
                          <a:cs typeface="+mn-cs"/>
                          <a:sym typeface="Helvetica Neue Light"/>
                        </a:rPr>
                        <a:t>~4.</a:t>
                      </a:r>
                      <a:r>
                        <a:rPr lang="en-US" sz="1600" b="0" i="0" u="none" strike="noStrike" cap="none" spc="0" baseline="0" dirty="0">
                          <a:ln>
                            <a:noFill/>
                          </a:ln>
                          <a:solidFill>
                            <a:srgbClr val="000000"/>
                          </a:solidFill>
                          <a:effectLst/>
                          <a:uFillTx/>
                          <a:latin typeface="Arial" panose="020B0604020202020204" pitchFamily="34" charset="0"/>
                          <a:ea typeface="等线" panose="02010600030101010101" pitchFamily="2" charset="-122"/>
                          <a:cs typeface="+mn-cs"/>
                          <a:sym typeface="Helvetica Neue Light"/>
                        </a:rPr>
                        <a:t>97</a:t>
                      </a:r>
                      <a:r>
                        <a:rPr lang="el-GR" sz="1600" b="0" i="0" u="none" strike="noStrike" cap="none" spc="0" baseline="0" dirty="0">
                          <a:ln>
                            <a:noFill/>
                          </a:ln>
                          <a:solidFill>
                            <a:srgbClr val="000000"/>
                          </a:solidFill>
                          <a:effectLst/>
                          <a:uFillTx/>
                          <a:latin typeface="Arial" panose="020B0604020202020204" pitchFamily="34" charset="0"/>
                          <a:ea typeface="等线" panose="02010600030101010101" pitchFamily="2" charset="-122"/>
                          <a:cs typeface="+mn-cs"/>
                          <a:sym typeface="Helvetica Neue Light"/>
                        </a:rPr>
                        <a:t> </a:t>
                      </a:r>
                      <a:endParaRPr lang="en-US" sz="1600" b="0" i="0" u="none" strike="noStrike" cap="none" spc="0" baseline="0" dirty="0">
                        <a:ln>
                          <a:noFill/>
                        </a:ln>
                        <a:solidFill>
                          <a:srgbClr val="000000"/>
                        </a:solidFill>
                        <a:effectLst/>
                        <a:uFillTx/>
                        <a:latin typeface="Arial" panose="020B0604020202020204" pitchFamily="34" charset="0"/>
                        <a:ea typeface="等线" panose="02010600030101010101" pitchFamily="2" charset="-122"/>
                        <a:cs typeface="+mn-cs"/>
                        <a:sym typeface="Helvetica Neue Light"/>
                      </a:endParaRPr>
                    </a:p>
                  </a:txBody>
                  <a:tcPr marL="9525" marR="9525" marT="9525" marB="0" anchor="ctr"/>
                </a:tc>
                <a:tc>
                  <a:txBody>
                    <a:bodyPr/>
                    <a:lstStyle/>
                    <a:p>
                      <a:pPr algn="ctr" fontAlgn="ctr"/>
                      <a:r>
                        <a:rPr lang="el-GR" sz="1600" b="0" i="0" u="none" strike="noStrike" dirty="0">
                          <a:solidFill>
                            <a:srgbClr val="000000"/>
                          </a:solidFill>
                          <a:effectLst/>
                          <a:latin typeface="微软雅黑" panose="020B0503020204020204" pitchFamily="34" charset="-122"/>
                          <a:ea typeface="微软雅黑" panose="020B0503020204020204" pitchFamily="34" charset="-122"/>
                        </a:rPr>
                        <a:t>90° Θ</a:t>
                      </a:r>
                      <a:r>
                        <a:rPr lang="en-US" sz="1600" b="0" i="0" u="none" strike="noStrike" dirty="0">
                          <a:solidFill>
                            <a:srgbClr val="000000"/>
                          </a:solidFill>
                          <a:effectLst/>
                          <a:latin typeface="微软雅黑" panose="020B0503020204020204" pitchFamily="34" charset="-122"/>
                          <a:ea typeface="微软雅黑" panose="020B0503020204020204" pitchFamily="34" charset="-122"/>
                        </a:rPr>
                        <a:t>z</a:t>
                      </a:r>
                    </a:p>
                  </a:txBody>
                  <a:tcPr marL="9525" marR="9525" marT="9525" marB="0" anchor="ctr">
                    <a:noFill/>
                  </a:tcPr>
                </a:tc>
                <a:tc>
                  <a:txBody>
                    <a:bodyPr/>
                    <a:lstStyle/>
                    <a:p>
                      <a:pPr marL="0" marR="0" lvl="0" indent="0" algn="ctr" defTabSz="821530" eaLnBrk="1" fontAlgn="ctr" latinLnBrk="0" hangingPunct="1">
                        <a:lnSpc>
                          <a:spcPct val="100000"/>
                        </a:lnSpc>
                        <a:spcBef>
                          <a:spcPts val="0"/>
                        </a:spcBef>
                        <a:spcAft>
                          <a:spcPts val="0"/>
                        </a:spcAft>
                        <a:buClrTx/>
                        <a:buSzTx/>
                        <a:buFontTx/>
                        <a:buNone/>
                        <a:tabLst/>
                        <a:defRPr/>
                      </a:pPr>
                      <a:r>
                        <a:rPr kumimoji="0" lang="en-US" altLang="zh-CN" sz="1600" b="0" i="0" u="none" strike="noStrike" kern="0" cap="none" spc="0" normalizeH="0" baseline="0" noProof="0">
                          <a:ln>
                            <a:noFill/>
                          </a:ln>
                          <a:solidFill>
                            <a:srgbClr val="000000"/>
                          </a:solidFill>
                          <a:effectLst/>
                          <a:uLnTx/>
                          <a:uFillTx/>
                          <a:latin typeface="Arial" panose="020B0604020202020204" pitchFamily="34" charset="0"/>
                          <a:ea typeface="等线" panose="02010600030101010101" pitchFamily="2" charset="-122"/>
                          <a:cs typeface="Helvetica Neue"/>
                          <a:sym typeface="Helvetica Neue Light"/>
                        </a:rPr>
                        <a:t>0.2</a:t>
                      </a:r>
                      <a:r>
                        <a:rPr kumimoji="0" lang="zh-CN" altLang="en-US" sz="1600" b="0" i="0" u="none" strike="noStrike" kern="0" cap="none" spc="0" normalizeH="0" baseline="0" noProof="0">
                          <a:ln>
                            <a:noFill/>
                          </a:ln>
                          <a:solidFill>
                            <a:srgbClr val="000000"/>
                          </a:solidFill>
                          <a:effectLst/>
                          <a:uLnTx/>
                          <a:uFillTx/>
                          <a:latin typeface="Arial" panose="020B0604020202020204" pitchFamily="34" charset="0"/>
                          <a:ea typeface="等线" panose="02010600030101010101" pitchFamily="2" charset="-122"/>
                          <a:cs typeface="Helvetica Neue"/>
                          <a:sym typeface="Helvetica Neue Light"/>
                        </a:rPr>
                        <a:t> </a:t>
                      </a:r>
                      <a:r>
                        <a:rPr kumimoji="0" lang="en-US" altLang="zh-CN" sz="1600" b="0" i="0" u="none" strike="noStrike" kern="0" cap="none" spc="0" normalizeH="0" baseline="0" noProof="0">
                          <a:ln>
                            <a:noFill/>
                          </a:ln>
                          <a:solidFill>
                            <a:srgbClr val="000000"/>
                          </a:solidFill>
                          <a:effectLst/>
                          <a:uLnTx/>
                          <a:uFillTx/>
                          <a:latin typeface="Arial" panose="020B0604020202020204" pitchFamily="34" charset="0"/>
                          <a:ea typeface="等线" panose="02010600030101010101" pitchFamily="2" charset="-122"/>
                          <a:cs typeface="Helvetica Neue"/>
                          <a:sym typeface="Helvetica Neue Light"/>
                        </a:rPr>
                        <a:t>+0.1/-0.08</a:t>
                      </a:r>
                      <a:endParaRPr kumimoji="0" lang="en-US" altLang="zh-CN" sz="1600" b="0" i="0" u="none" strike="noStrike" kern="0" cap="none" spc="0" normalizeH="0" baseline="0" noProof="0" dirty="0">
                        <a:ln>
                          <a:noFill/>
                        </a:ln>
                        <a:solidFill>
                          <a:srgbClr val="000000"/>
                        </a:solidFill>
                        <a:effectLst/>
                        <a:uLnTx/>
                        <a:uFillTx/>
                        <a:latin typeface="Arial" panose="020B0604020202020204" pitchFamily="34" charset="0"/>
                        <a:ea typeface="等线" panose="02010600030101010101" pitchFamily="2" charset="-122"/>
                        <a:cs typeface="Helvetica Neue"/>
                        <a:sym typeface="Helvetica Neue Light"/>
                      </a:endParaRPr>
                    </a:p>
                  </a:txBody>
                  <a:tcPr marL="9525" marR="9525" marT="9525" marB="0" anchor="ctr"/>
                </a:tc>
                <a:tc>
                  <a:txBody>
                    <a:bodyPr/>
                    <a:lstStyle/>
                    <a:p>
                      <a:pPr algn="ctr" fontAlgn="ctr"/>
                      <a:r>
                        <a:rPr lang="en-US" altLang="zh-CN" sz="1600" b="0" i="0" u="none" strike="noStrike">
                          <a:solidFill>
                            <a:srgbClr val="000000"/>
                          </a:solidFill>
                          <a:effectLst/>
                          <a:latin typeface="Arial" panose="020B0604020202020204" pitchFamily="34" charset="0"/>
                          <a:ea typeface="等线" panose="02010600030101010101" pitchFamily="2" charset="-122"/>
                        </a:rPr>
                        <a:t>Max 0.2</a:t>
                      </a:r>
                      <a:endParaRPr lang="en-US" altLang="zh-CN" sz="1600" b="0" i="0" u="none" strike="noStrike" dirty="0">
                        <a:solidFill>
                          <a:srgbClr val="000000"/>
                        </a:solidFill>
                        <a:effectLst/>
                        <a:latin typeface="Arial" panose="020B0604020202020204" pitchFamily="34" charset="0"/>
                        <a:ea typeface="等线" panose="02010600030101010101" pitchFamily="2" charset="-122"/>
                      </a:endParaRPr>
                    </a:p>
                  </a:txBody>
                  <a:tcPr marL="9525" marR="9525" marT="9525" marB="0" anchor="ctr"/>
                </a:tc>
                <a:tc>
                  <a:txBody>
                    <a:bodyPr/>
                    <a:lstStyle/>
                    <a:p>
                      <a:pPr algn="ctr" fontAlgn="ctr"/>
                      <a:r>
                        <a:rPr lang="en-US" sz="1600" b="0" i="0" u="none" strike="noStrike" dirty="0">
                          <a:solidFill>
                            <a:srgbClr val="000000"/>
                          </a:solidFill>
                          <a:effectLst/>
                          <a:latin typeface="Arial" panose="020B0604020202020204" pitchFamily="34" charset="0"/>
                          <a:ea typeface="等线" panose="02010600030101010101" pitchFamily="2" charset="-122"/>
                        </a:rPr>
                        <a:t>N45SH-100RC</a:t>
                      </a:r>
                    </a:p>
                  </a:txBody>
                  <a:tcPr marL="9525" marR="9525" marT="9525" marB="0" anchor="ctr"/>
                </a:tc>
                <a:tc>
                  <a:txBody>
                    <a:bodyPr/>
                    <a:lstStyle/>
                    <a:p>
                      <a:pPr algn="ctr" fontAlgn="ctr"/>
                      <a:r>
                        <a:rPr lang="en-US" altLang="zh-CN" sz="1600" b="0" i="0" u="none" strike="noStrike">
                          <a:solidFill>
                            <a:srgbClr val="000000"/>
                          </a:solidFill>
                          <a:effectLst/>
                          <a:latin typeface="微软雅黑" panose="020B0503020204020204" pitchFamily="34" charset="-122"/>
                          <a:ea typeface="微软雅黑" panose="020B0503020204020204" pitchFamily="34" charset="-122"/>
                        </a:rPr>
                        <a:t>13.2~13.8</a:t>
                      </a:r>
                    </a:p>
                  </a:txBody>
                  <a:tcPr marL="9525" marR="9525" marT="9525" marB="0" anchor="ctr"/>
                </a:tc>
                <a:tc>
                  <a:txBody>
                    <a:bodyPr/>
                    <a:lstStyle/>
                    <a:p>
                      <a:pPr algn="ctr" fontAlgn="ctr"/>
                      <a:r>
                        <a:rPr lang="en-US" altLang="zh-CN" sz="1600" b="0" i="0" u="none" strike="noStrike">
                          <a:solidFill>
                            <a:srgbClr val="000000"/>
                          </a:solidFill>
                          <a:effectLst/>
                          <a:latin typeface="微软雅黑" panose="020B0503020204020204" pitchFamily="34" charset="-122"/>
                          <a:ea typeface="微软雅黑" panose="020B0503020204020204" pitchFamily="34" charset="-122"/>
                        </a:rPr>
                        <a:t>/</a:t>
                      </a:r>
                    </a:p>
                  </a:txBody>
                  <a:tcPr marL="9525" marR="9525" marT="9525" marB="0" anchor="ctr"/>
                </a:tc>
                <a:tc>
                  <a:txBody>
                    <a:bodyPr/>
                    <a:lstStyle/>
                    <a:p>
                      <a:pPr algn="ctr" fontAlgn="ctr"/>
                      <a:r>
                        <a:rPr lang="en-US" sz="1600" b="0" i="0" u="none" strike="noStrike">
                          <a:solidFill>
                            <a:srgbClr val="000000"/>
                          </a:solidFill>
                          <a:effectLst/>
                          <a:latin typeface="微软雅黑" panose="020B0503020204020204" pitchFamily="34" charset="-122"/>
                          <a:ea typeface="微软雅黑" panose="020B0503020204020204" pitchFamily="34" charset="-122"/>
                        </a:rPr>
                        <a:t>20MIN</a:t>
                      </a:r>
                    </a:p>
                  </a:txBody>
                  <a:tcPr marL="9525" marR="9525" marT="9525" marB="0" anchor="ctr"/>
                </a:tc>
                <a:tc>
                  <a:txBody>
                    <a:bodyPr/>
                    <a:lstStyle/>
                    <a:p>
                      <a:pPr algn="ctr" fontAlgn="ctr"/>
                      <a:r>
                        <a:rPr lang="en-US" altLang="zh-CN" sz="1600" b="0" i="0" u="none" strike="noStrike">
                          <a:solidFill>
                            <a:srgbClr val="000000"/>
                          </a:solidFill>
                          <a:effectLst/>
                          <a:latin typeface="微软雅黑" panose="020B0503020204020204" pitchFamily="34" charset="-122"/>
                          <a:ea typeface="微软雅黑" panose="020B0503020204020204" pitchFamily="34" charset="-122"/>
                        </a:rPr>
                        <a:t>42.98~45.99</a:t>
                      </a:r>
                    </a:p>
                  </a:txBody>
                  <a:tcPr marL="9525" marR="9525" marT="9525" marB="0" anchor="ctr"/>
                </a:tc>
                <a:tc>
                  <a:txBody>
                    <a:bodyPr/>
                    <a:lstStyle/>
                    <a:p>
                      <a:pPr algn="ctr" fontAlgn="ctr"/>
                      <a:r>
                        <a:rPr lang="en-US" sz="1600" b="0" i="0" u="none" strike="noStrike">
                          <a:solidFill>
                            <a:srgbClr val="000000"/>
                          </a:solidFill>
                          <a:effectLst/>
                          <a:latin typeface="微软雅黑" panose="020B0503020204020204" pitchFamily="34" charset="-122"/>
                          <a:ea typeface="微软雅黑" panose="020B0503020204020204" pitchFamily="34" charset="-122"/>
                        </a:rPr>
                        <a:t>Zinc:6-14</a:t>
                      </a:r>
                    </a:p>
                  </a:txBody>
                  <a:tcPr marL="9525" marR="9525" marT="9525" marB="0" anchor="ctr"/>
                </a:tc>
                <a:extLst>
                  <a:ext uri="{0D108BD9-81ED-4DB2-BD59-A6C34878D82A}">
                    <a16:rowId xmlns:a16="http://schemas.microsoft.com/office/drawing/2014/main" val="2451894031"/>
                  </a:ext>
                </a:extLst>
              </a:tr>
              <a:tr h="420680">
                <a:tc>
                  <a:txBody>
                    <a:bodyPr/>
                    <a:lstStyle/>
                    <a:p>
                      <a:pPr algn="ctr" fontAlgn="ctr"/>
                      <a:r>
                        <a:rPr lang="en-US" altLang="zh-CN" sz="1600" b="0" i="0" u="none" strike="noStrike" dirty="0">
                          <a:solidFill>
                            <a:srgbClr val="000000"/>
                          </a:solidFill>
                          <a:effectLst/>
                          <a:latin typeface="微软雅黑" panose="020B0503020204020204" pitchFamily="34" charset="-122"/>
                          <a:ea typeface="微软雅黑" panose="020B0503020204020204" pitchFamily="34" charset="-122"/>
                        </a:rPr>
                        <a:t>44</a:t>
                      </a:r>
                    </a:p>
                  </a:txBody>
                  <a:tcPr marL="9525" marR="9525" marT="9525" marB="0" anchor="ctr"/>
                </a:tc>
                <a:tc>
                  <a:txBody>
                    <a:bodyPr/>
                    <a:lstStyle/>
                    <a:p>
                      <a:pPr algn="ctr" fontAlgn="ctr"/>
                      <a:r>
                        <a:rPr lang="en-US" altLang="zh-CN" sz="1600" b="0" i="0" u="none" strike="noStrike" cap="none" spc="0" baseline="0" dirty="0">
                          <a:ln>
                            <a:noFill/>
                          </a:ln>
                          <a:solidFill>
                            <a:srgbClr val="000000"/>
                          </a:solidFill>
                          <a:effectLst/>
                          <a:uFillTx/>
                          <a:latin typeface="微软雅黑" panose="020B0503020204020204" pitchFamily="34" charset="-122"/>
                          <a:ea typeface="微软雅黑" panose="020B0503020204020204" pitchFamily="34" charset="-122"/>
                          <a:cs typeface="+mn-cs"/>
                          <a:sym typeface="Helvetica Neue Light"/>
                        </a:rPr>
                        <a:t>160-05590</a:t>
                      </a:r>
                    </a:p>
                  </a:txBody>
                  <a:tcPr marL="9525" marR="9525" marT="9525" marB="0" anchor="ctr"/>
                </a:tc>
                <a:tc>
                  <a:txBody>
                    <a:bodyPr/>
                    <a:lstStyle/>
                    <a:p>
                      <a:pPr algn="ctr" fontAlgn="ctr"/>
                      <a:r>
                        <a:rPr lang="en-US" altLang="zh-CN" sz="1600" b="0" i="0" u="none" strike="noStrike" dirty="0">
                          <a:solidFill>
                            <a:srgbClr val="000000"/>
                          </a:solidFill>
                          <a:effectLst/>
                          <a:latin typeface="微软雅黑" panose="020B0503020204020204" pitchFamily="34" charset="-122"/>
                          <a:ea typeface="微软雅黑" panose="020B0503020204020204" pitchFamily="34" charset="-122"/>
                        </a:rPr>
                        <a:t>4.5</a:t>
                      </a:r>
                    </a:p>
                  </a:txBody>
                  <a:tcPr marL="9525" marR="9525" marT="9525" marB="0" anchor="ctr"/>
                </a:tc>
                <a:tc>
                  <a:txBody>
                    <a:bodyPr/>
                    <a:lstStyle/>
                    <a:p>
                      <a:pPr algn="ctr" fontAlgn="ctr"/>
                      <a:r>
                        <a:rPr lang="en-US" altLang="zh-CN" sz="1600" b="0" i="0" u="none" strike="noStrike" dirty="0">
                          <a:solidFill>
                            <a:srgbClr val="000000"/>
                          </a:solidFill>
                          <a:effectLst/>
                          <a:latin typeface="微软雅黑" panose="020B0503020204020204" pitchFamily="34" charset="-122"/>
                          <a:ea typeface="微软雅黑" panose="020B0503020204020204" pitchFamily="34" charset="-122"/>
                        </a:rPr>
                        <a:t>5.8</a:t>
                      </a:r>
                    </a:p>
                  </a:txBody>
                  <a:tcPr marL="9525" marR="9525" marT="9525" marB="0" anchor="ctr"/>
                </a:tc>
                <a:tc>
                  <a:txBody>
                    <a:bodyPr/>
                    <a:lstStyle/>
                    <a:p>
                      <a:pPr algn="ctr" fontAlgn="ctr"/>
                      <a:r>
                        <a:rPr lang="en-US" altLang="zh-CN" sz="1600" b="0" i="0" u="none" strike="noStrike" dirty="0">
                          <a:solidFill>
                            <a:srgbClr val="000000"/>
                          </a:solidFill>
                          <a:effectLst/>
                          <a:latin typeface="微软雅黑" panose="020B0503020204020204" pitchFamily="34" charset="-122"/>
                          <a:ea typeface="微软雅黑" panose="020B0503020204020204" pitchFamily="34" charset="-122"/>
                        </a:rPr>
                        <a:t>0.8</a:t>
                      </a:r>
                    </a:p>
                  </a:txBody>
                  <a:tcPr marL="9525" marR="9525" marT="9525" marB="0" anchor="ctr"/>
                </a:tc>
                <a:tc>
                  <a:txBody>
                    <a:bodyPr/>
                    <a:lstStyle/>
                    <a:p>
                      <a:pPr marL="0" marR="0" indent="0" algn="ctr" defTabSz="821530" fontAlgn="ctr" latinLnBrk="0">
                        <a:lnSpc>
                          <a:spcPct val="100000"/>
                        </a:lnSpc>
                        <a:spcBef>
                          <a:spcPts val="0"/>
                        </a:spcBef>
                        <a:spcAft>
                          <a:spcPts val="0"/>
                        </a:spcAft>
                        <a:buClrTx/>
                        <a:buSzTx/>
                        <a:buFontTx/>
                        <a:buNone/>
                        <a:tabLst/>
                      </a:pPr>
                      <a:r>
                        <a:rPr lang="el-GR" sz="1600" b="0" i="0" u="none" strike="noStrike" cap="none" spc="0" baseline="0" dirty="0">
                          <a:ln>
                            <a:noFill/>
                          </a:ln>
                          <a:solidFill>
                            <a:srgbClr val="000000"/>
                          </a:solidFill>
                          <a:effectLst/>
                          <a:uFillTx/>
                          <a:latin typeface="Arial" panose="020B0604020202020204" pitchFamily="34" charset="0"/>
                          <a:ea typeface="等线" panose="02010600030101010101" pitchFamily="2" charset="-122"/>
                          <a:cs typeface="+mn-cs"/>
                          <a:sym typeface="Helvetica Neue Light"/>
                        </a:rPr>
                        <a:t>2.</a:t>
                      </a:r>
                      <a:r>
                        <a:rPr lang="en-US" sz="1600" b="0" i="0" u="none" strike="noStrike" cap="none" spc="0" baseline="0" dirty="0">
                          <a:ln>
                            <a:noFill/>
                          </a:ln>
                          <a:solidFill>
                            <a:srgbClr val="000000"/>
                          </a:solidFill>
                          <a:effectLst/>
                          <a:uFillTx/>
                          <a:latin typeface="Arial" panose="020B0604020202020204" pitchFamily="34" charset="0"/>
                          <a:ea typeface="等线" panose="02010600030101010101" pitchFamily="2" charset="-122"/>
                          <a:cs typeface="+mn-cs"/>
                          <a:sym typeface="Helvetica Neue Light"/>
                        </a:rPr>
                        <a:t>38</a:t>
                      </a:r>
                      <a:r>
                        <a:rPr lang="el-GR" sz="1600" b="0" i="0" u="none" strike="noStrike" cap="none" spc="0" baseline="0" dirty="0">
                          <a:ln>
                            <a:noFill/>
                          </a:ln>
                          <a:solidFill>
                            <a:srgbClr val="000000"/>
                          </a:solidFill>
                          <a:effectLst/>
                          <a:uFillTx/>
                          <a:latin typeface="Arial" panose="020B0604020202020204" pitchFamily="34" charset="0"/>
                          <a:ea typeface="等线" panose="02010600030101010101" pitchFamily="2" charset="-122"/>
                          <a:cs typeface="+mn-cs"/>
                          <a:sym typeface="Helvetica Neue Light"/>
                        </a:rPr>
                        <a:t>~2.</a:t>
                      </a:r>
                      <a:r>
                        <a:rPr lang="en-US" sz="1600" b="0" i="0" u="none" strike="noStrike" cap="none" spc="0" baseline="0" dirty="0">
                          <a:ln>
                            <a:noFill/>
                          </a:ln>
                          <a:solidFill>
                            <a:srgbClr val="000000"/>
                          </a:solidFill>
                          <a:effectLst/>
                          <a:uFillTx/>
                          <a:latin typeface="Arial" panose="020B0604020202020204" pitchFamily="34" charset="0"/>
                          <a:ea typeface="等线" panose="02010600030101010101" pitchFamily="2" charset="-122"/>
                          <a:cs typeface="+mn-cs"/>
                          <a:sym typeface="Helvetica Neue Light"/>
                        </a:rPr>
                        <a:t>80</a:t>
                      </a:r>
                      <a:r>
                        <a:rPr lang="el-GR" sz="1600" b="0" i="0" u="none" strike="noStrike" cap="none" spc="0" baseline="0" dirty="0">
                          <a:ln>
                            <a:noFill/>
                          </a:ln>
                          <a:solidFill>
                            <a:srgbClr val="000000"/>
                          </a:solidFill>
                          <a:effectLst/>
                          <a:uFillTx/>
                          <a:latin typeface="Arial" panose="020B0604020202020204" pitchFamily="34" charset="0"/>
                          <a:ea typeface="等线" panose="02010600030101010101" pitchFamily="2" charset="-122"/>
                          <a:cs typeface="+mn-cs"/>
                          <a:sym typeface="Helvetica Neue Light"/>
                        </a:rPr>
                        <a:t> </a:t>
                      </a:r>
                      <a:endParaRPr lang="en-US" sz="1600" b="0" i="0" u="none" strike="noStrike" cap="none" spc="0" baseline="0" dirty="0">
                        <a:ln>
                          <a:noFill/>
                        </a:ln>
                        <a:solidFill>
                          <a:srgbClr val="000000"/>
                        </a:solidFill>
                        <a:effectLst/>
                        <a:uFillTx/>
                        <a:latin typeface="Arial" panose="020B0604020202020204" pitchFamily="34" charset="0"/>
                        <a:ea typeface="等线" panose="02010600030101010101" pitchFamily="2" charset="-122"/>
                        <a:cs typeface="+mn-cs"/>
                        <a:sym typeface="Helvetica Neue Light"/>
                      </a:endParaRPr>
                    </a:p>
                  </a:txBody>
                  <a:tcPr marL="9525" marR="9525" marT="9525" marB="0" anchor="ctr"/>
                </a:tc>
                <a:tc>
                  <a:txBody>
                    <a:bodyPr/>
                    <a:lstStyle/>
                    <a:p>
                      <a:pPr algn="ctr" fontAlgn="ctr"/>
                      <a:r>
                        <a:rPr lang="el-GR" sz="1600" b="0" i="0" u="none" strike="noStrike" dirty="0">
                          <a:solidFill>
                            <a:srgbClr val="000000"/>
                          </a:solidFill>
                          <a:effectLst/>
                          <a:latin typeface="微软雅黑" panose="020B0503020204020204" pitchFamily="34" charset="-122"/>
                          <a:ea typeface="微软雅黑" panose="020B0503020204020204" pitchFamily="34" charset="-122"/>
                        </a:rPr>
                        <a:t>90° Θ</a:t>
                      </a:r>
                      <a:r>
                        <a:rPr lang="en-US" sz="1600" b="0" i="0" u="none" strike="noStrike" dirty="0">
                          <a:solidFill>
                            <a:srgbClr val="000000"/>
                          </a:solidFill>
                          <a:effectLst/>
                          <a:latin typeface="微软雅黑" panose="020B0503020204020204" pitchFamily="34" charset="-122"/>
                          <a:ea typeface="微软雅黑" panose="020B0503020204020204" pitchFamily="34" charset="-122"/>
                        </a:rPr>
                        <a:t>z</a:t>
                      </a:r>
                    </a:p>
                  </a:txBody>
                  <a:tcPr marL="9525" marR="9525" marT="9525" marB="0" anchor="ctr">
                    <a:noFill/>
                  </a:tcPr>
                </a:tc>
                <a:tc>
                  <a:txBody>
                    <a:bodyPr/>
                    <a:lstStyle/>
                    <a:p>
                      <a:pPr marL="0" marR="0" lvl="0" indent="0" algn="ctr" defTabSz="821530" eaLnBrk="1" fontAlgn="ctr" latinLnBrk="0" hangingPunct="1">
                        <a:lnSpc>
                          <a:spcPct val="100000"/>
                        </a:lnSpc>
                        <a:spcBef>
                          <a:spcPts val="0"/>
                        </a:spcBef>
                        <a:spcAft>
                          <a:spcPts val="0"/>
                        </a:spcAft>
                        <a:buClrTx/>
                        <a:buSzTx/>
                        <a:buFontTx/>
                        <a:buNone/>
                        <a:tabLst/>
                        <a:defRPr/>
                      </a:pPr>
                      <a:r>
                        <a:rPr kumimoji="0" lang="en-US" altLang="zh-CN" sz="1600" b="0" i="0" u="none" strike="noStrike" kern="0" cap="none" spc="0" normalizeH="0" baseline="0" noProof="0">
                          <a:ln>
                            <a:noFill/>
                          </a:ln>
                          <a:solidFill>
                            <a:srgbClr val="000000"/>
                          </a:solidFill>
                          <a:effectLst/>
                          <a:uLnTx/>
                          <a:uFillTx/>
                          <a:latin typeface="Arial" panose="020B0604020202020204" pitchFamily="34" charset="0"/>
                          <a:ea typeface="等线" panose="02010600030101010101" pitchFamily="2" charset="-122"/>
                          <a:cs typeface="Helvetica Neue"/>
                          <a:sym typeface="Helvetica Neue Light"/>
                        </a:rPr>
                        <a:t>0.2</a:t>
                      </a:r>
                      <a:r>
                        <a:rPr kumimoji="0" lang="zh-CN" altLang="en-US" sz="1600" b="0" i="0" u="none" strike="noStrike" kern="0" cap="none" spc="0" normalizeH="0" baseline="0" noProof="0">
                          <a:ln>
                            <a:noFill/>
                          </a:ln>
                          <a:solidFill>
                            <a:srgbClr val="000000"/>
                          </a:solidFill>
                          <a:effectLst/>
                          <a:uLnTx/>
                          <a:uFillTx/>
                          <a:latin typeface="Arial" panose="020B0604020202020204" pitchFamily="34" charset="0"/>
                          <a:ea typeface="等线" panose="02010600030101010101" pitchFamily="2" charset="-122"/>
                          <a:cs typeface="Helvetica Neue"/>
                          <a:sym typeface="Helvetica Neue Light"/>
                        </a:rPr>
                        <a:t> </a:t>
                      </a:r>
                      <a:r>
                        <a:rPr kumimoji="0" lang="en-US" altLang="zh-CN" sz="1600" b="0" i="0" u="none" strike="noStrike" kern="0" cap="none" spc="0" normalizeH="0" baseline="0" noProof="0">
                          <a:ln>
                            <a:noFill/>
                          </a:ln>
                          <a:solidFill>
                            <a:srgbClr val="000000"/>
                          </a:solidFill>
                          <a:effectLst/>
                          <a:uLnTx/>
                          <a:uFillTx/>
                          <a:latin typeface="Arial" panose="020B0604020202020204" pitchFamily="34" charset="0"/>
                          <a:ea typeface="等线" panose="02010600030101010101" pitchFamily="2" charset="-122"/>
                          <a:cs typeface="Helvetica Neue"/>
                          <a:sym typeface="Helvetica Neue Light"/>
                        </a:rPr>
                        <a:t>+0.1/-0.08</a:t>
                      </a:r>
                      <a:endParaRPr kumimoji="0" lang="en-US" altLang="zh-CN" sz="1600" b="0" i="0" u="none" strike="noStrike" kern="0" cap="none" spc="0" normalizeH="0" baseline="0" noProof="0" dirty="0">
                        <a:ln>
                          <a:noFill/>
                        </a:ln>
                        <a:solidFill>
                          <a:srgbClr val="000000"/>
                        </a:solidFill>
                        <a:effectLst/>
                        <a:uLnTx/>
                        <a:uFillTx/>
                        <a:latin typeface="Arial" panose="020B0604020202020204" pitchFamily="34" charset="0"/>
                        <a:ea typeface="等线" panose="02010600030101010101" pitchFamily="2" charset="-122"/>
                        <a:cs typeface="Helvetica Neue"/>
                        <a:sym typeface="Helvetica Neue Light"/>
                      </a:endParaRPr>
                    </a:p>
                  </a:txBody>
                  <a:tcPr marL="9525" marR="9525" marT="9525" marB="0" anchor="ctr"/>
                </a:tc>
                <a:tc>
                  <a:txBody>
                    <a:bodyPr/>
                    <a:lstStyle/>
                    <a:p>
                      <a:pPr algn="ctr" fontAlgn="ctr"/>
                      <a:r>
                        <a:rPr lang="en-US" altLang="zh-CN" sz="1600" b="0" i="0" u="none" strike="noStrike">
                          <a:solidFill>
                            <a:srgbClr val="000000"/>
                          </a:solidFill>
                          <a:effectLst/>
                          <a:latin typeface="Arial" panose="020B0604020202020204" pitchFamily="34" charset="0"/>
                          <a:ea typeface="等线" panose="02010600030101010101" pitchFamily="2" charset="-122"/>
                        </a:rPr>
                        <a:t>Max 0.2</a:t>
                      </a:r>
                      <a:endParaRPr lang="en-US" altLang="zh-CN" sz="1600" b="0" i="0" u="none" strike="noStrike" dirty="0">
                        <a:solidFill>
                          <a:srgbClr val="000000"/>
                        </a:solidFill>
                        <a:effectLst/>
                        <a:latin typeface="Arial" panose="020B0604020202020204" pitchFamily="34" charset="0"/>
                        <a:ea typeface="等线" panose="02010600030101010101" pitchFamily="2" charset="-122"/>
                      </a:endParaRPr>
                    </a:p>
                  </a:txBody>
                  <a:tcPr marL="9525" marR="9525" marT="9525" marB="0" anchor="ctr"/>
                </a:tc>
                <a:tc>
                  <a:txBody>
                    <a:bodyPr/>
                    <a:lstStyle/>
                    <a:p>
                      <a:pPr algn="ctr" fontAlgn="ctr"/>
                      <a:r>
                        <a:rPr lang="en-US" sz="1600" b="0" i="0" u="none" strike="noStrike" dirty="0">
                          <a:solidFill>
                            <a:srgbClr val="000000"/>
                          </a:solidFill>
                          <a:effectLst/>
                          <a:latin typeface="Arial" panose="020B0604020202020204" pitchFamily="34" charset="0"/>
                          <a:ea typeface="等线" panose="02010600030101010101" pitchFamily="2" charset="-122"/>
                        </a:rPr>
                        <a:t>N45SH-100RC</a:t>
                      </a:r>
                    </a:p>
                  </a:txBody>
                  <a:tcPr marL="9525" marR="9525" marT="9525" marB="0" anchor="ctr"/>
                </a:tc>
                <a:tc>
                  <a:txBody>
                    <a:bodyPr/>
                    <a:lstStyle/>
                    <a:p>
                      <a:pPr algn="ctr" fontAlgn="ctr"/>
                      <a:r>
                        <a:rPr lang="en-US" altLang="zh-CN" sz="1600" b="0" i="0" u="none" strike="noStrike" dirty="0">
                          <a:solidFill>
                            <a:srgbClr val="000000"/>
                          </a:solidFill>
                          <a:effectLst/>
                          <a:latin typeface="微软雅黑" panose="020B0503020204020204" pitchFamily="34" charset="-122"/>
                          <a:ea typeface="微软雅黑" panose="020B0503020204020204" pitchFamily="34" charset="-122"/>
                        </a:rPr>
                        <a:t>13.2~13.8</a:t>
                      </a:r>
                    </a:p>
                  </a:txBody>
                  <a:tcPr marL="9525" marR="9525" marT="9525" marB="0" anchor="ctr"/>
                </a:tc>
                <a:tc>
                  <a:txBody>
                    <a:bodyPr/>
                    <a:lstStyle/>
                    <a:p>
                      <a:pPr algn="ctr" fontAlgn="ctr"/>
                      <a:r>
                        <a:rPr lang="en-US" altLang="zh-CN" sz="1600" b="0" i="0" u="none" strike="noStrike">
                          <a:solidFill>
                            <a:srgbClr val="000000"/>
                          </a:solidFill>
                          <a:effectLst/>
                          <a:latin typeface="微软雅黑" panose="020B0503020204020204" pitchFamily="34" charset="-122"/>
                          <a:ea typeface="微软雅黑" panose="020B0503020204020204" pitchFamily="34" charset="-122"/>
                        </a:rPr>
                        <a:t>/</a:t>
                      </a:r>
                    </a:p>
                  </a:txBody>
                  <a:tcPr marL="9525" marR="9525" marT="9525" marB="0" anchor="ctr"/>
                </a:tc>
                <a:tc>
                  <a:txBody>
                    <a:bodyPr/>
                    <a:lstStyle/>
                    <a:p>
                      <a:pPr algn="ctr" fontAlgn="ctr"/>
                      <a:r>
                        <a:rPr lang="en-US" sz="1600" b="0" i="0" u="none" strike="noStrike">
                          <a:solidFill>
                            <a:srgbClr val="000000"/>
                          </a:solidFill>
                          <a:effectLst/>
                          <a:latin typeface="微软雅黑" panose="020B0503020204020204" pitchFamily="34" charset="-122"/>
                          <a:ea typeface="微软雅黑" panose="020B0503020204020204" pitchFamily="34" charset="-122"/>
                        </a:rPr>
                        <a:t>20MIN</a:t>
                      </a:r>
                    </a:p>
                  </a:txBody>
                  <a:tcPr marL="9525" marR="9525" marT="9525" marB="0" anchor="ctr"/>
                </a:tc>
                <a:tc>
                  <a:txBody>
                    <a:bodyPr/>
                    <a:lstStyle/>
                    <a:p>
                      <a:pPr algn="ctr" fontAlgn="ctr"/>
                      <a:r>
                        <a:rPr lang="en-US" altLang="zh-CN" sz="1600" b="0" i="0" u="none" strike="noStrike">
                          <a:solidFill>
                            <a:srgbClr val="000000"/>
                          </a:solidFill>
                          <a:effectLst/>
                          <a:latin typeface="微软雅黑" panose="020B0503020204020204" pitchFamily="34" charset="-122"/>
                          <a:ea typeface="微软雅黑" panose="020B0503020204020204" pitchFamily="34" charset="-122"/>
                        </a:rPr>
                        <a:t>42.98~45.99</a:t>
                      </a:r>
                    </a:p>
                  </a:txBody>
                  <a:tcPr marL="9525" marR="9525" marT="9525" marB="0" anchor="ctr"/>
                </a:tc>
                <a:tc>
                  <a:txBody>
                    <a:bodyPr/>
                    <a:lstStyle/>
                    <a:p>
                      <a:pPr algn="ctr" fontAlgn="ctr"/>
                      <a:r>
                        <a:rPr lang="en-US" sz="1600" b="0" i="0" u="none" strike="noStrike">
                          <a:solidFill>
                            <a:srgbClr val="000000"/>
                          </a:solidFill>
                          <a:effectLst/>
                          <a:latin typeface="微软雅黑" panose="020B0503020204020204" pitchFamily="34" charset="-122"/>
                          <a:ea typeface="微软雅黑" panose="020B0503020204020204" pitchFamily="34" charset="-122"/>
                        </a:rPr>
                        <a:t>Zinc:6-14</a:t>
                      </a:r>
                    </a:p>
                  </a:txBody>
                  <a:tcPr marL="9525" marR="9525" marT="9525" marB="0" anchor="ctr"/>
                </a:tc>
                <a:extLst>
                  <a:ext uri="{0D108BD9-81ED-4DB2-BD59-A6C34878D82A}">
                    <a16:rowId xmlns:a16="http://schemas.microsoft.com/office/drawing/2014/main" val="1076669515"/>
                  </a:ext>
                </a:extLst>
              </a:tr>
              <a:tr h="420680">
                <a:tc>
                  <a:txBody>
                    <a:bodyPr/>
                    <a:lstStyle/>
                    <a:p>
                      <a:pPr algn="ctr" fontAlgn="ctr"/>
                      <a:r>
                        <a:rPr lang="en-US" altLang="zh-CN" sz="1600" b="0" i="0" u="none" strike="noStrike" dirty="0">
                          <a:solidFill>
                            <a:srgbClr val="000000"/>
                          </a:solidFill>
                          <a:effectLst/>
                          <a:latin typeface="微软雅黑" panose="020B0503020204020204" pitchFamily="34" charset="-122"/>
                          <a:ea typeface="微软雅黑" panose="020B0503020204020204" pitchFamily="34" charset="-122"/>
                        </a:rPr>
                        <a:t>45</a:t>
                      </a:r>
                    </a:p>
                  </a:txBody>
                  <a:tcPr marL="9525" marR="9525" marT="9525" marB="0" anchor="ctr"/>
                </a:tc>
                <a:tc>
                  <a:txBody>
                    <a:bodyPr/>
                    <a:lstStyle/>
                    <a:p>
                      <a:pPr algn="ctr" fontAlgn="ctr"/>
                      <a:r>
                        <a:rPr lang="en-US" altLang="zh-CN" sz="1600" b="0" i="0" u="none" strike="noStrike" cap="none" spc="0" baseline="0">
                          <a:ln>
                            <a:noFill/>
                          </a:ln>
                          <a:solidFill>
                            <a:srgbClr val="000000"/>
                          </a:solidFill>
                          <a:effectLst/>
                          <a:uFillTx/>
                          <a:latin typeface="微软雅黑" panose="020B0503020204020204" pitchFamily="34" charset="-122"/>
                          <a:ea typeface="微软雅黑" panose="020B0503020204020204" pitchFamily="34" charset="-122"/>
                          <a:cs typeface="+mn-cs"/>
                          <a:sym typeface="Helvetica Neue Light"/>
                        </a:rPr>
                        <a:t>160-05750</a:t>
                      </a:r>
                    </a:p>
                  </a:txBody>
                  <a:tcPr marL="9525" marR="9525" marT="9525" marB="0" anchor="ctr"/>
                </a:tc>
                <a:tc>
                  <a:txBody>
                    <a:bodyPr/>
                    <a:lstStyle/>
                    <a:p>
                      <a:pPr algn="ctr" fontAlgn="ctr"/>
                      <a:r>
                        <a:rPr lang="en-US" altLang="zh-CN" sz="1600" b="0" i="0" u="none" strike="noStrike">
                          <a:solidFill>
                            <a:srgbClr val="000000"/>
                          </a:solidFill>
                          <a:effectLst/>
                          <a:latin typeface="微软雅黑" panose="020B0503020204020204" pitchFamily="34" charset="-122"/>
                          <a:ea typeface="微软雅黑" panose="020B0503020204020204" pitchFamily="34" charset="-122"/>
                        </a:rPr>
                        <a:t>7</a:t>
                      </a:r>
                    </a:p>
                  </a:txBody>
                  <a:tcPr marL="9525" marR="9525" marT="9525" marB="0" anchor="ctr"/>
                </a:tc>
                <a:tc>
                  <a:txBody>
                    <a:bodyPr/>
                    <a:lstStyle/>
                    <a:p>
                      <a:pPr algn="ctr" fontAlgn="ctr"/>
                      <a:r>
                        <a:rPr lang="en-US" altLang="zh-CN" sz="1600" b="0" i="0" u="none" strike="noStrike" dirty="0">
                          <a:solidFill>
                            <a:srgbClr val="000000"/>
                          </a:solidFill>
                          <a:effectLst/>
                          <a:latin typeface="微软雅黑" panose="020B0503020204020204" pitchFamily="34" charset="-122"/>
                          <a:ea typeface="微软雅黑" panose="020B0503020204020204" pitchFamily="34" charset="-122"/>
                        </a:rPr>
                        <a:t>5.8</a:t>
                      </a:r>
                    </a:p>
                  </a:txBody>
                  <a:tcPr marL="9525" marR="9525" marT="9525" marB="0" anchor="ctr"/>
                </a:tc>
                <a:tc>
                  <a:txBody>
                    <a:bodyPr/>
                    <a:lstStyle/>
                    <a:p>
                      <a:pPr algn="ctr" fontAlgn="ctr"/>
                      <a:r>
                        <a:rPr lang="en-US" altLang="zh-CN" sz="1600" b="0" i="0" u="none" strike="noStrike" dirty="0">
                          <a:solidFill>
                            <a:srgbClr val="000000"/>
                          </a:solidFill>
                          <a:effectLst/>
                          <a:latin typeface="微软雅黑" panose="020B0503020204020204" pitchFamily="34" charset="-122"/>
                          <a:ea typeface="微软雅黑" panose="020B0503020204020204" pitchFamily="34" charset="-122"/>
                        </a:rPr>
                        <a:t>0.8</a:t>
                      </a:r>
                    </a:p>
                  </a:txBody>
                  <a:tcPr marL="9525" marR="9525" marT="9525" marB="0" anchor="ctr"/>
                </a:tc>
                <a:tc>
                  <a:txBody>
                    <a:bodyPr/>
                    <a:lstStyle/>
                    <a:p>
                      <a:pPr marL="0" marR="0" indent="0" algn="ctr" defTabSz="821530" fontAlgn="ctr" latinLnBrk="0">
                        <a:lnSpc>
                          <a:spcPct val="100000"/>
                        </a:lnSpc>
                        <a:spcBef>
                          <a:spcPts val="0"/>
                        </a:spcBef>
                        <a:spcAft>
                          <a:spcPts val="0"/>
                        </a:spcAft>
                        <a:buClrTx/>
                        <a:buSzTx/>
                        <a:buFontTx/>
                        <a:buNone/>
                        <a:tabLst/>
                      </a:pPr>
                      <a:r>
                        <a:rPr lang="en-US" sz="1600" b="0" i="0" u="none" strike="noStrike" cap="none" spc="0" baseline="0" dirty="0">
                          <a:ln>
                            <a:noFill/>
                          </a:ln>
                          <a:solidFill>
                            <a:srgbClr val="000000"/>
                          </a:solidFill>
                          <a:effectLst/>
                          <a:uFillTx/>
                          <a:latin typeface="Arial" panose="020B0604020202020204" pitchFamily="34" charset="0"/>
                          <a:ea typeface="等线" panose="02010600030101010101" pitchFamily="2" charset="-122"/>
                          <a:cs typeface="+mn-cs"/>
                          <a:sym typeface="Helvetica Neue Light"/>
                        </a:rPr>
                        <a:t>3.68</a:t>
                      </a:r>
                      <a:r>
                        <a:rPr lang="el-GR" sz="1600" b="0" i="0" u="none" strike="noStrike" cap="none" spc="0" baseline="0" dirty="0">
                          <a:ln>
                            <a:noFill/>
                          </a:ln>
                          <a:solidFill>
                            <a:srgbClr val="000000"/>
                          </a:solidFill>
                          <a:effectLst/>
                          <a:uFillTx/>
                          <a:latin typeface="Arial" panose="020B0604020202020204" pitchFamily="34" charset="0"/>
                          <a:ea typeface="等线" panose="02010600030101010101" pitchFamily="2" charset="-122"/>
                          <a:cs typeface="+mn-cs"/>
                          <a:sym typeface="Helvetica Neue Light"/>
                        </a:rPr>
                        <a:t>~</a:t>
                      </a:r>
                      <a:r>
                        <a:rPr lang="en-US" sz="1600" b="0" i="0" u="none" strike="noStrike" cap="none" spc="0" baseline="0" dirty="0">
                          <a:ln>
                            <a:noFill/>
                          </a:ln>
                          <a:solidFill>
                            <a:srgbClr val="000000"/>
                          </a:solidFill>
                          <a:effectLst/>
                          <a:uFillTx/>
                          <a:latin typeface="Arial" panose="020B0604020202020204" pitchFamily="34" charset="0"/>
                          <a:ea typeface="等线" panose="02010600030101010101" pitchFamily="2" charset="-122"/>
                          <a:cs typeface="+mn-cs"/>
                          <a:sym typeface="Helvetica Neue Light"/>
                        </a:rPr>
                        <a:t>4.32</a:t>
                      </a:r>
                      <a:r>
                        <a:rPr lang="el-GR" sz="1600" b="0" i="0" u="none" strike="noStrike" cap="none" spc="0" baseline="0" dirty="0">
                          <a:ln>
                            <a:noFill/>
                          </a:ln>
                          <a:solidFill>
                            <a:srgbClr val="000000"/>
                          </a:solidFill>
                          <a:effectLst/>
                          <a:uFillTx/>
                          <a:latin typeface="Arial" panose="020B0604020202020204" pitchFamily="34" charset="0"/>
                          <a:ea typeface="等线" panose="02010600030101010101" pitchFamily="2" charset="-122"/>
                          <a:cs typeface="+mn-cs"/>
                          <a:sym typeface="Helvetica Neue Light"/>
                        </a:rPr>
                        <a:t> </a:t>
                      </a:r>
                      <a:endParaRPr lang="en-US" sz="1600" b="0" i="0" u="none" strike="noStrike" cap="none" spc="0" baseline="0" dirty="0">
                        <a:ln>
                          <a:noFill/>
                        </a:ln>
                        <a:solidFill>
                          <a:srgbClr val="000000"/>
                        </a:solidFill>
                        <a:effectLst/>
                        <a:uFillTx/>
                        <a:latin typeface="Arial" panose="020B0604020202020204" pitchFamily="34" charset="0"/>
                        <a:ea typeface="等线" panose="02010600030101010101" pitchFamily="2" charset="-122"/>
                        <a:cs typeface="+mn-cs"/>
                        <a:sym typeface="Helvetica Neue Light"/>
                      </a:endParaRPr>
                    </a:p>
                  </a:txBody>
                  <a:tcPr marL="9525" marR="9525" marT="9525" marB="0" anchor="ctr"/>
                </a:tc>
                <a:tc>
                  <a:txBody>
                    <a:bodyPr/>
                    <a:lstStyle/>
                    <a:p>
                      <a:pPr algn="ctr" fontAlgn="ctr"/>
                      <a:r>
                        <a:rPr lang="el-GR" sz="1600" b="0" i="0" u="none" strike="noStrike" dirty="0">
                          <a:solidFill>
                            <a:srgbClr val="000000"/>
                          </a:solidFill>
                          <a:effectLst/>
                          <a:latin typeface="微软雅黑" panose="020B0503020204020204" pitchFamily="34" charset="-122"/>
                          <a:ea typeface="微软雅黑" panose="020B0503020204020204" pitchFamily="34" charset="-122"/>
                        </a:rPr>
                        <a:t>90° Θ</a:t>
                      </a:r>
                      <a:r>
                        <a:rPr lang="en-US" sz="1600" b="0" i="0" u="none" strike="noStrike" dirty="0">
                          <a:solidFill>
                            <a:srgbClr val="000000"/>
                          </a:solidFill>
                          <a:effectLst/>
                          <a:latin typeface="微软雅黑" panose="020B0503020204020204" pitchFamily="34" charset="-122"/>
                          <a:ea typeface="微软雅黑" panose="020B0503020204020204" pitchFamily="34" charset="-122"/>
                        </a:rPr>
                        <a:t>z</a:t>
                      </a:r>
                    </a:p>
                  </a:txBody>
                  <a:tcPr marL="9525" marR="9525" marT="9525" marB="0" anchor="ctr">
                    <a:noFill/>
                  </a:tcPr>
                </a:tc>
                <a:tc>
                  <a:txBody>
                    <a:bodyPr/>
                    <a:lstStyle/>
                    <a:p>
                      <a:pPr marL="0" marR="0" lvl="0" indent="0" algn="ctr" defTabSz="821530" eaLnBrk="1" fontAlgn="ctr" latinLnBrk="0" hangingPunct="1">
                        <a:lnSpc>
                          <a:spcPct val="100000"/>
                        </a:lnSpc>
                        <a:spcBef>
                          <a:spcPts val="0"/>
                        </a:spcBef>
                        <a:spcAft>
                          <a:spcPts val="0"/>
                        </a:spcAft>
                        <a:buClrTx/>
                        <a:buSzTx/>
                        <a:buFontTx/>
                        <a:buNone/>
                        <a:tabLst/>
                        <a:defRPr/>
                      </a:pPr>
                      <a:r>
                        <a:rPr kumimoji="0" lang="en-US" altLang="zh-CN" sz="1600" b="0" i="0" u="none" strike="noStrike" kern="0" cap="none" spc="0" normalizeH="0" baseline="0" noProof="0">
                          <a:ln>
                            <a:noFill/>
                          </a:ln>
                          <a:solidFill>
                            <a:srgbClr val="000000"/>
                          </a:solidFill>
                          <a:effectLst/>
                          <a:uLnTx/>
                          <a:uFillTx/>
                          <a:latin typeface="Arial" panose="020B0604020202020204" pitchFamily="34" charset="0"/>
                          <a:ea typeface="等线" panose="02010600030101010101" pitchFamily="2" charset="-122"/>
                          <a:cs typeface="Helvetica Neue"/>
                          <a:sym typeface="Helvetica Neue Light"/>
                        </a:rPr>
                        <a:t>0.2</a:t>
                      </a:r>
                      <a:r>
                        <a:rPr kumimoji="0" lang="zh-CN" altLang="en-US" sz="1600" b="0" i="0" u="none" strike="noStrike" kern="0" cap="none" spc="0" normalizeH="0" baseline="0" noProof="0">
                          <a:ln>
                            <a:noFill/>
                          </a:ln>
                          <a:solidFill>
                            <a:srgbClr val="000000"/>
                          </a:solidFill>
                          <a:effectLst/>
                          <a:uLnTx/>
                          <a:uFillTx/>
                          <a:latin typeface="Arial" panose="020B0604020202020204" pitchFamily="34" charset="0"/>
                          <a:ea typeface="等线" panose="02010600030101010101" pitchFamily="2" charset="-122"/>
                          <a:cs typeface="Helvetica Neue"/>
                          <a:sym typeface="Helvetica Neue Light"/>
                        </a:rPr>
                        <a:t> </a:t>
                      </a:r>
                      <a:r>
                        <a:rPr kumimoji="0" lang="en-US" altLang="zh-CN" sz="1600" b="0" i="0" u="none" strike="noStrike" kern="0" cap="none" spc="0" normalizeH="0" baseline="0" noProof="0">
                          <a:ln>
                            <a:noFill/>
                          </a:ln>
                          <a:solidFill>
                            <a:srgbClr val="000000"/>
                          </a:solidFill>
                          <a:effectLst/>
                          <a:uLnTx/>
                          <a:uFillTx/>
                          <a:latin typeface="Arial" panose="020B0604020202020204" pitchFamily="34" charset="0"/>
                          <a:ea typeface="等线" panose="02010600030101010101" pitchFamily="2" charset="-122"/>
                          <a:cs typeface="Helvetica Neue"/>
                          <a:sym typeface="Helvetica Neue Light"/>
                        </a:rPr>
                        <a:t>+0.1/-0.08</a:t>
                      </a:r>
                      <a:endParaRPr kumimoji="0" lang="en-US" altLang="zh-CN" sz="1600" b="0" i="0" u="none" strike="noStrike" kern="0" cap="none" spc="0" normalizeH="0" baseline="0" noProof="0" dirty="0">
                        <a:ln>
                          <a:noFill/>
                        </a:ln>
                        <a:solidFill>
                          <a:srgbClr val="000000"/>
                        </a:solidFill>
                        <a:effectLst/>
                        <a:uLnTx/>
                        <a:uFillTx/>
                        <a:latin typeface="Arial" panose="020B0604020202020204" pitchFamily="34" charset="0"/>
                        <a:ea typeface="等线" panose="02010600030101010101" pitchFamily="2" charset="-122"/>
                        <a:cs typeface="Helvetica Neue"/>
                        <a:sym typeface="Helvetica Neue Light"/>
                      </a:endParaRPr>
                    </a:p>
                  </a:txBody>
                  <a:tcPr marL="9525" marR="9525" marT="9525" marB="0" anchor="ctr"/>
                </a:tc>
                <a:tc>
                  <a:txBody>
                    <a:bodyPr/>
                    <a:lstStyle/>
                    <a:p>
                      <a:pPr algn="ctr" fontAlgn="ctr"/>
                      <a:r>
                        <a:rPr lang="en-US" altLang="zh-CN" sz="1600" b="0" i="0" u="none" strike="noStrike">
                          <a:solidFill>
                            <a:srgbClr val="000000"/>
                          </a:solidFill>
                          <a:effectLst/>
                          <a:latin typeface="Arial" panose="020B0604020202020204" pitchFamily="34" charset="0"/>
                          <a:ea typeface="等线" panose="02010600030101010101" pitchFamily="2" charset="-122"/>
                        </a:rPr>
                        <a:t>Max 0.2</a:t>
                      </a:r>
                      <a:endParaRPr lang="en-US" altLang="zh-CN" sz="1600" b="0" i="0" u="none" strike="noStrike" dirty="0">
                        <a:solidFill>
                          <a:srgbClr val="000000"/>
                        </a:solidFill>
                        <a:effectLst/>
                        <a:latin typeface="Arial" panose="020B0604020202020204" pitchFamily="34" charset="0"/>
                        <a:ea typeface="等线" panose="02010600030101010101" pitchFamily="2" charset="-122"/>
                      </a:endParaRPr>
                    </a:p>
                  </a:txBody>
                  <a:tcPr marL="9525" marR="9525" marT="9525" marB="0" anchor="ctr"/>
                </a:tc>
                <a:tc>
                  <a:txBody>
                    <a:bodyPr/>
                    <a:lstStyle/>
                    <a:p>
                      <a:pPr algn="ctr" fontAlgn="ctr"/>
                      <a:r>
                        <a:rPr lang="en-US" sz="1600" b="0" i="0" u="none" strike="noStrike">
                          <a:solidFill>
                            <a:srgbClr val="000000"/>
                          </a:solidFill>
                          <a:effectLst/>
                          <a:latin typeface="Arial" panose="020B0604020202020204" pitchFamily="34" charset="0"/>
                          <a:ea typeface="等线" panose="02010600030101010101" pitchFamily="2" charset="-122"/>
                        </a:rPr>
                        <a:t>N45SH-100RC</a:t>
                      </a:r>
                    </a:p>
                  </a:txBody>
                  <a:tcPr marL="9525" marR="9525" marT="9525" marB="0" anchor="ctr"/>
                </a:tc>
                <a:tc>
                  <a:txBody>
                    <a:bodyPr/>
                    <a:lstStyle/>
                    <a:p>
                      <a:pPr algn="ctr" fontAlgn="ctr"/>
                      <a:r>
                        <a:rPr lang="en-US" altLang="zh-CN" sz="1600" b="0" i="0" u="none" strike="noStrike">
                          <a:solidFill>
                            <a:srgbClr val="000000"/>
                          </a:solidFill>
                          <a:effectLst/>
                          <a:latin typeface="微软雅黑" panose="020B0503020204020204" pitchFamily="34" charset="-122"/>
                          <a:ea typeface="微软雅黑" panose="020B0503020204020204" pitchFamily="34" charset="-122"/>
                        </a:rPr>
                        <a:t>13.2~13.8</a:t>
                      </a:r>
                    </a:p>
                  </a:txBody>
                  <a:tcPr marL="9525" marR="9525" marT="9525" marB="0" anchor="ctr"/>
                </a:tc>
                <a:tc>
                  <a:txBody>
                    <a:bodyPr/>
                    <a:lstStyle/>
                    <a:p>
                      <a:pPr algn="ctr" fontAlgn="ctr"/>
                      <a:r>
                        <a:rPr lang="en-US" altLang="zh-CN" sz="1600" b="0" i="0" u="none" strike="noStrike">
                          <a:solidFill>
                            <a:srgbClr val="000000"/>
                          </a:solidFill>
                          <a:effectLst/>
                          <a:latin typeface="微软雅黑" panose="020B0503020204020204" pitchFamily="34" charset="-122"/>
                          <a:ea typeface="微软雅黑" panose="020B0503020204020204" pitchFamily="34" charset="-122"/>
                        </a:rPr>
                        <a:t>/</a:t>
                      </a:r>
                    </a:p>
                  </a:txBody>
                  <a:tcPr marL="9525" marR="9525" marT="9525" marB="0" anchor="ctr"/>
                </a:tc>
                <a:tc>
                  <a:txBody>
                    <a:bodyPr/>
                    <a:lstStyle/>
                    <a:p>
                      <a:pPr algn="ctr" fontAlgn="ctr"/>
                      <a:r>
                        <a:rPr lang="en-US" sz="1600" b="0" i="0" u="none" strike="noStrike">
                          <a:solidFill>
                            <a:srgbClr val="000000"/>
                          </a:solidFill>
                          <a:effectLst/>
                          <a:latin typeface="微软雅黑" panose="020B0503020204020204" pitchFamily="34" charset="-122"/>
                          <a:ea typeface="微软雅黑" panose="020B0503020204020204" pitchFamily="34" charset="-122"/>
                        </a:rPr>
                        <a:t>20MIN</a:t>
                      </a:r>
                    </a:p>
                  </a:txBody>
                  <a:tcPr marL="9525" marR="9525" marT="9525" marB="0" anchor="ctr"/>
                </a:tc>
                <a:tc>
                  <a:txBody>
                    <a:bodyPr/>
                    <a:lstStyle/>
                    <a:p>
                      <a:pPr algn="ctr" fontAlgn="ctr"/>
                      <a:r>
                        <a:rPr lang="en-US" altLang="zh-CN" sz="1600" b="0" i="0" u="none" strike="noStrike">
                          <a:solidFill>
                            <a:srgbClr val="000000"/>
                          </a:solidFill>
                          <a:effectLst/>
                          <a:latin typeface="微软雅黑" panose="020B0503020204020204" pitchFamily="34" charset="-122"/>
                          <a:ea typeface="微软雅黑" panose="020B0503020204020204" pitchFamily="34" charset="-122"/>
                        </a:rPr>
                        <a:t>42.98~45.99</a:t>
                      </a:r>
                    </a:p>
                  </a:txBody>
                  <a:tcPr marL="9525" marR="9525" marT="9525" marB="0" anchor="ctr"/>
                </a:tc>
                <a:tc>
                  <a:txBody>
                    <a:bodyPr/>
                    <a:lstStyle/>
                    <a:p>
                      <a:pPr algn="ctr" fontAlgn="ctr"/>
                      <a:r>
                        <a:rPr lang="en-US" sz="1600" b="0" i="0" u="none" strike="noStrike">
                          <a:solidFill>
                            <a:srgbClr val="000000"/>
                          </a:solidFill>
                          <a:effectLst/>
                          <a:latin typeface="微软雅黑" panose="020B0503020204020204" pitchFamily="34" charset="-122"/>
                          <a:ea typeface="微软雅黑" panose="020B0503020204020204" pitchFamily="34" charset="-122"/>
                        </a:rPr>
                        <a:t>Zinc:6-14</a:t>
                      </a:r>
                    </a:p>
                  </a:txBody>
                  <a:tcPr marL="9525" marR="9525" marT="9525" marB="0" anchor="ctr"/>
                </a:tc>
                <a:extLst>
                  <a:ext uri="{0D108BD9-81ED-4DB2-BD59-A6C34878D82A}">
                    <a16:rowId xmlns:a16="http://schemas.microsoft.com/office/drawing/2014/main" val="367651658"/>
                  </a:ext>
                </a:extLst>
              </a:tr>
              <a:tr h="420680">
                <a:tc>
                  <a:txBody>
                    <a:bodyPr/>
                    <a:lstStyle/>
                    <a:p>
                      <a:pPr algn="ctr" fontAlgn="ctr"/>
                      <a:r>
                        <a:rPr lang="en-US" altLang="zh-CN" sz="1600" b="0" i="0" u="none" strike="noStrike" dirty="0">
                          <a:solidFill>
                            <a:srgbClr val="000000"/>
                          </a:solidFill>
                          <a:effectLst/>
                          <a:latin typeface="微软雅黑" panose="020B0503020204020204" pitchFamily="34" charset="-122"/>
                          <a:ea typeface="微软雅黑" panose="020B0503020204020204" pitchFamily="34" charset="-122"/>
                        </a:rPr>
                        <a:t>46</a:t>
                      </a:r>
                    </a:p>
                  </a:txBody>
                  <a:tcPr marL="9525" marR="9525" marT="9525" marB="0" anchor="ctr"/>
                </a:tc>
                <a:tc>
                  <a:txBody>
                    <a:bodyPr/>
                    <a:lstStyle/>
                    <a:p>
                      <a:pPr algn="ctr" fontAlgn="ctr"/>
                      <a:r>
                        <a:rPr lang="en-US" altLang="zh-CN" sz="1600" b="0" i="0" u="none" strike="noStrike" cap="none" spc="0" baseline="0" dirty="0">
                          <a:ln>
                            <a:noFill/>
                          </a:ln>
                          <a:solidFill>
                            <a:srgbClr val="000000"/>
                          </a:solidFill>
                          <a:effectLst/>
                          <a:uFillTx/>
                          <a:latin typeface="微软雅黑" panose="020B0503020204020204" pitchFamily="34" charset="-122"/>
                          <a:ea typeface="微软雅黑" panose="020B0503020204020204" pitchFamily="34" charset="-122"/>
                          <a:cs typeface="+mn-cs"/>
                          <a:sym typeface="Helvetica Neue Light"/>
                        </a:rPr>
                        <a:t>160-05592</a:t>
                      </a:r>
                    </a:p>
                  </a:txBody>
                  <a:tcPr marL="9525" marR="9525" marT="9525" marB="0" anchor="ctr"/>
                </a:tc>
                <a:tc>
                  <a:txBody>
                    <a:bodyPr/>
                    <a:lstStyle/>
                    <a:p>
                      <a:pPr algn="ctr" fontAlgn="ctr"/>
                      <a:r>
                        <a:rPr lang="en-US" altLang="zh-CN" sz="1600" b="0" i="0" u="none" strike="noStrike">
                          <a:solidFill>
                            <a:srgbClr val="000000"/>
                          </a:solidFill>
                          <a:effectLst/>
                          <a:latin typeface="微软雅黑" panose="020B0503020204020204" pitchFamily="34" charset="-122"/>
                          <a:ea typeface="微软雅黑" panose="020B0503020204020204" pitchFamily="34" charset="-122"/>
                        </a:rPr>
                        <a:t>2.8</a:t>
                      </a:r>
                    </a:p>
                  </a:txBody>
                  <a:tcPr marL="9525" marR="9525" marT="9525" marB="0" anchor="ctr"/>
                </a:tc>
                <a:tc>
                  <a:txBody>
                    <a:bodyPr/>
                    <a:lstStyle/>
                    <a:p>
                      <a:pPr algn="ctr" fontAlgn="ctr"/>
                      <a:r>
                        <a:rPr lang="en-US" altLang="zh-CN" sz="1600" b="0" i="0" u="none" strike="noStrike" dirty="0">
                          <a:solidFill>
                            <a:srgbClr val="000000"/>
                          </a:solidFill>
                          <a:effectLst/>
                          <a:latin typeface="微软雅黑" panose="020B0503020204020204" pitchFamily="34" charset="-122"/>
                          <a:ea typeface="微软雅黑" panose="020B0503020204020204" pitchFamily="34" charset="-122"/>
                        </a:rPr>
                        <a:t>5.8</a:t>
                      </a:r>
                    </a:p>
                  </a:txBody>
                  <a:tcPr marL="9525" marR="9525" marT="9525" marB="0" anchor="ctr"/>
                </a:tc>
                <a:tc>
                  <a:txBody>
                    <a:bodyPr/>
                    <a:lstStyle/>
                    <a:p>
                      <a:pPr algn="ctr" fontAlgn="ctr"/>
                      <a:r>
                        <a:rPr lang="en-US" altLang="zh-CN" sz="1600" b="0" i="0" u="none" strike="noStrike" dirty="0">
                          <a:solidFill>
                            <a:srgbClr val="000000"/>
                          </a:solidFill>
                          <a:effectLst/>
                          <a:latin typeface="微软雅黑" panose="020B0503020204020204" pitchFamily="34" charset="-122"/>
                          <a:ea typeface="微软雅黑" panose="020B0503020204020204" pitchFamily="34" charset="-122"/>
                        </a:rPr>
                        <a:t>0.8</a:t>
                      </a:r>
                    </a:p>
                  </a:txBody>
                  <a:tcPr marL="9525" marR="9525" marT="9525" marB="0" anchor="ctr"/>
                </a:tc>
                <a:tc>
                  <a:txBody>
                    <a:bodyPr/>
                    <a:lstStyle/>
                    <a:p>
                      <a:pPr marL="0" marR="0" indent="0" algn="ctr" defTabSz="821530" fontAlgn="ctr" latinLnBrk="0">
                        <a:lnSpc>
                          <a:spcPct val="100000"/>
                        </a:lnSpc>
                        <a:spcBef>
                          <a:spcPts val="0"/>
                        </a:spcBef>
                        <a:spcAft>
                          <a:spcPts val="0"/>
                        </a:spcAft>
                        <a:buClrTx/>
                        <a:buSzTx/>
                        <a:buFontTx/>
                        <a:buNone/>
                        <a:tabLst/>
                      </a:pPr>
                      <a:r>
                        <a:rPr lang="el-GR" sz="1600" b="0" i="0" u="none" strike="noStrike" cap="none" spc="0" baseline="0" dirty="0">
                          <a:ln>
                            <a:noFill/>
                          </a:ln>
                          <a:solidFill>
                            <a:srgbClr val="000000"/>
                          </a:solidFill>
                          <a:effectLst/>
                          <a:uFillTx/>
                          <a:latin typeface="Arial" panose="020B0604020202020204" pitchFamily="34" charset="0"/>
                          <a:ea typeface="等线" panose="02010600030101010101" pitchFamily="2" charset="-122"/>
                          <a:cs typeface="+mn-cs"/>
                          <a:sym typeface="Helvetica Neue Light"/>
                        </a:rPr>
                        <a:t>1.</a:t>
                      </a:r>
                      <a:r>
                        <a:rPr lang="en-US" sz="1600" b="0" i="0" u="none" strike="noStrike" cap="none" spc="0" baseline="0" dirty="0">
                          <a:ln>
                            <a:noFill/>
                          </a:ln>
                          <a:solidFill>
                            <a:srgbClr val="000000"/>
                          </a:solidFill>
                          <a:effectLst/>
                          <a:uFillTx/>
                          <a:latin typeface="Arial" panose="020B0604020202020204" pitchFamily="34" charset="0"/>
                          <a:ea typeface="等线" panose="02010600030101010101" pitchFamily="2" charset="-122"/>
                          <a:cs typeface="+mn-cs"/>
                          <a:sym typeface="Helvetica Neue Light"/>
                        </a:rPr>
                        <a:t>47</a:t>
                      </a:r>
                      <a:r>
                        <a:rPr lang="el-GR" sz="1600" b="0" i="0" u="none" strike="noStrike" cap="none" spc="0" baseline="0" dirty="0">
                          <a:ln>
                            <a:noFill/>
                          </a:ln>
                          <a:solidFill>
                            <a:srgbClr val="000000"/>
                          </a:solidFill>
                          <a:effectLst/>
                          <a:uFillTx/>
                          <a:latin typeface="Arial" panose="020B0604020202020204" pitchFamily="34" charset="0"/>
                          <a:ea typeface="等线" panose="02010600030101010101" pitchFamily="2" charset="-122"/>
                          <a:cs typeface="+mn-cs"/>
                          <a:sym typeface="Helvetica Neue Light"/>
                        </a:rPr>
                        <a:t>~1.</a:t>
                      </a:r>
                      <a:r>
                        <a:rPr lang="en-US" sz="1600" b="0" i="0" u="none" strike="noStrike" cap="none" spc="0" baseline="0" dirty="0">
                          <a:ln>
                            <a:noFill/>
                          </a:ln>
                          <a:solidFill>
                            <a:srgbClr val="000000"/>
                          </a:solidFill>
                          <a:effectLst/>
                          <a:uFillTx/>
                          <a:latin typeface="Arial" panose="020B0604020202020204" pitchFamily="34" charset="0"/>
                          <a:ea typeface="等线" panose="02010600030101010101" pitchFamily="2" charset="-122"/>
                          <a:cs typeface="+mn-cs"/>
                          <a:sym typeface="Helvetica Neue Light"/>
                        </a:rPr>
                        <a:t>73</a:t>
                      </a:r>
                      <a:r>
                        <a:rPr lang="el-GR" sz="1600" b="0" i="0" u="none" strike="noStrike" cap="none" spc="0" baseline="0" dirty="0">
                          <a:ln>
                            <a:noFill/>
                          </a:ln>
                          <a:solidFill>
                            <a:srgbClr val="000000"/>
                          </a:solidFill>
                          <a:effectLst/>
                          <a:uFillTx/>
                          <a:latin typeface="Arial" panose="020B0604020202020204" pitchFamily="34" charset="0"/>
                          <a:ea typeface="等线" panose="02010600030101010101" pitchFamily="2" charset="-122"/>
                          <a:cs typeface="+mn-cs"/>
                          <a:sym typeface="Helvetica Neue Light"/>
                        </a:rPr>
                        <a:t> </a:t>
                      </a:r>
                      <a:endParaRPr lang="en-US" sz="1600" b="0" i="0" u="none" strike="noStrike" cap="none" spc="0" baseline="0" dirty="0">
                        <a:ln>
                          <a:noFill/>
                        </a:ln>
                        <a:solidFill>
                          <a:srgbClr val="000000"/>
                        </a:solidFill>
                        <a:effectLst/>
                        <a:uFillTx/>
                        <a:latin typeface="Arial" panose="020B0604020202020204" pitchFamily="34" charset="0"/>
                        <a:ea typeface="等线" panose="02010600030101010101" pitchFamily="2" charset="-122"/>
                        <a:cs typeface="+mn-cs"/>
                        <a:sym typeface="Helvetica Neue Light"/>
                      </a:endParaRPr>
                    </a:p>
                  </a:txBody>
                  <a:tcPr marL="9525" marR="9525" marT="9525" marB="0" anchor="ctr"/>
                </a:tc>
                <a:tc>
                  <a:txBody>
                    <a:bodyPr/>
                    <a:lstStyle/>
                    <a:p>
                      <a:pPr algn="ctr" fontAlgn="ctr"/>
                      <a:r>
                        <a:rPr lang="el-GR" sz="1600" b="0" i="0" u="none" strike="noStrike" dirty="0">
                          <a:solidFill>
                            <a:srgbClr val="000000"/>
                          </a:solidFill>
                          <a:effectLst/>
                          <a:latin typeface="微软雅黑" panose="020B0503020204020204" pitchFamily="34" charset="-122"/>
                          <a:ea typeface="微软雅黑" panose="020B0503020204020204" pitchFamily="34" charset="-122"/>
                        </a:rPr>
                        <a:t>90° Θ</a:t>
                      </a:r>
                      <a:r>
                        <a:rPr lang="en-US" sz="1600" b="0" i="0" u="none" strike="noStrike" dirty="0">
                          <a:solidFill>
                            <a:srgbClr val="000000"/>
                          </a:solidFill>
                          <a:effectLst/>
                          <a:latin typeface="微软雅黑" panose="020B0503020204020204" pitchFamily="34" charset="-122"/>
                          <a:ea typeface="微软雅黑" panose="020B0503020204020204" pitchFamily="34" charset="-122"/>
                        </a:rPr>
                        <a:t>z</a:t>
                      </a:r>
                    </a:p>
                  </a:txBody>
                  <a:tcPr marL="9525" marR="9525" marT="9525" marB="0" anchor="ctr">
                    <a:noFill/>
                  </a:tcPr>
                </a:tc>
                <a:tc>
                  <a:txBody>
                    <a:bodyPr/>
                    <a:lstStyle/>
                    <a:p>
                      <a:pPr marL="0" marR="0" lvl="0" indent="0" algn="ctr" defTabSz="821530" eaLnBrk="1" fontAlgn="ctr" latinLnBrk="0" hangingPunct="1">
                        <a:lnSpc>
                          <a:spcPct val="100000"/>
                        </a:lnSpc>
                        <a:spcBef>
                          <a:spcPts val="0"/>
                        </a:spcBef>
                        <a:spcAft>
                          <a:spcPts val="0"/>
                        </a:spcAft>
                        <a:buClrTx/>
                        <a:buSzTx/>
                        <a:buFontTx/>
                        <a:buNone/>
                        <a:tabLst/>
                        <a:defRPr/>
                      </a:pPr>
                      <a:r>
                        <a:rPr kumimoji="0" lang="en-US" altLang="zh-CN" sz="1600" b="0" i="0" u="none" strike="noStrike" kern="0" cap="none" spc="0" normalizeH="0" baseline="0" noProof="0" dirty="0">
                          <a:ln>
                            <a:noFill/>
                          </a:ln>
                          <a:solidFill>
                            <a:srgbClr val="000000"/>
                          </a:solidFill>
                          <a:effectLst/>
                          <a:uLnTx/>
                          <a:uFillTx/>
                          <a:latin typeface="Arial" panose="020B0604020202020204" pitchFamily="34" charset="0"/>
                          <a:ea typeface="等线" panose="02010600030101010101" pitchFamily="2" charset="-122"/>
                          <a:cs typeface="Helvetica Neue"/>
                          <a:sym typeface="Helvetica Neue Light"/>
                        </a:rPr>
                        <a:t>0.2</a:t>
                      </a:r>
                      <a:r>
                        <a:rPr kumimoji="0" lang="zh-CN" altLang="en-US" sz="1600" b="0" i="0" u="none" strike="noStrike" kern="0" cap="none" spc="0" normalizeH="0" baseline="0" noProof="0" dirty="0">
                          <a:ln>
                            <a:noFill/>
                          </a:ln>
                          <a:solidFill>
                            <a:srgbClr val="000000"/>
                          </a:solidFill>
                          <a:effectLst/>
                          <a:uLnTx/>
                          <a:uFillTx/>
                          <a:latin typeface="Arial" panose="020B0604020202020204" pitchFamily="34" charset="0"/>
                          <a:ea typeface="等线" panose="02010600030101010101" pitchFamily="2" charset="-122"/>
                          <a:cs typeface="Helvetica Neue"/>
                          <a:sym typeface="Helvetica Neue Light"/>
                        </a:rPr>
                        <a:t> </a:t>
                      </a:r>
                      <a:r>
                        <a:rPr kumimoji="0" lang="en-US" altLang="zh-CN" sz="1600" b="0" i="0" u="none" strike="noStrike" kern="0" cap="none" spc="0" normalizeH="0" baseline="0" noProof="0" dirty="0">
                          <a:ln>
                            <a:noFill/>
                          </a:ln>
                          <a:solidFill>
                            <a:srgbClr val="000000"/>
                          </a:solidFill>
                          <a:effectLst/>
                          <a:uLnTx/>
                          <a:uFillTx/>
                          <a:latin typeface="Arial" panose="020B0604020202020204" pitchFamily="34" charset="0"/>
                          <a:ea typeface="等线" panose="02010600030101010101" pitchFamily="2" charset="-122"/>
                          <a:cs typeface="Helvetica Neue"/>
                          <a:sym typeface="Helvetica Neue Light"/>
                        </a:rPr>
                        <a:t>+0.1/-0.08</a:t>
                      </a:r>
                    </a:p>
                  </a:txBody>
                  <a:tcPr marL="9525" marR="9525" marT="9525" marB="0" anchor="ctr"/>
                </a:tc>
                <a:tc>
                  <a:txBody>
                    <a:bodyPr/>
                    <a:lstStyle/>
                    <a:p>
                      <a:pPr algn="ctr" fontAlgn="ctr"/>
                      <a:r>
                        <a:rPr lang="en-US" altLang="zh-CN" sz="1600" b="0" i="0" u="none" strike="noStrike">
                          <a:solidFill>
                            <a:srgbClr val="000000"/>
                          </a:solidFill>
                          <a:effectLst/>
                          <a:latin typeface="Arial" panose="020B0604020202020204" pitchFamily="34" charset="0"/>
                          <a:ea typeface="等线" panose="02010600030101010101" pitchFamily="2" charset="-122"/>
                        </a:rPr>
                        <a:t>Max 0.2</a:t>
                      </a:r>
                      <a:endParaRPr lang="en-US" altLang="zh-CN" sz="1600" b="0" i="0" u="none" strike="noStrike" dirty="0">
                        <a:solidFill>
                          <a:srgbClr val="000000"/>
                        </a:solidFill>
                        <a:effectLst/>
                        <a:latin typeface="Arial" panose="020B0604020202020204" pitchFamily="34" charset="0"/>
                        <a:ea typeface="等线" panose="02010600030101010101" pitchFamily="2" charset="-122"/>
                      </a:endParaRPr>
                    </a:p>
                  </a:txBody>
                  <a:tcPr marL="9525" marR="9525" marT="9525" marB="0" anchor="ctr"/>
                </a:tc>
                <a:tc>
                  <a:txBody>
                    <a:bodyPr/>
                    <a:lstStyle/>
                    <a:p>
                      <a:pPr algn="ctr" fontAlgn="ctr"/>
                      <a:r>
                        <a:rPr lang="en-US" sz="1600" b="0" i="0" u="none" strike="noStrike">
                          <a:solidFill>
                            <a:srgbClr val="000000"/>
                          </a:solidFill>
                          <a:effectLst/>
                          <a:latin typeface="Arial" panose="020B0604020202020204" pitchFamily="34" charset="0"/>
                          <a:ea typeface="等线" panose="02010600030101010101" pitchFamily="2" charset="-122"/>
                        </a:rPr>
                        <a:t>N45SH-100RC</a:t>
                      </a:r>
                    </a:p>
                  </a:txBody>
                  <a:tcPr marL="9525" marR="9525" marT="9525" marB="0" anchor="ctr"/>
                </a:tc>
                <a:tc>
                  <a:txBody>
                    <a:bodyPr/>
                    <a:lstStyle/>
                    <a:p>
                      <a:pPr algn="ctr" fontAlgn="ctr"/>
                      <a:r>
                        <a:rPr lang="en-US" altLang="zh-CN" sz="1600" b="0" i="0" u="none" strike="noStrike">
                          <a:solidFill>
                            <a:srgbClr val="000000"/>
                          </a:solidFill>
                          <a:effectLst/>
                          <a:latin typeface="微软雅黑" panose="020B0503020204020204" pitchFamily="34" charset="-122"/>
                          <a:ea typeface="微软雅黑" panose="020B0503020204020204" pitchFamily="34" charset="-122"/>
                        </a:rPr>
                        <a:t>13.2~13.8</a:t>
                      </a:r>
                    </a:p>
                  </a:txBody>
                  <a:tcPr marL="9525" marR="9525" marT="9525" marB="0" anchor="ctr"/>
                </a:tc>
                <a:tc>
                  <a:txBody>
                    <a:bodyPr/>
                    <a:lstStyle/>
                    <a:p>
                      <a:pPr algn="ctr" fontAlgn="ctr"/>
                      <a:r>
                        <a:rPr lang="en-US" altLang="zh-CN" sz="1600" b="0" i="0" u="none" strike="noStrike">
                          <a:solidFill>
                            <a:srgbClr val="000000"/>
                          </a:solidFill>
                          <a:effectLst/>
                          <a:latin typeface="微软雅黑" panose="020B0503020204020204" pitchFamily="34" charset="-122"/>
                          <a:ea typeface="微软雅黑" panose="020B0503020204020204" pitchFamily="34" charset="-122"/>
                        </a:rPr>
                        <a:t>/</a:t>
                      </a:r>
                    </a:p>
                  </a:txBody>
                  <a:tcPr marL="9525" marR="9525" marT="9525" marB="0" anchor="ctr"/>
                </a:tc>
                <a:tc>
                  <a:txBody>
                    <a:bodyPr/>
                    <a:lstStyle/>
                    <a:p>
                      <a:pPr algn="ctr" fontAlgn="ctr"/>
                      <a:r>
                        <a:rPr lang="en-US" sz="1600" b="0" i="0" u="none" strike="noStrike">
                          <a:solidFill>
                            <a:srgbClr val="000000"/>
                          </a:solidFill>
                          <a:effectLst/>
                          <a:latin typeface="微软雅黑" panose="020B0503020204020204" pitchFamily="34" charset="-122"/>
                          <a:ea typeface="微软雅黑" panose="020B0503020204020204" pitchFamily="34" charset="-122"/>
                        </a:rPr>
                        <a:t>20MIN</a:t>
                      </a:r>
                    </a:p>
                  </a:txBody>
                  <a:tcPr marL="9525" marR="9525" marT="9525" marB="0" anchor="ctr"/>
                </a:tc>
                <a:tc>
                  <a:txBody>
                    <a:bodyPr/>
                    <a:lstStyle/>
                    <a:p>
                      <a:pPr algn="ctr" fontAlgn="ctr"/>
                      <a:r>
                        <a:rPr lang="en-US" altLang="zh-CN" sz="1600" b="0" i="0" u="none" strike="noStrike">
                          <a:solidFill>
                            <a:srgbClr val="000000"/>
                          </a:solidFill>
                          <a:effectLst/>
                          <a:latin typeface="微软雅黑" panose="020B0503020204020204" pitchFamily="34" charset="-122"/>
                          <a:ea typeface="微软雅黑" panose="020B0503020204020204" pitchFamily="34" charset="-122"/>
                        </a:rPr>
                        <a:t>42.98~45.99</a:t>
                      </a:r>
                    </a:p>
                  </a:txBody>
                  <a:tcPr marL="9525" marR="9525" marT="9525" marB="0" anchor="ctr"/>
                </a:tc>
                <a:tc>
                  <a:txBody>
                    <a:bodyPr/>
                    <a:lstStyle/>
                    <a:p>
                      <a:pPr algn="ctr" fontAlgn="ctr"/>
                      <a:r>
                        <a:rPr lang="en-US" sz="1600" b="0" i="0" u="none" strike="noStrike">
                          <a:solidFill>
                            <a:srgbClr val="000000"/>
                          </a:solidFill>
                          <a:effectLst/>
                          <a:latin typeface="微软雅黑" panose="020B0503020204020204" pitchFamily="34" charset="-122"/>
                          <a:ea typeface="微软雅黑" panose="020B0503020204020204" pitchFamily="34" charset="-122"/>
                        </a:rPr>
                        <a:t>Zinc:6-14</a:t>
                      </a:r>
                    </a:p>
                  </a:txBody>
                  <a:tcPr marL="9525" marR="9525" marT="9525" marB="0" anchor="ctr"/>
                </a:tc>
                <a:extLst>
                  <a:ext uri="{0D108BD9-81ED-4DB2-BD59-A6C34878D82A}">
                    <a16:rowId xmlns:a16="http://schemas.microsoft.com/office/drawing/2014/main" val="447986846"/>
                  </a:ext>
                </a:extLst>
              </a:tr>
              <a:tr h="420680">
                <a:tc>
                  <a:txBody>
                    <a:bodyPr/>
                    <a:lstStyle/>
                    <a:p>
                      <a:pPr algn="ctr" fontAlgn="ctr"/>
                      <a:r>
                        <a:rPr lang="en-US" altLang="zh-CN" sz="1600" b="0" i="0" u="none" strike="noStrike" dirty="0">
                          <a:solidFill>
                            <a:srgbClr val="000000"/>
                          </a:solidFill>
                          <a:effectLst/>
                          <a:latin typeface="微软雅黑" panose="020B0503020204020204" pitchFamily="34" charset="-122"/>
                          <a:ea typeface="微软雅黑" panose="020B0503020204020204" pitchFamily="34" charset="-122"/>
                        </a:rPr>
                        <a:t>47</a:t>
                      </a:r>
                    </a:p>
                  </a:txBody>
                  <a:tcPr marL="9525" marR="9525" marT="9525" marB="0" anchor="ctr"/>
                </a:tc>
                <a:tc>
                  <a:txBody>
                    <a:bodyPr/>
                    <a:lstStyle/>
                    <a:p>
                      <a:pPr algn="ctr" fontAlgn="ctr"/>
                      <a:r>
                        <a:rPr lang="en-US" altLang="zh-CN" sz="1600" b="0" i="0" u="none" strike="noStrike" cap="none" spc="0" baseline="0" dirty="0">
                          <a:ln>
                            <a:noFill/>
                          </a:ln>
                          <a:solidFill>
                            <a:srgbClr val="000000"/>
                          </a:solidFill>
                          <a:effectLst/>
                          <a:uFillTx/>
                          <a:latin typeface="微软雅黑" panose="020B0503020204020204" pitchFamily="34" charset="-122"/>
                          <a:ea typeface="微软雅黑" panose="020B0503020204020204" pitchFamily="34" charset="-122"/>
                          <a:cs typeface="+mn-cs"/>
                          <a:sym typeface="Helvetica Neue Light"/>
                        </a:rPr>
                        <a:t>160-05593</a:t>
                      </a:r>
                    </a:p>
                  </a:txBody>
                  <a:tcPr marL="9525" marR="9525" marT="9525" marB="0" anchor="ctr"/>
                </a:tc>
                <a:tc>
                  <a:txBody>
                    <a:bodyPr/>
                    <a:lstStyle/>
                    <a:p>
                      <a:pPr algn="ctr" fontAlgn="ctr"/>
                      <a:r>
                        <a:rPr lang="en-US" altLang="zh-CN" sz="1600" b="0" i="0" u="none" strike="noStrike">
                          <a:solidFill>
                            <a:srgbClr val="000000"/>
                          </a:solidFill>
                          <a:effectLst/>
                          <a:latin typeface="微软雅黑" panose="020B0503020204020204" pitchFamily="34" charset="-122"/>
                          <a:ea typeface="微软雅黑" panose="020B0503020204020204" pitchFamily="34" charset="-122"/>
                        </a:rPr>
                        <a:t>10.5</a:t>
                      </a:r>
                    </a:p>
                  </a:txBody>
                  <a:tcPr marL="9525" marR="9525" marT="9525" marB="0" anchor="ctr"/>
                </a:tc>
                <a:tc>
                  <a:txBody>
                    <a:bodyPr/>
                    <a:lstStyle/>
                    <a:p>
                      <a:pPr algn="ctr" fontAlgn="ctr"/>
                      <a:r>
                        <a:rPr lang="en-US" altLang="zh-CN" sz="1600" b="0" i="0" u="none" strike="noStrike" dirty="0">
                          <a:solidFill>
                            <a:srgbClr val="000000"/>
                          </a:solidFill>
                          <a:effectLst/>
                          <a:latin typeface="微软雅黑" panose="020B0503020204020204" pitchFamily="34" charset="-122"/>
                          <a:ea typeface="微软雅黑" panose="020B0503020204020204" pitchFamily="34" charset="-122"/>
                        </a:rPr>
                        <a:t>5.8</a:t>
                      </a:r>
                    </a:p>
                  </a:txBody>
                  <a:tcPr marL="9525" marR="9525" marT="9525" marB="0" anchor="ctr"/>
                </a:tc>
                <a:tc>
                  <a:txBody>
                    <a:bodyPr/>
                    <a:lstStyle/>
                    <a:p>
                      <a:pPr algn="ctr" fontAlgn="ctr"/>
                      <a:r>
                        <a:rPr lang="en-US" altLang="zh-CN" sz="1600" b="0" i="0" u="none" strike="noStrike" dirty="0">
                          <a:solidFill>
                            <a:srgbClr val="000000"/>
                          </a:solidFill>
                          <a:effectLst/>
                          <a:latin typeface="微软雅黑" panose="020B0503020204020204" pitchFamily="34" charset="-122"/>
                          <a:ea typeface="微软雅黑" panose="020B0503020204020204" pitchFamily="34" charset="-122"/>
                        </a:rPr>
                        <a:t>0.8</a:t>
                      </a:r>
                    </a:p>
                  </a:txBody>
                  <a:tcPr marL="9525" marR="9525" marT="9525" marB="0" anchor="ctr"/>
                </a:tc>
                <a:tc>
                  <a:txBody>
                    <a:bodyPr/>
                    <a:lstStyle/>
                    <a:p>
                      <a:pPr marL="0" marR="0" indent="0" algn="ctr" defTabSz="821530" fontAlgn="ctr" latinLnBrk="0">
                        <a:lnSpc>
                          <a:spcPct val="100000"/>
                        </a:lnSpc>
                        <a:spcBef>
                          <a:spcPts val="0"/>
                        </a:spcBef>
                        <a:spcAft>
                          <a:spcPts val="0"/>
                        </a:spcAft>
                        <a:buClrTx/>
                        <a:buSzTx/>
                        <a:buFontTx/>
                        <a:buNone/>
                        <a:tabLst/>
                      </a:pPr>
                      <a:r>
                        <a:rPr lang="en-US" sz="1600" b="0" i="0" u="none" strike="noStrike" cap="none" spc="0" baseline="0" dirty="0">
                          <a:ln>
                            <a:noFill/>
                          </a:ln>
                          <a:solidFill>
                            <a:srgbClr val="000000"/>
                          </a:solidFill>
                          <a:effectLst/>
                          <a:uFillTx/>
                          <a:latin typeface="Arial" panose="020B0604020202020204" pitchFamily="34" charset="0"/>
                          <a:ea typeface="等线" panose="02010600030101010101" pitchFamily="2" charset="-122"/>
                          <a:cs typeface="+mn-cs"/>
                          <a:sym typeface="Helvetica Neue Light"/>
                        </a:rPr>
                        <a:t>5.59</a:t>
                      </a:r>
                      <a:r>
                        <a:rPr lang="el-GR" sz="1600" b="0" i="0" u="none" strike="noStrike" cap="none" spc="0" baseline="0" dirty="0">
                          <a:ln>
                            <a:noFill/>
                          </a:ln>
                          <a:solidFill>
                            <a:srgbClr val="000000"/>
                          </a:solidFill>
                          <a:effectLst/>
                          <a:uFillTx/>
                          <a:latin typeface="Arial" panose="020B0604020202020204" pitchFamily="34" charset="0"/>
                          <a:ea typeface="等线" panose="02010600030101010101" pitchFamily="2" charset="-122"/>
                          <a:cs typeface="+mn-cs"/>
                          <a:sym typeface="Helvetica Neue Light"/>
                        </a:rPr>
                        <a:t>~</a:t>
                      </a:r>
                      <a:r>
                        <a:rPr lang="en-US" sz="1600" b="0" i="0" u="none" strike="noStrike" cap="none" spc="0" baseline="0" dirty="0">
                          <a:ln>
                            <a:noFill/>
                          </a:ln>
                          <a:solidFill>
                            <a:srgbClr val="000000"/>
                          </a:solidFill>
                          <a:effectLst/>
                          <a:uFillTx/>
                          <a:latin typeface="Arial" panose="020B0604020202020204" pitchFamily="34" charset="0"/>
                          <a:ea typeface="等线" panose="02010600030101010101" pitchFamily="2" charset="-122"/>
                          <a:cs typeface="+mn-cs"/>
                          <a:sym typeface="Helvetica Neue Light"/>
                        </a:rPr>
                        <a:t>6.56</a:t>
                      </a:r>
                      <a:r>
                        <a:rPr lang="el-GR" sz="1600" b="0" i="0" u="none" strike="noStrike" cap="none" spc="0" baseline="0" dirty="0">
                          <a:ln>
                            <a:noFill/>
                          </a:ln>
                          <a:solidFill>
                            <a:srgbClr val="000000"/>
                          </a:solidFill>
                          <a:effectLst/>
                          <a:uFillTx/>
                          <a:latin typeface="Arial" panose="020B0604020202020204" pitchFamily="34" charset="0"/>
                          <a:ea typeface="等线" panose="02010600030101010101" pitchFamily="2" charset="-122"/>
                          <a:cs typeface="+mn-cs"/>
                          <a:sym typeface="Helvetica Neue Light"/>
                        </a:rPr>
                        <a:t> </a:t>
                      </a:r>
                      <a:endParaRPr lang="en-US" sz="1600" b="0" i="0" u="none" strike="noStrike" cap="none" spc="0" baseline="0" dirty="0">
                        <a:ln>
                          <a:noFill/>
                        </a:ln>
                        <a:solidFill>
                          <a:srgbClr val="000000"/>
                        </a:solidFill>
                        <a:effectLst/>
                        <a:uFillTx/>
                        <a:latin typeface="Arial" panose="020B0604020202020204" pitchFamily="34" charset="0"/>
                        <a:ea typeface="等线" panose="02010600030101010101" pitchFamily="2" charset="-122"/>
                        <a:cs typeface="+mn-cs"/>
                        <a:sym typeface="Helvetica Neue Light"/>
                      </a:endParaRPr>
                    </a:p>
                  </a:txBody>
                  <a:tcPr marL="9525" marR="9525" marT="9525" marB="0" anchor="ctr"/>
                </a:tc>
                <a:tc>
                  <a:txBody>
                    <a:bodyPr/>
                    <a:lstStyle/>
                    <a:p>
                      <a:pPr algn="ctr" fontAlgn="ctr"/>
                      <a:r>
                        <a:rPr lang="el-GR" sz="1600" b="0" i="0" u="none" strike="noStrike" dirty="0">
                          <a:solidFill>
                            <a:srgbClr val="000000"/>
                          </a:solidFill>
                          <a:effectLst/>
                          <a:latin typeface="微软雅黑" panose="020B0503020204020204" pitchFamily="34" charset="-122"/>
                          <a:ea typeface="微软雅黑" panose="020B0503020204020204" pitchFamily="34" charset="-122"/>
                        </a:rPr>
                        <a:t>90° Θ</a:t>
                      </a:r>
                      <a:r>
                        <a:rPr lang="en-US" sz="1600" b="0" i="0" u="none" strike="noStrike" dirty="0">
                          <a:solidFill>
                            <a:srgbClr val="000000"/>
                          </a:solidFill>
                          <a:effectLst/>
                          <a:latin typeface="微软雅黑" panose="020B0503020204020204" pitchFamily="34" charset="-122"/>
                          <a:ea typeface="微软雅黑" panose="020B0503020204020204" pitchFamily="34" charset="-122"/>
                        </a:rPr>
                        <a:t>z</a:t>
                      </a:r>
                    </a:p>
                  </a:txBody>
                  <a:tcPr marL="9525" marR="9525" marT="9525" marB="0" anchor="ctr">
                    <a:noFill/>
                  </a:tcPr>
                </a:tc>
                <a:tc>
                  <a:txBody>
                    <a:bodyPr/>
                    <a:lstStyle/>
                    <a:p>
                      <a:pPr marL="0" marR="0" lvl="0" indent="0" algn="ctr" defTabSz="821530" eaLnBrk="1" fontAlgn="ctr" latinLnBrk="0" hangingPunct="1">
                        <a:lnSpc>
                          <a:spcPct val="100000"/>
                        </a:lnSpc>
                        <a:spcBef>
                          <a:spcPts val="0"/>
                        </a:spcBef>
                        <a:spcAft>
                          <a:spcPts val="0"/>
                        </a:spcAft>
                        <a:buClrTx/>
                        <a:buSzTx/>
                        <a:buFontTx/>
                        <a:buNone/>
                        <a:tabLst/>
                        <a:defRPr/>
                      </a:pPr>
                      <a:r>
                        <a:rPr kumimoji="0" lang="en-US" altLang="zh-CN" sz="1600" b="0" i="0" u="none" strike="noStrike" kern="0" cap="none" spc="0" normalizeH="0" baseline="0" noProof="0">
                          <a:ln>
                            <a:noFill/>
                          </a:ln>
                          <a:solidFill>
                            <a:srgbClr val="000000"/>
                          </a:solidFill>
                          <a:effectLst/>
                          <a:uLnTx/>
                          <a:uFillTx/>
                          <a:latin typeface="Arial" panose="020B0604020202020204" pitchFamily="34" charset="0"/>
                          <a:ea typeface="等线" panose="02010600030101010101" pitchFamily="2" charset="-122"/>
                          <a:cs typeface="Helvetica Neue"/>
                          <a:sym typeface="Helvetica Neue Light"/>
                        </a:rPr>
                        <a:t>0.2</a:t>
                      </a:r>
                      <a:r>
                        <a:rPr kumimoji="0" lang="zh-CN" altLang="en-US" sz="1600" b="0" i="0" u="none" strike="noStrike" kern="0" cap="none" spc="0" normalizeH="0" baseline="0" noProof="0">
                          <a:ln>
                            <a:noFill/>
                          </a:ln>
                          <a:solidFill>
                            <a:srgbClr val="000000"/>
                          </a:solidFill>
                          <a:effectLst/>
                          <a:uLnTx/>
                          <a:uFillTx/>
                          <a:latin typeface="Arial" panose="020B0604020202020204" pitchFamily="34" charset="0"/>
                          <a:ea typeface="等线" panose="02010600030101010101" pitchFamily="2" charset="-122"/>
                          <a:cs typeface="Helvetica Neue"/>
                          <a:sym typeface="Helvetica Neue Light"/>
                        </a:rPr>
                        <a:t> </a:t>
                      </a:r>
                      <a:r>
                        <a:rPr kumimoji="0" lang="en-US" altLang="zh-CN" sz="1600" b="0" i="0" u="none" strike="noStrike" kern="0" cap="none" spc="0" normalizeH="0" baseline="0" noProof="0">
                          <a:ln>
                            <a:noFill/>
                          </a:ln>
                          <a:solidFill>
                            <a:srgbClr val="000000"/>
                          </a:solidFill>
                          <a:effectLst/>
                          <a:uLnTx/>
                          <a:uFillTx/>
                          <a:latin typeface="Arial" panose="020B0604020202020204" pitchFamily="34" charset="0"/>
                          <a:ea typeface="等线" panose="02010600030101010101" pitchFamily="2" charset="-122"/>
                          <a:cs typeface="Helvetica Neue"/>
                          <a:sym typeface="Helvetica Neue Light"/>
                        </a:rPr>
                        <a:t>+0.1/-0.08</a:t>
                      </a:r>
                      <a:endParaRPr kumimoji="0" lang="en-US" altLang="zh-CN" sz="1600" b="0" i="0" u="none" strike="noStrike" kern="0" cap="none" spc="0" normalizeH="0" baseline="0" noProof="0" dirty="0">
                        <a:ln>
                          <a:noFill/>
                        </a:ln>
                        <a:solidFill>
                          <a:srgbClr val="000000"/>
                        </a:solidFill>
                        <a:effectLst/>
                        <a:uLnTx/>
                        <a:uFillTx/>
                        <a:latin typeface="Arial" panose="020B0604020202020204" pitchFamily="34" charset="0"/>
                        <a:ea typeface="等线" panose="02010600030101010101" pitchFamily="2" charset="-122"/>
                        <a:cs typeface="Helvetica Neue"/>
                        <a:sym typeface="Helvetica Neue Light"/>
                      </a:endParaRPr>
                    </a:p>
                  </a:txBody>
                  <a:tcPr marL="9525" marR="9525" marT="9525" marB="0" anchor="ctr"/>
                </a:tc>
                <a:tc>
                  <a:txBody>
                    <a:bodyPr/>
                    <a:lstStyle/>
                    <a:p>
                      <a:pPr algn="ctr" fontAlgn="ctr"/>
                      <a:r>
                        <a:rPr lang="en-US" altLang="zh-CN" sz="1600" b="0" i="0" u="none" strike="noStrike">
                          <a:solidFill>
                            <a:srgbClr val="000000"/>
                          </a:solidFill>
                          <a:effectLst/>
                          <a:latin typeface="Arial" panose="020B0604020202020204" pitchFamily="34" charset="0"/>
                          <a:ea typeface="等线" panose="02010600030101010101" pitchFamily="2" charset="-122"/>
                        </a:rPr>
                        <a:t>Max 0.2</a:t>
                      </a:r>
                      <a:endParaRPr lang="en-US" altLang="zh-CN" sz="1600" b="0" i="0" u="none" strike="noStrike" dirty="0">
                        <a:solidFill>
                          <a:srgbClr val="000000"/>
                        </a:solidFill>
                        <a:effectLst/>
                        <a:latin typeface="Arial" panose="020B0604020202020204" pitchFamily="34" charset="0"/>
                        <a:ea typeface="等线" panose="02010600030101010101" pitchFamily="2" charset="-122"/>
                      </a:endParaRPr>
                    </a:p>
                  </a:txBody>
                  <a:tcPr marL="9525" marR="9525" marT="9525" marB="0" anchor="ctr"/>
                </a:tc>
                <a:tc>
                  <a:txBody>
                    <a:bodyPr/>
                    <a:lstStyle/>
                    <a:p>
                      <a:pPr algn="ctr" fontAlgn="ctr"/>
                      <a:r>
                        <a:rPr lang="en-US" sz="1600" b="0" i="0" u="none" strike="noStrike" dirty="0">
                          <a:solidFill>
                            <a:srgbClr val="000000"/>
                          </a:solidFill>
                          <a:effectLst/>
                          <a:latin typeface="Arial" panose="020B0604020202020204" pitchFamily="34" charset="0"/>
                          <a:ea typeface="等线" panose="02010600030101010101" pitchFamily="2" charset="-122"/>
                        </a:rPr>
                        <a:t>N45SH-100RC</a:t>
                      </a:r>
                    </a:p>
                  </a:txBody>
                  <a:tcPr marL="9525" marR="9525" marT="9525" marB="0" anchor="ctr"/>
                </a:tc>
                <a:tc>
                  <a:txBody>
                    <a:bodyPr/>
                    <a:lstStyle/>
                    <a:p>
                      <a:pPr algn="ctr" fontAlgn="ctr"/>
                      <a:r>
                        <a:rPr lang="en-US" altLang="zh-CN" sz="1600" b="0" i="0" u="none" strike="noStrike">
                          <a:solidFill>
                            <a:srgbClr val="000000"/>
                          </a:solidFill>
                          <a:effectLst/>
                          <a:latin typeface="微软雅黑" panose="020B0503020204020204" pitchFamily="34" charset="-122"/>
                          <a:ea typeface="微软雅黑" panose="020B0503020204020204" pitchFamily="34" charset="-122"/>
                        </a:rPr>
                        <a:t>13.2~13.8</a:t>
                      </a:r>
                    </a:p>
                  </a:txBody>
                  <a:tcPr marL="9525" marR="9525" marT="9525" marB="0" anchor="ctr"/>
                </a:tc>
                <a:tc>
                  <a:txBody>
                    <a:bodyPr/>
                    <a:lstStyle/>
                    <a:p>
                      <a:pPr algn="ctr" fontAlgn="ctr"/>
                      <a:r>
                        <a:rPr lang="en-US" altLang="zh-CN" sz="1600" b="0" i="0" u="none" strike="noStrike">
                          <a:solidFill>
                            <a:srgbClr val="000000"/>
                          </a:solidFill>
                          <a:effectLst/>
                          <a:latin typeface="微软雅黑" panose="020B0503020204020204" pitchFamily="34" charset="-122"/>
                          <a:ea typeface="微软雅黑" panose="020B0503020204020204" pitchFamily="34" charset="-122"/>
                        </a:rPr>
                        <a:t>/</a:t>
                      </a:r>
                    </a:p>
                  </a:txBody>
                  <a:tcPr marL="9525" marR="9525" marT="9525" marB="0" anchor="ctr"/>
                </a:tc>
                <a:tc>
                  <a:txBody>
                    <a:bodyPr/>
                    <a:lstStyle/>
                    <a:p>
                      <a:pPr algn="ctr" fontAlgn="ctr"/>
                      <a:r>
                        <a:rPr lang="en-US" sz="1600" b="0" i="0" u="none" strike="noStrike">
                          <a:solidFill>
                            <a:srgbClr val="000000"/>
                          </a:solidFill>
                          <a:effectLst/>
                          <a:latin typeface="微软雅黑" panose="020B0503020204020204" pitchFamily="34" charset="-122"/>
                          <a:ea typeface="微软雅黑" panose="020B0503020204020204" pitchFamily="34" charset="-122"/>
                        </a:rPr>
                        <a:t>20MIN</a:t>
                      </a:r>
                    </a:p>
                  </a:txBody>
                  <a:tcPr marL="9525" marR="9525" marT="9525" marB="0" anchor="ctr"/>
                </a:tc>
                <a:tc>
                  <a:txBody>
                    <a:bodyPr/>
                    <a:lstStyle/>
                    <a:p>
                      <a:pPr algn="ctr" fontAlgn="ctr"/>
                      <a:r>
                        <a:rPr lang="en-US" altLang="zh-CN" sz="1600" b="0" i="0" u="none" strike="noStrike">
                          <a:solidFill>
                            <a:srgbClr val="000000"/>
                          </a:solidFill>
                          <a:effectLst/>
                          <a:latin typeface="微软雅黑" panose="020B0503020204020204" pitchFamily="34" charset="-122"/>
                          <a:ea typeface="微软雅黑" panose="020B0503020204020204" pitchFamily="34" charset="-122"/>
                        </a:rPr>
                        <a:t>42.98~45.99</a:t>
                      </a:r>
                    </a:p>
                  </a:txBody>
                  <a:tcPr marL="9525" marR="9525" marT="9525" marB="0" anchor="ctr"/>
                </a:tc>
                <a:tc>
                  <a:txBody>
                    <a:bodyPr/>
                    <a:lstStyle/>
                    <a:p>
                      <a:pPr algn="ctr" fontAlgn="ctr"/>
                      <a:r>
                        <a:rPr lang="en-US" sz="1600" b="0" i="0" u="none" strike="noStrike">
                          <a:solidFill>
                            <a:srgbClr val="000000"/>
                          </a:solidFill>
                          <a:effectLst/>
                          <a:latin typeface="微软雅黑" panose="020B0503020204020204" pitchFamily="34" charset="-122"/>
                          <a:ea typeface="微软雅黑" panose="020B0503020204020204" pitchFamily="34" charset="-122"/>
                        </a:rPr>
                        <a:t>Zinc:6-14</a:t>
                      </a:r>
                    </a:p>
                  </a:txBody>
                  <a:tcPr marL="9525" marR="9525" marT="9525" marB="0" anchor="ctr"/>
                </a:tc>
                <a:extLst>
                  <a:ext uri="{0D108BD9-81ED-4DB2-BD59-A6C34878D82A}">
                    <a16:rowId xmlns:a16="http://schemas.microsoft.com/office/drawing/2014/main" val="2799708915"/>
                  </a:ext>
                </a:extLst>
              </a:tr>
              <a:tr h="420680">
                <a:tc>
                  <a:txBody>
                    <a:bodyPr/>
                    <a:lstStyle/>
                    <a:p>
                      <a:pPr algn="ctr" fontAlgn="ctr"/>
                      <a:r>
                        <a:rPr lang="en-US" altLang="zh-CN" sz="1600" b="0" i="0" u="none" strike="noStrike" dirty="0">
                          <a:solidFill>
                            <a:srgbClr val="000000"/>
                          </a:solidFill>
                          <a:effectLst/>
                          <a:latin typeface="微软雅黑" panose="020B0503020204020204" pitchFamily="34" charset="-122"/>
                          <a:ea typeface="微软雅黑" panose="020B0503020204020204" pitchFamily="34" charset="-122"/>
                        </a:rPr>
                        <a:t>48</a:t>
                      </a:r>
                    </a:p>
                  </a:txBody>
                  <a:tcPr marL="9525" marR="9525" marT="9525" marB="0" anchor="ctr"/>
                </a:tc>
                <a:tc>
                  <a:txBody>
                    <a:bodyPr/>
                    <a:lstStyle/>
                    <a:p>
                      <a:pPr algn="ctr" fontAlgn="ctr"/>
                      <a:r>
                        <a:rPr lang="en-US" altLang="zh-CN" sz="1600" b="0" i="0" u="none" strike="noStrike" cap="none" spc="0" baseline="0" dirty="0">
                          <a:ln>
                            <a:noFill/>
                          </a:ln>
                          <a:solidFill>
                            <a:srgbClr val="000000"/>
                          </a:solidFill>
                          <a:effectLst/>
                          <a:uFillTx/>
                          <a:latin typeface="微软雅黑" panose="020B0503020204020204" pitchFamily="34" charset="-122"/>
                          <a:ea typeface="微软雅黑" panose="020B0503020204020204" pitchFamily="34" charset="-122"/>
                          <a:cs typeface="+mn-cs"/>
                          <a:sym typeface="Helvetica Neue Light"/>
                        </a:rPr>
                        <a:t>160-05752</a:t>
                      </a:r>
                    </a:p>
                  </a:txBody>
                  <a:tcPr marL="9525" marR="9525" marT="9525" marB="0" anchor="ctr"/>
                </a:tc>
                <a:tc>
                  <a:txBody>
                    <a:bodyPr/>
                    <a:lstStyle/>
                    <a:p>
                      <a:pPr algn="ctr" fontAlgn="ctr"/>
                      <a:r>
                        <a:rPr lang="en-US" altLang="zh-CN" sz="1600" b="0" i="0" u="none" strike="noStrike" dirty="0">
                          <a:solidFill>
                            <a:srgbClr val="000000"/>
                          </a:solidFill>
                          <a:effectLst/>
                          <a:latin typeface="微软雅黑" panose="020B0503020204020204" pitchFamily="34" charset="-122"/>
                          <a:ea typeface="微软雅黑" panose="020B0503020204020204" pitchFamily="34" charset="-122"/>
                        </a:rPr>
                        <a:t>11</a:t>
                      </a:r>
                    </a:p>
                  </a:txBody>
                  <a:tcPr marL="9525" marR="9525" marT="9525" marB="0" anchor="ctr"/>
                </a:tc>
                <a:tc>
                  <a:txBody>
                    <a:bodyPr/>
                    <a:lstStyle/>
                    <a:p>
                      <a:pPr algn="ctr" fontAlgn="ctr"/>
                      <a:r>
                        <a:rPr lang="en-US" altLang="zh-CN" sz="1600" b="0" i="0" u="none" strike="noStrike" dirty="0">
                          <a:solidFill>
                            <a:srgbClr val="000000"/>
                          </a:solidFill>
                          <a:effectLst/>
                          <a:latin typeface="微软雅黑" panose="020B0503020204020204" pitchFamily="34" charset="-122"/>
                          <a:ea typeface="微软雅黑" panose="020B0503020204020204" pitchFamily="34" charset="-122"/>
                        </a:rPr>
                        <a:t>5.8</a:t>
                      </a:r>
                    </a:p>
                  </a:txBody>
                  <a:tcPr marL="9525" marR="9525" marT="9525" marB="0" anchor="ctr"/>
                </a:tc>
                <a:tc>
                  <a:txBody>
                    <a:bodyPr/>
                    <a:lstStyle/>
                    <a:p>
                      <a:pPr algn="ctr" fontAlgn="ctr"/>
                      <a:r>
                        <a:rPr lang="en-US" altLang="zh-CN" sz="1600" b="0" i="0" u="none" strike="noStrike" dirty="0">
                          <a:solidFill>
                            <a:srgbClr val="000000"/>
                          </a:solidFill>
                          <a:effectLst/>
                          <a:latin typeface="微软雅黑" panose="020B0503020204020204" pitchFamily="34" charset="-122"/>
                          <a:ea typeface="微软雅黑" panose="020B0503020204020204" pitchFamily="34" charset="-122"/>
                        </a:rPr>
                        <a:t>0.8</a:t>
                      </a:r>
                    </a:p>
                  </a:txBody>
                  <a:tcPr marL="9525" marR="9525" marT="9525" marB="0" anchor="ctr"/>
                </a:tc>
                <a:tc>
                  <a:txBody>
                    <a:bodyPr/>
                    <a:lstStyle/>
                    <a:p>
                      <a:pPr marL="0" marR="0" indent="0" algn="ctr" defTabSz="821530" fontAlgn="ctr" latinLnBrk="0">
                        <a:lnSpc>
                          <a:spcPct val="100000"/>
                        </a:lnSpc>
                        <a:spcBef>
                          <a:spcPts val="0"/>
                        </a:spcBef>
                        <a:spcAft>
                          <a:spcPts val="0"/>
                        </a:spcAft>
                        <a:buClrTx/>
                        <a:buSzTx/>
                        <a:buFontTx/>
                        <a:buNone/>
                        <a:tabLst/>
                      </a:pPr>
                      <a:r>
                        <a:rPr lang="el-GR" sz="1600" b="0" i="0" u="none" strike="noStrike" cap="none" spc="0" baseline="0" dirty="0">
                          <a:ln>
                            <a:noFill/>
                          </a:ln>
                          <a:solidFill>
                            <a:srgbClr val="000000"/>
                          </a:solidFill>
                          <a:effectLst/>
                          <a:uFillTx/>
                          <a:latin typeface="Arial" panose="020B0604020202020204" pitchFamily="34" charset="0"/>
                          <a:ea typeface="等线" panose="02010600030101010101" pitchFamily="2" charset="-122"/>
                          <a:cs typeface="+mn-cs"/>
                          <a:sym typeface="Helvetica Neue Light"/>
                        </a:rPr>
                        <a:t>6.8~5.8 </a:t>
                      </a:r>
                      <a:endParaRPr lang="en-US" sz="1600" b="0" i="0" u="none" strike="noStrike" cap="none" spc="0" baseline="0" dirty="0">
                        <a:ln>
                          <a:noFill/>
                        </a:ln>
                        <a:solidFill>
                          <a:srgbClr val="000000"/>
                        </a:solidFill>
                        <a:effectLst/>
                        <a:uFillTx/>
                        <a:latin typeface="Arial" panose="020B0604020202020204" pitchFamily="34" charset="0"/>
                        <a:ea typeface="等线" panose="02010600030101010101" pitchFamily="2" charset="-122"/>
                        <a:cs typeface="+mn-cs"/>
                        <a:sym typeface="Helvetica Neue Light"/>
                      </a:endParaRPr>
                    </a:p>
                  </a:txBody>
                  <a:tcPr marL="9525" marR="9525" marT="9525" marB="0" anchor="ctr"/>
                </a:tc>
                <a:tc>
                  <a:txBody>
                    <a:bodyPr/>
                    <a:lstStyle/>
                    <a:p>
                      <a:pPr algn="ctr" fontAlgn="ctr"/>
                      <a:r>
                        <a:rPr lang="el-GR" sz="1600" b="0" i="0" u="none" strike="noStrike" dirty="0">
                          <a:solidFill>
                            <a:srgbClr val="000000"/>
                          </a:solidFill>
                          <a:effectLst/>
                          <a:latin typeface="微软雅黑" panose="020B0503020204020204" pitchFamily="34" charset="-122"/>
                          <a:ea typeface="微软雅黑" panose="020B0503020204020204" pitchFamily="34" charset="-122"/>
                        </a:rPr>
                        <a:t>90° Θ</a:t>
                      </a:r>
                      <a:r>
                        <a:rPr lang="en-US" sz="1600" b="0" i="0" u="none" strike="noStrike" dirty="0">
                          <a:solidFill>
                            <a:srgbClr val="000000"/>
                          </a:solidFill>
                          <a:effectLst/>
                          <a:latin typeface="微软雅黑" panose="020B0503020204020204" pitchFamily="34" charset="-122"/>
                          <a:ea typeface="微软雅黑" panose="020B0503020204020204" pitchFamily="34" charset="-122"/>
                        </a:rPr>
                        <a:t>z</a:t>
                      </a:r>
                    </a:p>
                  </a:txBody>
                  <a:tcPr marL="9525" marR="9525" marT="9525" marB="0" anchor="ctr">
                    <a:noFill/>
                  </a:tcPr>
                </a:tc>
                <a:tc>
                  <a:txBody>
                    <a:bodyPr/>
                    <a:lstStyle/>
                    <a:p>
                      <a:pPr marL="0" marR="0" lvl="0" indent="0" algn="ctr" defTabSz="821530" eaLnBrk="1" fontAlgn="ctr" latinLnBrk="0" hangingPunct="1">
                        <a:lnSpc>
                          <a:spcPct val="100000"/>
                        </a:lnSpc>
                        <a:spcBef>
                          <a:spcPts val="0"/>
                        </a:spcBef>
                        <a:spcAft>
                          <a:spcPts val="0"/>
                        </a:spcAft>
                        <a:buClrTx/>
                        <a:buSzTx/>
                        <a:buFontTx/>
                        <a:buNone/>
                        <a:tabLst/>
                        <a:defRPr/>
                      </a:pPr>
                      <a:r>
                        <a:rPr kumimoji="0" lang="en-US" altLang="zh-CN" sz="1600" b="0" i="0" u="none" strike="noStrike" kern="0" cap="none" spc="0" normalizeH="0" baseline="0" noProof="0" dirty="0">
                          <a:ln>
                            <a:noFill/>
                          </a:ln>
                          <a:solidFill>
                            <a:srgbClr val="000000"/>
                          </a:solidFill>
                          <a:effectLst/>
                          <a:uLnTx/>
                          <a:uFillTx/>
                          <a:latin typeface="Arial" panose="020B0604020202020204" pitchFamily="34" charset="0"/>
                          <a:ea typeface="等线" panose="02010600030101010101" pitchFamily="2" charset="-122"/>
                          <a:cs typeface="Helvetica Neue"/>
                          <a:sym typeface="Helvetica Neue Light"/>
                        </a:rPr>
                        <a:t>0.2</a:t>
                      </a:r>
                      <a:r>
                        <a:rPr kumimoji="0" lang="zh-CN" altLang="en-US" sz="1600" b="0" i="0" u="none" strike="noStrike" kern="0" cap="none" spc="0" normalizeH="0" baseline="0" noProof="0" dirty="0">
                          <a:ln>
                            <a:noFill/>
                          </a:ln>
                          <a:solidFill>
                            <a:srgbClr val="000000"/>
                          </a:solidFill>
                          <a:effectLst/>
                          <a:uLnTx/>
                          <a:uFillTx/>
                          <a:latin typeface="Arial" panose="020B0604020202020204" pitchFamily="34" charset="0"/>
                          <a:ea typeface="等线" panose="02010600030101010101" pitchFamily="2" charset="-122"/>
                          <a:cs typeface="Helvetica Neue"/>
                          <a:sym typeface="Helvetica Neue Light"/>
                        </a:rPr>
                        <a:t> </a:t>
                      </a:r>
                      <a:r>
                        <a:rPr kumimoji="0" lang="en-US" altLang="zh-CN" sz="1600" b="0" i="0" u="none" strike="noStrike" kern="0" cap="none" spc="0" normalizeH="0" baseline="0" noProof="0" dirty="0">
                          <a:ln>
                            <a:noFill/>
                          </a:ln>
                          <a:solidFill>
                            <a:srgbClr val="000000"/>
                          </a:solidFill>
                          <a:effectLst/>
                          <a:uLnTx/>
                          <a:uFillTx/>
                          <a:latin typeface="Arial" panose="020B0604020202020204" pitchFamily="34" charset="0"/>
                          <a:ea typeface="等线" panose="02010600030101010101" pitchFamily="2" charset="-122"/>
                          <a:cs typeface="Helvetica Neue"/>
                          <a:sym typeface="Helvetica Neue Light"/>
                        </a:rPr>
                        <a:t>+0.1/-0.08</a:t>
                      </a:r>
                    </a:p>
                  </a:txBody>
                  <a:tcPr marL="9525" marR="9525" marT="9525" marB="0" anchor="ctr"/>
                </a:tc>
                <a:tc>
                  <a:txBody>
                    <a:bodyPr/>
                    <a:lstStyle/>
                    <a:p>
                      <a:pPr algn="ctr" fontAlgn="ctr"/>
                      <a:r>
                        <a:rPr lang="en-US" altLang="zh-CN" sz="1600" b="0" i="0" u="none" strike="noStrike">
                          <a:solidFill>
                            <a:srgbClr val="000000"/>
                          </a:solidFill>
                          <a:effectLst/>
                          <a:latin typeface="Arial" panose="020B0604020202020204" pitchFamily="34" charset="0"/>
                          <a:ea typeface="等线" panose="02010600030101010101" pitchFamily="2" charset="-122"/>
                        </a:rPr>
                        <a:t>Max 0.2</a:t>
                      </a:r>
                      <a:endParaRPr lang="en-US" altLang="zh-CN" sz="1600" b="0" i="0" u="none" strike="noStrike" dirty="0">
                        <a:solidFill>
                          <a:srgbClr val="000000"/>
                        </a:solidFill>
                        <a:effectLst/>
                        <a:latin typeface="Arial" panose="020B0604020202020204" pitchFamily="34" charset="0"/>
                        <a:ea typeface="等线" panose="02010600030101010101" pitchFamily="2" charset="-122"/>
                      </a:endParaRPr>
                    </a:p>
                  </a:txBody>
                  <a:tcPr marL="9525" marR="9525" marT="9525" marB="0" anchor="ctr"/>
                </a:tc>
                <a:tc>
                  <a:txBody>
                    <a:bodyPr/>
                    <a:lstStyle/>
                    <a:p>
                      <a:pPr algn="ctr" fontAlgn="ctr"/>
                      <a:r>
                        <a:rPr lang="en-US" sz="1600" b="0" i="0" u="none" strike="noStrike" dirty="0">
                          <a:solidFill>
                            <a:srgbClr val="000000"/>
                          </a:solidFill>
                          <a:effectLst/>
                          <a:latin typeface="Arial" panose="020B0604020202020204" pitchFamily="34" charset="0"/>
                          <a:ea typeface="等线" panose="02010600030101010101" pitchFamily="2" charset="-122"/>
                        </a:rPr>
                        <a:t>N45SH-100RC</a:t>
                      </a:r>
                    </a:p>
                  </a:txBody>
                  <a:tcPr marL="9525" marR="9525" marT="9525" marB="0" anchor="ctr"/>
                </a:tc>
                <a:tc>
                  <a:txBody>
                    <a:bodyPr/>
                    <a:lstStyle/>
                    <a:p>
                      <a:pPr algn="ctr" fontAlgn="ctr"/>
                      <a:r>
                        <a:rPr lang="en-US" altLang="zh-CN" sz="1600" b="0" i="0" u="none" strike="noStrike">
                          <a:solidFill>
                            <a:srgbClr val="000000"/>
                          </a:solidFill>
                          <a:effectLst/>
                          <a:latin typeface="微软雅黑" panose="020B0503020204020204" pitchFamily="34" charset="-122"/>
                          <a:ea typeface="微软雅黑" panose="020B0503020204020204" pitchFamily="34" charset="-122"/>
                        </a:rPr>
                        <a:t>13.2~13.8</a:t>
                      </a:r>
                    </a:p>
                  </a:txBody>
                  <a:tcPr marL="9525" marR="9525" marT="9525" marB="0" anchor="ctr"/>
                </a:tc>
                <a:tc>
                  <a:txBody>
                    <a:bodyPr/>
                    <a:lstStyle/>
                    <a:p>
                      <a:pPr algn="ctr" fontAlgn="ctr"/>
                      <a:r>
                        <a:rPr lang="en-US" altLang="zh-CN" sz="1600" b="0" i="0" u="none" strike="noStrike">
                          <a:solidFill>
                            <a:srgbClr val="000000"/>
                          </a:solidFill>
                          <a:effectLst/>
                          <a:latin typeface="微软雅黑" panose="020B0503020204020204" pitchFamily="34" charset="-122"/>
                          <a:ea typeface="微软雅黑" panose="020B0503020204020204" pitchFamily="34" charset="-122"/>
                        </a:rPr>
                        <a:t>/</a:t>
                      </a:r>
                    </a:p>
                  </a:txBody>
                  <a:tcPr marL="9525" marR="9525" marT="9525" marB="0" anchor="ctr"/>
                </a:tc>
                <a:tc>
                  <a:txBody>
                    <a:bodyPr/>
                    <a:lstStyle/>
                    <a:p>
                      <a:pPr algn="ctr" fontAlgn="ctr"/>
                      <a:r>
                        <a:rPr lang="en-US" sz="1600" b="0" i="0" u="none" strike="noStrike">
                          <a:solidFill>
                            <a:srgbClr val="000000"/>
                          </a:solidFill>
                          <a:effectLst/>
                          <a:latin typeface="微软雅黑" panose="020B0503020204020204" pitchFamily="34" charset="-122"/>
                          <a:ea typeface="微软雅黑" panose="020B0503020204020204" pitchFamily="34" charset="-122"/>
                        </a:rPr>
                        <a:t>20MIN</a:t>
                      </a:r>
                    </a:p>
                  </a:txBody>
                  <a:tcPr marL="9525" marR="9525" marT="9525" marB="0" anchor="ctr"/>
                </a:tc>
                <a:tc>
                  <a:txBody>
                    <a:bodyPr/>
                    <a:lstStyle/>
                    <a:p>
                      <a:pPr algn="ctr" fontAlgn="ctr"/>
                      <a:r>
                        <a:rPr lang="en-US" altLang="zh-CN" sz="1600" b="0" i="0" u="none" strike="noStrike">
                          <a:solidFill>
                            <a:srgbClr val="000000"/>
                          </a:solidFill>
                          <a:effectLst/>
                          <a:latin typeface="微软雅黑" panose="020B0503020204020204" pitchFamily="34" charset="-122"/>
                          <a:ea typeface="微软雅黑" panose="020B0503020204020204" pitchFamily="34" charset="-122"/>
                        </a:rPr>
                        <a:t>42.98~45.99</a:t>
                      </a:r>
                    </a:p>
                  </a:txBody>
                  <a:tcPr marL="9525" marR="9525" marT="9525" marB="0" anchor="ctr"/>
                </a:tc>
                <a:tc>
                  <a:txBody>
                    <a:bodyPr/>
                    <a:lstStyle/>
                    <a:p>
                      <a:pPr algn="ctr" fontAlgn="ctr"/>
                      <a:r>
                        <a:rPr lang="en-US" sz="1600" b="0" i="0" u="none" strike="noStrike">
                          <a:solidFill>
                            <a:srgbClr val="000000"/>
                          </a:solidFill>
                          <a:effectLst/>
                          <a:latin typeface="微软雅黑" panose="020B0503020204020204" pitchFamily="34" charset="-122"/>
                          <a:ea typeface="微软雅黑" panose="020B0503020204020204" pitchFamily="34" charset="-122"/>
                        </a:rPr>
                        <a:t>Zinc:6-14</a:t>
                      </a:r>
                    </a:p>
                  </a:txBody>
                  <a:tcPr marL="9525" marR="9525" marT="9525" marB="0" anchor="ctr"/>
                </a:tc>
                <a:extLst>
                  <a:ext uri="{0D108BD9-81ED-4DB2-BD59-A6C34878D82A}">
                    <a16:rowId xmlns:a16="http://schemas.microsoft.com/office/drawing/2014/main" val="56883513"/>
                  </a:ext>
                </a:extLst>
              </a:tr>
              <a:tr h="420680">
                <a:tc>
                  <a:txBody>
                    <a:bodyPr/>
                    <a:lstStyle/>
                    <a:p>
                      <a:pPr algn="ctr" fontAlgn="ctr"/>
                      <a:r>
                        <a:rPr lang="en-US" altLang="zh-CN" sz="1600" b="0" i="0" u="none" strike="noStrike" dirty="0">
                          <a:solidFill>
                            <a:srgbClr val="000000"/>
                          </a:solidFill>
                          <a:effectLst/>
                          <a:latin typeface="微软雅黑" panose="020B0503020204020204" pitchFamily="34" charset="-122"/>
                          <a:ea typeface="微软雅黑" panose="020B0503020204020204" pitchFamily="34" charset="-122"/>
                        </a:rPr>
                        <a:t>49</a:t>
                      </a:r>
                    </a:p>
                  </a:txBody>
                  <a:tcPr marL="9525" marR="9525" marT="9525" marB="0" anchor="ctr"/>
                </a:tc>
                <a:tc>
                  <a:txBody>
                    <a:bodyPr/>
                    <a:lstStyle/>
                    <a:p>
                      <a:pPr algn="ctr" fontAlgn="ctr"/>
                      <a:r>
                        <a:rPr lang="en-US" altLang="zh-CN" sz="1600" b="0" i="0" u="none" strike="noStrike" cap="none" spc="0" baseline="0" dirty="0">
                          <a:ln>
                            <a:noFill/>
                          </a:ln>
                          <a:solidFill>
                            <a:srgbClr val="000000"/>
                          </a:solidFill>
                          <a:effectLst/>
                          <a:uFillTx/>
                          <a:latin typeface="微软雅黑" panose="020B0503020204020204" pitchFamily="34" charset="-122"/>
                          <a:ea typeface="微软雅黑" panose="020B0503020204020204" pitchFamily="34" charset="-122"/>
                          <a:cs typeface="+mn-cs"/>
                          <a:sym typeface="Helvetica Neue Light"/>
                        </a:rPr>
                        <a:t>160-05557</a:t>
                      </a:r>
                    </a:p>
                  </a:txBody>
                  <a:tcPr marL="9525" marR="9525" marT="9525" marB="0" anchor="ctr"/>
                </a:tc>
                <a:tc>
                  <a:txBody>
                    <a:bodyPr/>
                    <a:lstStyle/>
                    <a:p>
                      <a:pPr algn="ctr" fontAlgn="ctr"/>
                      <a:r>
                        <a:rPr lang="en-US" altLang="zh-CN" sz="1600" b="0" i="0" u="none" strike="noStrike" dirty="0">
                          <a:solidFill>
                            <a:srgbClr val="000000"/>
                          </a:solidFill>
                          <a:effectLst/>
                          <a:latin typeface="微软雅黑" panose="020B0503020204020204" pitchFamily="34" charset="-122"/>
                          <a:ea typeface="微软雅黑" panose="020B0503020204020204" pitchFamily="34" charset="-122"/>
                        </a:rPr>
                        <a:t>3.5</a:t>
                      </a:r>
                    </a:p>
                  </a:txBody>
                  <a:tcPr marL="9525" marR="9525" marT="9525" marB="0" anchor="ctr"/>
                </a:tc>
                <a:tc>
                  <a:txBody>
                    <a:bodyPr/>
                    <a:lstStyle/>
                    <a:p>
                      <a:pPr algn="ctr" fontAlgn="ctr"/>
                      <a:r>
                        <a:rPr lang="en-US" altLang="zh-CN" sz="1600" b="0" i="0" u="none" strike="noStrike" dirty="0">
                          <a:solidFill>
                            <a:srgbClr val="000000"/>
                          </a:solidFill>
                          <a:effectLst/>
                          <a:latin typeface="微软雅黑" panose="020B0503020204020204" pitchFamily="34" charset="-122"/>
                          <a:ea typeface="微软雅黑" panose="020B0503020204020204" pitchFamily="34" charset="-122"/>
                        </a:rPr>
                        <a:t>3.5</a:t>
                      </a:r>
                    </a:p>
                  </a:txBody>
                  <a:tcPr marL="9525" marR="9525" marT="9525" marB="0" anchor="ctr"/>
                </a:tc>
                <a:tc>
                  <a:txBody>
                    <a:bodyPr/>
                    <a:lstStyle/>
                    <a:p>
                      <a:pPr algn="ctr" fontAlgn="ctr"/>
                      <a:r>
                        <a:rPr lang="en-US" altLang="zh-CN" sz="1600" b="0" i="0" u="none" strike="noStrike" dirty="0">
                          <a:solidFill>
                            <a:srgbClr val="000000"/>
                          </a:solidFill>
                          <a:effectLst/>
                          <a:latin typeface="微软雅黑" panose="020B0503020204020204" pitchFamily="34" charset="-122"/>
                          <a:ea typeface="微软雅黑" panose="020B0503020204020204" pitchFamily="34" charset="-122"/>
                        </a:rPr>
                        <a:t>0.8</a:t>
                      </a:r>
                    </a:p>
                  </a:txBody>
                  <a:tcPr marL="9525" marR="9525" marT="9525" marB="0" anchor="ctr"/>
                </a:tc>
                <a:tc>
                  <a:txBody>
                    <a:bodyPr/>
                    <a:lstStyle/>
                    <a:p>
                      <a:pPr marL="0" marR="0" indent="0" algn="ctr" defTabSz="821530" fontAlgn="ctr" latinLnBrk="0">
                        <a:lnSpc>
                          <a:spcPct val="100000"/>
                        </a:lnSpc>
                        <a:spcBef>
                          <a:spcPts val="0"/>
                        </a:spcBef>
                        <a:spcAft>
                          <a:spcPts val="0"/>
                        </a:spcAft>
                        <a:buClrTx/>
                        <a:buSzTx/>
                        <a:buFontTx/>
                        <a:buNone/>
                        <a:tabLst/>
                      </a:pPr>
                      <a:r>
                        <a:rPr lang="el-GR" sz="1600" b="0" i="0" u="none" strike="noStrike" cap="none" spc="0" baseline="0" dirty="0">
                          <a:ln>
                            <a:noFill/>
                          </a:ln>
                          <a:solidFill>
                            <a:srgbClr val="000000"/>
                          </a:solidFill>
                          <a:effectLst/>
                          <a:uFillTx/>
                          <a:latin typeface="Arial" panose="020B0604020202020204" pitchFamily="34" charset="0"/>
                          <a:ea typeface="等线" panose="02010600030101010101" pitchFamily="2" charset="-122"/>
                          <a:cs typeface="+mn-cs"/>
                          <a:sym typeface="Helvetica Neue Light"/>
                        </a:rPr>
                        <a:t>0.99~1.17 </a:t>
                      </a:r>
                      <a:endParaRPr lang="en-US" sz="1600" b="0" i="0" u="none" strike="noStrike" cap="none" spc="0" baseline="0" dirty="0">
                        <a:ln>
                          <a:noFill/>
                        </a:ln>
                        <a:solidFill>
                          <a:srgbClr val="000000"/>
                        </a:solidFill>
                        <a:effectLst/>
                        <a:uFillTx/>
                        <a:latin typeface="Arial" panose="020B0604020202020204" pitchFamily="34" charset="0"/>
                        <a:ea typeface="等线" panose="02010600030101010101" pitchFamily="2" charset="-122"/>
                        <a:cs typeface="+mn-cs"/>
                        <a:sym typeface="Helvetica Neue Light"/>
                      </a:endParaRPr>
                    </a:p>
                  </a:txBody>
                  <a:tcPr marL="9525" marR="9525" marT="9525" marB="0" anchor="ctr"/>
                </a:tc>
                <a:tc>
                  <a:txBody>
                    <a:bodyPr/>
                    <a:lstStyle/>
                    <a:p>
                      <a:pPr algn="ctr" fontAlgn="ctr"/>
                      <a:r>
                        <a:rPr lang="el-GR" sz="1600" b="0" i="0" u="none" strike="noStrike" dirty="0">
                          <a:solidFill>
                            <a:srgbClr val="000000"/>
                          </a:solidFill>
                          <a:effectLst/>
                          <a:latin typeface="微软雅黑" panose="020B0503020204020204" pitchFamily="34" charset="-122"/>
                          <a:ea typeface="微软雅黑" panose="020B0503020204020204" pitchFamily="34" charset="-122"/>
                        </a:rPr>
                        <a:t>90° Θ</a:t>
                      </a:r>
                      <a:r>
                        <a:rPr lang="en-US" sz="1600" b="0" i="0" u="none" strike="noStrike" dirty="0">
                          <a:solidFill>
                            <a:srgbClr val="000000"/>
                          </a:solidFill>
                          <a:effectLst/>
                          <a:latin typeface="微软雅黑" panose="020B0503020204020204" pitchFamily="34" charset="-122"/>
                          <a:ea typeface="微软雅黑" panose="020B0503020204020204" pitchFamily="34" charset="-122"/>
                        </a:rPr>
                        <a:t>z</a:t>
                      </a:r>
                    </a:p>
                  </a:txBody>
                  <a:tcPr marL="9525" marR="9525" marT="9525" marB="0" anchor="ctr">
                    <a:noFill/>
                  </a:tcPr>
                </a:tc>
                <a:tc>
                  <a:txBody>
                    <a:bodyPr/>
                    <a:lstStyle/>
                    <a:p>
                      <a:pPr marL="0" marR="0" lvl="0" indent="0" algn="ctr" defTabSz="821530" eaLnBrk="1" fontAlgn="ctr" latinLnBrk="0" hangingPunct="1">
                        <a:lnSpc>
                          <a:spcPct val="100000"/>
                        </a:lnSpc>
                        <a:spcBef>
                          <a:spcPts val="0"/>
                        </a:spcBef>
                        <a:spcAft>
                          <a:spcPts val="0"/>
                        </a:spcAft>
                        <a:buClrTx/>
                        <a:buSzTx/>
                        <a:buFontTx/>
                        <a:buNone/>
                        <a:tabLst/>
                        <a:defRPr/>
                      </a:pPr>
                      <a:r>
                        <a:rPr kumimoji="0" lang="en-US" altLang="zh-CN" sz="1600" b="0" i="0" u="none" strike="noStrike" kern="0" cap="none" spc="0" normalizeH="0" baseline="0" noProof="0" dirty="0">
                          <a:ln>
                            <a:noFill/>
                          </a:ln>
                          <a:solidFill>
                            <a:srgbClr val="000000"/>
                          </a:solidFill>
                          <a:effectLst/>
                          <a:uLnTx/>
                          <a:uFillTx/>
                          <a:latin typeface="Arial" panose="020B0604020202020204" pitchFamily="34" charset="0"/>
                          <a:ea typeface="等线" panose="02010600030101010101" pitchFamily="2" charset="-122"/>
                          <a:cs typeface="Helvetica Neue"/>
                          <a:sym typeface="Helvetica Neue Light"/>
                        </a:rPr>
                        <a:t>0.2</a:t>
                      </a:r>
                      <a:r>
                        <a:rPr kumimoji="0" lang="zh-CN" altLang="en-US" sz="1600" b="0" i="0" u="none" strike="noStrike" kern="0" cap="none" spc="0" normalizeH="0" baseline="0" noProof="0" dirty="0">
                          <a:ln>
                            <a:noFill/>
                          </a:ln>
                          <a:solidFill>
                            <a:srgbClr val="000000"/>
                          </a:solidFill>
                          <a:effectLst/>
                          <a:uLnTx/>
                          <a:uFillTx/>
                          <a:latin typeface="Arial" panose="020B0604020202020204" pitchFamily="34" charset="0"/>
                          <a:ea typeface="等线" panose="02010600030101010101" pitchFamily="2" charset="-122"/>
                          <a:cs typeface="Helvetica Neue"/>
                          <a:sym typeface="Helvetica Neue Light"/>
                        </a:rPr>
                        <a:t> </a:t>
                      </a:r>
                      <a:r>
                        <a:rPr kumimoji="0" lang="en-US" altLang="zh-CN" sz="1600" b="0" i="0" u="none" strike="noStrike" kern="0" cap="none" spc="0" normalizeH="0" baseline="0" noProof="0" dirty="0">
                          <a:ln>
                            <a:noFill/>
                          </a:ln>
                          <a:solidFill>
                            <a:srgbClr val="000000"/>
                          </a:solidFill>
                          <a:effectLst/>
                          <a:uLnTx/>
                          <a:uFillTx/>
                          <a:latin typeface="Arial" panose="020B0604020202020204" pitchFamily="34" charset="0"/>
                          <a:ea typeface="等线" panose="02010600030101010101" pitchFamily="2" charset="-122"/>
                          <a:cs typeface="Helvetica Neue"/>
                          <a:sym typeface="Helvetica Neue Light"/>
                        </a:rPr>
                        <a:t>+0.1/-0.08</a:t>
                      </a:r>
                    </a:p>
                  </a:txBody>
                  <a:tcPr marL="9525" marR="9525" marT="9525" marB="0" anchor="ctr"/>
                </a:tc>
                <a:tc>
                  <a:txBody>
                    <a:bodyPr/>
                    <a:lstStyle/>
                    <a:p>
                      <a:pPr algn="ctr" fontAlgn="ctr"/>
                      <a:r>
                        <a:rPr lang="en-US" altLang="zh-CN" sz="1600" b="0" i="0" u="none" strike="noStrike">
                          <a:solidFill>
                            <a:srgbClr val="000000"/>
                          </a:solidFill>
                          <a:effectLst/>
                          <a:latin typeface="Arial" panose="020B0604020202020204" pitchFamily="34" charset="0"/>
                          <a:ea typeface="等线" panose="02010600030101010101" pitchFamily="2" charset="-122"/>
                        </a:rPr>
                        <a:t>Max 0.2</a:t>
                      </a:r>
                      <a:endParaRPr lang="en-US" altLang="zh-CN" sz="1600" b="0" i="0" u="none" strike="noStrike" dirty="0">
                        <a:solidFill>
                          <a:srgbClr val="000000"/>
                        </a:solidFill>
                        <a:effectLst/>
                        <a:latin typeface="Arial" panose="020B0604020202020204" pitchFamily="34" charset="0"/>
                        <a:ea typeface="等线" panose="02010600030101010101" pitchFamily="2" charset="-122"/>
                      </a:endParaRPr>
                    </a:p>
                  </a:txBody>
                  <a:tcPr marL="9525" marR="9525" marT="9525" marB="0" anchor="ctr"/>
                </a:tc>
                <a:tc>
                  <a:txBody>
                    <a:bodyPr/>
                    <a:lstStyle/>
                    <a:p>
                      <a:pPr algn="ctr" fontAlgn="ctr"/>
                      <a:r>
                        <a:rPr lang="en-US" sz="1600" b="0" i="0" u="none" strike="noStrike" dirty="0">
                          <a:solidFill>
                            <a:srgbClr val="000000"/>
                          </a:solidFill>
                          <a:effectLst/>
                          <a:latin typeface="Arial" panose="020B0604020202020204" pitchFamily="34" charset="0"/>
                          <a:ea typeface="等线" panose="02010600030101010101" pitchFamily="2" charset="-122"/>
                        </a:rPr>
                        <a:t>N35SH-100RC</a:t>
                      </a:r>
                    </a:p>
                  </a:txBody>
                  <a:tcPr marL="9525" marR="9525" marT="9525" marB="0" anchor="ctr"/>
                </a:tc>
                <a:tc>
                  <a:txBody>
                    <a:bodyPr/>
                    <a:lstStyle/>
                    <a:p>
                      <a:pPr algn="ctr" fontAlgn="ctr"/>
                      <a:r>
                        <a:rPr lang="en-US" altLang="zh-CN" sz="1600" b="0" i="0" u="none" strike="noStrike" dirty="0">
                          <a:solidFill>
                            <a:srgbClr val="000000"/>
                          </a:solidFill>
                          <a:effectLst/>
                          <a:latin typeface="微软雅黑" panose="020B0503020204020204" pitchFamily="34" charset="-122"/>
                          <a:ea typeface="微软雅黑" panose="020B0503020204020204" pitchFamily="34" charset="-122"/>
                        </a:rPr>
                        <a:t>11.7~12.2</a:t>
                      </a:r>
                    </a:p>
                  </a:txBody>
                  <a:tcPr marL="9525" marR="9525" marT="9525" marB="0" anchor="ctr"/>
                </a:tc>
                <a:tc>
                  <a:txBody>
                    <a:bodyPr/>
                    <a:lstStyle/>
                    <a:p>
                      <a:pPr algn="ctr" fontAlgn="ctr"/>
                      <a:r>
                        <a:rPr lang="en-US" altLang="zh-CN" sz="1600" b="0" i="0" u="none" strike="noStrike">
                          <a:solidFill>
                            <a:srgbClr val="000000"/>
                          </a:solidFill>
                          <a:effectLst/>
                          <a:latin typeface="微软雅黑" panose="020B0503020204020204" pitchFamily="34" charset="-122"/>
                          <a:ea typeface="微软雅黑" panose="020B0503020204020204" pitchFamily="34" charset="-122"/>
                        </a:rPr>
                        <a:t>/</a:t>
                      </a:r>
                    </a:p>
                  </a:txBody>
                  <a:tcPr marL="9525" marR="9525" marT="9525" marB="0" anchor="ctr"/>
                </a:tc>
                <a:tc>
                  <a:txBody>
                    <a:bodyPr/>
                    <a:lstStyle/>
                    <a:p>
                      <a:pPr algn="ctr" fontAlgn="ctr"/>
                      <a:r>
                        <a:rPr lang="en-US" sz="1600" b="0" i="0" u="none" strike="noStrike">
                          <a:solidFill>
                            <a:srgbClr val="000000"/>
                          </a:solidFill>
                          <a:effectLst/>
                          <a:latin typeface="微软雅黑" panose="020B0503020204020204" pitchFamily="34" charset="-122"/>
                          <a:ea typeface="微软雅黑" panose="020B0503020204020204" pitchFamily="34" charset="-122"/>
                        </a:rPr>
                        <a:t>20MIN</a:t>
                      </a:r>
                    </a:p>
                  </a:txBody>
                  <a:tcPr marL="9525" marR="9525" marT="9525" marB="0" anchor="ctr"/>
                </a:tc>
                <a:tc>
                  <a:txBody>
                    <a:bodyPr/>
                    <a:lstStyle/>
                    <a:p>
                      <a:pPr algn="ctr" fontAlgn="ctr"/>
                      <a:r>
                        <a:rPr lang="en-US" altLang="zh-CN" sz="1600" b="0" i="0" u="none" strike="noStrike">
                          <a:solidFill>
                            <a:srgbClr val="000000"/>
                          </a:solidFill>
                          <a:effectLst/>
                          <a:latin typeface="微软雅黑" panose="020B0503020204020204" pitchFamily="34" charset="-122"/>
                          <a:ea typeface="微软雅黑" panose="020B0503020204020204" pitchFamily="34" charset="-122"/>
                        </a:rPr>
                        <a:t>33~36</a:t>
                      </a:r>
                    </a:p>
                  </a:txBody>
                  <a:tcPr marL="9525" marR="9525" marT="9525" marB="0" anchor="ctr"/>
                </a:tc>
                <a:tc>
                  <a:txBody>
                    <a:bodyPr/>
                    <a:lstStyle/>
                    <a:p>
                      <a:pPr algn="ctr" fontAlgn="ctr"/>
                      <a:r>
                        <a:rPr lang="en-US" sz="1600" b="0" i="0" u="none" strike="noStrike">
                          <a:solidFill>
                            <a:srgbClr val="000000"/>
                          </a:solidFill>
                          <a:effectLst/>
                          <a:latin typeface="微软雅黑" panose="020B0503020204020204" pitchFamily="34" charset="-122"/>
                          <a:ea typeface="微软雅黑" panose="020B0503020204020204" pitchFamily="34" charset="-122"/>
                        </a:rPr>
                        <a:t>Zinc:6-14</a:t>
                      </a:r>
                    </a:p>
                  </a:txBody>
                  <a:tcPr marL="9525" marR="9525" marT="9525" marB="0" anchor="ctr"/>
                </a:tc>
                <a:extLst>
                  <a:ext uri="{0D108BD9-81ED-4DB2-BD59-A6C34878D82A}">
                    <a16:rowId xmlns:a16="http://schemas.microsoft.com/office/drawing/2014/main" val="880302272"/>
                  </a:ext>
                </a:extLst>
              </a:tr>
              <a:tr h="420680">
                <a:tc>
                  <a:txBody>
                    <a:bodyPr/>
                    <a:lstStyle/>
                    <a:p>
                      <a:pPr algn="ctr" fontAlgn="ctr"/>
                      <a:r>
                        <a:rPr lang="en-US" altLang="zh-CN" sz="1600" b="0" i="0" u="none" strike="noStrike" dirty="0">
                          <a:solidFill>
                            <a:srgbClr val="000000"/>
                          </a:solidFill>
                          <a:effectLst/>
                          <a:latin typeface="微软雅黑" panose="020B0503020204020204" pitchFamily="34" charset="-122"/>
                          <a:ea typeface="微软雅黑" panose="020B0503020204020204" pitchFamily="34" charset="-122"/>
                        </a:rPr>
                        <a:t>50</a:t>
                      </a:r>
                    </a:p>
                  </a:txBody>
                  <a:tcPr marL="9525" marR="9525" marT="9525" marB="0" anchor="ctr"/>
                </a:tc>
                <a:tc>
                  <a:txBody>
                    <a:bodyPr/>
                    <a:lstStyle/>
                    <a:p>
                      <a:pPr algn="ctr" fontAlgn="ctr"/>
                      <a:r>
                        <a:rPr lang="en-US" altLang="zh-CN" sz="1600" b="0" i="0" u="none" strike="noStrike" cap="none" spc="0" baseline="0" dirty="0">
                          <a:ln>
                            <a:noFill/>
                          </a:ln>
                          <a:solidFill>
                            <a:srgbClr val="000000"/>
                          </a:solidFill>
                          <a:effectLst/>
                          <a:uFillTx/>
                          <a:latin typeface="微软雅黑" panose="020B0503020204020204" pitchFamily="34" charset="-122"/>
                          <a:ea typeface="微软雅黑" panose="020B0503020204020204" pitchFamily="34" charset="-122"/>
                          <a:cs typeface="+mn-cs"/>
                          <a:sym typeface="Helvetica Neue Light"/>
                        </a:rPr>
                        <a:t>160-05755</a:t>
                      </a:r>
                    </a:p>
                  </a:txBody>
                  <a:tcPr marL="9525" marR="9525" marT="9525" marB="0" anchor="ctr"/>
                </a:tc>
                <a:tc>
                  <a:txBody>
                    <a:bodyPr/>
                    <a:lstStyle/>
                    <a:p>
                      <a:pPr algn="ctr" fontAlgn="ctr"/>
                      <a:r>
                        <a:rPr lang="en-US" altLang="zh-CN" sz="1600" b="0" i="0" u="none" strike="noStrike" dirty="0">
                          <a:solidFill>
                            <a:srgbClr val="000000"/>
                          </a:solidFill>
                          <a:effectLst/>
                          <a:latin typeface="微软雅黑" panose="020B0503020204020204" pitchFamily="34" charset="-122"/>
                          <a:ea typeface="微软雅黑" panose="020B0503020204020204" pitchFamily="34" charset="-122"/>
                        </a:rPr>
                        <a:t>3.5</a:t>
                      </a:r>
                    </a:p>
                  </a:txBody>
                  <a:tcPr marL="9525" marR="9525" marT="9525" marB="0" anchor="ctr"/>
                </a:tc>
                <a:tc>
                  <a:txBody>
                    <a:bodyPr/>
                    <a:lstStyle/>
                    <a:p>
                      <a:pPr algn="ctr" fontAlgn="ctr"/>
                      <a:r>
                        <a:rPr lang="en-US" altLang="zh-CN" sz="1600" b="0" i="0" u="none" strike="noStrike" dirty="0">
                          <a:solidFill>
                            <a:srgbClr val="000000"/>
                          </a:solidFill>
                          <a:effectLst/>
                          <a:latin typeface="微软雅黑" panose="020B0503020204020204" pitchFamily="34" charset="-122"/>
                          <a:ea typeface="微软雅黑" panose="020B0503020204020204" pitchFamily="34" charset="-122"/>
                        </a:rPr>
                        <a:t>12.85</a:t>
                      </a:r>
                    </a:p>
                  </a:txBody>
                  <a:tcPr marL="9525" marR="9525" marT="9525" marB="0" anchor="ctr"/>
                </a:tc>
                <a:tc>
                  <a:txBody>
                    <a:bodyPr/>
                    <a:lstStyle/>
                    <a:p>
                      <a:pPr algn="ctr" fontAlgn="ctr"/>
                      <a:r>
                        <a:rPr lang="en-US" altLang="zh-CN" sz="1600" b="0" i="0" u="none" strike="noStrike" dirty="0">
                          <a:solidFill>
                            <a:srgbClr val="000000"/>
                          </a:solidFill>
                          <a:effectLst/>
                          <a:latin typeface="微软雅黑" panose="020B0503020204020204" pitchFamily="34" charset="-122"/>
                          <a:ea typeface="微软雅黑" panose="020B0503020204020204" pitchFamily="34" charset="-122"/>
                        </a:rPr>
                        <a:t>0.8</a:t>
                      </a:r>
                    </a:p>
                  </a:txBody>
                  <a:tcPr marL="9525" marR="9525" marT="9525" marB="0" anchor="ctr"/>
                </a:tc>
                <a:tc>
                  <a:txBody>
                    <a:bodyPr/>
                    <a:lstStyle/>
                    <a:p>
                      <a:pPr marL="0" marR="0" indent="0" algn="ctr" defTabSz="821530" fontAlgn="ctr" latinLnBrk="0">
                        <a:lnSpc>
                          <a:spcPct val="100000"/>
                        </a:lnSpc>
                        <a:spcBef>
                          <a:spcPts val="0"/>
                        </a:spcBef>
                        <a:spcAft>
                          <a:spcPts val="0"/>
                        </a:spcAft>
                        <a:buClrTx/>
                        <a:buSzTx/>
                        <a:buFontTx/>
                        <a:buNone/>
                        <a:tabLst/>
                      </a:pPr>
                      <a:r>
                        <a:rPr lang="el-GR" sz="1600" b="0" i="0" u="none" strike="noStrike" cap="none" spc="0" baseline="0" dirty="0">
                          <a:ln>
                            <a:noFill/>
                          </a:ln>
                          <a:solidFill>
                            <a:srgbClr val="000000"/>
                          </a:solidFill>
                          <a:effectLst/>
                          <a:uFillTx/>
                          <a:latin typeface="Arial" panose="020B0604020202020204" pitchFamily="34" charset="0"/>
                          <a:ea typeface="等线" panose="02010600030101010101" pitchFamily="2" charset="-122"/>
                          <a:cs typeface="+mn-cs"/>
                          <a:sym typeface="Helvetica Neue Light"/>
                        </a:rPr>
                        <a:t>1.84~2.16</a:t>
                      </a:r>
                      <a:endParaRPr lang="en-US" sz="1600" b="0" i="0" u="none" strike="noStrike" cap="none" spc="0" baseline="0" dirty="0">
                        <a:ln>
                          <a:noFill/>
                        </a:ln>
                        <a:solidFill>
                          <a:srgbClr val="000000"/>
                        </a:solidFill>
                        <a:effectLst/>
                        <a:uFillTx/>
                        <a:latin typeface="Arial" panose="020B0604020202020204" pitchFamily="34" charset="0"/>
                        <a:ea typeface="等线" panose="02010600030101010101" pitchFamily="2" charset="-122"/>
                        <a:cs typeface="+mn-cs"/>
                        <a:sym typeface="Helvetica Neue Light"/>
                      </a:endParaRPr>
                    </a:p>
                  </a:txBody>
                  <a:tcPr marL="9525" marR="9525" marT="9525" marB="0" anchor="ctr"/>
                </a:tc>
                <a:tc>
                  <a:txBody>
                    <a:bodyPr/>
                    <a:lstStyle/>
                    <a:p>
                      <a:pPr marL="0" marR="0" lvl="0" indent="0" algn="ctr" defTabSz="821530" eaLnBrk="1" fontAlgn="ctr" latinLnBrk="0" hangingPunct="1">
                        <a:lnSpc>
                          <a:spcPct val="100000"/>
                        </a:lnSpc>
                        <a:spcBef>
                          <a:spcPts val="0"/>
                        </a:spcBef>
                        <a:spcAft>
                          <a:spcPts val="0"/>
                        </a:spcAft>
                        <a:buClrTx/>
                        <a:buSzTx/>
                        <a:buFontTx/>
                        <a:buNone/>
                        <a:tabLst/>
                        <a:defRPr/>
                      </a:pPr>
                      <a:r>
                        <a:rPr kumimoji="0" lang="en-US" altLang="zh-CN" sz="16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Helvetica Neue"/>
                          <a:sym typeface="Helvetica Neue Light"/>
                        </a:rPr>
                        <a:t>/</a:t>
                      </a:r>
                    </a:p>
                  </a:txBody>
                  <a:tcPr marL="9525" marR="9525" marT="9525" marB="0" anchor="ctr">
                    <a:noFill/>
                  </a:tcPr>
                </a:tc>
                <a:tc>
                  <a:txBody>
                    <a:bodyPr/>
                    <a:lstStyle/>
                    <a:p>
                      <a:pPr algn="ctr" fontAlgn="ctr"/>
                      <a:r>
                        <a:rPr lang="en-US" altLang="zh-CN" sz="1600" b="0" i="0" u="none" strike="noStrike" dirty="0">
                          <a:solidFill>
                            <a:srgbClr val="000000"/>
                          </a:solidFill>
                          <a:effectLst/>
                          <a:latin typeface="微软雅黑" panose="020B0503020204020204" pitchFamily="34" charset="-122"/>
                          <a:ea typeface="微软雅黑" panose="020B0503020204020204" pitchFamily="34" charset="-122"/>
                        </a:rPr>
                        <a:t>0.25</a:t>
                      </a:r>
                      <a:r>
                        <a:rPr lang="zh-CN" altLang="en-US" sz="1600" b="0" i="0" u="none" strike="noStrike" dirty="0">
                          <a:solidFill>
                            <a:srgbClr val="000000"/>
                          </a:solidFill>
                          <a:effectLst/>
                          <a:latin typeface="微软雅黑" panose="020B0503020204020204" pitchFamily="34" charset="-122"/>
                          <a:ea typeface="微软雅黑" panose="020B0503020204020204" pitchFamily="34" charset="-122"/>
                        </a:rPr>
                        <a:t> </a:t>
                      </a:r>
                      <a:r>
                        <a:rPr lang="en-US" altLang="zh-CN" sz="1600" b="0" i="0" u="none" strike="noStrike" dirty="0">
                          <a:solidFill>
                            <a:srgbClr val="000000"/>
                          </a:solidFill>
                          <a:effectLst/>
                          <a:latin typeface="微软雅黑" panose="020B0503020204020204" pitchFamily="34" charset="-122"/>
                          <a:ea typeface="微软雅黑" panose="020B0503020204020204" pitchFamily="34" charset="-122"/>
                        </a:rPr>
                        <a:t>±0.1</a:t>
                      </a:r>
                      <a:endParaRPr lang="en-US" sz="1600" b="0" i="0" u="none" strike="noStrike" dirty="0">
                        <a:solidFill>
                          <a:srgbClr val="000000"/>
                        </a:solidFill>
                        <a:effectLst/>
                        <a:latin typeface="微软雅黑" panose="020B0503020204020204" pitchFamily="34" charset="-122"/>
                        <a:ea typeface="微软雅黑" panose="020B0503020204020204" pitchFamily="34" charset="-122"/>
                      </a:endParaRPr>
                    </a:p>
                  </a:txBody>
                  <a:tcPr marL="9525" marR="9525" marT="9525" marB="0" anchor="ctr"/>
                </a:tc>
                <a:tc>
                  <a:txBody>
                    <a:bodyPr/>
                    <a:lstStyle/>
                    <a:p>
                      <a:pPr algn="ctr" fontAlgn="ctr"/>
                      <a:r>
                        <a:rPr lang="en-US" altLang="zh-CN" sz="1600" b="0" i="0" u="none" strike="noStrike">
                          <a:solidFill>
                            <a:srgbClr val="000000"/>
                          </a:solidFill>
                          <a:effectLst/>
                          <a:latin typeface="Arial" panose="020B0604020202020204" pitchFamily="34" charset="0"/>
                          <a:ea typeface="等线" panose="02010600030101010101" pitchFamily="2" charset="-122"/>
                        </a:rPr>
                        <a:t>Max 0.2</a:t>
                      </a:r>
                      <a:endParaRPr lang="en-US" altLang="zh-CN" sz="1600" b="0" i="0" u="none" strike="noStrike" dirty="0">
                        <a:solidFill>
                          <a:srgbClr val="000000"/>
                        </a:solidFill>
                        <a:effectLst/>
                        <a:latin typeface="Arial" panose="020B0604020202020204" pitchFamily="34" charset="0"/>
                        <a:ea typeface="等线" panose="02010600030101010101" pitchFamily="2" charset="-122"/>
                      </a:endParaRPr>
                    </a:p>
                  </a:txBody>
                  <a:tcPr marL="9525" marR="9525" marT="9525" marB="0" anchor="ctr"/>
                </a:tc>
                <a:tc>
                  <a:txBody>
                    <a:bodyPr/>
                    <a:lstStyle/>
                    <a:p>
                      <a:pPr algn="ctr" fontAlgn="ctr"/>
                      <a:r>
                        <a:rPr lang="en-US" sz="1600" b="0" i="0" u="none" strike="noStrike" dirty="0">
                          <a:solidFill>
                            <a:srgbClr val="000000"/>
                          </a:solidFill>
                          <a:effectLst/>
                          <a:latin typeface="Arial" panose="020B0604020202020204" pitchFamily="34" charset="0"/>
                          <a:ea typeface="等线" panose="02010600030101010101" pitchFamily="2" charset="-122"/>
                        </a:rPr>
                        <a:t>GPM-12H</a:t>
                      </a:r>
                    </a:p>
                  </a:txBody>
                  <a:tcPr marL="9525" marR="9525" marT="9525" marB="0" anchor="ctr"/>
                </a:tc>
                <a:tc>
                  <a:txBody>
                    <a:bodyPr/>
                    <a:lstStyle/>
                    <a:p>
                      <a:pPr algn="ctr" fontAlgn="ctr"/>
                      <a:r>
                        <a:rPr lang="en-US" altLang="zh-CN" sz="1600" b="0" i="0" u="none" strike="noStrike">
                          <a:solidFill>
                            <a:srgbClr val="000000"/>
                          </a:solidFill>
                          <a:effectLst/>
                          <a:latin typeface="微软雅黑" panose="020B0503020204020204" pitchFamily="34" charset="-122"/>
                          <a:ea typeface="微软雅黑" panose="020B0503020204020204" pitchFamily="34" charset="-122"/>
                        </a:rPr>
                        <a:t>7.2~8.0</a:t>
                      </a:r>
                    </a:p>
                  </a:txBody>
                  <a:tcPr marL="9525" marR="9525" marT="9525" marB="0" anchor="ctr"/>
                </a:tc>
                <a:tc>
                  <a:txBody>
                    <a:bodyPr/>
                    <a:lstStyle/>
                    <a:p>
                      <a:pPr algn="ctr" fontAlgn="ctr"/>
                      <a:r>
                        <a:rPr lang="en-US" altLang="zh-CN" sz="1600" b="0" i="0" u="none" strike="noStrike">
                          <a:solidFill>
                            <a:srgbClr val="000000"/>
                          </a:solidFill>
                          <a:effectLst/>
                          <a:latin typeface="微软雅黑" panose="020B0503020204020204" pitchFamily="34" charset="-122"/>
                          <a:ea typeface="微软雅黑" panose="020B0503020204020204" pitchFamily="34" charset="-122"/>
                        </a:rPr>
                        <a:t>5.5~6.5</a:t>
                      </a:r>
                    </a:p>
                  </a:txBody>
                  <a:tcPr marL="9525" marR="9525" marT="9525" marB="0" anchor="ctr"/>
                </a:tc>
                <a:tc>
                  <a:txBody>
                    <a:bodyPr/>
                    <a:lstStyle/>
                    <a:p>
                      <a:pPr algn="ctr" fontAlgn="ctr"/>
                      <a:r>
                        <a:rPr lang="en-US" altLang="zh-CN" sz="1600" b="0" i="0" u="none" strike="noStrike">
                          <a:solidFill>
                            <a:srgbClr val="000000"/>
                          </a:solidFill>
                          <a:effectLst/>
                          <a:latin typeface="微软雅黑" panose="020B0503020204020204" pitchFamily="34" charset="-122"/>
                          <a:ea typeface="微软雅黑" panose="020B0503020204020204" pitchFamily="34" charset="-122"/>
                        </a:rPr>
                        <a:t>9.0~10.0</a:t>
                      </a:r>
                    </a:p>
                  </a:txBody>
                  <a:tcPr marL="9525" marR="9525" marT="9525" marB="0" anchor="ctr"/>
                </a:tc>
                <a:tc>
                  <a:txBody>
                    <a:bodyPr/>
                    <a:lstStyle/>
                    <a:p>
                      <a:pPr algn="ctr" fontAlgn="ctr"/>
                      <a:r>
                        <a:rPr lang="en-US" altLang="zh-CN" sz="1600" b="0" i="0" u="none" strike="noStrike">
                          <a:solidFill>
                            <a:srgbClr val="000000"/>
                          </a:solidFill>
                          <a:effectLst/>
                          <a:latin typeface="微软雅黑" panose="020B0503020204020204" pitchFamily="34" charset="-122"/>
                          <a:ea typeface="微软雅黑" panose="020B0503020204020204" pitchFamily="34" charset="-122"/>
                        </a:rPr>
                        <a:t>11.0~12.0</a:t>
                      </a:r>
                    </a:p>
                  </a:txBody>
                  <a:tcPr marL="9525" marR="9525" marT="9525" marB="0" anchor="ctr"/>
                </a:tc>
                <a:tc>
                  <a:txBody>
                    <a:bodyPr/>
                    <a:lstStyle/>
                    <a:p>
                      <a:pPr algn="ctr" fontAlgn="ctr"/>
                      <a:r>
                        <a:rPr lang="en-US" sz="1600" b="0" i="0" u="none" strike="noStrike" dirty="0">
                          <a:solidFill>
                            <a:srgbClr val="000000"/>
                          </a:solidFill>
                          <a:effectLst/>
                          <a:latin typeface="微软雅黑" panose="020B0503020204020204" pitchFamily="34" charset="-122"/>
                          <a:ea typeface="微软雅黑" panose="020B0503020204020204" pitchFamily="34" charset="-122"/>
                        </a:rPr>
                        <a:t>Epoxy:10-20</a:t>
                      </a:r>
                    </a:p>
                  </a:txBody>
                  <a:tcPr marL="9525" marR="9525" marT="9525" marB="0" anchor="ctr"/>
                </a:tc>
                <a:extLst>
                  <a:ext uri="{0D108BD9-81ED-4DB2-BD59-A6C34878D82A}">
                    <a16:rowId xmlns:a16="http://schemas.microsoft.com/office/drawing/2014/main" val="21927171"/>
                  </a:ext>
                </a:extLst>
              </a:tr>
              <a:tr h="420680">
                <a:tc>
                  <a:txBody>
                    <a:bodyPr/>
                    <a:lstStyle/>
                    <a:p>
                      <a:pPr marL="0" marR="0" lvl="0" indent="0" algn="ctr" defTabSz="821530" eaLnBrk="1" fontAlgn="ctr" latinLnBrk="0" hangingPunct="1">
                        <a:lnSpc>
                          <a:spcPct val="100000"/>
                        </a:lnSpc>
                        <a:spcBef>
                          <a:spcPts val="0"/>
                        </a:spcBef>
                        <a:spcAft>
                          <a:spcPts val="0"/>
                        </a:spcAft>
                        <a:buClrTx/>
                        <a:buSzTx/>
                        <a:buFontTx/>
                        <a:buNone/>
                        <a:tabLst/>
                        <a:defRPr/>
                      </a:pPr>
                      <a:r>
                        <a:rPr lang="en-US" altLang="zh-CN" sz="1600" b="0" i="0" u="none" strike="noStrike" dirty="0">
                          <a:solidFill>
                            <a:srgbClr val="000000"/>
                          </a:solidFill>
                          <a:effectLst/>
                          <a:latin typeface="微软雅黑" panose="020B0503020204020204" pitchFamily="34" charset="-122"/>
                          <a:ea typeface="微软雅黑" panose="020B0503020204020204" pitchFamily="34" charset="-122"/>
                        </a:rPr>
                        <a:t>51</a:t>
                      </a:r>
                    </a:p>
                  </a:txBody>
                  <a:tcPr marL="9525" marR="9525" marT="9525" marB="0" anchor="ctr"/>
                </a:tc>
                <a:tc>
                  <a:txBody>
                    <a:bodyPr/>
                    <a:lstStyle/>
                    <a:p>
                      <a:pPr algn="ctr" fontAlgn="ctr"/>
                      <a:r>
                        <a:rPr lang="en-US" altLang="zh-CN" sz="1600" b="0" i="0" u="none" strike="noStrike" cap="none" spc="0" baseline="0" dirty="0">
                          <a:ln>
                            <a:noFill/>
                          </a:ln>
                          <a:solidFill>
                            <a:srgbClr val="000000"/>
                          </a:solidFill>
                          <a:effectLst/>
                          <a:uFillTx/>
                          <a:latin typeface="微软雅黑" panose="020B0503020204020204" pitchFamily="34" charset="-122"/>
                          <a:ea typeface="微软雅黑" panose="020B0503020204020204" pitchFamily="34" charset="-122"/>
                          <a:cs typeface="+mn-cs"/>
                          <a:sym typeface="Helvetica Neue Light"/>
                        </a:rPr>
                        <a:t>160-05756</a:t>
                      </a:r>
                    </a:p>
                  </a:txBody>
                  <a:tcPr marL="9525" marR="9525" marT="9525" marB="0" anchor="ctr"/>
                </a:tc>
                <a:tc>
                  <a:txBody>
                    <a:bodyPr/>
                    <a:lstStyle/>
                    <a:p>
                      <a:pPr algn="ctr" fontAlgn="ctr"/>
                      <a:r>
                        <a:rPr lang="en-US" altLang="zh-CN" sz="1600" b="0" i="0" u="none" strike="noStrike">
                          <a:solidFill>
                            <a:srgbClr val="000000"/>
                          </a:solidFill>
                          <a:effectLst/>
                          <a:latin typeface="微软雅黑" panose="020B0503020204020204" pitchFamily="34" charset="-122"/>
                          <a:ea typeface="微软雅黑" panose="020B0503020204020204" pitchFamily="34" charset="-122"/>
                        </a:rPr>
                        <a:t>9.35</a:t>
                      </a:r>
                    </a:p>
                  </a:txBody>
                  <a:tcPr marL="9525" marR="9525" marT="9525" marB="0" anchor="ctr"/>
                </a:tc>
                <a:tc>
                  <a:txBody>
                    <a:bodyPr/>
                    <a:lstStyle/>
                    <a:p>
                      <a:pPr algn="ctr" fontAlgn="ctr"/>
                      <a:r>
                        <a:rPr lang="en-US" altLang="zh-CN" sz="1600" b="0" i="0" u="none" strike="noStrike" dirty="0">
                          <a:solidFill>
                            <a:srgbClr val="000000"/>
                          </a:solidFill>
                          <a:effectLst/>
                          <a:latin typeface="微软雅黑" panose="020B0503020204020204" pitchFamily="34" charset="-122"/>
                          <a:ea typeface="微软雅黑" panose="020B0503020204020204" pitchFamily="34" charset="-122"/>
                        </a:rPr>
                        <a:t>5.5</a:t>
                      </a:r>
                    </a:p>
                  </a:txBody>
                  <a:tcPr marL="9525" marR="9525" marT="9525" marB="0" anchor="ctr"/>
                </a:tc>
                <a:tc>
                  <a:txBody>
                    <a:bodyPr/>
                    <a:lstStyle/>
                    <a:p>
                      <a:pPr algn="ctr" fontAlgn="ctr"/>
                      <a:r>
                        <a:rPr lang="en-US" altLang="zh-CN" sz="1600" b="0" i="0" u="none" strike="noStrike" dirty="0">
                          <a:solidFill>
                            <a:srgbClr val="000000"/>
                          </a:solidFill>
                          <a:effectLst/>
                          <a:latin typeface="微软雅黑" panose="020B0503020204020204" pitchFamily="34" charset="-122"/>
                          <a:ea typeface="微软雅黑" panose="020B0503020204020204" pitchFamily="34" charset="-122"/>
                        </a:rPr>
                        <a:t>0.8</a:t>
                      </a:r>
                    </a:p>
                  </a:txBody>
                  <a:tcPr marL="9525" marR="9525" marT="9525" marB="0" anchor="ctr"/>
                </a:tc>
                <a:tc>
                  <a:txBody>
                    <a:bodyPr/>
                    <a:lstStyle/>
                    <a:p>
                      <a:pPr marL="0" marR="0" indent="0" algn="ctr" defTabSz="821530" fontAlgn="ctr" latinLnBrk="0">
                        <a:lnSpc>
                          <a:spcPct val="100000"/>
                        </a:lnSpc>
                        <a:spcBef>
                          <a:spcPts val="0"/>
                        </a:spcBef>
                        <a:spcAft>
                          <a:spcPts val="0"/>
                        </a:spcAft>
                        <a:buClrTx/>
                        <a:buSzTx/>
                        <a:buFontTx/>
                        <a:buNone/>
                        <a:tabLst/>
                      </a:pPr>
                      <a:r>
                        <a:rPr lang="el-GR" sz="1600" b="0" i="0" u="none" strike="noStrike" cap="none" spc="0" baseline="0" dirty="0">
                          <a:ln>
                            <a:noFill/>
                          </a:ln>
                          <a:solidFill>
                            <a:srgbClr val="000000"/>
                          </a:solidFill>
                          <a:effectLst/>
                          <a:uFillTx/>
                          <a:latin typeface="Arial" panose="020B0604020202020204" pitchFamily="34" charset="0"/>
                          <a:ea typeface="等线" panose="02010600030101010101" pitchFamily="2" charset="-122"/>
                          <a:cs typeface="+mn-cs"/>
                          <a:sym typeface="Helvetica Neue Light"/>
                        </a:rPr>
                        <a:t>2.09~2.45</a:t>
                      </a:r>
                      <a:endParaRPr lang="en-US" sz="1600" b="0" i="0" u="none" strike="noStrike" cap="none" spc="0" baseline="0" dirty="0">
                        <a:ln>
                          <a:noFill/>
                        </a:ln>
                        <a:solidFill>
                          <a:srgbClr val="000000"/>
                        </a:solidFill>
                        <a:effectLst/>
                        <a:uFillTx/>
                        <a:latin typeface="Arial" panose="020B0604020202020204" pitchFamily="34" charset="0"/>
                        <a:ea typeface="等线" panose="02010600030101010101" pitchFamily="2" charset="-122"/>
                        <a:cs typeface="+mn-cs"/>
                        <a:sym typeface="Helvetica Neue Light"/>
                      </a:endParaRPr>
                    </a:p>
                  </a:txBody>
                  <a:tcPr marL="9525" marR="9525" marT="9525" marB="0" anchor="ctr"/>
                </a:tc>
                <a:tc>
                  <a:txBody>
                    <a:bodyPr/>
                    <a:lstStyle/>
                    <a:p>
                      <a:pPr marL="0" marR="0" lvl="0" indent="0" algn="ctr" defTabSz="821530" eaLnBrk="1" fontAlgn="ctr" latinLnBrk="0" hangingPunct="1">
                        <a:lnSpc>
                          <a:spcPct val="100000"/>
                        </a:lnSpc>
                        <a:spcBef>
                          <a:spcPts val="0"/>
                        </a:spcBef>
                        <a:spcAft>
                          <a:spcPts val="0"/>
                        </a:spcAft>
                        <a:buClrTx/>
                        <a:buSzTx/>
                        <a:buFontTx/>
                        <a:buNone/>
                        <a:tabLst/>
                        <a:defRPr/>
                      </a:pPr>
                      <a:r>
                        <a:rPr kumimoji="0" lang="en-US" altLang="zh-CN" sz="16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Helvetica Neue"/>
                          <a:sym typeface="Helvetica Neue Light"/>
                        </a:rPr>
                        <a:t>/</a:t>
                      </a:r>
                    </a:p>
                  </a:txBody>
                  <a:tcPr marL="9525" marR="9525" marT="9525" marB="0" anchor="ctr">
                    <a:noFill/>
                  </a:tcPr>
                </a:tc>
                <a:tc>
                  <a:txBody>
                    <a:bodyPr/>
                    <a:lstStyle/>
                    <a:p>
                      <a:pPr marL="0" marR="0" lvl="0" indent="0" algn="ctr" defTabSz="821530" eaLnBrk="1" fontAlgn="ctr" latinLnBrk="0" hangingPunct="1">
                        <a:lnSpc>
                          <a:spcPct val="100000"/>
                        </a:lnSpc>
                        <a:spcBef>
                          <a:spcPts val="0"/>
                        </a:spcBef>
                        <a:spcAft>
                          <a:spcPts val="0"/>
                        </a:spcAft>
                        <a:buClrTx/>
                        <a:buSzTx/>
                        <a:buFontTx/>
                        <a:buNone/>
                        <a:tabLst/>
                        <a:defRPr/>
                      </a:pPr>
                      <a:r>
                        <a:rPr lang="en-US" altLang="zh-CN" sz="1600" b="0" i="0" u="none" strike="noStrike" dirty="0">
                          <a:solidFill>
                            <a:srgbClr val="000000"/>
                          </a:solidFill>
                          <a:effectLst/>
                          <a:latin typeface="微软雅黑" panose="020B0503020204020204" pitchFamily="34" charset="-122"/>
                          <a:ea typeface="微软雅黑" panose="020B0503020204020204" pitchFamily="34" charset="-122"/>
                        </a:rPr>
                        <a:t>0.25</a:t>
                      </a:r>
                      <a:r>
                        <a:rPr lang="zh-CN" altLang="en-US" sz="1600" b="0" i="0" u="none" strike="noStrike" dirty="0">
                          <a:solidFill>
                            <a:srgbClr val="000000"/>
                          </a:solidFill>
                          <a:effectLst/>
                          <a:latin typeface="微软雅黑" panose="020B0503020204020204" pitchFamily="34" charset="-122"/>
                          <a:ea typeface="微软雅黑" panose="020B0503020204020204" pitchFamily="34" charset="-122"/>
                        </a:rPr>
                        <a:t> </a:t>
                      </a:r>
                      <a:r>
                        <a:rPr lang="en-US" altLang="zh-CN" sz="1600" b="0" i="0" u="none" strike="noStrike" dirty="0">
                          <a:solidFill>
                            <a:srgbClr val="000000"/>
                          </a:solidFill>
                          <a:effectLst/>
                          <a:latin typeface="微软雅黑" panose="020B0503020204020204" pitchFamily="34" charset="-122"/>
                          <a:ea typeface="微软雅黑" panose="020B0503020204020204" pitchFamily="34" charset="-122"/>
                        </a:rPr>
                        <a:t>±0.1</a:t>
                      </a:r>
                    </a:p>
                  </a:txBody>
                  <a:tcPr marL="9525" marR="9525" marT="9525" marB="0" anchor="ctr"/>
                </a:tc>
                <a:tc>
                  <a:txBody>
                    <a:bodyPr/>
                    <a:lstStyle/>
                    <a:p>
                      <a:pPr algn="ctr" fontAlgn="ctr"/>
                      <a:r>
                        <a:rPr lang="en-US" altLang="zh-CN" sz="1600" b="0" i="0" u="none" strike="noStrike">
                          <a:solidFill>
                            <a:srgbClr val="000000"/>
                          </a:solidFill>
                          <a:effectLst/>
                          <a:latin typeface="Arial" panose="020B0604020202020204" pitchFamily="34" charset="0"/>
                          <a:ea typeface="等线" panose="02010600030101010101" pitchFamily="2" charset="-122"/>
                        </a:rPr>
                        <a:t>Max 0.2</a:t>
                      </a:r>
                      <a:endParaRPr lang="en-US" altLang="zh-CN" sz="1600" b="0" i="0" u="none" strike="noStrike" dirty="0">
                        <a:solidFill>
                          <a:srgbClr val="000000"/>
                        </a:solidFill>
                        <a:effectLst/>
                        <a:latin typeface="Arial" panose="020B0604020202020204" pitchFamily="34" charset="0"/>
                        <a:ea typeface="等线" panose="02010600030101010101" pitchFamily="2" charset="-122"/>
                      </a:endParaRPr>
                    </a:p>
                  </a:txBody>
                  <a:tcPr marL="9525" marR="9525" marT="9525" marB="0" anchor="ctr"/>
                </a:tc>
                <a:tc>
                  <a:txBody>
                    <a:bodyPr/>
                    <a:lstStyle/>
                    <a:p>
                      <a:pPr algn="ctr" fontAlgn="ctr"/>
                      <a:r>
                        <a:rPr lang="en-US" sz="1600" b="0" i="0" u="none" strike="noStrike" dirty="0">
                          <a:solidFill>
                            <a:srgbClr val="000000"/>
                          </a:solidFill>
                          <a:effectLst/>
                          <a:latin typeface="Arial" panose="020B0604020202020204" pitchFamily="34" charset="0"/>
                          <a:ea typeface="等线" panose="02010600030101010101" pitchFamily="2" charset="-122"/>
                        </a:rPr>
                        <a:t>GPM-12H</a:t>
                      </a:r>
                    </a:p>
                  </a:txBody>
                  <a:tcPr marL="9525" marR="9525" marT="9525" marB="0" anchor="ctr"/>
                </a:tc>
                <a:tc>
                  <a:txBody>
                    <a:bodyPr/>
                    <a:lstStyle/>
                    <a:p>
                      <a:pPr algn="ctr" fontAlgn="ctr"/>
                      <a:r>
                        <a:rPr lang="en-US" altLang="zh-CN" sz="1600" b="0" i="0" u="none" strike="noStrike">
                          <a:solidFill>
                            <a:srgbClr val="000000"/>
                          </a:solidFill>
                          <a:effectLst/>
                          <a:latin typeface="微软雅黑" panose="020B0503020204020204" pitchFamily="34" charset="-122"/>
                          <a:ea typeface="微软雅黑" panose="020B0503020204020204" pitchFamily="34" charset="-122"/>
                        </a:rPr>
                        <a:t>7.2~8.0</a:t>
                      </a:r>
                    </a:p>
                  </a:txBody>
                  <a:tcPr marL="9525" marR="9525" marT="9525" marB="0" anchor="ctr"/>
                </a:tc>
                <a:tc>
                  <a:txBody>
                    <a:bodyPr/>
                    <a:lstStyle/>
                    <a:p>
                      <a:pPr algn="ctr" fontAlgn="ctr"/>
                      <a:r>
                        <a:rPr lang="en-US" altLang="zh-CN" sz="1600" b="0" i="0" u="none" strike="noStrike">
                          <a:solidFill>
                            <a:srgbClr val="000000"/>
                          </a:solidFill>
                          <a:effectLst/>
                          <a:latin typeface="微软雅黑" panose="020B0503020204020204" pitchFamily="34" charset="-122"/>
                          <a:ea typeface="微软雅黑" panose="020B0503020204020204" pitchFamily="34" charset="-122"/>
                        </a:rPr>
                        <a:t>5.5~6.5</a:t>
                      </a:r>
                    </a:p>
                  </a:txBody>
                  <a:tcPr marL="9525" marR="9525" marT="9525" marB="0" anchor="ctr"/>
                </a:tc>
                <a:tc>
                  <a:txBody>
                    <a:bodyPr/>
                    <a:lstStyle/>
                    <a:p>
                      <a:pPr algn="ctr" fontAlgn="ctr"/>
                      <a:r>
                        <a:rPr lang="en-US" altLang="zh-CN" sz="1600" b="0" i="0" u="none" strike="noStrike">
                          <a:solidFill>
                            <a:srgbClr val="000000"/>
                          </a:solidFill>
                          <a:effectLst/>
                          <a:latin typeface="微软雅黑" panose="020B0503020204020204" pitchFamily="34" charset="-122"/>
                          <a:ea typeface="微软雅黑" panose="020B0503020204020204" pitchFamily="34" charset="-122"/>
                        </a:rPr>
                        <a:t>9.0~10.0</a:t>
                      </a:r>
                    </a:p>
                  </a:txBody>
                  <a:tcPr marL="9525" marR="9525" marT="9525" marB="0" anchor="ctr"/>
                </a:tc>
                <a:tc>
                  <a:txBody>
                    <a:bodyPr/>
                    <a:lstStyle/>
                    <a:p>
                      <a:pPr algn="ctr" fontAlgn="ctr"/>
                      <a:r>
                        <a:rPr lang="en-US" altLang="zh-CN" sz="1600" b="0" i="0" u="none" strike="noStrike">
                          <a:solidFill>
                            <a:srgbClr val="000000"/>
                          </a:solidFill>
                          <a:effectLst/>
                          <a:latin typeface="微软雅黑" panose="020B0503020204020204" pitchFamily="34" charset="-122"/>
                          <a:ea typeface="微软雅黑" panose="020B0503020204020204" pitchFamily="34" charset="-122"/>
                        </a:rPr>
                        <a:t>11.0~12.0</a:t>
                      </a:r>
                    </a:p>
                  </a:txBody>
                  <a:tcPr marL="9525" marR="9525" marT="9525" marB="0" anchor="ctr"/>
                </a:tc>
                <a:tc>
                  <a:txBody>
                    <a:bodyPr/>
                    <a:lstStyle/>
                    <a:p>
                      <a:pPr algn="ctr" fontAlgn="ctr"/>
                      <a:r>
                        <a:rPr lang="en-US" sz="1600" b="0" i="0" u="none" strike="noStrike" dirty="0">
                          <a:solidFill>
                            <a:srgbClr val="000000"/>
                          </a:solidFill>
                          <a:effectLst/>
                          <a:latin typeface="微软雅黑" panose="020B0503020204020204" pitchFamily="34" charset="-122"/>
                          <a:ea typeface="微软雅黑" panose="020B0503020204020204" pitchFamily="34" charset="-122"/>
                        </a:rPr>
                        <a:t>Epoxy:10-20</a:t>
                      </a:r>
                    </a:p>
                  </a:txBody>
                  <a:tcPr marL="9525" marR="9525" marT="9525" marB="0" anchor="ctr"/>
                </a:tc>
                <a:extLst>
                  <a:ext uri="{0D108BD9-81ED-4DB2-BD59-A6C34878D82A}">
                    <a16:rowId xmlns:a16="http://schemas.microsoft.com/office/drawing/2014/main" val="10024"/>
                  </a:ext>
                </a:extLst>
              </a:tr>
            </a:tbl>
          </a:graphicData>
        </a:graphic>
      </p:graphicFrame>
    </p:spTree>
    <p:extLst>
      <p:ext uri="{BB962C8B-B14F-4D97-AF65-F5344CB8AC3E}">
        <p14:creationId xmlns:p14="http://schemas.microsoft.com/office/powerpoint/2010/main" val="3827355681"/>
      </p:ext>
    </p:extLst>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55" name="表格"/>
          <p:cNvGraphicFramePr/>
          <p:nvPr>
            <p:extLst>
              <p:ext uri="{D42A27DB-BD31-4B8C-83A1-F6EECF244321}">
                <p14:modId xmlns:p14="http://schemas.microsoft.com/office/powerpoint/2010/main" val="1555826115"/>
              </p:ext>
            </p:extLst>
          </p:nvPr>
        </p:nvGraphicFramePr>
        <p:xfrm>
          <a:off x="1111646" y="2430351"/>
          <a:ext cx="22160705" cy="10296645"/>
        </p:xfrm>
        <a:graphic>
          <a:graphicData uri="http://schemas.openxmlformats.org/drawingml/2006/table">
            <a:tbl>
              <a:tblPr>
                <a:tableStyleId>{8F44A2F1-9E1F-4B54-A3A2-5F16C0AD49E2}</a:tableStyleId>
              </a:tblPr>
              <a:tblGrid>
                <a:gridCol w="4161630">
                  <a:extLst>
                    <a:ext uri="{9D8B030D-6E8A-4147-A177-3AD203B41FA5}">
                      <a16:colId xmlns:a16="http://schemas.microsoft.com/office/drawing/2014/main" val="20000"/>
                    </a:ext>
                  </a:extLst>
                </a:gridCol>
                <a:gridCol w="5093494">
                  <a:extLst>
                    <a:ext uri="{9D8B030D-6E8A-4147-A177-3AD203B41FA5}">
                      <a16:colId xmlns:a16="http://schemas.microsoft.com/office/drawing/2014/main" val="20001"/>
                    </a:ext>
                  </a:extLst>
                </a:gridCol>
                <a:gridCol w="5515868">
                  <a:extLst>
                    <a:ext uri="{9D8B030D-6E8A-4147-A177-3AD203B41FA5}">
                      <a16:colId xmlns:a16="http://schemas.microsoft.com/office/drawing/2014/main" val="20002"/>
                    </a:ext>
                  </a:extLst>
                </a:gridCol>
                <a:gridCol w="7389713">
                  <a:extLst>
                    <a:ext uri="{9D8B030D-6E8A-4147-A177-3AD203B41FA5}">
                      <a16:colId xmlns:a16="http://schemas.microsoft.com/office/drawing/2014/main" val="20003"/>
                    </a:ext>
                  </a:extLst>
                </a:gridCol>
              </a:tblGrid>
              <a:tr h="605685">
                <a:tc>
                  <a:txBody>
                    <a:bodyPr/>
                    <a:lstStyle/>
                    <a:p>
                      <a:pPr defTabSz="409575">
                        <a:defRPr sz="1800"/>
                      </a:pPr>
                      <a:r>
                        <a:rPr sz="2400" dirty="0">
                          <a:latin typeface="Arial" panose="020B0604020202020204" pitchFamily="34" charset="0"/>
                          <a:ea typeface="Arial Unicode MS" panose="020B0604020202020204" pitchFamily="34" charset="-122"/>
                          <a:cs typeface="Arial" panose="020B0604020202020204" pitchFamily="34" charset="0"/>
                          <a:sym typeface="Helvetica Neue Medium"/>
                        </a:rPr>
                        <a:t>Name:</a:t>
                      </a:r>
                    </a:p>
                  </a:txBody>
                  <a:tcPr marL="12700" marR="12700" marT="12700" marB="12700"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gridSpan="2">
                  <a:txBody>
                    <a:bodyPr/>
                    <a:lstStyle/>
                    <a:p>
                      <a:pPr defTabSz="409575">
                        <a:defRPr sz="1800"/>
                      </a:pPr>
                      <a:r>
                        <a:rPr sz="2400" dirty="0">
                          <a:latin typeface="Arial" panose="020B0604020202020204" pitchFamily="34" charset="0"/>
                          <a:ea typeface="Arial Unicode MS" panose="020B0604020202020204" pitchFamily="34" charset="-122"/>
                          <a:cs typeface="Arial" panose="020B0604020202020204" pitchFamily="34" charset="0"/>
                          <a:sym typeface="Helvetica Neue Medium"/>
                        </a:rPr>
                        <a:t>KEYENCE</a:t>
                      </a:r>
                    </a:p>
                  </a:txBody>
                  <a:tcPr marL="12700" marR="12700" marT="12700" marB="12700"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hMerge="1">
                  <a:txBody>
                    <a:bodyPr/>
                    <a:lstStyle/>
                    <a:p>
                      <a:endParaRPr lang="zh-CN"/>
                    </a:p>
                  </a:txBody>
                  <a:tcPr/>
                </a:tc>
                <a:tc rowSpan="17">
                  <a:txBody>
                    <a:bodyPr/>
                    <a:lstStyle/>
                    <a:p>
                      <a:pPr algn="l" defTabSz="409575">
                        <a:defRPr sz="2400">
                          <a:latin typeface="Helvetica Neue Light"/>
                          <a:ea typeface="Helvetica Neue Light"/>
                          <a:cs typeface="Helvetica Neue Light"/>
                        </a:defRPr>
                      </a:pPr>
                      <a:endParaRPr sz="2400" dirty="0">
                        <a:latin typeface="Arial" panose="020B0604020202020204" pitchFamily="34" charset="0"/>
                        <a:ea typeface="Arial Unicode MS" panose="020B0604020202020204" pitchFamily="34" charset="-122"/>
                        <a:cs typeface="Arial" panose="020B0604020202020204" pitchFamily="34" charset="0"/>
                      </a:endParaRPr>
                    </a:p>
                  </a:txBody>
                  <a:tcPr marL="0" marR="0" marT="0" marB="0"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605685">
                <a:tc>
                  <a:txBody>
                    <a:bodyPr/>
                    <a:lstStyle/>
                    <a:p>
                      <a:pPr defTabSz="409575">
                        <a:defRPr sz="1800"/>
                      </a:pPr>
                      <a:r>
                        <a:rPr sz="2400">
                          <a:latin typeface="Arial" panose="020B0604020202020204" pitchFamily="34" charset="0"/>
                          <a:ea typeface="Arial Unicode MS" panose="020B0604020202020204" pitchFamily="34" charset="-122"/>
                          <a:cs typeface="Arial" panose="020B0604020202020204" pitchFamily="34" charset="0"/>
                          <a:sym typeface="Helvetica Neue Medium"/>
                        </a:rPr>
                        <a:t>Manufacturer:</a:t>
                      </a:r>
                    </a:p>
                  </a:txBody>
                  <a:tcPr marL="12700" marR="12700" marT="12700" marB="12700"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gridSpan="2">
                  <a:txBody>
                    <a:bodyPr/>
                    <a:lstStyle/>
                    <a:p>
                      <a:pPr defTabSz="409575">
                        <a:defRPr sz="1800"/>
                      </a:pPr>
                      <a:r>
                        <a:rPr sz="2400" dirty="0">
                          <a:latin typeface="Arial" panose="020B0604020202020204" pitchFamily="34" charset="0"/>
                          <a:ea typeface="Arial Unicode MS" panose="020B0604020202020204" pitchFamily="34" charset="-122"/>
                          <a:cs typeface="Arial" panose="020B0604020202020204" pitchFamily="34" charset="0"/>
                          <a:sym typeface="Helvetica Neue Medium"/>
                        </a:rPr>
                        <a:t>KEYENCE</a:t>
                      </a:r>
                    </a:p>
                  </a:txBody>
                  <a:tcPr marL="12700" marR="12700" marT="12700" marB="12700"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hMerge="1">
                  <a:txBody>
                    <a:bodyPr/>
                    <a:lstStyle/>
                    <a:p>
                      <a:endParaRPr lang="zh-CN"/>
                    </a:p>
                  </a:txBody>
                  <a:tcPr/>
                </a:tc>
                <a:tc vMerge="1">
                  <a:txBody>
                    <a:bodyPr/>
                    <a:lstStyle/>
                    <a:p>
                      <a:endParaRPr lang="zh-CN"/>
                    </a:p>
                  </a:txBody>
                  <a:tcPr/>
                </a:tc>
                <a:extLst>
                  <a:ext uri="{0D108BD9-81ED-4DB2-BD59-A6C34878D82A}">
                    <a16:rowId xmlns:a16="http://schemas.microsoft.com/office/drawing/2014/main" val="10001"/>
                  </a:ext>
                </a:extLst>
              </a:tr>
              <a:tr h="605685">
                <a:tc>
                  <a:txBody>
                    <a:bodyPr/>
                    <a:lstStyle/>
                    <a:p>
                      <a:pPr defTabSz="409575">
                        <a:defRPr sz="1800"/>
                      </a:pPr>
                      <a:r>
                        <a:rPr sz="2400">
                          <a:latin typeface="Arial" panose="020B0604020202020204" pitchFamily="34" charset="0"/>
                          <a:ea typeface="Arial Unicode MS" panose="020B0604020202020204" pitchFamily="34" charset="-122"/>
                          <a:cs typeface="Arial" panose="020B0604020202020204" pitchFamily="34" charset="0"/>
                          <a:sym typeface="Helvetica Neue Medium"/>
                        </a:rPr>
                        <a:t>Model: </a:t>
                      </a:r>
                    </a:p>
                  </a:txBody>
                  <a:tcPr marL="12700" marR="12700" marT="12700" marB="12700"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gridSpan="2">
                  <a:txBody>
                    <a:bodyPr/>
                    <a:lstStyle/>
                    <a:p>
                      <a:pPr defTabSz="409575">
                        <a:defRPr sz="1800"/>
                      </a:pPr>
                      <a:r>
                        <a:rPr sz="2400" dirty="0">
                          <a:latin typeface="Arial" panose="020B0604020202020204" pitchFamily="34" charset="0"/>
                          <a:ea typeface="Arial Unicode MS" panose="020B0604020202020204" pitchFamily="34" charset="-122"/>
                          <a:cs typeface="Arial" panose="020B0604020202020204" pitchFamily="34" charset="0"/>
                          <a:sym typeface="Helvetica Neue Medium"/>
                        </a:rPr>
                        <a:t>IM7</a:t>
                      </a:r>
                      <a:r>
                        <a:rPr lang="en-US" altLang="zh-CN" sz="2400" dirty="0">
                          <a:latin typeface="Arial" panose="020B0604020202020204" pitchFamily="34" charset="0"/>
                          <a:ea typeface="Arial Unicode MS" panose="020B0604020202020204" pitchFamily="34" charset="-122"/>
                          <a:cs typeface="Arial" panose="020B0604020202020204" pitchFamily="34" charset="0"/>
                          <a:sym typeface="Helvetica Neue Medium"/>
                        </a:rPr>
                        <a:t>01</a:t>
                      </a:r>
                      <a:r>
                        <a:rPr sz="2400" dirty="0">
                          <a:latin typeface="Arial" panose="020B0604020202020204" pitchFamily="34" charset="0"/>
                          <a:ea typeface="Arial Unicode MS" panose="020B0604020202020204" pitchFamily="34" charset="-122"/>
                          <a:cs typeface="Arial" panose="020B0604020202020204" pitchFamily="34" charset="0"/>
                          <a:sym typeface="Helvetica Neue Medium"/>
                        </a:rPr>
                        <a:t>0</a:t>
                      </a:r>
                    </a:p>
                  </a:txBody>
                  <a:tcPr marL="12700" marR="12700" marT="12700" marB="12700"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hMerge="1">
                  <a:txBody>
                    <a:bodyPr/>
                    <a:lstStyle/>
                    <a:p>
                      <a:endParaRPr lang="zh-CN"/>
                    </a:p>
                  </a:txBody>
                  <a:tcPr/>
                </a:tc>
                <a:tc vMerge="1">
                  <a:txBody>
                    <a:bodyPr/>
                    <a:lstStyle/>
                    <a:p>
                      <a:endParaRPr lang="zh-CN"/>
                    </a:p>
                  </a:txBody>
                  <a:tcPr/>
                </a:tc>
                <a:extLst>
                  <a:ext uri="{0D108BD9-81ED-4DB2-BD59-A6C34878D82A}">
                    <a16:rowId xmlns:a16="http://schemas.microsoft.com/office/drawing/2014/main" val="10002"/>
                  </a:ext>
                </a:extLst>
              </a:tr>
              <a:tr h="605685">
                <a:tc>
                  <a:txBody>
                    <a:bodyPr/>
                    <a:lstStyle/>
                    <a:p>
                      <a:pPr defTabSz="409575">
                        <a:defRPr sz="1800"/>
                      </a:pPr>
                      <a:r>
                        <a:rPr sz="2400">
                          <a:latin typeface="Arial" panose="020B0604020202020204" pitchFamily="34" charset="0"/>
                          <a:ea typeface="Arial Unicode MS" panose="020B0604020202020204" pitchFamily="34" charset="-122"/>
                          <a:cs typeface="Arial" panose="020B0604020202020204" pitchFamily="34" charset="0"/>
                          <a:sym typeface="Helvetica Neue Medium"/>
                        </a:rPr>
                        <a:t>Image pickup device:</a:t>
                      </a:r>
                    </a:p>
                  </a:txBody>
                  <a:tcPr marL="12700" marR="12700" marT="12700" marB="12700"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gridSpan="2">
                  <a:txBody>
                    <a:bodyPr/>
                    <a:lstStyle/>
                    <a:p>
                      <a:pPr defTabSz="409575">
                        <a:defRPr sz="1800"/>
                      </a:pPr>
                      <a:r>
                        <a:rPr sz="2400" dirty="0">
                          <a:latin typeface="Arial" panose="020B0604020202020204" pitchFamily="34" charset="0"/>
                          <a:ea typeface="Arial Unicode MS" panose="020B0604020202020204" pitchFamily="34" charset="-122"/>
                          <a:cs typeface="Arial" panose="020B0604020202020204" pitchFamily="34" charset="0"/>
                          <a:sym typeface="Helvetica Neue Medium"/>
                        </a:rPr>
                        <a:t>1#6.6 mega pixel monochrome CMOS</a:t>
                      </a:r>
                    </a:p>
                  </a:txBody>
                  <a:tcPr marL="12700" marR="12700" marT="12700" marB="12700"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hMerge="1">
                  <a:txBody>
                    <a:bodyPr/>
                    <a:lstStyle/>
                    <a:p>
                      <a:endParaRPr lang="zh-CN"/>
                    </a:p>
                  </a:txBody>
                  <a:tcPr/>
                </a:tc>
                <a:tc vMerge="1">
                  <a:txBody>
                    <a:bodyPr/>
                    <a:lstStyle/>
                    <a:p>
                      <a:endParaRPr lang="zh-CN"/>
                    </a:p>
                  </a:txBody>
                  <a:tcPr/>
                </a:tc>
                <a:extLst>
                  <a:ext uri="{0D108BD9-81ED-4DB2-BD59-A6C34878D82A}">
                    <a16:rowId xmlns:a16="http://schemas.microsoft.com/office/drawing/2014/main" val="10003"/>
                  </a:ext>
                </a:extLst>
              </a:tr>
              <a:tr h="605685">
                <a:tc>
                  <a:txBody>
                    <a:bodyPr/>
                    <a:lstStyle/>
                    <a:p>
                      <a:pPr defTabSz="409575">
                        <a:defRPr sz="1800"/>
                      </a:pPr>
                      <a:r>
                        <a:rPr sz="2400">
                          <a:latin typeface="Arial" panose="020B0604020202020204" pitchFamily="34" charset="0"/>
                          <a:ea typeface="Arial Unicode MS" panose="020B0604020202020204" pitchFamily="34" charset="-122"/>
                          <a:cs typeface="Arial" panose="020B0604020202020204" pitchFamily="34" charset="0"/>
                          <a:sym typeface="Helvetica Neue Medium"/>
                        </a:rPr>
                        <a:t>Display:</a:t>
                      </a:r>
                    </a:p>
                  </a:txBody>
                  <a:tcPr marL="12700" marR="12700" marT="12700" marB="12700"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gridSpan="2">
                  <a:txBody>
                    <a:bodyPr/>
                    <a:lstStyle/>
                    <a:p>
                      <a:pPr defTabSz="409575">
                        <a:defRPr sz="1800"/>
                      </a:pPr>
                      <a:r>
                        <a:rPr sz="2400" dirty="0">
                          <a:latin typeface="Arial" panose="020B0604020202020204" pitchFamily="34" charset="0"/>
                          <a:ea typeface="Arial Unicode MS" panose="020B0604020202020204" pitchFamily="34" charset="-122"/>
                          <a:cs typeface="Arial" panose="020B0604020202020204" pitchFamily="34" charset="0"/>
                          <a:sym typeface="Helvetica Neue Medium"/>
                        </a:rPr>
                        <a:t>10.4# LCD monitor</a:t>
                      </a:r>
                    </a:p>
                  </a:txBody>
                  <a:tcPr marL="12700" marR="12700" marT="12700" marB="12700"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hMerge="1">
                  <a:txBody>
                    <a:bodyPr/>
                    <a:lstStyle/>
                    <a:p>
                      <a:endParaRPr lang="zh-CN"/>
                    </a:p>
                  </a:txBody>
                  <a:tcPr/>
                </a:tc>
                <a:tc vMerge="1">
                  <a:txBody>
                    <a:bodyPr/>
                    <a:lstStyle/>
                    <a:p>
                      <a:endParaRPr lang="zh-CN"/>
                    </a:p>
                  </a:txBody>
                  <a:tcPr/>
                </a:tc>
                <a:extLst>
                  <a:ext uri="{0D108BD9-81ED-4DB2-BD59-A6C34878D82A}">
                    <a16:rowId xmlns:a16="http://schemas.microsoft.com/office/drawing/2014/main" val="10004"/>
                  </a:ext>
                </a:extLst>
              </a:tr>
              <a:tr h="605685">
                <a:tc>
                  <a:txBody>
                    <a:bodyPr/>
                    <a:lstStyle/>
                    <a:p>
                      <a:pPr defTabSz="409575">
                        <a:defRPr sz="1800"/>
                      </a:pPr>
                      <a:r>
                        <a:rPr sz="2400">
                          <a:latin typeface="Arial" panose="020B0604020202020204" pitchFamily="34" charset="0"/>
                          <a:ea typeface="Arial Unicode MS" panose="020B0604020202020204" pitchFamily="34" charset="-122"/>
                          <a:cs typeface="Arial" panose="020B0604020202020204" pitchFamily="34" charset="0"/>
                          <a:sym typeface="Helvetica Neue Medium"/>
                        </a:rPr>
                        <a:t>Light receiving lens:</a:t>
                      </a:r>
                    </a:p>
                  </a:txBody>
                  <a:tcPr marL="12700" marR="12700" marT="12700" marB="12700"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gridSpan="2">
                  <a:txBody>
                    <a:bodyPr/>
                    <a:lstStyle/>
                    <a:p>
                      <a:pPr defTabSz="409575">
                        <a:defRPr sz="1800"/>
                      </a:pPr>
                      <a:r>
                        <a:rPr sz="2400" dirty="0">
                          <a:latin typeface="Arial" panose="020B0604020202020204" pitchFamily="34" charset="0"/>
                          <a:ea typeface="Arial Unicode MS" panose="020B0604020202020204" pitchFamily="34" charset="-122"/>
                          <a:cs typeface="Arial" panose="020B0604020202020204" pitchFamily="34" charset="0"/>
                          <a:sym typeface="Helvetica Neue Medium"/>
                        </a:rPr>
                        <a:t>Double telecentric lens</a:t>
                      </a:r>
                    </a:p>
                  </a:txBody>
                  <a:tcPr marL="12700" marR="12700" marT="12700" marB="12700"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hMerge="1">
                  <a:txBody>
                    <a:bodyPr/>
                    <a:lstStyle/>
                    <a:p>
                      <a:endParaRPr lang="zh-CN"/>
                    </a:p>
                  </a:txBody>
                  <a:tcPr/>
                </a:tc>
                <a:tc vMerge="1">
                  <a:txBody>
                    <a:bodyPr/>
                    <a:lstStyle/>
                    <a:p>
                      <a:endParaRPr lang="zh-CN"/>
                    </a:p>
                  </a:txBody>
                  <a:tcPr/>
                </a:tc>
                <a:extLst>
                  <a:ext uri="{0D108BD9-81ED-4DB2-BD59-A6C34878D82A}">
                    <a16:rowId xmlns:a16="http://schemas.microsoft.com/office/drawing/2014/main" val="10005"/>
                  </a:ext>
                </a:extLst>
              </a:tr>
              <a:tr h="605685">
                <a:tc rowSpan="2">
                  <a:txBody>
                    <a:bodyPr/>
                    <a:lstStyle/>
                    <a:p>
                      <a:pPr defTabSz="409575">
                        <a:defRPr sz="1800"/>
                      </a:pPr>
                      <a:r>
                        <a:rPr sz="2400">
                          <a:latin typeface="Arial" panose="020B0604020202020204" pitchFamily="34" charset="0"/>
                          <a:ea typeface="Arial Unicode MS" panose="020B0604020202020204" pitchFamily="34" charset="-122"/>
                          <a:cs typeface="Arial" panose="020B0604020202020204" pitchFamily="34" charset="0"/>
                          <a:sym typeface="Helvetica Neue Medium"/>
                        </a:rPr>
                        <a:t>Field of view:</a:t>
                      </a:r>
                    </a:p>
                  </a:txBody>
                  <a:tcPr marL="12700" marR="12700" marT="12700" marB="12700"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gridSpan="2">
                  <a:txBody>
                    <a:bodyPr/>
                    <a:lstStyle/>
                    <a:p>
                      <a:pPr defTabSz="409575">
                        <a:defRPr sz="2800">
                          <a:sym typeface="Helvetica Neue Medium"/>
                        </a:defRPr>
                      </a:pPr>
                      <a:r>
                        <a:rPr sz="2400" dirty="0">
                          <a:latin typeface="Arial" panose="020B0604020202020204" pitchFamily="34" charset="0"/>
                          <a:ea typeface="Arial Unicode MS" panose="020B0604020202020204" pitchFamily="34" charset="-122"/>
                          <a:cs typeface="Arial" panose="020B0604020202020204" pitchFamily="34" charset="0"/>
                        </a:rPr>
                        <a:t>Wide-field </a:t>
                      </a:r>
                      <a:r>
                        <a:rPr lang="en-US" sz="2400" dirty="0">
                          <a:latin typeface="Arial" panose="020B0604020202020204" pitchFamily="34" charset="0"/>
                          <a:ea typeface="Arial Unicode MS" panose="020B0604020202020204" pitchFamily="34" charset="-122"/>
                          <a:cs typeface="Arial" panose="020B0604020202020204" pitchFamily="34" charset="0"/>
                        </a:rPr>
                        <a:t>measurement</a:t>
                      </a:r>
                      <a:r>
                        <a:rPr sz="2400" dirty="0">
                          <a:latin typeface="Arial" panose="020B0604020202020204" pitchFamily="34" charset="0"/>
                          <a:ea typeface="Arial Unicode MS" panose="020B0604020202020204" pitchFamily="34" charset="-122"/>
                          <a:cs typeface="Arial" panose="020B0604020202020204" pitchFamily="34" charset="0"/>
                        </a:rPr>
                        <a:t> mode </a:t>
                      </a:r>
                      <a:r>
                        <a:rPr sz="2400" dirty="0">
                          <a:latin typeface="Arial" panose="020B0604020202020204" pitchFamily="34" charset="0"/>
                          <a:ea typeface="Arial Unicode MS" panose="020B0604020202020204" pitchFamily="34" charset="-122"/>
                          <a:cs typeface="Arial" panose="020B0604020202020204" pitchFamily="34" charset="0"/>
                          <a:sym typeface="Times"/>
                        </a:rPr>
                        <a:t>Φ</a:t>
                      </a:r>
                      <a:r>
                        <a:rPr sz="2400" dirty="0">
                          <a:latin typeface="Arial" panose="020B0604020202020204" pitchFamily="34" charset="0"/>
                          <a:ea typeface="Arial Unicode MS" panose="020B0604020202020204" pitchFamily="34" charset="-122"/>
                          <a:cs typeface="Arial" panose="020B0604020202020204" pitchFamily="34" charset="0"/>
                        </a:rPr>
                        <a:t>100x200mm</a:t>
                      </a:r>
                    </a:p>
                  </a:txBody>
                  <a:tcPr marL="12700" marR="12700" marT="12700" marB="12700"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hMerge="1">
                  <a:txBody>
                    <a:bodyPr/>
                    <a:lstStyle/>
                    <a:p>
                      <a:endParaRPr lang="zh-CN"/>
                    </a:p>
                  </a:txBody>
                  <a:tcPr/>
                </a:tc>
                <a:tc vMerge="1">
                  <a:txBody>
                    <a:bodyPr/>
                    <a:lstStyle/>
                    <a:p>
                      <a:endParaRPr lang="zh-CN"/>
                    </a:p>
                  </a:txBody>
                  <a:tcPr/>
                </a:tc>
                <a:extLst>
                  <a:ext uri="{0D108BD9-81ED-4DB2-BD59-A6C34878D82A}">
                    <a16:rowId xmlns:a16="http://schemas.microsoft.com/office/drawing/2014/main" val="10006"/>
                  </a:ext>
                </a:extLst>
              </a:tr>
              <a:tr h="605685">
                <a:tc vMerge="1">
                  <a:txBody>
                    <a:bodyPr/>
                    <a:lstStyle/>
                    <a:p>
                      <a:endParaRPr lang="zh-CN"/>
                    </a:p>
                  </a:txBody>
                  <a:tcPr/>
                </a:tc>
                <a:tc gridSpan="2">
                  <a:txBody>
                    <a:bodyPr/>
                    <a:lstStyle/>
                    <a:p>
                      <a:pPr defTabSz="409575">
                        <a:defRPr sz="2800">
                          <a:sym typeface="Helvetica Neue Medium"/>
                        </a:defRPr>
                      </a:pPr>
                      <a:r>
                        <a:rPr sz="2400" dirty="0">
                          <a:latin typeface="Arial" panose="020B0604020202020204" pitchFamily="34" charset="0"/>
                          <a:ea typeface="Arial Unicode MS" panose="020B0604020202020204" pitchFamily="34" charset="-122"/>
                          <a:cs typeface="Arial" panose="020B0604020202020204" pitchFamily="34" charset="0"/>
                        </a:rPr>
                        <a:t>High-precision </a:t>
                      </a:r>
                      <a:r>
                        <a:rPr lang="en-US" sz="2400" dirty="0">
                          <a:latin typeface="Arial" panose="020B0604020202020204" pitchFamily="34" charset="0"/>
                          <a:ea typeface="Arial Unicode MS" panose="020B0604020202020204" pitchFamily="34" charset="-122"/>
                          <a:cs typeface="Arial" panose="020B0604020202020204" pitchFamily="34" charset="0"/>
                        </a:rPr>
                        <a:t>measurement</a:t>
                      </a:r>
                      <a:r>
                        <a:rPr sz="2400" dirty="0">
                          <a:latin typeface="Arial" panose="020B0604020202020204" pitchFamily="34" charset="0"/>
                          <a:ea typeface="Arial Unicode MS" panose="020B0604020202020204" pitchFamily="34" charset="-122"/>
                          <a:cs typeface="Arial" panose="020B0604020202020204" pitchFamily="34" charset="0"/>
                        </a:rPr>
                        <a:t> mode </a:t>
                      </a:r>
                      <a:r>
                        <a:rPr sz="2400" dirty="0">
                          <a:latin typeface="Arial" panose="020B0604020202020204" pitchFamily="34" charset="0"/>
                          <a:ea typeface="Arial Unicode MS" panose="020B0604020202020204" pitchFamily="34" charset="-122"/>
                          <a:cs typeface="Arial" panose="020B0604020202020204" pitchFamily="34" charset="0"/>
                          <a:sym typeface="Times"/>
                        </a:rPr>
                        <a:t>Φ</a:t>
                      </a:r>
                      <a:r>
                        <a:rPr sz="2400" dirty="0">
                          <a:latin typeface="Arial" panose="020B0604020202020204" pitchFamily="34" charset="0"/>
                          <a:ea typeface="Arial Unicode MS" panose="020B0604020202020204" pitchFamily="34" charset="-122"/>
                          <a:cs typeface="Arial" panose="020B0604020202020204" pitchFamily="34" charset="0"/>
                        </a:rPr>
                        <a:t>25x125mm</a:t>
                      </a:r>
                    </a:p>
                  </a:txBody>
                  <a:tcPr marL="12700" marR="12700" marT="12700" marB="12700"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hMerge="1">
                  <a:txBody>
                    <a:bodyPr/>
                    <a:lstStyle/>
                    <a:p>
                      <a:endParaRPr lang="zh-CN"/>
                    </a:p>
                  </a:txBody>
                  <a:tcPr/>
                </a:tc>
                <a:tc vMerge="1">
                  <a:txBody>
                    <a:bodyPr/>
                    <a:lstStyle/>
                    <a:p>
                      <a:endParaRPr lang="zh-CN"/>
                    </a:p>
                  </a:txBody>
                  <a:tcPr/>
                </a:tc>
                <a:extLst>
                  <a:ext uri="{0D108BD9-81ED-4DB2-BD59-A6C34878D82A}">
                    <a16:rowId xmlns:a16="http://schemas.microsoft.com/office/drawing/2014/main" val="10007"/>
                  </a:ext>
                </a:extLst>
              </a:tr>
              <a:tr h="605685">
                <a:tc>
                  <a:txBody>
                    <a:bodyPr/>
                    <a:lstStyle/>
                    <a:p>
                      <a:pPr defTabSz="409575">
                        <a:defRPr sz="1800"/>
                      </a:pPr>
                      <a:r>
                        <a:rPr sz="2400">
                          <a:latin typeface="Arial" panose="020B0604020202020204" pitchFamily="34" charset="0"/>
                          <a:ea typeface="Arial Unicode MS" panose="020B0604020202020204" pitchFamily="34" charset="-122"/>
                          <a:cs typeface="Arial" panose="020B0604020202020204" pitchFamily="34" charset="0"/>
                          <a:sym typeface="Helvetica Neue Medium"/>
                        </a:rPr>
                        <a:t>Minimum display unit:</a:t>
                      </a:r>
                    </a:p>
                  </a:txBody>
                  <a:tcPr marL="12700" marR="12700" marT="12700" marB="12700"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gridSpan="2">
                  <a:txBody>
                    <a:bodyPr/>
                    <a:lstStyle/>
                    <a:p>
                      <a:pPr defTabSz="409575">
                        <a:defRPr sz="1800"/>
                      </a:pPr>
                      <a:r>
                        <a:rPr sz="2400" dirty="0">
                          <a:latin typeface="Arial" panose="020B0604020202020204" pitchFamily="34" charset="0"/>
                          <a:ea typeface="Arial Unicode MS" panose="020B0604020202020204" pitchFamily="34" charset="-122"/>
                          <a:cs typeface="Arial" panose="020B0604020202020204" pitchFamily="34" charset="0"/>
                          <a:sym typeface="Helvetica Neue Medium"/>
                        </a:rPr>
                        <a:t>0.1μm</a:t>
                      </a:r>
                    </a:p>
                  </a:txBody>
                  <a:tcPr marL="12700" marR="12700" marT="12700" marB="12700"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hMerge="1">
                  <a:txBody>
                    <a:bodyPr/>
                    <a:lstStyle/>
                    <a:p>
                      <a:endParaRPr lang="zh-CN"/>
                    </a:p>
                  </a:txBody>
                  <a:tcPr/>
                </a:tc>
                <a:tc vMerge="1">
                  <a:txBody>
                    <a:bodyPr/>
                    <a:lstStyle/>
                    <a:p>
                      <a:endParaRPr lang="zh-CN"/>
                    </a:p>
                  </a:txBody>
                  <a:tcPr/>
                </a:tc>
                <a:extLst>
                  <a:ext uri="{0D108BD9-81ED-4DB2-BD59-A6C34878D82A}">
                    <a16:rowId xmlns:a16="http://schemas.microsoft.com/office/drawing/2014/main" val="10008"/>
                  </a:ext>
                </a:extLst>
              </a:tr>
              <a:tr h="605685">
                <a:tc rowSpan="4">
                  <a:txBody>
                    <a:bodyPr/>
                    <a:lstStyle/>
                    <a:p>
                      <a:pPr defTabSz="409575">
                        <a:defRPr sz="1800"/>
                      </a:pPr>
                      <a:r>
                        <a:rPr sz="2400">
                          <a:latin typeface="Arial" panose="020B0604020202020204" pitchFamily="34" charset="0"/>
                          <a:ea typeface="Arial Unicode MS" panose="020B0604020202020204" pitchFamily="34" charset="-122"/>
                          <a:cs typeface="Arial" panose="020B0604020202020204" pitchFamily="34" charset="0"/>
                          <a:sym typeface="Helvetica Neue Medium"/>
                        </a:rPr>
                        <a:t>Repetition Accuracy:</a:t>
                      </a:r>
                    </a:p>
                  </a:txBody>
                  <a:tcPr marL="12700" marR="12700" marT="12700" marB="12700"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rowSpan="2">
                  <a:txBody>
                    <a:bodyPr/>
                    <a:lstStyle/>
                    <a:p>
                      <a:pPr defTabSz="409575">
                        <a:defRPr sz="1800"/>
                      </a:pPr>
                      <a:r>
                        <a:rPr sz="2400" dirty="0">
                          <a:latin typeface="Arial" panose="020B0604020202020204" pitchFamily="34" charset="0"/>
                          <a:ea typeface="Arial Unicode MS" panose="020B0604020202020204" pitchFamily="34" charset="-122"/>
                          <a:cs typeface="Arial" panose="020B0604020202020204" pitchFamily="34" charset="0"/>
                          <a:sym typeface="Helvetica Neue Medium"/>
                        </a:rPr>
                        <a:t>Wide-field </a:t>
                      </a:r>
                      <a:r>
                        <a:rPr lang="en-US" sz="2400" dirty="0">
                          <a:latin typeface="Arial" panose="020B0604020202020204" pitchFamily="34" charset="0"/>
                          <a:ea typeface="Arial Unicode MS" panose="020B0604020202020204" pitchFamily="34" charset="-122"/>
                          <a:cs typeface="Arial" panose="020B0604020202020204" pitchFamily="34" charset="0"/>
                          <a:sym typeface="Helvetica Neue Medium"/>
                        </a:rPr>
                        <a:t>measurement</a:t>
                      </a:r>
                      <a:r>
                        <a:rPr sz="2400" dirty="0">
                          <a:latin typeface="Arial" panose="020B0604020202020204" pitchFamily="34" charset="0"/>
                          <a:ea typeface="Arial Unicode MS" panose="020B0604020202020204" pitchFamily="34" charset="-122"/>
                          <a:cs typeface="Arial" panose="020B0604020202020204" pitchFamily="34" charset="0"/>
                          <a:sym typeface="Helvetica Neue Medium"/>
                        </a:rPr>
                        <a:t> mode: </a:t>
                      </a:r>
                    </a:p>
                  </a:txBody>
                  <a:tcPr marL="12700" marR="12700" marT="12700" marB="12700"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defTabSz="409575">
                        <a:defRPr sz="1800"/>
                      </a:pPr>
                      <a:r>
                        <a:rPr sz="2400" dirty="0">
                          <a:latin typeface="Arial" panose="020B0604020202020204" pitchFamily="34" charset="0"/>
                          <a:ea typeface="Arial Unicode MS" panose="020B0604020202020204" pitchFamily="34" charset="-122"/>
                          <a:cs typeface="Arial" panose="020B0604020202020204" pitchFamily="34" charset="0"/>
                          <a:sym typeface="Helvetica Neue Medium"/>
                        </a:rPr>
                        <a:t>W/0 Stage Movement: ±1μm</a:t>
                      </a:r>
                    </a:p>
                  </a:txBody>
                  <a:tcPr marL="12700" marR="12700" marT="12700" marB="12700"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vMerge="1">
                  <a:txBody>
                    <a:bodyPr/>
                    <a:lstStyle/>
                    <a:p>
                      <a:endParaRPr lang="zh-CN"/>
                    </a:p>
                  </a:txBody>
                  <a:tcPr/>
                </a:tc>
                <a:extLst>
                  <a:ext uri="{0D108BD9-81ED-4DB2-BD59-A6C34878D82A}">
                    <a16:rowId xmlns:a16="http://schemas.microsoft.com/office/drawing/2014/main" val="10009"/>
                  </a:ext>
                </a:extLst>
              </a:tr>
              <a:tr h="605685">
                <a:tc vMerge="1">
                  <a:txBody>
                    <a:bodyPr/>
                    <a:lstStyle/>
                    <a:p>
                      <a:endParaRPr lang="zh-CN"/>
                    </a:p>
                  </a:txBody>
                  <a:tcPr/>
                </a:tc>
                <a:tc vMerge="1">
                  <a:txBody>
                    <a:bodyPr/>
                    <a:lstStyle/>
                    <a:p>
                      <a:endParaRPr lang="zh-CN"/>
                    </a:p>
                  </a:txBody>
                  <a:tcPr/>
                </a:tc>
                <a:tc>
                  <a:txBody>
                    <a:bodyPr/>
                    <a:lstStyle/>
                    <a:p>
                      <a:pPr defTabSz="409575">
                        <a:defRPr sz="1800"/>
                      </a:pPr>
                      <a:r>
                        <a:rPr sz="2400" dirty="0">
                          <a:latin typeface="Arial" panose="020B0604020202020204" pitchFamily="34" charset="0"/>
                          <a:ea typeface="Arial Unicode MS" panose="020B0604020202020204" pitchFamily="34" charset="-122"/>
                          <a:cs typeface="Arial" panose="020B0604020202020204" pitchFamily="34" charset="0"/>
                          <a:sym typeface="Helvetica Neue Medium"/>
                        </a:rPr>
                        <a:t>With Stage Movement: ±2μm</a:t>
                      </a:r>
                    </a:p>
                  </a:txBody>
                  <a:tcPr marL="12700" marR="12700" marT="12700" marB="12700"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vMerge="1">
                  <a:txBody>
                    <a:bodyPr/>
                    <a:lstStyle/>
                    <a:p>
                      <a:endParaRPr lang="zh-CN"/>
                    </a:p>
                  </a:txBody>
                  <a:tcPr/>
                </a:tc>
                <a:extLst>
                  <a:ext uri="{0D108BD9-81ED-4DB2-BD59-A6C34878D82A}">
                    <a16:rowId xmlns:a16="http://schemas.microsoft.com/office/drawing/2014/main" val="10010"/>
                  </a:ext>
                </a:extLst>
              </a:tr>
              <a:tr h="605685">
                <a:tc vMerge="1">
                  <a:txBody>
                    <a:bodyPr/>
                    <a:lstStyle/>
                    <a:p>
                      <a:endParaRPr lang="zh-CN"/>
                    </a:p>
                  </a:txBody>
                  <a:tcPr/>
                </a:tc>
                <a:tc rowSpan="2">
                  <a:txBody>
                    <a:bodyPr/>
                    <a:lstStyle/>
                    <a:p>
                      <a:pPr defTabSz="409575">
                        <a:defRPr sz="1800"/>
                      </a:pPr>
                      <a:r>
                        <a:rPr sz="2400" dirty="0">
                          <a:latin typeface="Arial" panose="020B0604020202020204" pitchFamily="34" charset="0"/>
                          <a:ea typeface="Arial Unicode MS" panose="020B0604020202020204" pitchFamily="34" charset="-122"/>
                          <a:cs typeface="Arial" panose="020B0604020202020204" pitchFamily="34" charset="0"/>
                          <a:sym typeface="Helvetica Neue Medium"/>
                        </a:rPr>
                        <a:t>High-precision </a:t>
                      </a:r>
                      <a:r>
                        <a:rPr lang="en-US" sz="2400" dirty="0">
                          <a:latin typeface="Arial" panose="020B0604020202020204" pitchFamily="34" charset="0"/>
                          <a:ea typeface="Arial Unicode MS" panose="020B0604020202020204" pitchFamily="34" charset="-122"/>
                          <a:cs typeface="Arial" panose="020B0604020202020204" pitchFamily="34" charset="0"/>
                          <a:sym typeface="Helvetica Neue Medium"/>
                        </a:rPr>
                        <a:t>measurement</a:t>
                      </a:r>
                      <a:r>
                        <a:rPr sz="2400" dirty="0">
                          <a:latin typeface="Arial" panose="020B0604020202020204" pitchFamily="34" charset="0"/>
                          <a:ea typeface="Arial Unicode MS" panose="020B0604020202020204" pitchFamily="34" charset="-122"/>
                          <a:cs typeface="Arial" panose="020B0604020202020204" pitchFamily="34" charset="0"/>
                          <a:sym typeface="Helvetica Neue Medium"/>
                        </a:rPr>
                        <a:t> mode: </a:t>
                      </a:r>
                    </a:p>
                  </a:txBody>
                  <a:tcPr marL="12700" marR="12700" marT="12700" marB="12700"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defTabSz="409575">
                        <a:defRPr sz="1800"/>
                      </a:pPr>
                      <a:r>
                        <a:rPr sz="2400" dirty="0">
                          <a:latin typeface="Arial" panose="020B0604020202020204" pitchFamily="34" charset="0"/>
                          <a:ea typeface="Arial Unicode MS" panose="020B0604020202020204" pitchFamily="34" charset="-122"/>
                          <a:cs typeface="Arial" panose="020B0604020202020204" pitchFamily="34" charset="0"/>
                          <a:sym typeface="Helvetica Neue Medium"/>
                        </a:rPr>
                        <a:t>W/0 Stage Movement: ±0.5μm</a:t>
                      </a:r>
                    </a:p>
                  </a:txBody>
                  <a:tcPr marL="12700" marR="12700" marT="12700" marB="12700"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vMerge="1">
                  <a:txBody>
                    <a:bodyPr/>
                    <a:lstStyle/>
                    <a:p>
                      <a:endParaRPr lang="zh-CN"/>
                    </a:p>
                  </a:txBody>
                  <a:tcPr/>
                </a:tc>
                <a:extLst>
                  <a:ext uri="{0D108BD9-81ED-4DB2-BD59-A6C34878D82A}">
                    <a16:rowId xmlns:a16="http://schemas.microsoft.com/office/drawing/2014/main" val="10011"/>
                  </a:ext>
                </a:extLst>
              </a:tr>
              <a:tr h="605685">
                <a:tc vMerge="1">
                  <a:txBody>
                    <a:bodyPr/>
                    <a:lstStyle/>
                    <a:p>
                      <a:endParaRPr lang="zh-CN"/>
                    </a:p>
                  </a:txBody>
                  <a:tcPr/>
                </a:tc>
                <a:tc vMerge="1">
                  <a:txBody>
                    <a:bodyPr/>
                    <a:lstStyle/>
                    <a:p>
                      <a:endParaRPr lang="zh-CN"/>
                    </a:p>
                  </a:txBody>
                  <a:tcPr/>
                </a:tc>
                <a:tc>
                  <a:txBody>
                    <a:bodyPr/>
                    <a:lstStyle/>
                    <a:p>
                      <a:pPr defTabSz="409575">
                        <a:defRPr sz="1800"/>
                      </a:pPr>
                      <a:r>
                        <a:rPr sz="2400" dirty="0">
                          <a:latin typeface="Arial" panose="020B0604020202020204" pitchFamily="34" charset="0"/>
                          <a:ea typeface="Arial Unicode MS" panose="020B0604020202020204" pitchFamily="34" charset="-122"/>
                          <a:cs typeface="Arial" panose="020B0604020202020204" pitchFamily="34" charset="0"/>
                          <a:sym typeface="Helvetica Neue Medium"/>
                        </a:rPr>
                        <a:t>With Stage Movement: ±1.5μm</a:t>
                      </a:r>
                    </a:p>
                  </a:txBody>
                  <a:tcPr marL="12700" marR="12700" marT="12700" marB="12700"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vMerge="1">
                  <a:txBody>
                    <a:bodyPr/>
                    <a:lstStyle/>
                    <a:p>
                      <a:endParaRPr lang="zh-CN"/>
                    </a:p>
                  </a:txBody>
                  <a:tcPr/>
                </a:tc>
                <a:extLst>
                  <a:ext uri="{0D108BD9-81ED-4DB2-BD59-A6C34878D82A}">
                    <a16:rowId xmlns:a16="http://schemas.microsoft.com/office/drawing/2014/main" val="10012"/>
                  </a:ext>
                </a:extLst>
              </a:tr>
              <a:tr h="605685">
                <a:tc rowSpan="4">
                  <a:txBody>
                    <a:bodyPr/>
                    <a:lstStyle/>
                    <a:p>
                      <a:pPr defTabSz="409575">
                        <a:defRPr sz="1800"/>
                      </a:pPr>
                      <a:r>
                        <a:rPr sz="2400">
                          <a:latin typeface="Arial" panose="020B0604020202020204" pitchFamily="34" charset="0"/>
                          <a:ea typeface="Arial Unicode MS" panose="020B0604020202020204" pitchFamily="34" charset="-122"/>
                          <a:cs typeface="Arial" panose="020B0604020202020204" pitchFamily="34" charset="0"/>
                          <a:sym typeface="Helvetica Neue Medium"/>
                        </a:rPr>
                        <a:t>Measurement Accuracy:</a:t>
                      </a:r>
                    </a:p>
                  </a:txBody>
                  <a:tcPr marL="12700" marR="12700" marT="12700" marB="12700"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rowSpan="2">
                  <a:txBody>
                    <a:bodyPr/>
                    <a:lstStyle/>
                    <a:p>
                      <a:pPr defTabSz="409575">
                        <a:defRPr sz="1800"/>
                      </a:pPr>
                      <a:r>
                        <a:rPr sz="2400" dirty="0">
                          <a:latin typeface="Arial" panose="020B0604020202020204" pitchFamily="34" charset="0"/>
                          <a:ea typeface="Arial Unicode MS" panose="020B0604020202020204" pitchFamily="34" charset="-122"/>
                          <a:cs typeface="Arial" panose="020B0604020202020204" pitchFamily="34" charset="0"/>
                          <a:sym typeface="Helvetica Neue Medium"/>
                        </a:rPr>
                        <a:t>Wide-field </a:t>
                      </a:r>
                      <a:r>
                        <a:rPr lang="en-US" sz="2400" dirty="0">
                          <a:latin typeface="Arial" panose="020B0604020202020204" pitchFamily="34" charset="0"/>
                          <a:ea typeface="Arial Unicode MS" panose="020B0604020202020204" pitchFamily="34" charset="-122"/>
                          <a:cs typeface="Arial" panose="020B0604020202020204" pitchFamily="34" charset="0"/>
                          <a:sym typeface="Helvetica Neue Medium"/>
                        </a:rPr>
                        <a:t>measurement</a:t>
                      </a:r>
                      <a:r>
                        <a:rPr sz="2400" dirty="0">
                          <a:latin typeface="Arial" panose="020B0604020202020204" pitchFamily="34" charset="0"/>
                          <a:ea typeface="Arial Unicode MS" panose="020B0604020202020204" pitchFamily="34" charset="-122"/>
                          <a:cs typeface="Arial" panose="020B0604020202020204" pitchFamily="34" charset="0"/>
                          <a:sym typeface="Helvetica Neue Medium"/>
                        </a:rPr>
                        <a:t> mode:</a:t>
                      </a:r>
                    </a:p>
                  </a:txBody>
                  <a:tcPr marL="12700" marR="12700" marT="12700" marB="12700"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defTabSz="409575">
                        <a:defRPr sz="1800"/>
                      </a:pPr>
                      <a:r>
                        <a:rPr sz="2400" dirty="0">
                          <a:latin typeface="Arial" panose="020B0604020202020204" pitchFamily="34" charset="0"/>
                          <a:ea typeface="Arial Unicode MS" panose="020B0604020202020204" pitchFamily="34" charset="-122"/>
                          <a:cs typeface="Arial" panose="020B0604020202020204" pitchFamily="34" charset="0"/>
                          <a:sym typeface="Helvetica Neue Medium"/>
                        </a:rPr>
                        <a:t>W/0 Stage Movement: ±5μm</a:t>
                      </a:r>
                    </a:p>
                  </a:txBody>
                  <a:tcPr marL="12700" marR="12700" marT="12700" marB="12700"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vMerge="1">
                  <a:txBody>
                    <a:bodyPr/>
                    <a:lstStyle/>
                    <a:p>
                      <a:endParaRPr lang="zh-CN"/>
                    </a:p>
                  </a:txBody>
                  <a:tcPr/>
                </a:tc>
                <a:extLst>
                  <a:ext uri="{0D108BD9-81ED-4DB2-BD59-A6C34878D82A}">
                    <a16:rowId xmlns:a16="http://schemas.microsoft.com/office/drawing/2014/main" val="10013"/>
                  </a:ext>
                </a:extLst>
              </a:tr>
              <a:tr h="605685">
                <a:tc vMerge="1">
                  <a:txBody>
                    <a:bodyPr/>
                    <a:lstStyle/>
                    <a:p>
                      <a:endParaRPr lang="zh-CN"/>
                    </a:p>
                  </a:txBody>
                  <a:tcPr/>
                </a:tc>
                <a:tc vMerge="1">
                  <a:txBody>
                    <a:bodyPr/>
                    <a:lstStyle/>
                    <a:p>
                      <a:endParaRPr lang="zh-CN"/>
                    </a:p>
                  </a:txBody>
                  <a:tcPr/>
                </a:tc>
                <a:tc>
                  <a:txBody>
                    <a:bodyPr/>
                    <a:lstStyle/>
                    <a:p>
                      <a:pPr defTabSz="409575">
                        <a:defRPr sz="1800"/>
                      </a:pPr>
                      <a:r>
                        <a:rPr sz="2400" dirty="0">
                          <a:latin typeface="Arial" panose="020B0604020202020204" pitchFamily="34" charset="0"/>
                          <a:ea typeface="Arial Unicode MS" panose="020B0604020202020204" pitchFamily="34" charset="-122"/>
                          <a:cs typeface="Arial" panose="020B0604020202020204" pitchFamily="34" charset="0"/>
                          <a:sym typeface="Helvetica Neue Medium"/>
                        </a:rPr>
                        <a:t>With Stage Movement: ±(7+0.</a:t>
                      </a:r>
                      <a:r>
                        <a:rPr lang="en-US" altLang="zh-CN" sz="2400" dirty="0">
                          <a:latin typeface="Arial" panose="020B0604020202020204" pitchFamily="34" charset="0"/>
                          <a:ea typeface="Arial Unicode MS" panose="020B0604020202020204" pitchFamily="34" charset="-122"/>
                          <a:cs typeface="Arial" panose="020B0604020202020204" pitchFamily="34" charset="0"/>
                          <a:sym typeface="Helvetica Neue Medium"/>
                        </a:rPr>
                        <a:t>01</a:t>
                      </a:r>
                      <a:r>
                        <a:rPr sz="2400" dirty="0">
                          <a:latin typeface="Arial" panose="020B0604020202020204" pitchFamily="34" charset="0"/>
                          <a:ea typeface="Arial Unicode MS" panose="020B0604020202020204" pitchFamily="34" charset="-122"/>
                          <a:cs typeface="Arial" panose="020B0604020202020204" pitchFamily="34" charset="0"/>
                          <a:sym typeface="Helvetica Neue Medium"/>
                        </a:rPr>
                        <a:t>L)</a:t>
                      </a:r>
                      <a:r>
                        <a:rPr sz="2400" dirty="0" err="1">
                          <a:latin typeface="Arial" panose="020B0604020202020204" pitchFamily="34" charset="0"/>
                          <a:ea typeface="Arial Unicode MS" panose="020B0604020202020204" pitchFamily="34" charset="-122"/>
                          <a:cs typeface="Arial" panose="020B0604020202020204" pitchFamily="34" charset="0"/>
                          <a:sym typeface="Helvetica Neue Medium"/>
                        </a:rPr>
                        <a:t>μm</a:t>
                      </a:r>
                      <a:endParaRPr sz="2400" dirty="0">
                        <a:latin typeface="Arial" panose="020B0604020202020204" pitchFamily="34" charset="0"/>
                        <a:ea typeface="Arial Unicode MS" panose="020B0604020202020204" pitchFamily="34" charset="-122"/>
                        <a:cs typeface="Arial" panose="020B0604020202020204" pitchFamily="34" charset="0"/>
                        <a:sym typeface="Helvetica Neue Medium"/>
                      </a:endParaRPr>
                    </a:p>
                  </a:txBody>
                  <a:tcPr marL="12700" marR="12700" marT="12700" marB="12700"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vMerge="1">
                  <a:txBody>
                    <a:bodyPr/>
                    <a:lstStyle/>
                    <a:p>
                      <a:endParaRPr lang="zh-CN"/>
                    </a:p>
                  </a:txBody>
                  <a:tcPr/>
                </a:tc>
                <a:extLst>
                  <a:ext uri="{0D108BD9-81ED-4DB2-BD59-A6C34878D82A}">
                    <a16:rowId xmlns:a16="http://schemas.microsoft.com/office/drawing/2014/main" val="10014"/>
                  </a:ext>
                </a:extLst>
              </a:tr>
              <a:tr h="605685">
                <a:tc vMerge="1">
                  <a:txBody>
                    <a:bodyPr/>
                    <a:lstStyle/>
                    <a:p>
                      <a:endParaRPr lang="zh-CN"/>
                    </a:p>
                  </a:txBody>
                  <a:tcPr/>
                </a:tc>
                <a:tc rowSpan="2">
                  <a:txBody>
                    <a:bodyPr/>
                    <a:lstStyle/>
                    <a:p>
                      <a:pPr defTabSz="409575">
                        <a:defRPr sz="1800"/>
                      </a:pPr>
                      <a:r>
                        <a:rPr sz="2400" dirty="0">
                          <a:latin typeface="Arial" panose="020B0604020202020204" pitchFamily="34" charset="0"/>
                          <a:ea typeface="Arial Unicode MS" panose="020B0604020202020204" pitchFamily="34" charset="-122"/>
                          <a:cs typeface="Arial" panose="020B0604020202020204" pitchFamily="34" charset="0"/>
                          <a:sym typeface="Helvetica Neue Medium"/>
                        </a:rPr>
                        <a:t>High-precision </a:t>
                      </a:r>
                      <a:r>
                        <a:rPr lang="en-US" sz="2400" dirty="0">
                          <a:latin typeface="Arial" panose="020B0604020202020204" pitchFamily="34" charset="0"/>
                          <a:ea typeface="Arial Unicode MS" panose="020B0604020202020204" pitchFamily="34" charset="-122"/>
                          <a:cs typeface="Arial" panose="020B0604020202020204" pitchFamily="34" charset="0"/>
                          <a:sym typeface="Helvetica Neue Medium"/>
                        </a:rPr>
                        <a:t>measurement</a:t>
                      </a:r>
                      <a:r>
                        <a:rPr sz="2400" dirty="0">
                          <a:latin typeface="Arial" panose="020B0604020202020204" pitchFamily="34" charset="0"/>
                          <a:ea typeface="Arial Unicode MS" panose="020B0604020202020204" pitchFamily="34" charset="-122"/>
                          <a:cs typeface="Arial" panose="020B0604020202020204" pitchFamily="34" charset="0"/>
                          <a:sym typeface="Helvetica Neue Medium"/>
                        </a:rPr>
                        <a:t> mode: </a:t>
                      </a:r>
                    </a:p>
                  </a:txBody>
                  <a:tcPr marL="12700" marR="12700" marT="12700" marB="12700"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defTabSz="409575">
                        <a:defRPr sz="1800"/>
                      </a:pPr>
                      <a:r>
                        <a:rPr sz="2400" dirty="0">
                          <a:latin typeface="Arial" panose="020B0604020202020204" pitchFamily="34" charset="0"/>
                          <a:ea typeface="Arial Unicode MS" panose="020B0604020202020204" pitchFamily="34" charset="-122"/>
                          <a:cs typeface="Arial" panose="020B0604020202020204" pitchFamily="34" charset="0"/>
                          <a:sym typeface="Helvetica Neue Medium"/>
                        </a:rPr>
                        <a:t>W/0 Stage Movement: ±2μm</a:t>
                      </a:r>
                    </a:p>
                  </a:txBody>
                  <a:tcPr marL="12700" marR="12700" marT="12700" marB="12700"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vMerge="1">
                  <a:txBody>
                    <a:bodyPr/>
                    <a:lstStyle/>
                    <a:p>
                      <a:endParaRPr lang="zh-CN"/>
                    </a:p>
                  </a:txBody>
                  <a:tcPr/>
                </a:tc>
                <a:extLst>
                  <a:ext uri="{0D108BD9-81ED-4DB2-BD59-A6C34878D82A}">
                    <a16:rowId xmlns:a16="http://schemas.microsoft.com/office/drawing/2014/main" val="10015"/>
                  </a:ext>
                </a:extLst>
              </a:tr>
              <a:tr h="605685">
                <a:tc vMerge="1">
                  <a:txBody>
                    <a:bodyPr/>
                    <a:lstStyle/>
                    <a:p>
                      <a:endParaRPr lang="zh-CN"/>
                    </a:p>
                  </a:txBody>
                  <a:tcPr/>
                </a:tc>
                <a:tc vMerge="1">
                  <a:txBody>
                    <a:bodyPr/>
                    <a:lstStyle/>
                    <a:p>
                      <a:endParaRPr lang="zh-CN"/>
                    </a:p>
                  </a:txBody>
                  <a:tcPr/>
                </a:tc>
                <a:tc>
                  <a:txBody>
                    <a:bodyPr/>
                    <a:lstStyle/>
                    <a:p>
                      <a:pPr defTabSz="409575">
                        <a:defRPr sz="1800"/>
                      </a:pPr>
                      <a:r>
                        <a:rPr sz="2400" dirty="0">
                          <a:latin typeface="Arial" panose="020B0604020202020204" pitchFamily="34" charset="0"/>
                          <a:ea typeface="Arial Unicode MS" panose="020B0604020202020204" pitchFamily="34" charset="-122"/>
                          <a:cs typeface="Arial" panose="020B0604020202020204" pitchFamily="34" charset="0"/>
                          <a:sym typeface="Helvetica Neue Medium"/>
                        </a:rPr>
                        <a:t>With Stage Movement: ±(4+0.</a:t>
                      </a:r>
                      <a:r>
                        <a:rPr lang="en-US" altLang="zh-CN" sz="2400" dirty="0">
                          <a:latin typeface="Arial" panose="020B0604020202020204" pitchFamily="34" charset="0"/>
                          <a:ea typeface="Arial Unicode MS" panose="020B0604020202020204" pitchFamily="34" charset="-122"/>
                          <a:cs typeface="Arial" panose="020B0604020202020204" pitchFamily="34" charset="0"/>
                          <a:sym typeface="Helvetica Neue Medium"/>
                        </a:rPr>
                        <a:t>01</a:t>
                      </a:r>
                      <a:r>
                        <a:rPr sz="2400" dirty="0">
                          <a:latin typeface="Arial" panose="020B0604020202020204" pitchFamily="34" charset="0"/>
                          <a:ea typeface="Arial Unicode MS" panose="020B0604020202020204" pitchFamily="34" charset="-122"/>
                          <a:cs typeface="Arial" panose="020B0604020202020204" pitchFamily="34" charset="0"/>
                          <a:sym typeface="Helvetica Neue Medium"/>
                        </a:rPr>
                        <a:t>L)</a:t>
                      </a:r>
                      <a:r>
                        <a:rPr sz="2400" dirty="0" err="1">
                          <a:latin typeface="Arial" panose="020B0604020202020204" pitchFamily="34" charset="0"/>
                          <a:ea typeface="Arial Unicode MS" panose="020B0604020202020204" pitchFamily="34" charset="-122"/>
                          <a:cs typeface="Arial" panose="020B0604020202020204" pitchFamily="34" charset="0"/>
                          <a:sym typeface="Helvetica Neue Medium"/>
                        </a:rPr>
                        <a:t>μm</a:t>
                      </a:r>
                      <a:endParaRPr sz="2400" dirty="0">
                        <a:latin typeface="Arial" panose="020B0604020202020204" pitchFamily="34" charset="0"/>
                        <a:ea typeface="Arial Unicode MS" panose="020B0604020202020204" pitchFamily="34" charset="-122"/>
                        <a:cs typeface="Arial" panose="020B0604020202020204" pitchFamily="34" charset="0"/>
                        <a:sym typeface="Helvetica Neue Medium"/>
                      </a:endParaRPr>
                    </a:p>
                  </a:txBody>
                  <a:tcPr marL="12700" marR="12700" marT="12700" marB="12700"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vMerge="1">
                  <a:txBody>
                    <a:bodyPr/>
                    <a:lstStyle/>
                    <a:p>
                      <a:endParaRPr lang="zh-CN"/>
                    </a:p>
                  </a:txBody>
                  <a:tcPr/>
                </a:tc>
                <a:extLst>
                  <a:ext uri="{0D108BD9-81ED-4DB2-BD59-A6C34878D82A}">
                    <a16:rowId xmlns:a16="http://schemas.microsoft.com/office/drawing/2014/main" val="10016"/>
                  </a:ext>
                </a:extLst>
              </a:tr>
            </a:tbl>
          </a:graphicData>
        </a:graphic>
      </p:graphicFrame>
      <p:pic>
        <p:nvPicPr>
          <p:cNvPr id="156" name="图像" descr="图像"/>
          <p:cNvPicPr>
            <a:picLocks noChangeAspect="1"/>
          </p:cNvPicPr>
          <p:nvPr/>
        </p:nvPicPr>
        <p:blipFill>
          <a:blip r:embed="rId2"/>
          <a:stretch>
            <a:fillRect/>
          </a:stretch>
        </p:blipFill>
        <p:spPr>
          <a:xfrm>
            <a:off x="16231328" y="3343788"/>
            <a:ext cx="6311901" cy="8255001"/>
          </a:xfrm>
          <a:prstGeom prst="rect">
            <a:avLst/>
          </a:prstGeom>
          <a:ln w="12700">
            <a:miter lim="400000"/>
          </a:ln>
        </p:spPr>
      </p:pic>
      <p:sp>
        <p:nvSpPr>
          <p:cNvPr id="2" name="灯片编号占位符 1"/>
          <p:cNvSpPr>
            <a:spLocks noGrp="1"/>
          </p:cNvSpPr>
          <p:nvPr>
            <p:ph type="sldNum" sz="quarter" idx="2"/>
          </p:nvPr>
        </p:nvSpPr>
        <p:spPr/>
        <p:txBody>
          <a:bodyPr/>
          <a:lstStyle/>
          <a:p>
            <a:fld id="{86CB4B4D-7CA3-9044-876B-883B54F8677D}" type="slidenum">
              <a:rPr lang="en-US" altLang="zh-CN" smtClean="0"/>
              <a:t>5</a:t>
            </a:fld>
            <a:endParaRPr lang="zh-CN" altLang="en-US"/>
          </a:p>
        </p:txBody>
      </p:sp>
      <p:sp>
        <p:nvSpPr>
          <p:cNvPr id="6" name="MTD | X1336 Measurement Equipment Details">
            <a:extLst>
              <a:ext uri="{FF2B5EF4-FFF2-40B4-BE49-F238E27FC236}">
                <a16:creationId xmlns:a16="http://schemas.microsoft.com/office/drawing/2014/main" id="{FBE1BAD3-4C1B-5D47-BA45-A9DDD5ACE48D}"/>
              </a:ext>
            </a:extLst>
          </p:cNvPr>
          <p:cNvSpPr txBox="1">
            <a:spLocks/>
          </p:cNvSpPr>
          <p:nvPr/>
        </p:nvSpPr>
        <p:spPr>
          <a:xfrm>
            <a:off x="758824" y="989012"/>
            <a:ext cx="13973176" cy="812306"/>
          </a:xfrm>
          <a:prstGeom prst="rect">
            <a:avLst/>
          </a:prstGeom>
          <a:ln w="12700">
            <a:miter lim="400000"/>
          </a:ln>
        </p:spPr>
        <p:txBody>
          <a:bodyPr lIns="50800" tIns="50800" rIns="50800" bIns="50800" anchor="ctr">
            <a:normAutofit/>
          </a:bodyPr>
          <a:lstStyle>
            <a:lvl1pPr marL="0" marR="0" indent="0" algn="ctr" defTabSz="821055" rtl="0" latinLnBrk="0">
              <a:lnSpc>
                <a:spcPct val="100000"/>
              </a:lnSpc>
              <a:spcBef>
                <a:spcPts val="0"/>
              </a:spcBef>
              <a:spcAft>
                <a:spcPts val="0"/>
              </a:spcAft>
              <a:buClrTx/>
              <a:buSzTx/>
              <a:buFontTx/>
              <a:buNone/>
              <a:defRPr sz="11200" b="0" i="0" u="none" strike="noStrike" cap="none" spc="0" baseline="0">
                <a:ln>
                  <a:noFill/>
                </a:ln>
                <a:solidFill>
                  <a:srgbClr val="000000"/>
                </a:solidFill>
                <a:uFillTx/>
                <a:latin typeface="Helvetica Neue Medium" panose="02000503000000020004"/>
                <a:ea typeface="Helvetica Neue Medium" panose="02000503000000020004"/>
                <a:cs typeface="Helvetica Neue Medium" panose="02000503000000020004"/>
                <a:sym typeface="Helvetica Neue Medium" panose="02000503000000020004"/>
              </a:defRPr>
            </a:lvl1pPr>
            <a:lvl2pPr marL="0" marR="0" indent="0" algn="ctr" defTabSz="821055" rtl="0" latinLnBrk="0">
              <a:lnSpc>
                <a:spcPct val="100000"/>
              </a:lnSpc>
              <a:spcBef>
                <a:spcPts val="0"/>
              </a:spcBef>
              <a:spcAft>
                <a:spcPts val="0"/>
              </a:spcAft>
              <a:buClrTx/>
              <a:buSzTx/>
              <a:buFontTx/>
              <a:buNone/>
              <a:defRPr sz="11200" b="0" i="0" u="none" strike="noStrike" cap="none" spc="0" baseline="0">
                <a:ln>
                  <a:noFill/>
                </a:ln>
                <a:solidFill>
                  <a:srgbClr val="000000"/>
                </a:solidFill>
                <a:uFillTx/>
                <a:latin typeface="Helvetica Neue Medium" panose="02000503000000020004"/>
                <a:ea typeface="Helvetica Neue Medium" panose="02000503000000020004"/>
                <a:cs typeface="Helvetica Neue Medium" panose="02000503000000020004"/>
                <a:sym typeface="Helvetica Neue Medium" panose="02000503000000020004"/>
              </a:defRPr>
            </a:lvl2pPr>
            <a:lvl3pPr marL="0" marR="0" indent="0" algn="ctr" defTabSz="821055" rtl="0" latinLnBrk="0">
              <a:lnSpc>
                <a:spcPct val="100000"/>
              </a:lnSpc>
              <a:spcBef>
                <a:spcPts val="0"/>
              </a:spcBef>
              <a:spcAft>
                <a:spcPts val="0"/>
              </a:spcAft>
              <a:buClrTx/>
              <a:buSzTx/>
              <a:buFontTx/>
              <a:buNone/>
              <a:defRPr sz="11200" b="0" i="0" u="none" strike="noStrike" cap="none" spc="0" baseline="0">
                <a:ln>
                  <a:noFill/>
                </a:ln>
                <a:solidFill>
                  <a:srgbClr val="000000"/>
                </a:solidFill>
                <a:uFillTx/>
                <a:latin typeface="Helvetica Neue Medium" panose="02000503000000020004"/>
                <a:ea typeface="Helvetica Neue Medium" panose="02000503000000020004"/>
                <a:cs typeface="Helvetica Neue Medium" panose="02000503000000020004"/>
                <a:sym typeface="Helvetica Neue Medium" panose="02000503000000020004"/>
              </a:defRPr>
            </a:lvl3pPr>
            <a:lvl4pPr marL="0" marR="0" indent="0" algn="ctr" defTabSz="821055" rtl="0" latinLnBrk="0">
              <a:lnSpc>
                <a:spcPct val="100000"/>
              </a:lnSpc>
              <a:spcBef>
                <a:spcPts val="0"/>
              </a:spcBef>
              <a:spcAft>
                <a:spcPts val="0"/>
              </a:spcAft>
              <a:buClrTx/>
              <a:buSzTx/>
              <a:buFontTx/>
              <a:buNone/>
              <a:defRPr sz="11200" b="0" i="0" u="none" strike="noStrike" cap="none" spc="0" baseline="0">
                <a:ln>
                  <a:noFill/>
                </a:ln>
                <a:solidFill>
                  <a:srgbClr val="000000"/>
                </a:solidFill>
                <a:uFillTx/>
                <a:latin typeface="Helvetica Neue Medium" panose="02000503000000020004"/>
                <a:ea typeface="Helvetica Neue Medium" panose="02000503000000020004"/>
                <a:cs typeface="Helvetica Neue Medium" panose="02000503000000020004"/>
                <a:sym typeface="Helvetica Neue Medium" panose="02000503000000020004"/>
              </a:defRPr>
            </a:lvl4pPr>
            <a:lvl5pPr marL="0" marR="0" indent="0" algn="ctr" defTabSz="821055" rtl="0" latinLnBrk="0">
              <a:lnSpc>
                <a:spcPct val="100000"/>
              </a:lnSpc>
              <a:spcBef>
                <a:spcPts val="0"/>
              </a:spcBef>
              <a:spcAft>
                <a:spcPts val="0"/>
              </a:spcAft>
              <a:buClrTx/>
              <a:buSzTx/>
              <a:buFontTx/>
              <a:buNone/>
              <a:defRPr sz="11200" b="0" i="0" u="none" strike="noStrike" cap="none" spc="0" baseline="0">
                <a:ln>
                  <a:noFill/>
                </a:ln>
                <a:solidFill>
                  <a:srgbClr val="000000"/>
                </a:solidFill>
                <a:uFillTx/>
                <a:latin typeface="Helvetica Neue Medium" panose="02000503000000020004"/>
                <a:ea typeface="Helvetica Neue Medium" panose="02000503000000020004"/>
                <a:cs typeface="Helvetica Neue Medium" panose="02000503000000020004"/>
                <a:sym typeface="Helvetica Neue Medium" panose="02000503000000020004"/>
              </a:defRPr>
            </a:lvl5pPr>
            <a:lvl6pPr marL="0" marR="0" indent="0" algn="ctr" defTabSz="821055" rtl="0" latinLnBrk="0">
              <a:lnSpc>
                <a:spcPct val="100000"/>
              </a:lnSpc>
              <a:spcBef>
                <a:spcPts val="0"/>
              </a:spcBef>
              <a:spcAft>
                <a:spcPts val="0"/>
              </a:spcAft>
              <a:buClrTx/>
              <a:buSzTx/>
              <a:buFontTx/>
              <a:buNone/>
              <a:defRPr sz="11200" b="0" i="0" u="none" strike="noStrike" cap="none" spc="0" baseline="0">
                <a:ln>
                  <a:noFill/>
                </a:ln>
                <a:solidFill>
                  <a:srgbClr val="000000"/>
                </a:solidFill>
                <a:uFillTx/>
                <a:latin typeface="Helvetica Neue Medium" panose="02000503000000020004"/>
                <a:ea typeface="Helvetica Neue Medium" panose="02000503000000020004"/>
                <a:cs typeface="Helvetica Neue Medium" panose="02000503000000020004"/>
                <a:sym typeface="Helvetica Neue Medium" panose="02000503000000020004"/>
              </a:defRPr>
            </a:lvl6pPr>
            <a:lvl7pPr marL="0" marR="0" indent="0" algn="ctr" defTabSz="821055" rtl="0" latinLnBrk="0">
              <a:lnSpc>
                <a:spcPct val="100000"/>
              </a:lnSpc>
              <a:spcBef>
                <a:spcPts val="0"/>
              </a:spcBef>
              <a:spcAft>
                <a:spcPts val="0"/>
              </a:spcAft>
              <a:buClrTx/>
              <a:buSzTx/>
              <a:buFontTx/>
              <a:buNone/>
              <a:defRPr sz="11200" b="0" i="0" u="none" strike="noStrike" cap="none" spc="0" baseline="0">
                <a:ln>
                  <a:noFill/>
                </a:ln>
                <a:solidFill>
                  <a:srgbClr val="000000"/>
                </a:solidFill>
                <a:uFillTx/>
                <a:latin typeface="Helvetica Neue Medium" panose="02000503000000020004"/>
                <a:ea typeface="Helvetica Neue Medium" panose="02000503000000020004"/>
                <a:cs typeface="Helvetica Neue Medium" panose="02000503000000020004"/>
                <a:sym typeface="Helvetica Neue Medium" panose="02000503000000020004"/>
              </a:defRPr>
            </a:lvl7pPr>
            <a:lvl8pPr marL="0" marR="0" indent="0" algn="ctr" defTabSz="821055" rtl="0" latinLnBrk="0">
              <a:lnSpc>
                <a:spcPct val="100000"/>
              </a:lnSpc>
              <a:spcBef>
                <a:spcPts val="0"/>
              </a:spcBef>
              <a:spcAft>
                <a:spcPts val="0"/>
              </a:spcAft>
              <a:buClrTx/>
              <a:buSzTx/>
              <a:buFontTx/>
              <a:buNone/>
              <a:defRPr sz="11200" b="0" i="0" u="none" strike="noStrike" cap="none" spc="0" baseline="0">
                <a:ln>
                  <a:noFill/>
                </a:ln>
                <a:solidFill>
                  <a:srgbClr val="000000"/>
                </a:solidFill>
                <a:uFillTx/>
                <a:latin typeface="Helvetica Neue Medium" panose="02000503000000020004"/>
                <a:ea typeface="Helvetica Neue Medium" panose="02000503000000020004"/>
                <a:cs typeface="Helvetica Neue Medium" panose="02000503000000020004"/>
                <a:sym typeface="Helvetica Neue Medium" panose="02000503000000020004"/>
              </a:defRPr>
            </a:lvl8pPr>
            <a:lvl9pPr marL="0" marR="0" indent="0" algn="ctr" defTabSz="821055" rtl="0" latinLnBrk="0">
              <a:lnSpc>
                <a:spcPct val="100000"/>
              </a:lnSpc>
              <a:spcBef>
                <a:spcPts val="0"/>
              </a:spcBef>
              <a:spcAft>
                <a:spcPts val="0"/>
              </a:spcAft>
              <a:buClrTx/>
              <a:buSzTx/>
              <a:buFontTx/>
              <a:buNone/>
              <a:defRPr sz="11200" b="0" i="0" u="none" strike="noStrike" cap="none" spc="0" baseline="0">
                <a:ln>
                  <a:noFill/>
                </a:ln>
                <a:solidFill>
                  <a:srgbClr val="000000"/>
                </a:solidFill>
                <a:uFillTx/>
                <a:latin typeface="Helvetica Neue Medium" panose="02000503000000020004"/>
                <a:ea typeface="Helvetica Neue Medium" panose="02000503000000020004"/>
                <a:cs typeface="Helvetica Neue Medium" panose="02000503000000020004"/>
                <a:sym typeface="Helvetica Neue Medium" panose="02000503000000020004"/>
              </a:defRPr>
            </a:lvl9pPr>
          </a:lstStyle>
          <a:p>
            <a:pPr algn="l" defTabSz="168687" hangingPunct="1">
              <a:defRPr sz="4200">
                <a:solidFill>
                  <a:srgbClr val="024C90"/>
                </a:solidFill>
                <a:latin typeface="Helvetica Neue Light"/>
                <a:ea typeface="Helvetica Neue Light"/>
                <a:cs typeface="Helvetica Neue Light"/>
                <a:sym typeface="Helvetica Neue Light"/>
              </a:defRPr>
            </a:pPr>
            <a:r>
              <a:rPr lang="en" sz="4400" dirty="0">
                <a:solidFill>
                  <a:schemeClr val="accent1">
                    <a:lumMod val="50000"/>
                  </a:schemeClr>
                </a:solidFill>
                <a:latin typeface="Arial" panose="020B0604020202020204" pitchFamily="34" charset="0"/>
                <a:ea typeface="Helvetica Neue Light" panose="02000503000000020004"/>
                <a:cs typeface="Arial" panose="020B0604020202020204" pitchFamily="34" charset="0"/>
                <a:sym typeface="Helvetica Neue Light"/>
              </a:rPr>
              <a:t>MTD | </a:t>
            </a:r>
            <a:r>
              <a:rPr lang="en-US" sz="4400" dirty="0">
                <a:solidFill>
                  <a:schemeClr val="tx1"/>
                </a:solidFill>
                <a:latin typeface="Arial" panose="020B0604020202020204" pitchFamily="34" charset="0"/>
                <a:ea typeface="Helvetica Neue Light" panose="02000503000000020004"/>
                <a:cs typeface="Arial" panose="020B0604020202020204" pitchFamily="34" charset="0"/>
                <a:sym typeface="Helvetica Neue Light"/>
              </a:rPr>
              <a:t>R240</a:t>
            </a:r>
            <a:r>
              <a:rPr lang="en" sz="4400" dirty="0">
                <a:solidFill>
                  <a:schemeClr val="accent1">
                    <a:lumMod val="50000"/>
                  </a:schemeClr>
                </a:solidFill>
                <a:latin typeface="Arial" panose="020B0604020202020204" pitchFamily="34" charset="0"/>
                <a:ea typeface="Helvetica Neue Light" panose="02000503000000020004"/>
                <a:cs typeface="Arial" panose="020B0604020202020204" pitchFamily="34" charset="0"/>
                <a:sym typeface="Helvetica Neue Light"/>
              </a:rPr>
              <a:t> </a:t>
            </a:r>
            <a:r>
              <a:rPr lang="en" sz="4400" dirty="0">
                <a:solidFill>
                  <a:schemeClr val="tx1"/>
                </a:solidFill>
                <a:latin typeface="Arial" panose="020B0604020202020204" pitchFamily="34" charset="0"/>
                <a:ea typeface="Helvetica Neue Light" panose="02000503000000020004"/>
                <a:cs typeface="Arial" panose="020B0604020202020204" pitchFamily="34" charset="0"/>
                <a:sym typeface="Helvetica Neue Light"/>
              </a:rPr>
              <a:t>Measurement Equipment Details-</a:t>
            </a:r>
            <a:r>
              <a:rPr lang="en-US" altLang="zh-CN" sz="4400" dirty="0">
                <a:solidFill>
                  <a:schemeClr val="tx1"/>
                </a:solidFill>
                <a:latin typeface="Arial" panose="020B0604020202020204" pitchFamily="34" charset="0"/>
                <a:ea typeface="Arial Unicode MS" panose="020B0604020202020204" pitchFamily="34" charset="-122"/>
                <a:cs typeface="Arial" panose="020B0604020202020204" pitchFamily="34" charset="0"/>
              </a:rPr>
              <a:t>Keyence</a:t>
            </a:r>
            <a:r>
              <a:rPr lang="en" sz="4400" dirty="0">
                <a:solidFill>
                  <a:schemeClr val="tx1"/>
                </a:solidFill>
                <a:latin typeface="Arial" panose="020B0604020202020204" pitchFamily="34" charset="0"/>
                <a:ea typeface="Helvetica Neue Light" panose="02000503000000020004"/>
                <a:cs typeface="Arial" panose="020B0604020202020204" pitchFamily="34" charset="0"/>
                <a:sym typeface="Helvetica Neue Light"/>
              </a:rPr>
              <a:t> </a:t>
            </a:r>
          </a:p>
        </p:txBody>
      </p:sp>
    </p:spTree>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 name="MTD | X1758 T1 Measurement Equipment Details - OMM"/>
          <p:cNvSpPr txBox="1">
            <a:spLocks noGrp="1"/>
          </p:cNvSpPr>
          <p:nvPr>
            <p:ph type="title" idx="4294967295"/>
          </p:nvPr>
        </p:nvSpPr>
        <p:spPr>
          <a:xfrm>
            <a:off x="758823" y="989012"/>
            <a:ext cx="19357977" cy="812307"/>
          </a:xfrm>
          <a:prstGeom prst="rect">
            <a:avLst/>
          </a:prstGeom>
        </p:spPr>
        <p:txBody>
          <a:bodyPr lIns="50800" tIns="50800" rIns="50800" bIns="50800">
            <a:noAutofit/>
          </a:bodyPr>
          <a:lstStyle/>
          <a:p>
            <a:pPr algn="l" defTabSz="168275">
              <a:defRPr sz="4400">
                <a:solidFill>
                  <a:srgbClr val="024C90"/>
                </a:solidFill>
                <a:latin typeface="Helvetica Neue Light" panose="02000503000000020004"/>
                <a:ea typeface="Helvetica Neue Light" panose="02000503000000020004"/>
                <a:cs typeface="Helvetica Neue Light" panose="02000503000000020004"/>
                <a:sym typeface="Helvetica Neue Light" panose="02000503000000020004"/>
              </a:defRPr>
            </a:pPr>
            <a:r>
              <a:rPr sz="4400" dirty="0">
                <a:solidFill>
                  <a:srgbClr val="0070C0"/>
                </a:solidFill>
                <a:latin typeface="Arial" panose="020B0604020202090204" pitchFamily="34" charset="0"/>
                <a:ea typeface="Helvetica Neue Light" panose="02000503000000020004"/>
                <a:cs typeface="Arial" panose="020B0604020202090204" pitchFamily="34" charset="0"/>
              </a:rPr>
              <a:t>MTD | </a:t>
            </a:r>
            <a:r>
              <a:rPr lang="en-US" sz="4400" dirty="0">
                <a:solidFill>
                  <a:schemeClr val="tx1"/>
                </a:solidFill>
                <a:latin typeface="Arial" panose="020B0604020202090204" pitchFamily="34" charset="0"/>
                <a:ea typeface="Helvetica Neue Light" panose="02000503000000020004"/>
                <a:cs typeface="Arial" panose="020B0604020202090204" pitchFamily="34" charset="0"/>
              </a:rPr>
              <a:t>R240</a:t>
            </a:r>
            <a:r>
              <a:rPr sz="4400" dirty="0">
                <a:solidFill>
                  <a:schemeClr val="tx1"/>
                </a:solidFill>
                <a:latin typeface="Arial" panose="020B0604020202090204" pitchFamily="34" charset="0"/>
                <a:ea typeface="Helvetica Neue Light" panose="02000503000000020004"/>
                <a:cs typeface="Arial" panose="020B0604020202090204" pitchFamily="34" charset="0"/>
              </a:rPr>
              <a:t> Measurement Equipment Details </a:t>
            </a:r>
            <a:r>
              <a:rPr lang="x-none" sz="4400" dirty="0">
                <a:solidFill>
                  <a:schemeClr val="tx1"/>
                </a:solidFill>
                <a:latin typeface="Arial" panose="020B0604020202090204" pitchFamily="34" charset="0"/>
                <a:ea typeface="Helvetica Neue Light" panose="02000503000000020004"/>
                <a:cs typeface="Arial" panose="020B0604020202090204" pitchFamily="34" charset="0"/>
              </a:rPr>
              <a:t>–</a:t>
            </a:r>
            <a:r>
              <a:rPr lang="en-US" altLang="zh-CN" sz="4400" dirty="0">
                <a:solidFill>
                  <a:schemeClr val="tx1"/>
                </a:solidFill>
                <a:latin typeface="Arial" panose="020B0604020202090204" pitchFamily="34" charset="0"/>
                <a:ea typeface="Helvetica Neue Light" panose="02000503000000020004"/>
                <a:cs typeface="Arial" panose="020B0604020202090204" pitchFamily="34" charset="0"/>
                <a:sym typeface="Helvetica"/>
              </a:rPr>
              <a:t>Metallographic Microscope</a:t>
            </a:r>
            <a:r>
              <a:rPr sz="4400" dirty="0">
                <a:solidFill>
                  <a:schemeClr val="tx1"/>
                </a:solidFill>
                <a:latin typeface="Arial" panose="020B0604020202090204" pitchFamily="34" charset="0"/>
                <a:ea typeface="Helvetica Neue Light" panose="02000503000000020004"/>
                <a:cs typeface="Arial" panose="020B0604020202090204" pitchFamily="34" charset="0"/>
              </a:rPr>
              <a:t> </a:t>
            </a:r>
            <a:r>
              <a:rPr lang="zh-CN" altLang="en-US" sz="4400" dirty="0">
                <a:solidFill>
                  <a:schemeClr val="tx1"/>
                </a:solidFill>
                <a:latin typeface="Arial" panose="020B0604020202090204" pitchFamily="34" charset="0"/>
                <a:ea typeface="Helvetica Neue Light" panose="02000503000000020004"/>
                <a:cs typeface="Arial" panose="020B0604020202090204" pitchFamily="34" charset="0"/>
              </a:rPr>
              <a:t> </a:t>
            </a:r>
            <a:endParaRPr sz="4400" dirty="0">
              <a:solidFill>
                <a:schemeClr val="tx1"/>
              </a:solidFill>
              <a:latin typeface="Arial" panose="020B0604020202090204" pitchFamily="34" charset="0"/>
              <a:ea typeface="Helvetica Neue Light" panose="02000503000000020004"/>
              <a:cs typeface="Arial" panose="020B0604020202090204" pitchFamily="34" charset="0"/>
            </a:endParaRPr>
          </a:p>
        </p:txBody>
      </p:sp>
      <p:graphicFrame>
        <p:nvGraphicFramePr>
          <p:cNvPr id="5" name="表格"/>
          <p:cNvGraphicFramePr/>
          <p:nvPr>
            <p:extLst>
              <p:ext uri="{D42A27DB-BD31-4B8C-83A1-F6EECF244321}">
                <p14:modId xmlns:p14="http://schemas.microsoft.com/office/powerpoint/2010/main" val="3746360945"/>
              </p:ext>
            </p:extLst>
          </p:nvPr>
        </p:nvGraphicFramePr>
        <p:xfrm>
          <a:off x="1548585" y="2776310"/>
          <a:ext cx="13384807" cy="7025753"/>
        </p:xfrm>
        <a:graphic>
          <a:graphicData uri="http://schemas.openxmlformats.org/drawingml/2006/table">
            <a:tbl>
              <a:tblPr>
                <a:tableStyleId>{4C3C2611-4C71-4FC5-86AE-919BDF0F9419}</a:tableStyleId>
              </a:tblPr>
              <a:tblGrid>
                <a:gridCol w="4969710">
                  <a:extLst>
                    <a:ext uri="{9D8B030D-6E8A-4147-A177-3AD203B41FA5}">
                      <a16:colId xmlns:a16="http://schemas.microsoft.com/office/drawing/2014/main" val="20000"/>
                    </a:ext>
                  </a:extLst>
                </a:gridCol>
                <a:gridCol w="5021913">
                  <a:extLst>
                    <a:ext uri="{9D8B030D-6E8A-4147-A177-3AD203B41FA5}">
                      <a16:colId xmlns:a16="http://schemas.microsoft.com/office/drawing/2014/main" val="20001"/>
                    </a:ext>
                  </a:extLst>
                </a:gridCol>
                <a:gridCol w="3393184">
                  <a:extLst>
                    <a:ext uri="{9D8B030D-6E8A-4147-A177-3AD203B41FA5}">
                      <a16:colId xmlns:a16="http://schemas.microsoft.com/office/drawing/2014/main" val="20002"/>
                    </a:ext>
                  </a:extLst>
                </a:gridCol>
              </a:tblGrid>
              <a:tr h="1003679">
                <a:tc>
                  <a:txBody>
                    <a:bodyPr/>
                    <a:lstStyle/>
                    <a:p>
                      <a:pPr marL="0" marR="0" indent="0" algn="ctr" defTabSz="409575" rtl="0" latinLnBrk="0">
                        <a:lnSpc>
                          <a:spcPct val="100000"/>
                        </a:lnSpc>
                        <a:spcBef>
                          <a:spcPts val="0"/>
                        </a:spcBef>
                        <a:spcAft>
                          <a:spcPts val="0"/>
                        </a:spcAft>
                        <a:buClrTx/>
                        <a:buSzTx/>
                        <a:buFontTx/>
                        <a:buNone/>
                        <a:defRPr sz="1800"/>
                      </a:pPr>
                      <a:r>
                        <a:rPr sz="3600" b="0" i="0" u="none" strike="noStrike" cap="none" spc="0" baseline="0" dirty="0">
                          <a:ln>
                            <a:noFill/>
                          </a:ln>
                          <a:solidFill>
                            <a:srgbClr val="000000"/>
                          </a:solidFill>
                          <a:uFillTx/>
                          <a:latin typeface="Arial" panose="020B0604020202090204" pitchFamily="34" charset="0"/>
                          <a:ea typeface="Helvetica Neue Medium" panose="02000503000000020004"/>
                          <a:cs typeface="Arial" panose="020B0604020202090204" pitchFamily="34" charset="0"/>
                          <a:sym typeface="Helvetica"/>
                        </a:rPr>
                        <a:t>Name</a:t>
                      </a:r>
                      <a:r>
                        <a:rPr lang="en-US" altLang="zh-CN" sz="3600" b="0" i="0" u="none" strike="noStrike" cap="none" spc="0" baseline="0" dirty="0">
                          <a:ln>
                            <a:noFill/>
                          </a:ln>
                          <a:solidFill>
                            <a:srgbClr val="000000"/>
                          </a:solidFill>
                          <a:uFillTx/>
                          <a:latin typeface="Arial" panose="020B0604020202090204" pitchFamily="34" charset="0"/>
                          <a:ea typeface="Helvetica Neue Medium" panose="02000503000000020004"/>
                          <a:cs typeface="Arial" panose="020B0604020202090204" pitchFamily="34" charset="0"/>
                          <a:sym typeface="Helvetica"/>
                        </a:rPr>
                        <a:t>:  </a:t>
                      </a:r>
                      <a:endParaRPr sz="3600" b="0" i="0" u="none" strike="noStrike" cap="none" spc="0" baseline="0" dirty="0">
                        <a:ln>
                          <a:noFill/>
                        </a:ln>
                        <a:solidFill>
                          <a:srgbClr val="000000"/>
                        </a:solidFill>
                        <a:uFillTx/>
                        <a:latin typeface="Arial" panose="020B0604020202090204" pitchFamily="34" charset="0"/>
                        <a:ea typeface="Helvetica Neue Medium" panose="02000503000000020004"/>
                        <a:cs typeface="Arial" panose="020B0604020202090204" pitchFamily="34" charset="0"/>
                        <a:sym typeface="Helvetica"/>
                      </a:endParaRPr>
                    </a:p>
                  </a:txBody>
                  <a:tcPr marL="12700" marR="12700" marT="12700" marB="12700" anchor="ctr" horzOverflow="overflow">
                    <a:lnL w="12700">
                      <a:solidFill>
                        <a:srgbClr val="000000"/>
                      </a:solidFill>
                    </a:lnL>
                    <a:lnR w="12700">
                      <a:solidFill>
                        <a:srgbClr val="000000"/>
                      </a:solidFill>
                    </a:lnR>
                    <a:lnT w="12700">
                      <a:solidFill>
                        <a:srgbClr val="000000"/>
                      </a:solidFill>
                    </a:lnT>
                    <a:lnB w="12700">
                      <a:solidFill>
                        <a:srgbClr val="000000"/>
                      </a:solidFill>
                    </a:lnB>
                    <a:noFill/>
                  </a:tcPr>
                </a:tc>
                <a:tc gridSpan="2">
                  <a:txBody>
                    <a:bodyPr/>
                    <a:lstStyle/>
                    <a:p>
                      <a:pPr marL="0" marR="0" indent="0" algn="ctr" defTabSz="409575" rtl="0" latinLnBrk="0">
                        <a:lnSpc>
                          <a:spcPct val="100000"/>
                        </a:lnSpc>
                        <a:spcBef>
                          <a:spcPts val="0"/>
                        </a:spcBef>
                        <a:spcAft>
                          <a:spcPts val="0"/>
                        </a:spcAft>
                        <a:buClrTx/>
                        <a:buSzTx/>
                        <a:buFontTx/>
                        <a:buNone/>
                        <a:defRPr sz="1800"/>
                      </a:pPr>
                      <a:r>
                        <a:rPr sz="3600" b="0" i="0" u="none" strike="noStrike" cap="none" spc="0" baseline="0" dirty="0">
                          <a:ln>
                            <a:noFill/>
                          </a:ln>
                          <a:solidFill>
                            <a:srgbClr val="000000"/>
                          </a:solidFill>
                          <a:uFillTx/>
                          <a:latin typeface="Arial" panose="020B0604020202090204" pitchFamily="34" charset="0"/>
                          <a:ea typeface="Helvetica Neue Medium" panose="02000503000000020004"/>
                          <a:cs typeface="Arial" panose="020B0604020202090204" pitchFamily="34" charset="0"/>
                          <a:sym typeface="Helvetica"/>
                        </a:rPr>
                        <a:t>Metallographic Microscope</a:t>
                      </a:r>
                    </a:p>
                  </a:txBody>
                  <a:tcPr marL="12700" marR="12700" marT="12700" marB="12700" anchor="ctr" horzOverflow="overflow">
                    <a:lnL w="12700">
                      <a:solidFill>
                        <a:srgbClr val="000000"/>
                      </a:solidFill>
                    </a:lnL>
                    <a:lnR w="12700">
                      <a:solidFill>
                        <a:srgbClr val="000000"/>
                      </a:solidFill>
                    </a:lnR>
                    <a:lnT w="12700">
                      <a:solidFill>
                        <a:srgbClr val="000000"/>
                      </a:solidFill>
                    </a:lnT>
                    <a:lnB w="12700">
                      <a:solidFill>
                        <a:srgbClr val="000000"/>
                      </a:solidFill>
                    </a:lnB>
                    <a:noFill/>
                  </a:tcPr>
                </a:tc>
                <a:tc hMerge="1">
                  <a:txBody>
                    <a:bodyPr/>
                    <a:lstStyle/>
                    <a:p>
                      <a:endParaRPr lang="zh-CN"/>
                    </a:p>
                  </a:txBody>
                  <a:tcPr/>
                </a:tc>
                <a:extLst>
                  <a:ext uri="{0D108BD9-81ED-4DB2-BD59-A6C34878D82A}">
                    <a16:rowId xmlns:a16="http://schemas.microsoft.com/office/drawing/2014/main" val="10000"/>
                  </a:ext>
                </a:extLst>
              </a:tr>
              <a:tr h="1003679">
                <a:tc>
                  <a:txBody>
                    <a:bodyPr/>
                    <a:lstStyle/>
                    <a:p>
                      <a:pPr marL="0" marR="0" indent="0" algn="ctr" defTabSz="409575" rtl="0" latinLnBrk="0">
                        <a:lnSpc>
                          <a:spcPct val="100000"/>
                        </a:lnSpc>
                        <a:spcBef>
                          <a:spcPts val="0"/>
                        </a:spcBef>
                        <a:spcAft>
                          <a:spcPts val="0"/>
                        </a:spcAft>
                        <a:buClrTx/>
                        <a:buSzTx/>
                        <a:buFontTx/>
                        <a:buNone/>
                        <a:defRPr sz="1800"/>
                      </a:pPr>
                      <a:r>
                        <a:rPr sz="3600" b="0" i="0" u="none" strike="noStrike" cap="none" spc="0" baseline="0" dirty="0">
                          <a:ln>
                            <a:noFill/>
                          </a:ln>
                          <a:solidFill>
                            <a:srgbClr val="000000"/>
                          </a:solidFill>
                          <a:uFillTx/>
                          <a:latin typeface="Arial" panose="020B0604020202090204" pitchFamily="34" charset="0"/>
                          <a:ea typeface="Helvetica Neue Medium" panose="02000503000000020004"/>
                          <a:cs typeface="Arial" panose="020B0604020202090204" pitchFamily="34" charset="0"/>
                          <a:sym typeface="Helvetica"/>
                        </a:rPr>
                        <a:t>Manufacturer</a:t>
                      </a:r>
                      <a:r>
                        <a:rPr lang="en-US" altLang="zh-CN" sz="3600" b="0" i="0" u="none" strike="noStrike" cap="none" spc="0" baseline="0" dirty="0">
                          <a:ln>
                            <a:noFill/>
                          </a:ln>
                          <a:solidFill>
                            <a:srgbClr val="000000"/>
                          </a:solidFill>
                          <a:uFillTx/>
                          <a:latin typeface="Arial" panose="020B0604020202090204" pitchFamily="34" charset="0"/>
                          <a:ea typeface="Helvetica Neue Medium" panose="02000503000000020004"/>
                          <a:cs typeface="Arial" panose="020B0604020202090204" pitchFamily="34" charset="0"/>
                          <a:sym typeface="Helvetica"/>
                        </a:rPr>
                        <a:t>:  </a:t>
                      </a:r>
                      <a:endParaRPr sz="3600" b="0" i="0" u="none" strike="noStrike" cap="none" spc="0" baseline="0" dirty="0">
                        <a:ln>
                          <a:noFill/>
                        </a:ln>
                        <a:solidFill>
                          <a:srgbClr val="000000"/>
                        </a:solidFill>
                        <a:uFillTx/>
                        <a:latin typeface="Arial" panose="020B0604020202090204" pitchFamily="34" charset="0"/>
                        <a:ea typeface="Helvetica Neue Medium" panose="02000503000000020004"/>
                        <a:cs typeface="Arial" panose="020B0604020202090204" pitchFamily="34" charset="0"/>
                        <a:sym typeface="Helvetica"/>
                      </a:endParaRPr>
                    </a:p>
                  </a:txBody>
                  <a:tcPr marL="12700" marR="12700" marT="12700" marB="12700" anchor="ctr" horzOverflow="overflow">
                    <a:lnL w="12700">
                      <a:solidFill>
                        <a:srgbClr val="000000"/>
                      </a:solidFill>
                    </a:lnL>
                    <a:lnR w="12700">
                      <a:solidFill>
                        <a:srgbClr val="000000"/>
                      </a:solidFill>
                    </a:lnR>
                    <a:lnT w="12700">
                      <a:solidFill>
                        <a:srgbClr val="000000"/>
                      </a:solidFill>
                    </a:lnT>
                    <a:lnB w="12700">
                      <a:solidFill>
                        <a:srgbClr val="000000"/>
                      </a:solidFill>
                    </a:lnB>
                    <a:noFill/>
                  </a:tcPr>
                </a:tc>
                <a:tc gridSpan="2">
                  <a:txBody>
                    <a:bodyPr/>
                    <a:lstStyle/>
                    <a:p>
                      <a:pPr marL="0" marR="0" indent="0" algn="ctr" defTabSz="409575" rtl="0" latinLnBrk="0">
                        <a:lnSpc>
                          <a:spcPct val="100000"/>
                        </a:lnSpc>
                        <a:spcBef>
                          <a:spcPts val="0"/>
                        </a:spcBef>
                        <a:spcAft>
                          <a:spcPts val="0"/>
                        </a:spcAft>
                        <a:buClrTx/>
                        <a:buSzTx/>
                        <a:buFontTx/>
                        <a:buNone/>
                        <a:defRPr sz="1800"/>
                      </a:pPr>
                      <a:r>
                        <a:rPr sz="3600" b="0" i="0" u="none" strike="noStrike" cap="none" spc="0" baseline="0" dirty="0">
                          <a:ln>
                            <a:noFill/>
                          </a:ln>
                          <a:solidFill>
                            <a:srgbClr val="000000"/>
                          </a:solidFill>
                          <a:uFillTx/>
                          <a:latin typeface="Arial" panose="020B0604020202090204" pitchFamily="34" charset="0"/>
                          <a:ea typeface="Helvetica Neue Medium" panose="02000503000000020004"/>
                          <a:cs typeface="Arial" panose="020B0604020202090204" pitchFamily="34" charset="0"/>
                          <a:sym typeface="Helvetica"/>
                        </a:rPr>
                        <a:t>Shanghai Optical Instrument Factory</a:t>
                      </a:r>
                    </a:p>
                  </a:txBody>
                  <a:tcPr marL="12700" marR="12700" marT="12700" marB="12700" anchor="ctr" horzOverflow="overflow">
                    <a:lnL w="12700">
                      <a:solidFill>
                        <a:srgbClr val="000000"/>
                      </a:solidFill>
                    </a:lnL>
                    <a:lnR w="12700">
                      <a:solidFill>
                        <a:srgbClr val="000000"/>
                      </a:solidFill>
                    </a:lnR>
                    <a:lnT w="12700">
                      <a:solidFill>
                        <a:srgbClr val="000000"/>
                      </a:solidFill>
                    </a:lnT>
                    <a:lnB w="12700">
                      <a:solidFill>
                        <a:srgbClr val="000000"/>
                      </a:solidFill>
                    </a:lnB>
                    <a:noFill/>
                  </a:tcPr>
                </a:tc>
                <a:tc hMerge="1">
                  <a:txBody>
                    <a:bodyPr/>
                    <a:lstStyle/>
                    <a:p>
                      <a:endParaRPr lang="zh-CN"/>
                    </a:p>
                  </a:txBody>
                  <a:tcPr/>
                </a:tc>
                <a:extLst>
                  <a:ext uri="{0D108BD9-81ED-4DB2-BD59-A6C34878D82A}">
                    <a16:rowId xmlns:a16="http://schemas.microsoft.com/office/drawing/2014/main" val="10001"/>
                  </a:ext>
                </a:extLst>
              </a:tr>
              <a:tr h="1003679">
                <a:tc>
                  <a:txBody>
                    <a:bodyPr/>
                    <a:lstStyle/>
                    <a:p>
                      <a:pPr marL="0" marR="0" indent="0" algn="ctr" defTabSz="409575" rtl="0" latinLnBrk="0">
                        <a:lnSpc>
                          <a:spcPct val="100000"/>
                        </a:lnSpc>
                        <a:spcBef>
                          <a:spcPts val="0"/>
                        </a:spcBef>
                        <a:spcAft>
                          <a:spcPts val="0"/>
                        </a:spcAft>
                        <a:buClrTx/>
                        <a:buSzTx/>
                        <a:buFontTx/>
                        <a:buNone/>
                        <a:defRPr sz="1800"/>
                      </a:pPr>
                      <a:r>
                        <a:rPr sz="3600" b="0" i="0" u="none" strike="noStrike" cap="none" spc="0" baseline="0" dirty="0">
                          <a:ln>
                            <a:noFill/>
                          </a:ln>
                          <a:solidFill>
                            <a:srgbClr val="000000"/>
                          </a:solidFill>
                          <a:uFillTx/>
                          <a:latin typeface="Arial" panose="020B0604020202090204" pitchFamily="34" charset="0"/>
                          <a:ea typeface="Helvetica Neue Medium" panose="02000503000000020004"/>
                          <a:cs typeface="Arial" panose="020B0604020202090204" pitchFamily="34" charset="0"/>
                          <a:sym typeface="Helvetica"/>
                        </a:rPr>
                        <a:t>Model</a:t>
                      </a:r>
                      <a:r>
                        <a:rPr lang="en-US" altLang="zh-CN" sz="3600" b="0" i="0" u="none" strike="noStrike" cap="none" spc="0" baseline="0" dirty="0">
                          <a:ln>
                            <a:noFill/>
                          </a:ln>
                          <a:solidFill>
                            <a:srgbClr val="000000"/>
                          </a:solidFill>
                          <a:uFillTx/>
                          <a:latin typeface="Arial" panose="020B0604020202090204" pitchFamily="34" charset="0"/>
                          <a:ea typeface="Helvetica Neue Medium" panose="02000503000000020004"/>
                          <a:cs typeface="Arial" panose="020B0604020202090204" pitchFamily="34" charset="0"/>
                          <a:sym typeface="Helvetica"/>
                        </a:rPr>
                        <a:t>:  </a:t>
                      </a:r>
                      <a:r>
                        <a:rPr sz="3600" b="0" i="0" u="none" strike="noStrike" cap="none" spc="0" baseline="0" dirty="0">
                          <a:ln>
                            <a:noFill/>
                          </a:ln>
                          <a:solidFill>
                            <a:srgbClr val="000000"/>
                          </a:solidFill>
                          <a:uFillTx/>
                          <a:latin typeface="Arial" panose="020B0604020202090204" pitchFamily="34" charset="0"/>
                          <a:ea typeface="Helvetica Neue Medium" panose="02000503000000020004"/>
                          <a:cs typeface="Arial" panose="020B0604020202090204" pitchFamily="34" charset="0"/>
                          <a:sym typeface="Helvetica"/>
                        </a:rPr>
                        <a:t> </a:t>
                      </a:r>
                    </a:p>
                  </a:txBody>
                  <a:tcPr marL="12700" marR="12700" marT="12700" marB="12700" anchor="ctr" horzOverflow="overflow">
                    <a:lnL w="12700">
                      <a:solidFill>
                        <a:srgbClr val="000000"/>
                      </a:solidFill>
                    </a:lnL>
                    <a:lnR w="12700">
                      <a:solidFill>
                        <a:srgbClr val="000000"/>
                      </a:solidFill>
                    </a:lnR>
                    <a:lnT w="12700">
                      <a:solidFill>
                        <a:srgbClr val="000000"/>
                      </a:solidFill>
                    </a:lnT>
                    <a:lnB w="12700">
                      <a:solidFill>
                        <a:srgbClr val="000000"/>
                      </a:solidFill>
                    </a:lnB>
                    <a:noFill/>
                  </a:tcPr>
                </a:tc>
                <a:tc gridSpan="2">
                  <a:txBody>
                    <a:bodyPr/>
                    <a:lstStyle/>
                    <a:p>
                      <a:pPr marL="0" marR="0" indent="0" algn="ctr" defTabSz="409575" rtl="0" latinLnBrk="0">
                        <a:lnSpc>
                          <a:spcPct val="100000"/>
                        </a:lnSpc>
                        <a:spcBef>
                          <a:spcPts val="0"/>
                        </a:spcBef>
                        <a:spcAft>
                          <a:spcPts val="0"/>
                        </a:spcAft>
                        <a:buClrTx/>
                        <a:buSzTx/>
                        <a:buFontTx/>
                        <a:buNone/>
                        <a:defRPr sz="1800"/>
                      </a:pPr>
                      <a:r>
                        <a:rPr sz="3600" b="0" i="0" u="none" strike="noStrike" cap="none" spc="0" baseline="0" dirty="0">
                          <a:ln>
                            <a:noFill/>
                          </a:ln>
                          <a:solidFill>
                            <a:srgbClr val="000000"/>
                          </a:solidFill>
                          <a:uFillTx/>
                          <a:latin typeface="Arial" panose="020B0604020202090204" pitchFamily="34" charset="0"/>
                          <a:ea typeface="Helvetica Neue Medium" panose="02000503000000020004"/>
                          <a:cs typeface="Arial" panose="020B0604020202090204" pitchFamily="34" charset="0"/>
                          <a:sym typeface="Helvetica"/>
                        </a:rPr>
                        <a:t>4XC-MS</a:t>
                      </a:r>
                    </a:p>
                  </a:txBody>
                  <a:tcPr marL="12700" marR="12700" marT="12700" marB="12700" anchor="ctr" horzOverflow="overflow">
                    <a:lnL w="12700">
                      <a:solidFill>
                        <a:srgbClr val="000000"/>
                      </a:solidFill>
                    </a:lnL>
                    <a:lnR w="12700">
                      <a:solidFill>
                        <a:srgbClr val="000000"/>
                      </a:solidFill>
                    </a:lnR>
                    <a:lnT w="12700">
                      <a:solidFill>
                        <a:srgbClr val="000000"/>
                      </a:solidFill>
                    </a:lnT>
                    <a:lnB w="12700">
                      <a:solidFill>
                        <a:srgbClr val="000000"/>
                      </a:solidFill>
                    </a:lnB>
                    <a:noFill/>
                  </a:tcPr>
                </a:tc>
                <a:tc hMerge="1">
                  <a:txBody>
                    <a:bodyPr/>
                    <a:lstStyle/>
                    <a:p>
                      <a:endParaRPr lang="zh-CN"/>
                    </a:p>
                  </a:txBody>
                  <a:tcPr/>
                </a:tc>
                <a:extLst>
                  <a:ext uri="{0D108BD9-81ED-4DB2-BD59-A6C34878D82A}">
                    <a16:rowId xmlns:a16="http://schemas.microsoft.com/office/drawing/2014/main" val="10002"/>
                  </a:ext>
                </a:extLst>
              </a:tr>
              <a:tr h="1003679">
                <a:tc>
                  <a:txBody>
                    <a:bodyPr/>
                    <a:lstStyle/>
                    <a:p>
                      <a:pPr marL="0" marR="0" indent="0" algn="ctr" defTabSz="409575" rtl="0" latinLnBrk="0">
                        <a:lnSpc>
                          <a:spcPct val="100000"/>
                        </a:lnSpc>
                        <a:spcBef>
                          <a:spcPts val="0"/>
                        </a:spcBef>
                        <a:spcAft>
                          <a:spcPts val="0"/>
                        </a:spcAft>
                        <a:buClrTx/>
                        <a:buSzTx/>
                        <a:buFontTx/>
                        <a:buNone/>
                        <a:defRPr sz="1800"/>
                      </a:pPr>
                      <a:r>
                        <a:rPr sz="3600" b="0" i="0" u="none" strike="noStrike" cap="none" spc="0" baseline="0" dirty="0">
                          <a:ln>
                            <a:noFill/>
                          </a:ln>
                          <a:solidFill>
                            <a:srgbClr val="000000"/>
                          </a:solidFill>
                          <a:uFillTx/>
                          <a:latin typeface="Arial" panose="020B0604020202090204" pitchFamily="34" charset="0"/>
                          <a:ea typeface="Helvetica Neue Medium" panose="02000503000000020004"/>
                          <a:cs typeface="Arial" panose="020B0604020202090204" pitchFamily="34" charset="0"/>
                          <a:sym typeface="Helvetica"/>
                        </a:rPr>
                        <a:t>Resolution</a:t>
                      </a:r>
                      <a:r>
                        <a:rPr lang="en-US" altLang="zh-CN" sz="3600" b="0" i="0" u="none" strike="noStrike" cap="none" spc="0" baseline="0" dirty="0">
                          <a:ln>
                            <a:noFill/>
                          </a:ln>
                          <a:solidFill>
                            <a:srgbClr val="000000"/>
                          </a:solidFill>
                          <a:uFillTx/>
                          <a:latin typeface="Arial" panose="020B0604020202090204" pitchFamily="34" charset="0"/>
                          <a:ea typeface="Helvetica Neue Medium" panose="02000503000000020004"/>
                          <a:cs typeface="Arial" panose="020B0604020202090204" pitchFamily="34" charset="0"/>
                          <a:sym typeface="Helvetica"/>
                        </a:rPr>
                        <a:t>:  </a:t>
                      </a:r>
                      <a:endParaRPr sz="3600" b="0" i="0" u="none" strike="noStrike" cap="none" spc="0" baseline="0" dirty="0">
                        <a:ln>
                          <a:noFill/>
                        </a:ln>
                        <a:solidFill>
                          <a:srgbClr val="000000"/>
                        </a:solidFill>
                        <a:uFillTx/>
                        <a:latin typeface="Arial" panose="020B0604020202090204" pitchFamily="34" charset="0"/>
                        <a:ea typeface="Helvetica Neue Medium" panose="02000503000000020004"/>
                        <a:cs typeface="Arial" panose="020B0604020202090204" pitchFamily="34" charset="0"/>
                        <a:sym typeface="Helvetica"/>
                      </a:endParaRPr>
                    </a:p>
                  </a:txBody>
                  <a:tcPr marL="12700" marR="12700" marT="12700" marB="12700" anchor="ctr" horzOverflow="overflow">
                    <a:lnL w="12700">
                      <a:solidFill>
                        <a:srgbClr val="000000"/>
                      </a:solidFill>
                    </a:lnL>
                    <a:lnR w="12700">
                      <a:solidFill>
                        <a:srgbClr val="000000"/>
                      </a:solidFill>
                    </a:lnR>
                    <a:lnT w="12700">
                      <a:solidFill>
                        <a:srgbClr val="000000"/>
                      </a:solidFill>
                    </a:lnT>
                    <a:lnB w="12700">
                      <a:solidFill>
                        <a:srgbClr val="000000"/>
                      </a:solidFill>
                    </a:lnB>
                    <a:noFill/>
                  </a:tcPr>
                </a:tc>
                <a:tc gridSpan="2">
                  <a:txBody>
                    <a:bodyPr/>
                    <a:lstStyle/>
                    <a:p>
                      <a:pPr marL="0" marR="0" indent="0" algn="ctr" defTabSz="409575" rtl="0" latinLnBrk="0">
                        <a:lnSpc>
                          <a:spcPct val="100000"/>
                        </a:lnSpc>
                        <a:spcBef>
                          <a:spcPts val="0"/>
                        </a:spcBef>
                        <a:spcAft>
                          <a:spcPts val="0"/>
                        </a:spcAft>
                        <a:buClrTx/>
                        <a:buSzTx/>
                        <a:buFontTx/>
                        <a:buNone/>
                        <a:defRPr sz="1800"/>
                      </a:pPr>
                      <a:r>
                        <a:rPr sz="3600" b="0" i="0" u="none" strike="noStrike" cap="none" spc="0" baseline="0" dirty="0">
                          <a:ln>
                            <a:noFill/>
                          </a:ln>
                          <a:solidFill>
                            <a:srgbClr val="000000"/>
                          </a:solidFill>
                          <a:uFillTx/>
                          <a:latin typeface="Arial" panose="020B0604020202090204" pitchFamily="34" charset="0"/>
                          <a:ea typeface="Helvetica Neue Medium" panose="02000503000000020004"/>
                          <a:cs typeface="Arial" panose="020B0604020202090204" pitchFamily="34" charset="0"/>
                          <a:sym typeface="Helvetica"/>
                        </a:rPr>
                        <a:t>0.01μm</a:t>
                      </a:r>
                    </a:p>
                  </a:txBody>
                  <a:tcPr marL="12700" marR="12700" marT="12700" marB="12700" anchor="ctr" horzOverflow="overflow">
                    <a:lnL w="12700">
                      <a:solidFill>
                        <a:srgbClr val="000000"/>
                      </a:solidFill>
                    </a:lnL>
                    <a:lnR w="12700">
                      <a:solidFill>
                        <a:srgbClr val="000000"/>
                      </a:solidFill>
                    </a:lnR>
                    <a:lnT w="12700">
                      <a:solidFill>
                        <a:srgbClr val="000000"/>
                      </a:solidFill>
                    </a:lnT>
                    <a:lnB w="12700">
                      <a:solidFill>
                        <a:srgbClr val="000000"/>
                      </a:solidFill>
                    </a:lnB>
                    <a:noFill/>
                  </a:tcPr>
                </a:tc>
                <a:tc hMerge="1">
                  <a:txBody>
                    <a:bodyPr/>
                    <a:lstStyle/>
                    <a:p>
                      <a:endParaRPr lang="zh-CN"/>
                    </a:p>
                  </a:txBody>
                  <a:tcPr/>
                </a:tc>
                <a:extLst>
                  <a:ext uri="{0D108BD9-81ED-4DB2-BD59-A6C34878D82A}">
                    <a16:rowId xmlns:a16="http://schemas.microsoft.com/office/drawing/2014/main" val="10003"/>
                  </a:ext>
                </a:extLst>
              </a:tr>
              <a:tr h="1003679">
                <a:tc rowSpan="2">
                  <a:txBody>
                    <a:bodyPr/>
                    <a:lstStyle/>
                    <a:p>
                      <a:pPr marL="0" marR="0" indent="0" algn="ctr" defTabSz="409575" rtl="0" latinLnBrk="0">
                        <a:lnSpc>
                          <a:spcPct val="100000"/>
                        </a:lnSpc>
                        <a:spcBef>
                          <a:spcPts val="0"/>
                        </a:spcBef>
                        <a:spcAft>
                          <a:spcPts val="0"/>
                        </a:spcAft>
                        <a:buClrTx/>
                        <a:buSzTx/>
                        <a:buFontTx/>
                        <a:buNone/>
                        <a:defRPr sz="1800"/>
                      </a:pPr>
                      <a:r>
                        <a:rPr sz="3600" b="0" i="0" u="none" strike="noStrike" cap="none" spc="0" baseline="0" dirty="0">
                          <a:ln>
                            <a:noFill/>
                          </a:ln>
                          <a:solidFill>
                            <a:srgbClr val="000000"/>
                          </a:solidFill>
                          <a:uFillTx/>
                          <a:latin typeface="Arial" panose="020B0604020202090204" pitchFamily="34" charset="0"/>
                          <a:ea typeface="Helvetica Neue Medium" panose="02000503000000020004"/>
                          <a:cs typeface="Arial" panose="020B0604020202090204" pitchFamily="34" charset="0"/>
                          <a:sym typeface="Helvetica"/>
                        </a:rPr>
                        <a:t>Magnification</a:t>
                      </a:r>
                      <a:r>
                        <a:rPr lang="en-US" altLang="zh-CN" sz="3600" b="0" i="0" u="none" strike="noStrike" cap="none" spc="0" baseline="0" dirty="0">
                          <a:ln>
                            <a:noFill/>
                          </a:ln>
                          <a:solidFill>
                            <a:srgbClr val="000000"/>
                          </a:solidFill>
                          <a:uFillTx/>
                          <a:latin typeface="Arial" panose="020B0604020202090204" pitchFamily="34" charset="0"/>
                          <a:ea typeface="Helvetica Neue Medium" panose="02000503000000020004"/>
                          <a:cs typeface="Arial" panose="020B0604020202090204" pitchFamily="34" charset="0"/>
                          <a:sym typeface="Helvetica"/>
                        </a:rPr>
                        <a:t>:  </a:t>
                      </a:r>
                      <a:endParaRPr sz="3600" b="0" i="0" u="none" strike="noStrike" cap="none" spc="0" baseline="0" dirty="0">
                        <a:ln>
                          <a:noFill/>
                        </a:ln>
                        <a:solidFill>
                          <a:srgbClr val="000000"/>
                        </a:solidFill>
                        <a:uFillTx/>
                        <a:latin typeface="Arial" panose="020B0604020202090204" pitchFamily="34" charset="0"/>
                        <a:ea typeface="Helvetica Neue Medium" panose="02000503000000020004"/>
                        <a:cs typeface="Arial" panose="020B0604020202090204" pitchFamily="34" charset="0"/>
                        <a:sym typeface="Helvetica"/>
                      </a:endParaRPr>
                    </a:p>
                  </a:txBody>
                  <a:tcPr marL="12700" marR="12700" marT="12700" marB="12700" anchor="ctr" horzOverflow="overflow">
                    <a:lnL w="12700">
                      <a:solidFill>
                        <a:srgbClr val="000000"/>
                      </a:solidFill>
                    </a:lnL>
                    <a:lnR w="12700">
                      <a:solidFill>
                        <a:srgbClr val="000000"/>
                      </a:solidFill>
                    </a:lnR>
                    <a:lnT w="12700">
                      <a:solidFill>
                        <a:srgbClr val="000000"/>
                      </a:solidFill>
                    </a:lnT>
                    <a:lnB w="12700">
                      <a:solidFill>
                        <a:srgbClr val="000000"/>
                      </a:solidFill>
                    </a:lnB>
                    <a:noFill/>
                  </a:tcPr>
                </a:tc>
                <a:tc>
                  <a:txBody>
                    <a:bodyPr/>
                    <a:lstStyle/>
                    <a:p>
                      <a:pPr marL="0" marR="0" indent="0" algn="ctr" defTabSz="409575" rtl="0" latinLnBrk="0">
                        <a:lnSpc>
                          <a:spcPct val="100000"/>
                        </a:lnSpc>
                        <a:spcBef>
                          <a:spcPts val="0"/>
                        </a:spcBef>
                        <a:spcAft>
                          <a:spcPts val="0"/>
                        </a:spcAft>
                        <a:buClrTx/>
                        <a:buSzTx/>
                        <a:buFontTx/>
                        <a:buNone/>
                        <a:defRPr sz="1800"/>
                      </a:pPr>
                      <a:r>
                        <a:rPr sz="3600" b="0" i="0" u="none" strike="noStrike" cap="none" spc="0" baseline="0" dirty="0">
                          <a:ln>
                            <a:noFill/>
                          </a:ln>
                          <a:solidFill>
                            <a:srgbClr val="000000"/>
                          </a:solidFill>
                          <a:uFillTx/>
                          <a:latin typeface="Arial" panose="020B0604020202090204" pitchFamily="34" charset="0"/>
                          <a:ea typeface="Helvetica Neue Medium" panose="02000503000000020004"/>
                          <a:cs typeface="Arial" panose="020B0604020202090204" pitchFamily="34" charset="0"/>
                          <a:sym typeface="Helvetica"/>
                        </a:rPr>
                        <a:t>Zoom</a:t>
                      </a:r>
                    </a:p>
                  </a:txBody>
                  <a:tcPr marL="12700" marR="12700" marT="12700" marB="12700" anchor="ctr" horzOverflow="overflow">
                    <a:lnL w="12700">
                      <a:solidFill>
                        <a:srgbClr val="000000"/>
                      </a:solidFill>
                    </a:lnL>
                    <a:lnR w="12700">
                      <a:solidFill>
                        <a:srgbClr val="000000"/>
                      </a:solidFill>
                    </a:lnR>
                    <a:lnT w="12700">
                      <a:solidFill>
                        <a:srgbClr val="000000"/>
                      </a:solidFill>
                    </a:lnT>
                    <a:lnB w="12700">
                      <a:solidFill>
                        <a:srgbClr val="000000"/>
                      </a:solidFill>
                    </a:lnB>
                    <a:noFill/>
                  </a:tcPr>
                </a:tc>
                <a:tc>
                  <a:txBody>
                    <a:bodyPr/>
                    <a:lstStyle/>
                    <a:p>
                      <a:pPr marL="0" marR="0" indent="0" algn="ctr" defTabSz="409575" rtl="0" latinLnBrk="0">
                        <a:lnSpc>
                          <a:spcPct val="100000"/>
                        </a:lnSpc>
                        <a:spcBef>
                          <a:spcPts val="0"/>
                        </a:spcBef>
                        <a:spcAft>
                          <a:spcPts val="0"/>
                        </a:spcAft>
                        <a:buClrTx/>
                        <a:buSzTx/>
                        <a:buFontTx/>
                        <a:buNone/>
                        <a:defRPr sz="1800"/>
                      </a:pPr>
                      <a:r>
                        <a:rPr sz="3600" b="0" i="0" u="none" strike="noStrike" cap="none" spc="0" baseline="0" dirty="0">
                          <a:ln>
                            <a:noFill/>
                          </a:ln>
                          <a:solidFill>
                            <a:srgbClr val="000000"/>
                          </a:solidFill>
                          <a:uFillTx/>
                          <a:latin typeface="Arial" panose="020B0604020202090204" pitchFamily="34" charset="0"/>
                          <a:ea typeface="Helvetica Neue Medium" panose="02000503000000020004"/>
                          <a:cs typeface="Arial" panose="020B0604020202090204" pitchFamily="34" charset="0"/>
                          <a:sym typeface="Helvetica"/>
                        </a:rPr>
                        <a:t>600X</a:t>
                      </a:r>
                    </a:p>
                  </a:txBody>
                  <a:tcPr marL="12700" marR="12700" marT="12700" marB="12700" anchor="ctr" horzOverflow="overflow">
                    <a:lnL w="12700">
                      <a:solidFill>
                        <a:srgbClr val="000000"/>
                      </a:solidFill>
                    </a:lnL>
                    <a:lnR w="12700">
                      <a:solidFill>
                        <a:srgbClr val="000000"/>
                      </a:solidFill>
                    </a:lnR>
                    <a:lnT w="12700">
                      <a:solidFill>
                        <a:srgbClr val="000000"/>
                      </a:solidFill>
                    </a:lnT>
                    <a:lnB w="12700">
                      <a:solidFill>
                        <a:srgbClr val="000000"/>
                      </a:solidFill>
                    </a:lnB>
                    <a:noFill/>
                  </a:tcPr>
                </a:tc>
                <a:extLst>
                  <a:ext uri="{0D108BD9-81ED-4DB2-BD59-A6C34878D82A}">
                    <a16:rowId xmlns:a16="http://schemas.microsoft.com/office/drawing/2014/main" val="10004"/>
                  </a:ext>
                </a:extLst>
              </a:tr>
              <a:tr h="1003679">
                <a:tc vMerge="1">
                  <a:txBody>
                    <a:bodyPr/>
                    <a:lstStyle/>
                    <a:p>
                      <a:endParaRPr lang="zh-CN"/>
                    </a:p>
                  </a:txBody>
                  <a:tcPr/>
                </a:tc>
                <a:tc>
                  <a:txBody>
                    <a:bodyPr/>
                    <a:lstStyle/>
                    <a:p>
                      <a:pPr marL="0" marR="0" indent="0" algn="ctr" defTabSz="409575" rtl="0" latinLnBrk="0">
                        <a:lnSpc>
                          <a:spcPct val="100000"/>
                        </a:lnSpc>
                        <a:spcBef>
                          <a:spcPts val="0"/>
                        </a:spcBef>
                        <a:spcAft>
                          <a:spcPts val="0"/>
                        </a:spcAft>
                        <a:buClrTx/>
                        <a:buSzTx/>
                        <a:buFontTx/>
                        <a:buNone/>
                        <a:defRPr sz="1800"/>
                      </a:pPr>
                      <a:r>
                        <a:rPr sz="3600" b="0" i="0" u="none" strike="noStrike" cap="none" spc="0" baseline="0" dirty="0">
                          <a:ln>
                            <a:noFill/>
                          </a:ln>
                          <a:solidFill>
                            <a:srgbClr val="000000"/>
                          </a:solidFill>
                          <a:uFillTx/>
                          <a:latin typeface="Arial" panose="020B0604020202090204" pitchFamily="34" charset="0"/>
                          <a:ea typeface="Helvetica Neue Medium" panose="02000503000000020004"/>
                          <a:cs typeface="Arial" panose="020B0604020202090204" pitchFamily="34" charset="0"/>
                          <a:sym typeface="Helvetica"/>
                        </a:rPr>
                        <a:t>Pixel</a:t>
                      </a:r>
                    </a:p>
                  </a:txBody>
                  <a:tcPr marL="12700" marR="12700" marT="12700" marB="12700" anchor="ctr" horzOverflow="overflow">
                    <a:lnL w="12700">
                      <a:solidFill>
                        <a:srgbClr val="000000"/>
                      </a:solidFill>
                    </a:lnL>
                    <a:lnR w="12700">
                      <a:solidFill>
                        <a:srgbClr val="000000"/>
                      </a:solidFill>
                    </a:lnR>
                    <a:lnT w="12700">
                      <a:solidFill>
                        <a:srgbClr val="000000"/>
                      </a:solidFill>
                    </a:lnT>
                    <a:lnB w="12700">
                      <a:solidFill>
                        <a:srgbClr val="000000"/>
                      </a:solidFill>
                    </a:lnB>
                    <a:noFill/>
                  </a:tcPr>
                </a:tc>
                <a:tc>
                  <a:txBody>
                    <a:bodyPr/>
                    <a:lstStyle/>
                    <a:p>
                      <a:pPr marL="0" marR="0" indent="0" algn="ctr" defTabSz="409575" rtl="0" latinLnBrk="0">
                        <a:lnSpc>
                          <a:spcPct val="100000"/>
                        </a:lnSpc>
                        <a:spcBef>
                          <a:spcPts val="0"/>
                        </a:spcBef>
                        <a:spcAft>
                          <a:spcPts val="0"/>
                        </a:spcAft>
                        <a:buClrTx/>
                        <a:buSzTx/>
                        <a:buFontTx/>
                        <a:buNone/>
                        <a:defRPr sz="1800"/>
                      </a:pPr>
                      <a:r>
                        <a:rPr sz="3600" b="0" i="0" u="none" strike="noStrike" cap="none" spc="0" baseline="0" dirty="0">
                          <a:ln>
                            <a:noFill/>
                          </a:ln>
                          <a:solidFill>
                            <a:srgbClr val="000000"/>
                          </a:solidFill>
                          <a:uFillTx/>
                          <a:latin typeface="Arial" panose="020B0604020202090204" pitchFamily="34" charset="0"/>
                          <a:ea typeface="Helvetica Neue Medium" panose="02000503000000020004"/>
                          <a:cs typeface="Arial" panose="020B0604020202090204" pitchFamily="34" charset="0"/>
                          <a:sym typeface="Helvetica"/>
                        </a:rPr>
                        <a:t>20 million</a:t>
                      </a:r>
                    </a:p>
                  </a:txBody>
                  <a:tcPr marL="12700" marR="12700" marT="12700" marB="12700" anchor="ctr" horzOverflow="overflow">
                    <a:lnL w="12700">
                      <a:solidFill>
                        <a:srgbClr val="000000"/>
                      </a:solidFill>
                    </a:lnL>
                    <a:lnR w="12700">
                      <a:solidFill>
                        <a:srgbClr val="000000"/>
                      </a:solidFill>
                    </a:lnR>
                    <a:lnT w="12700">
                      <a:solidFill>
                        <a:srgbClr val="000000"/>
                      </a:solidFill>
                    </a:lnT>
                    <a:lnB w="12700">
                      <a:solidFill>
                        <a:srgbClr val="000000"/>
                      </a:solidFill>
                    </a:lnB>
                    <a:noFill/>
                  </a:tcPr>
                </a:tc>
                <a:extLst>
                  <a:ext uri="{0D108BD9-81ED-4DB2-BD59-A6C34878D82A}">
                    <a16:rowId xmlns:a16="http://schemas.microsoft.com/office/drawing/2014/main" val="10005"/>
                  </a:ext>
                </a:extLst>
              </a:tr>
              <a:tr h="1003679">
                <a:tc>
                  <a:txBody>
                    <a:bodyPr/>
                    <a:lstStyle/>
                    <a:p>
                      <a:pPr marL="0" marR="0" indent="0" algn="ctr" defTabSz="409575" rtl="0" latinLnBrk="0">
                        <a:lnSpc>
                          <a:spcPct val="100000"/>
                        </a:lnSpc>
                        <a:spcBef>
                          <a:spcPts val="0"/>
                        </a:spcBef>
                        <a:spcAft>
                          <a:spcPts val="0"/>
                        </a:spcAft>
                        <a:buClrTx/>
                        <a:buSzTx/>
                        <a:buFontTx/>
                        <a:buNone/>
                        <a:defRPr sz="1800"/>
                      </a:pPr>
                      <a:r>
                        <a:rPr sz="3600" b="0" i="0" u="none" strike="noStrike" cap="none" spc="0" baseline="0" dirty="0">
                          <a:ln>
                            <a:noFill/>
                          </a:ln>
                          <a:solidFill>
                            <a:srgbClr val="000000"/>
                          </a:solidFill>
                          <a:uFillTx/>
                          <a:latin typeface="Arial" panose="020B0604020202090204" pitchFamily="34" charset="0"/>
                          <a:ea typeface="Helvetica Neue Medium" panose="02000503000000020004"/>
                          <a:cs typeface="Arial" panose="020B0604020202090204" pitchFamily="34" charset="0"/>
                          <a:sym typeface="Helvetica"/>
                        </a:rPr>
                        <a:t>Illumination System</a:t>
                      </a:r>
                      <a:r>
                        <a:rPr lang="en-US" altLang="zh-CN" sz="3600" b="0" i="0" u="none" strike="noStrike" cap="none" spc="0" baseline="0" dirty="0">
                          <a:ln>
                            <a:noFill/>
                          </a:ln>
                          <a:solidFill>
                            <a:srgbClr val="000000"/>
                          </a:solidFill>
                          <a:uFillTx/>
                          <a:latin typeface="Arial" panose="020B0604020202090204" pitchFamily="34" charset="0"/>
                          <a:ea typeface="Helvetica Neue Medium" panose="02000503000000020004"/>
                          <a:cs typeface="Arial" panose="020B0604020202090204" pitchFamily="34" charset="0"/>
                          <a:sym typeface="Helvetica"/>
                        </a:rPr>
                        <a:t>:  </a:t>
                      </a:r>
                      <a:endParaRPr sz="3600" b="0" i="0" u="none" strike="noStrike" cap="none" spc="0" baseline="0" dirty="0">
                        <a:ln>
                          <a:noFill/>
                        </a:ln>
                        <a:solidFill>
                          <a:srgbClr val="000000"/>
                        </a:solidFill>
                        <a:uFillTx/>
                        <a:latin typeface="Arial" panose="020B0604020202090204" pitchFamily="34" charset="0"/>
                        <a:ea typeface="Helvetica Neue Medium" panose="02000503000000020004"/>
                        <a:cs typeface="Arial" panose="020B0604020202090204" pitchFamily="34" charset="0"/>
                        <a:sym typeface="Helvetica"/>
                      </a:endParaRPr>
                    </a:p>
                  </a:txBody>
                  <a:tcPr marL="12700" marR="12700" marT="12700" marB="12700" anchor="ctr" horzOverflow="overflow">
                    <a:lnL w="12700">
                      <a:solidFill>
                        <a:srgbClr val="000000"/>
                      </a:solidFill>
                    </a:lnL>
                    <a:lnR w="12700">
                      <a:solidFill>
                        <a:srgbClr val="000000"/>
                      </a:solidFill>
                    </a:lnR>
                    <a:lnT w="12700">
                      <a:solidFill>
                        <a:srgbClr val="000000"/>
                      </a:solidFill>
                    </a:lnT>
                    <a:lnB w="12700">
                      <a:solidFill>
                        <a:srgbClr val="000000"/>
                      </a:solidFill>
                    </a:lnB>
                    <a:noFill/>
                  </a:tcPr>
                </a:tc>
                <a:tc gridSpan="2">
                  <a:txBody>
                    <a:bodyPr/>
                    <a:lstStyle/>
                    <a:p>
                      <a:pPr marL="0" marR="0" indent="0" algn="ctr" defTabSz="409575" rtl="0" latinLnBrk="0">
                        <a:lnSpc>
                          <a:spcPct val="100000"/>
                        </a:lnSpc>
                        <a:spcBef>
                          <a:spcPts val="0"/>
                        </a:spcBef>
                        <a:spcAft>
                          <a:spcPts val="0"/>
                        </a:spcAft>
                        <a:buClrTx/>
                        <a:buSzTx/>
                        <a:buFontTx/>
                        <a:buNone/>
                        <a:defRPr sz="1800"/>
                      </a:pPr>
                      <a:r>
                        <a:rPr sz="3600" b="0" i="0" u="none" strike="noStrike" cap="none" spc="0" baseline="0" dirty="0">
                          <a:ln>
                            <a:noFill/>
                          </a:ln>
                          <a:solidFill>
                            <a:srgbClr val="000000"/>
                          </a:solidFill>
                          <a:uFillTx/>
                          <a:latin typeface="Arial" panose="020B0604020202090204" pitchFamily="34" charset="0"/>
                          <a:ea typeface="Helvetica Neue Medium" panose="02000503000000020004"/>
                          <a:cs typeface="Arial" panose="020B0604020202090204" pitchFamily="34" charset="0"/>
                          <a:sym typeface="Helvetica"/>
                        </a:rPr>
                        <a:t>Halogen lamp 20W/6V </a:t>
                      </a:r>
                    </a:p>
                  </a:txBody>
                  <a:tcPr marL="12700" marR="12700" marT="12700" marB="12700" anchor="ctr" horzOverflow="overflow">
                    <a:lnL w="12700">
                      <a:solidFill>
                        <a:srgbClr val="000000"/>
                      </a:solidFill>
                    </a:lnL>
                    <a:lnR w="12700">
                      <a:solidFill>
                        <a:srgbClr val="000000"/>
                      </a:solidFill>
                    </a:lnR>
                    <a:lnT w="12700">
                      <a:solidFill>
                        <a:srgbClr val="000000"/>
                      </a:solidFill>
                    </a:lnT>
                    <a:lnB w="12700">
                      <a:solidFill>
                        <a:srgbClr val="000000"/>
                      </a:solidFill>
                    </a:lnB>
                    <a:noFill/>
                  </a:tcPr>
                </a:tc>
                <a:tc hMerge="1">
                  <a:txBody>
                    <a:bodyPr/>
                    <a:lstStyle/>
                    <a:p>
                      <a:endParaRPr lang="zh-CN"/>
                    </a:p>
                  </a:txBody>
                  <a:tcPr/>
                </a:tc>
                <a:extLst>
                  <a:ext uri="{0D108BD9-81ED-4DB2-BD59-A6C34878D82A}">
                    <a16:rowId xmlns:a16="http://schemas.microsoft.com/office/drawing/2014/main" val="10006"/>
                  </a:ext>
                </a:extLst>
              </a:tr>
            </a:tbl>
          </a:graphicData>
        </a:graphic>
      </p:graphicFrame>
      <p:pic>
        <p:nvPicPr>
          <p:cNvPr id="6" name="图像" descr="图像"/>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15080955" y="2966368"/>
            <a:ext cx="7947704" cy="6645636"/>
          </a:xfrm>
          <a:prstGeom prst="rect">
            <a:avLst/>
          </a:prstGeom>
          <a:ln w="12700">
            <a:miter lim="400000"/>
            <a:headEnd/>
            <a:tailEnd/>
          </a:ln>
        </p:spPr>
      </p:pic>
      <p:sp>
        <p:nvSpPr>
          <p:cNvPr id="7" name="幻灯片编号"/>
          <p:cNvSpPr txBox="1">
            <a:spLocks noGrp="1"/>
          </p:cNvSpPr>
          <p:nvPr>
            <p:ph type="sldNum" sz="quarter" idx="2"/>
          </p:nvPr>
        </p:nvSpPr>
        <p:spPr>
          <a:xfrm>
            <a:off x="12044572" y="13073062"/>
            <a:ext cx="285331" cy="482821"/>
          </a:xfrm>
          <a:prstGeom prst="rect">
            <a:avLst/>
          </a:prstGeom>
        </p:spPr>
        <p:txBody>
          <a:bodyPr/>
          <a:lstStyle/>
          <a:p>
            <a:r>
              <a:rPr lang="en-US" dirty="0"/>
              <a:t>6</a:t>
            </a:r>
            <a:endParaRPr dirty="0"/>
          </a:p>
        </p:txBody>
      </p:sp>
    </p:spTree>
    <p:extLst>
      <p:ext uri="{BB962C8B-B14F-4D97-AF65-F5344CB8AC3E}">
        <p14:creationId xmlns:p14="http://schemas.microsoft.com/office/powerpoint/2010/main" val="213042006"/>
      </p:ext>
    </p:extLst>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MTD | X1758 T1 Measurement Equipment Details - OMM"/>
          <p:cNvSpPr txBox="1">
            <a:spLocks/>
          </p:cNvSpPr>
          <p:nvPr/>
        </p:nvSpPr>
        <p:spPr>
          <a:xfrm>
            <a:off x="758824" y="989012"/>
            <a:ext cx="16968690" cy="81230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normAutofit/>
          </a:bodyPr>
          <a:lstStyle>
            <a:lvl1pPr marL="0" marR="0" indent="0" algn="ctr" defTabSz="821529" rtl="0" latinLnBrk="0">
              <a:lnSpc>
                <a:spcPct val="100000"/>
              </a:lnSpc>
              <a:spcBef>
                <a:spcPts val="0"/>
              </a:spcBef>
              <a:spcAft>
                <a:spcPts val="0"/>
              </a:spcAft>
              <a:buClrTx/>
              <a:buSzTx/>
              <a:buFontTx/>
              <a:buNone/>
              <a:tabLst/>
              <a:defRPr sz="11200" b="0" i="0" u="none" strike="noStrike" cap="none" spc="0" baseline="0">
                <a:ln>
                  <a:noFill/>
                </a:ln>
                <a:solidFill>
                  <a:srgbClr val="000000"/>
                </a:solidFill>
                <a:uFillTx/>
                <a:latin typeface="Helvetica Neue Medium"/>
                <a:ea typeface="Helvetica Neue Medium"/>
                <a:cs typeface="Helvetica Neue Medium"/>
                <a:sym typeface="Helvetica Neue Medium"/>
              </a:defRPr>
            </a:lvl1pPr>
            <a:lvl2pPr marL="0" marR="0" indent="0" algn="ctr" defTabSz="821529" rtl="0" latinLnBrk="0">
              <a:lnSpc>
                <a:spcPct val="100000"/>
              </a:lnSpc>
              <a:spcBef>
                <a:spcPts val="0"/>
              </a:spcBef>
              <a:spcAft>
                <a:spcPts val="0"/>
              </a:spcAft>
              <a:buClrTx/>
              <a:buSzTx/>
              <a:buFontTx/>
              <a:buNone/>
              <a:tabLst/>
              <a:defRPr sz="11200" b="0" i="0" u="none" strike="noStrike" cap="none" spc="0" baseline="0">
                <a:ln>
                  <a:noFill/>
                </a:ln>
                <a:solidFill>
                  <a:srgbClr val="000000"/>
                </a:solidFill>
                <a:uFillTx/>
                <a:latin typeface="Helvetica Neue Medium"/>
                <a:ea typeface="Helvetica Neue Medium"/>
                <a:cs typeface="Helvetica Neue Medium"/>
                <a:sym typeface="Helvetica Neue Medium"/>
              </a:defRPr>
            </a:lvl2pPr>
            <a:lvl3pPr marL="0" marR="0" indent="0" algn="ctr" defTabSz="821529" rtl="0" latinLnBrk="0">
              <a:lnSpc>
                <a:spcPct val="100000"/>
              </a:lnSpc>
              <a:spcBef>
                <a:spcPts val="0"/>
              </a:spcBef>
              <a:spcAft>
                <a:spcPts val="0"/>
              </a:spcAft>
              <a:buClrTx/>
              <a:buSzTx/>
              <a:buFontTx/>
              <a:buNone/>
              <a:tabLst/>
              <a:defRPr sz="11200" b="0" i="0" u="none" strike="noStrike" cap="none" spc="0" baseline="0">
                <a:ln>
                  <a:noFill/>
                </a:ln>
                <a:solidFill>
                  <a:srgbClr val="000000"/>
                </a:solidFill>
                <a:uFillTx/>
                <a:latin typeface="Helvetica Neue Medium"/>
                <a:ea typeface="Helvetica Neue Medium"/>
                <a:cs typeface="Helvetica Neue Medium"/>
                <a:sym typeface="Helvetica Neue Medium"/>
              </a:defRPr>
            </a:lvl3pPr>
            <a:lvl4pPr marL="0" marR="0" indent="0" algn="ctr" defTabSz="821529" rtl="0" latinLnBrk="0">
              <a:lnSpc>
                <a:spcPct val="100000"/>
              </a:lnSpc>
              <a:spcBef>
                <a:spcPts val="0"/>
              </a:spcBef>
              <a:spcAft>
                <a:spcPts val="0"/>
              </a:spcAft>
              <a:buClrTx/>
              <a:buSzTx/>
              <a:buFontTx/>
              <a:buNone/>
              <a:tabLst/>
              <a:defRPr sz="11200" b="0" i="0" u="none" strike="noStrike" cap="none" spc="0" baseline="0">
                <a:ln>
                  <a:noFill/>
                </a:ln>
                <a:solidFill>
                  <a:srgbClr val="000000"/>
                </a:solidFill>
                <a:uFillTx/>
                <a:latin typeface="Helvetica Neue Medium"/>
                <a:ea typeface="Helvetica Neue Medium"/>
                <a:cs typeface="Helvetica Neue Medium"/>
                <a:sym typeface="Helvetica Neue Medium"/>
              </a:defRPr>
            </a:lvl4pPr>
            <a:lvl5pPr marL="0" marR="0" indent="0" algn="ctr" defTabSz="821529" rtl="0" latinLnBrk="0">
              <a:lnSpc>
                <a:spcPct val="100000"/>
              </a:lnSpc>
              <a:spcBef>
                <a:spcPts val="0"/>
              </a:spcBef>
              <a:spcAft>
                <a:spcPts val="0"/>
              </a:spcAft>
              <a:buClrTx/>
              <a:buSzTx/>
              <a:buFontTx/>
              <a:buNone/>
              <a:tabLst/>
              <a:defRPr sz="11200" b="0" i="0" u="none" strike="noStrike" cap="none" spc="0" baseline="0">
                <a:ln>
                  <a:noFill/>
                </a:ln>
                <a:solidFill>
                  <a:srgbClr val="000000"/>
                </a:solidFill>
                <a:uFillTx/>
                <a:latin typeface="Helvetica Neue Medium"/>
                <a:ea typeface="Helvetica Neue Medium"/>
                <a:cs typeface="Helvetica Neue Medium"/>
                <a:sym typeface="Helvetica Neue Medium"/>
              </a:defRPr>
            </a:lvl5pPr>
            <a:lvl6pPr marL="0" marR="0" indent="0" algn="ctr" defTabSz="821529" rtl="0" latinLnBrk="0">
              <a:lnSpc>
                <a:spcPct val="100000"/>
              </a:lnSpc>
              <a:spcBef>
                <a:spcPts val="0"/>
              </a:spcBef>
              <a:spcAft>
                <a:spcPts val="0"/>
              </a:spcAft>
              <a:buClrTx/>
              <a:buSzTx/>
              <a:buFontTx/>
              <a:buNone/>
              <a:tabLst/>
              <a:defRPr sz="11200" b="0" i="0" u="none" strike="noStrike" cap="none" spc="0" baseline="0">
                <a:ln>
                  <a:noFill/>
                </a:ln>
                <a:solidFill>
                  <a:srgbClr val="000000"/>
                </a:solidFill>
                <a:uFillTx/>
                <a:latin typeface="Helvetica Neue Medium"/>
                <a:ea typeface="Helvetica Neue Medium"/>
                <a:cs typeface="Helvetica Neue Medium"/>
                <a:sym typeface="Helvetica Neue Medium"/>
              </a:defRPr>
            </a:lvl6pPr>
            <a:lvl7pPr marL="0" marR="0" indent="0" algn="ctr" defTabSz="821529" rtl="0" latinLnBrk="0">
              <a:lnSpc>
                <a:spcPct val="100000"/>
              </a:lnSpc>
              <a:spcBef>
                <a:spcPts val="0"/>
              </a:spcBef>
              <a:spcAft>
                <a:spcPts val="0"/>
              </a:spcAft>
              <a:buClrTx/>
              <a:buSzTx/>
              <a:buFontTx/>
              <a:buNone/>
              <a:tabLst/>
              <a:defRPr sz="11200" b="0" i="0" u="none" strike="noStrike" cap="none" spc="0" baseline="0">
                <a:ln>
                  <a:noFill/>
                </a:ln>
                <a:solidFill>
                  <a:srgbClr val="000000"/>
                </a:solidFill>
                <a:uFillTx/>
                <a:latin typeface="Helvetica Neue Medium"/>
                <a:ea typeface="Helvetica Neue Medium"/>
                <a:cs typeface="Helvetica Neue Medium"/>
                <a:sym typeface="Helvetica Neue Medium"/>
              </a:defRPr>
            </a:lvl7pPr>
            <a:lvl8pPr marL="0" marR="0" indent="0" algn="ctr" defTabSz="821529" rtl="0" latinLnBrk="0">
              <a:lnSpc>
                <a:spcPct val="100000"/>
              </a:lnSpc>
              <a:spcBef>
                <a:spcPts val="0"/>
              </a:spcBef>
              <a:spcAft>
                <a:spcPts val="0"/>
              </a:spcAft>
              <a:buClrTx/>
              <a:buSzTx/>
              <a:buFontTx/>
              <a:buNone/>
              <a:tabLst/>
              <a:defRPr sz="11200" b="0" i="0" u="none" strike="noStrike" cap="none" spc="0" baseline="0">
                <a:ln>
                  <a:noFill/>
                </a:ln>
                <a:solidFill>
                  <a:srgbClr val="000000"/>
                </a:solidFill>
                <a:uFillTx/>
                <a:latin typeface="Helvetica Neue Medium"/>
                <a:ea typeface="Helvetica Neue Medium"/>
                <a:cs typeface="Helvetica Neue Medium"/>
                <a:sym typeface="Helvetica Neue Medium"/>
              </a:defRPr>
            </a:lvl8pPr>
            <a:lvl9pPr marL="0" marR="0" indent="0" algn="ctr" defTabSz="821529" rtl="0" latinLnBrk="0">
              <a:lnSpc>
                <a:spcPct val="100000"/>
              </a:lnSpc>
              <a:spcBef>
                <a:spcPts val="0"/>
              </a:spcBef>
              <a:spcAft>
                <a:spcPts val="0"/>
              </a:spcAft>
              <a:buClrTx/>
              <a:buSzTx/>
              <a:buFontTx/>
              <a:buNone/>
              <a:tabLst/>
              <a:defRPr sz="11200" b="0" i="0" u="none" strike="noStrike" cap="none" spc="0" baseline="0">
                <a:ln>
                  <a:noFill/>
                </a:ln>
                <a:solidFill>
                  <a:srgbClr val="000000"/>
                </a:solidFill>
                <a:uFillTx/>
                <a:latin typeface="Helvetica Neue Medium"/>
                <a:ea typeface="Helvetica Neue Medium"/>
                <a:cs typeface="Helvetica Neue Medium"/>
                <a:sym typeface="Helvetica Neue Medium"/>
              </a:defRPr>
            </a:lvl9pPr>
          </a:lstStyle>
          <a:p>
            <a:pPr algn="l" defTabSz="168687" hangingPunct="1">
              <a:defRPr sz="4400">
                <a:solidFill>
                  <a:srgbClr val="024C90"/>
                </a:solidFill>
                <a:latin typeface="Helvetica Neue Light"/>
                <a:ea typeface="Helvetica Neue Light"/>
                <a:cs typeface="Helvetica Neue Light"/>
                <a:sym typeface="Helvetica Neue Light"/>
              </a:defRPr>
            </a:pPr>
            <a:r>
              <a:rPr lang="en-US" altLang="zh-CN" sz="4400" dirty="0">
                <a:solidFill>
                  <a:srgbClr val="0070C0"/>
                </a:solidFill>
                <a:latin typeface="Arial" panose="020B0604020202090204" pitchFamily="34" charset="0"/>
                <a:ea typeface="Helvetica Neue Light" panose="02000503000000020004"/>
                <a:cs typeface="Arial" panose="020B0604020202090204" pitchFamily="34" charset="0"/>
              </a:rPr>
              <a:t>MTD | </a:t>
            </a:r>
            <a:r>
              <a:rPr lang="en-US" altLang="zh-CN" sz="4400" dirty="0">
                <a:solidFill>
                  <a:schemeClr val="tx1"/>
                </a:solidFill>
                <a:latin typeface="Arial" panose="020B0604020202090204" pitchFamily="34" charset="0"/>
                <a:ea typeface="Helvetica Neue Light" panose="02000503000000020004"/>
                <a:cs typeface="Arial" panose="020B0604020202090204" pitchFamily="34" charset="0"/>
              </a:rPr>
              <a:t>R240 </a:t>
            </a:r>
            <a:r>
              <a:rPr lang="en-US" altLang="zh-CN" sz="4400" dirty="0">
                <a:solidFill>
                  <a:schemeClr val="tx1"/>
                </a:solidFill>
                <a:latin typeface="Arial" panose="020B0604020202090204" pitchFamily="34" charset="0"/>
                <a:ea typeface="Helvetica Neue Light" panose="02000503000000020004"/>
                <a:cs typeface="Arial" panose="020B0604020202090204" pitchFamily="34" charset="0"/>
                <a:sym typeface="Helvetica Neue Light"/>
              </a:rPr>
              <a:t>Dimensions </a:t>
            </a:r>
            <a:r>
              <a:rPr lang="en-US" altLang="zh-TW" sz="4400" dirty="0">
                <a:solidFill>
                  <a:schemeClr val="tx1"/>
                </a:solidFill>
                <a:latin typeface="Arial" panose="020B0604020202090204" pitchFamily="34" charset="0"/>
                <a:ea typeface="Helvetica Neue Light" panose="02000503000000020004"/>
                <a:cs typeface="Arial" panose="020B0604020202090204" pitchFamily="34" charset="0"/>
                <a:sym typeface="Helvetica Neue Light"/>
              </a:rPr>
              <a:t>Measurement-XRF</a:t>
            </a:r>
            <a:endParaRPr lang="en-US" sz="4400" dirty="0">
              <a:solidFill>
                <a:schemeClr val="tx1"/>
              </a:solidFill>
              <a:latin typeface="Arial" panose="020B0604020202090204" pitchFamily="34" charset="0"/>
              <a:ea typeface="Helvetica Neue Light" panose="02000503000000020004"/>
              <a:cs typeface="Arial" panose="020B0604020202090204" pitchFamily="34" charset="0"/>
              <a:sym typeface="Helvetica Neue Light"/>
            </a:endParaRPr>
          </a:p>
        </p:txBody>
      </p:sp>
      <p:pic>
        <p:nvPicPr>
          <p:cNvPr id="38" name="图片 37"/>
          <p:cNvPicPr>
            <a:picLocks noChangeAspect="1" noChangeArrowheads="1"/>
          </p:cNvPicPr>
          <p:nvPr/>
        </p:nvPicPr>
        <p:blipFill rotWithShape="1">
          <a:blip r:embed="rId2" cstate="email">
            <a:extLst>
              <a:ext uri="{28A0092B-C50C-407E-A947-70E740481C1C}">
                <a14:useLocalDpi xmlns:a14="http://schemas.microsoft.com/office/drawing/2010/main"/>
              </a:ext>
            </a:extLst>
          </a:blip>
          <a:srcRect l="1310"/>
          <a:stretch/>
        </p:blipFill>
        <p:spPr bwMode="auto">
          <a:xfrm>
            <a:off x="15277254" y="3512655"/>
            <a:ext cx="8621269" cy="6088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40" name="表格"/>
          <p:cNvGraphicFramePr/>
          <p:nvPr>
            <p:extLst>
              <p:ext uri="{D42A27DB-BD31-4B8C-83A1-F6EECF244321}">
                <p14:modId xmlns:p14="http://schemas.microsoft.com/office/powerpoint/2010/main" val="407979082"/>
              </p:ext>
            </p:extLst>
          </p:nvPr>
        </p:nvGraphicFramePr>
        <p:xfrm>
          <a:off x="936624" y="2750655"/>
          <a:ext cx="14129847" cy="8431160"/>
        </p:xfrm>
        <a:graphic>
          <a:graphicData uri="http://schemas.openxmlformats.org/drawingml/2006/table">
            <a:tbl>
              <a:tblPr>
                <a:tableStyleId>{4C3C2611-4C71-4FC5-86AE-919BDF0F9419}</a:tableStyleId>
              </a:tblPr>
              <a:tblGrid>
                <a:gridCol w="5016616">
                  <a:extLst>
                    <a:ext uri="{9D8B030D-6E8A-4147-A177-3AD203B41FA5}">
                      <a16:colId xmlns:a16="http://schemas.microsoft.com/office/drawing/2014/main" val="20000"/>
                    </a:ext>
                  </a:extLst>
                </a:gridCol>
                <a:gridCol w="9113231">
                  <a:extLst>
                    <a:ext uri="{9D8B030D-6E8A-4147-A177-3AD203B41FA5}">
                      <a16:colId xmlns:a16="http://schemas.microsoft.com/office/drawing/2014/main" val="20001"/>
                    </a:ext>
                  </a:extLst>
                </a:gridCol>
              </a:tblGrid>
              <a:tr h="928800">
                <a:tc>
                  <a:txBody>
                    <a:bodyPr/>
                    <a:lstStyle/>
                    <a:p>
                      <a:pPr marL="0" marR="0" indent="0" algn="ctr" defTabSz="409575" rtl="0" eaLnBrk="1" fontAlgn="auto" latinLnBrk="0" hangingPunct="1">
                        <a:lnSpc>
                          <a:spcPct val="100000"/>
                        </a:lnSpc>
                        <a:spcBef>
                          <a:spcPts val="0"/>
                        </a:spcBef>
                        <a:spcAft>
                          <a:spcPts val="0"/>
                        </a:spcAft>
                        <a:buClrTx/>
                        <a:buSzTx/>
                        <a:buFontTx/>
                        <a:buNone/>
                        <a:tabLst/>
                        <a:defRPr sz="1800"/>
                      </a:pPr>
                      <a:r>
                        <a:rPr lang="en-US" altLang="zh-CN" sz="3200" b="0" i="0" u="none" strike="noStrike" cap="none" spc="0" baseline="0" dirty="0">
                          <a:ln>
                            <a:noFill/>
                          </a:ln>
                          <a:solidFill>
                            <a:srgbClr val="000000"/>
                          </a:solidFill>
                          <a:uFillTx/>
                          <a:latin typeface="Arial" panose="020B0604020202090204" pitchFamily="34" charset="0"/>
                          <a:ea typeface="Helvetica Neue Medium" panose="02000503000000020004"/>
                          <a:cs typeface="Arial" panose="020B0604020202090204" pitchFamily="34" charset="0"/>
                          <a:sym typeface="Helvetica Neue Medium"/>
                        </a:rPr>
                        <a:t>Name</a:t>
                      </a:r>
                      <a:r>
                        <a:rPr sz="3200" b="0" i="0" u="none" strike="noStrike" cap="none" spc="0" baseline="0" dirty="0">
                          <a:ln>
                            <a:noFill/>
                          </a:ln>
                          <a:solidFill>
                            <a:srgbClr val="000000"/>
                          </a:solidFill>
                          <a:uFillTx/>
                          <a:latin typeface="Arial" panose="020B0604020202090204" pitchFamily="34" charset="0"/>
                          <a:ea typeface="Helvetica Neue Medium" panose="02000503000000020004"/>
                          <a:cs typeface="Arial" panose="020B0604020202090204" pitchFamily="34" charset="0"/>
                          <a:sym typeface="Helvetica Neue Medium"/>
                        </a:rPr>
                        <a:t>:</a:t>
                      </a:r>
                    </a:p>
                  </a:txBody>
                  <a:tcPr marL="12700" marR="12700" marT="12700" marB="127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1" indent="0" algn="ctr" defTabSz="409575" rtl="0" eaLnBrk="1" fontAlgn="auto" latinLnBrk="0" hangingPunct="1">
                        <a:lnSpc>
                          <a:spcPct val="100000"/>
                        </a:lnSpc>
                        <a:spcBef>
                          <a:spcPts val="0"/>
                        </a:spcBef>
                        <a:spcAft>
                          <a:spcPts val="0"/>
                        </a:spcAft>
                        <a:buClrTx/>
                        <a:buSzTx/>
                        <a:buFontTx/>
                        <a:buNone/>
                        <a:tabLst/>
                        <a:defRPr sz="1800"/>
                      </a:pPr>
                      <a:r>
                        <a:rPr lang="en-US" altLang="zh-CN" sz="3200" b="0" i="0" u="none" strike="noStrike" cap="none" spc="0" baseline="0" dirty="0">
                          <a:ln>
                            <a:noFill/>
                          </a:ln>
                          <a:solidFill>
                            <a:srgbClr val="000000"/>
                          </a:solidFill>
                          <a:uFillTx/>
                          <a:latin typeface="Arial" panose="020B0604020202090204" pitchFamily="34" charset="0"/>
                          <a:ea typeface="Helvetica Neue Medium" panose="02000503000000020004"/>
                          <a:cs typeface="Arial" panose="020B0604020202090204" pitchFamily="34" charset="0"/>
                          <a:sym typeface="Helvetica Neue Thin"/>
                        </a:rPr>
                        <a:t>X-ray fluorescence coating thickness gauge</a:t>
                      </a:r>
                    </a:p>
                  </a:txBody>
                  <a:tcPr marL="12700" marR="12700" marT="12700" marB="127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928800">
                <a:tc>
                  <a:txBody>
                    <a:bodyPr/>
                    <a:lstStyle/>
                    <a:p>
                      <a:pPr marL="0" marR="0" indent="0" algn="ctr" defTabSz="409575" rtl="0" eaLnBrk="1" fontAlgn="auto" latinLnBrk="0" hangingPunct="1">
                        <a:lnSpc>
                          <a:spcPct val="100000"/>
                        </a:lnSpc>
                        <a:spcBef>
                          <a:spcPts val="0"/>
                        </a:spcBef>
                        <a:spcAft>
                          <a:spcPts val="0"/>
                        </a:spcAft>
                        <a:buClrTx/>
                        <a:buSzTx/>
                        <a:buFontTx/>
                        <a:buNone/>
                        <a:tabLst/>
                        <a:defRPr sz="1800"/>
                      </a:pPr>
                      <a:r>
                        <a:rPr lang="en-US" altLang="zh-CN" sz="3200" b="0" i="0" u="none" strike="noStrike" cap="none" spc="0" baseline="0" dirty="0">
                          <a:ln>
                            <a:noFill/>
                          </a:ln>
                          <a:solidFill>
                            <a:srgbClr val="000000"/>
                          </a:solidFill>
                          <a:uFillTx/>
                          <a:latin typeface="Arial" panose="020B0604020202090204" pitchFamily="34" charset="0"/>
                          <a:ea typeface="Helvetica Neue Medium" panose="02000503000000020004"/>
                          <a:cs typeface="Arial" panose="020B0604020202090204" pitchFamily="34" charset="0"/>
                          <a:sym typeface="Helvetica Neue Medium"/>
                        </a:rPr>
                        <a:t>Brand</a:t>
                      </a:r>
                      <a:r>
                        <a:rPr sz="3200" b="0" i="0" u="none" strike="noStrike" cap="none" spc="0" baseline="0" dirty="0">
                          <a:ln>
                            <a:noFill/>
                          </a:ln>
                          <a:solidFill>
                            <a:srgbClr val="000000"/>
                          </a:solidFill>
                          <a:uFillTx/>
                          <a:latin typeface="Arial" panose="020B0604020202090204" pitchFamily="34" charset="0"/>
                          <a:ea typeface="Helvetica Neue Medium" panose="02000503000000020004"/>
                          <a:cs typeface="Arial" panose="020B0604020202090204" pitchFamily="34" charset="0"/>
                          <a:sym typeface="Helvetica Neue Medium"/>
                        </a:rPr>
                        <a:t>:</a:t>
                      </a:r>
                    </a:p>
                  </a:txBody>
                  <a:tcPr marL="12700" marR="12700" marT="12700" marB="127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1" indent="0" algn="ctr" defTabSz="409575" rtl="0" eaLnBrk="1" fontAlgn="auto" latinLnBrk="0" hangingPunct="1">
                        <a:lnSpc>
                          <a:spcPct val="100000"/>
                        </a:lnSpc>
                        <a:spcBef>
                          <a:spcPts val="0"/>
                        </a:spcBef>
                        <a:spcAft>
                          <a:spcPts val="0"/>
                        </a:spcAft>
                        <a:buClrTx/>
                        <a:buSzTx/>
                        <a:buFontTx/>
                        <a:buNone/>
                        <a:tabLst/>
                        <a:defRPr sz="1800"/>
                      </a:pPr>
                      <a:r>
                        <a:rPr lang="en-US" altLang="zh-CN" sz="3200" b="0" i="0" u="none" strike="noStrike" cap="none" spc="0" baseline="0" dirty="0">
                          <a:ln>
                            <a:noFill/>
                          </a:ln>
                          <a:solidFill>
                            <a:srgbClr val="000000"/>
                          </a:solidFill>
                          <a:uFillTx/>
                          <a:latin typeface="Arial" panose="020B0604020202090204" pitchFamily="34" charset="0"/>
                          <a:ea typeface="Helvetica Neue Medium" panose="02000503000000020004"/>
                          <a:cs typeface="Arial" panose="020B0604020202090204" pitchFamily="34" charset="0"/>
                          <a:sym typeface="Helvetica Neue Light"/>
                        </a:rPr>
                        <a:t>HITACHI</a:t>
                      </a:r>
                    </a:p>
                  </a:txBody>
                  <a:tcPr marL="12700" marR="12700" marT="12700" marB="127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928800">
                <a:tc>
                  <a:txBody>
                    <a:bodyPr/>
                    <a:lstStyle/>
                    <a:p>
                      <a:pPr marL="0" marR="0" indent="0" algn="ctr" defTabSz="409575" rtl="0" eaLnBrk="1" fontAlgn="auto" latinLnBrk="0" hangingPunct="1">
                        <a:lnSpc>
                          <a:spcPct val="100000"/>
                        </a:lnSpc>
                        <a:spcBef>
                          <a:spcPts val="0"/>
                        </a:spcBef>
                        <a:spcAft>
                          <a:spcPts val="0"/>
                        </a:spcAft>
                        <a:buClrTx/>
                        <a:buSzTx/>
                        <a:buFontTx/>
                        <a:buNone/>
                        <a:tabLst/>
                        <a:defRPr sz="1800"/>
                      </a:pPr>
                      <a:r>
                        <a:rPr lang="en-US" altLang="zh-CN" sz="3200" b="0" i="0" u="none" strike="noStrike" cap="none" spc="0" baseline="0" dirty="0">
                          <a:ln>
                            <a:noFill/>
                          </a:ln>
                          <a:solidFill>
                            <a:srgbClr val="000000"/>
                          </a:solidFill>
                          <a:uFillTx/>
                          <a:latin typeface="Arial" panose="020B0604020202090204" pitchFamily="34" charset="0"/>
                          <a:ea typeface="Helvetica Neue Medium" panose="02000503000000020004"/>
                          <a:cs typeface="Arial" panose="020B0604020202090204" pitchFamily="34" charset="0"/>
                          <a:sym typeface="Helvetica"/>
                        </a:rPr>
                        <a:t>Model</a:t>
                      </a:r>
                      <a:r>
                        <a:rPr sz="3200" b="0" i="0" u="none" strike="noStrike" cap="none" spc="0" baseline="0" dirty="0">
                          <a:ln>
                            <a:noFill/>
                          </a:ln>
                          <a:solidFill>
                            <a:srgbClr val="000000"/>
                          </a:solidFill>
                          <a:uFillTx/>
                          <a:latin typeface="Arial" panose="020B0604020202090204" pitchFamily="34" charset="0"/>
                          <a:ea typeface="Helvetica Neue Medium" panose="02000503000000020004"/>
                          <a:cs typeface="Arial" panose="020B0604020202090204" pitchFamily="34" charset="0"/>
                          <a:sym typeface="Helvetica Neue Medium"/>
                        </a:rPr>
                        <a:t>: </a:t>
                      </a:r>
                    </a:p>
                  </a:txBody>
                  <a:tcPr marL="12700" marR="12700" marT="12700" marB="127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1" indent="0" algn="ctr" defTabSz="409575" rtl="0" eaLnBrk="1" fontAlgn="auto" latinLnBrk="0" hangingPunct="1">
                        <a:lnSpc>
                          <a:spcPct val="100000"/>
                        </a:lnSpc>
                        <a:spcBef>
                          <a:spcPts val="0"/>
                        </a:spcBef>
                        <a:spcAft>
                          <a:spcPts val="0"/>
                        </a:spcAft>
                        <a:buClrTx/>
                        <a:buSzTx/>
                        <a:buFontTx/>
                        <a:buNone/>
                        <a:tabLst/>
                        <a:defRPr sz="1800"/>
                      </a:pPr>
                      <a:r>
                        <a:rPr lang="en-US" altLang="zh-CN" sz="3200" b="0" i="0" u="none" strike="noStrike" cap="none" spc="0" baseline="0" dirty="0">
                          <a:ln>
                            <a:noFill/>
                          </a:ln>
                          <a:solidFill>
                            <a:srgbClr val="000000"/>
                          </a:solidFill>
                          <a:uFillTx/>
                          <a:latin typeface="Arial" panose="020B0604020202090204" pitchFamily="34" charset="0"/>
                          <a:ea typeface="Helvetica Neue Medium" panose="02000503000000020004"/>
                          <a:cs typeface="Arial" panose="020B0604020202090204" pitchFamily="34" charset="0"/>
                          <a:sym typeface="Helvetica Neue Thin"/>
                        </a:rPr>
                        <a:t>X-Strata920</a:t>
                      </a:r>
                      <a:r>
                        <a:rPr lang="zh-CN" altLang="en-US" sz="3200" b="0" i="0" u="none" strike="noStrike" cap="none" spc="0" baseline="0" dirty="0">
                          <a:ln>
                            <a:noFill/>
                          </a:ln>
                          <a:solidFill>
                            <a:srgbClr val="000000"/>
                          </a:solidFill>
                          <a:uFillTx/>
                          <a:latin typeface="Arial" panose="020B0604020202090204" pitchFamily="34" charset="0"/>
                          <a:ea typeface="Helvetica Neue Medium" panose="02000503000000020004"/>
                          <a:cs typeface="Arial" panose="020B0604020202090204" pitchFamily="34" charset="0"/>
                          <a:sym typeface="Helvetica Neue Thin"/>
                        </a:rPr>
                        <a:t>自动仪</a:t>
                      </a:r>
                      <a:endParaRPr lang="en-US" altLang="zh-CN" sz="3200" b="0" i="0" u="none" strike="noStrike" cap="none" spc="0" baseline="0" dirty="0">
                        <a:ln>
                          <a:noFill/>
                        </a:ln>
                        <a:solidFill>
                          <a:srgbClr val="000000"/>
                        </a:solidFill>
                        <a:uFillTx/>
                        <a:latin typeface="Arial" panose="020B0604020202090204" pitchFamily="34" charset="0"/>
                        <a:ea typeface="Helvetica Neue Medium" panose="02000503000000020004"/>
                        <a:cs typeface="Arial" panose="020B0604020202090204" pitchFamily="34" charset="0"/>
                        <a:sym typeface="Helvetica Neue Thin"/>
                      </a:endParaRPr>
                    </a:p>
                  </a:txBody>
                  <a:tcPr marL="12700" marR="12700" marT="12700" marB="127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r h="928800">
                <a:tc>
                  <a:txBody>
                    <a:bodyPr/>
                    <a:lstStyle/>
                    <a:p>
                      <a:pPr marL="0" marR="0" indent="0" algn="ctr" defTabSz="409575" rtl="0" eaLnBrk="1" fontAlgn="auto" latinLnBrk="0" hangingPunct="1">
                        <a:lnSpc>
                          <a:spcPct val="100000"/>
                        </a:lnSpc>
                        <a:spcBef>
                          <a:spcPts val="0"/>
                        </a:spcBef>
                        <a:spcAft>
                          <a:spcPts val="0"/>
                        </a:spcAft>
                        <a:buClrTx/>
                        <a:buSzTx/>
                        <a:buFontTx/>
                        <a:buNone/>
                        <a:tabLst/>
                        <a:defRPr sz="1800"/>
                      </a:pPr>
                      <a:r>
                        <a:rPr lang="en-US" altLang="zh-CN" sz="3200" b="0" i="0" u="none" strike="noStrike" cap="none" spc="0" baseline="0" dirty="0">
                          <a:ln>
                            <a:noFill/>
                          </a:ln>
                          <a:solidFill>
                            <a:srgbClr val="000000"/>
                          </a:solidFill>
                          <a:uFillTx/>
                          <a:latin typeface="Arial" panose="020B0604020202090204" pitchFamily="34" charset="0"/>
                          <a:ea typeface="Helvetica Neue Medium" panose="02000503000000020004"/>
                          <a:cs typeface="Arial" panose="020B0604020202090204" pitchFamily="34" charset="0"/>
                          <a:sym typeface="Helvetica Neue Medium"/>
                        </a:rPr>
                        <a:t>Range of measuring</a:t>
                      </a:r>
                      <a:r>
                        <a:rPr sz="3200" b="0" i="0" u="none" strike="noStrike" cap="none" spc="0" baseline="0" dirty="0">
                          <a:ln>
                            <a:noFill/>
                          </a:ln>
                          <a:solidFill>
                            <a:srgbClr val="000000"/>
                          </a:solidFill>
                          <a:uFillTx/>
                          <a:latin typeface="Arial" panose="020B0604020202090204" pitchFamily="34" charset="0"/>
                          <a:ea typeface="Helvetica Neue Medium" panose="02000503000000020004"/>
                          <a:cs typeface="Arial" panose="020B0604020202090204" pitchFamily="34" charset="0"/>
                          <a:sym typeface="Helvetica Neue Medium"/>
                        </a:rPr>
                        <a:t>:</a:t>
                      </a:r>
                    </a:p>
                  </a:txBody>
                  <a:tcPr marL="12700" marR="12700" marT="12700" marB="127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1" indent="0" algn="ctr" defTabSz="409575" rtl="0" eaLnBrk="1" fontAlgn="auto" latinLnBrk="0" hangingPunct="1">
                        <a:lnSpc>
                          <a:spcPct val="100000"/>
                        </a:lnSpc>
                        <a:spcBef>
                          <a:spcPts val="0"/>
                        </a:spcBef>
                        <a:spcAft>
                          <a:spcPts val="0"/>
                        </a:spcAft>
                        <a:buClrTx/>
                        <a:buSzTx/>
                        <a:buFontTx/>
                        <a:buNone/>
                        <a:tabLst/>
                        <a:defRPr sz="1800"/>
                      </a:pPr>
                      <a:r>
                        <a:rPr lang="en-US" altLang="zh-CN" sz="3200" b="0" i="0" u="none" strike="noStrike" cap="none" spc="0" baseline="0" dirty="0">
                          <a:ln>
                            <a:noFill/>
                          </a:ln>
                          <a:solidFill>
                            <a:srgbClr val="000000"/>
                          </a:solidFill>
                          <a:uFillTx/>
                          <a:latin typeface="Arial" panose="020B0604020202090204" pitchFamily="34" charset="0"/>
                          <a:ea typeface="Helvetica Neue Medium" panose="02000503000000020004"/>
                          <a:cs typeface="Arial" panose="020B0604020202090204" pitchFamily="34" charset="0"/>
                          <a:sym typeface="Helvetica Neue Medium"/>
                        </a:rPr>
                        <a:t>XYZ:15.24</a:t>
                      </a:r>
                      <a:r>
                        <a:rPr lang="zh-CN" altLang="en-US" sz="3200" b="0" i="0" u="none" strike="noStrike" cap="none" spc="0" baseline="0" dirty="0">
                          <a:ln>
                            <a:noFill/>
                          </a:ln>
                          <a:solidFill>
                            <a:srgbClr val="000000"/>
                          </a:solidFill>
                          <a:uFillTx/>
                          <a:latin typeface="Arial" panose="020B0604020202090204" pitchFamily="34" charset="0"/>
                          <a:ea typeface="Helvetica Neue Medium" panose="02000503000000020004"/>
                          <a:cs typeface="Arial" panose="020B0604020202090204" pitchFamily="34" charset="0"/>
                          <a:sym typeface="Helvetica Neue Medium"/>
                        </a:rPr>
                        <a:t>*</a:t>
                      </a:r>
                      <a:r>
                        <a:rPr lang="en-US" altLang="zh-CN" sz="3200" b="0" i="0" u="none" strike="noStrike" cap="none" spc="0" baseline="0" dirty="0">
                          <a:ln>
                            <a:noFill/>
                          </a:ln>
                          <a:solidFill>
                            <a:srgbClr val="000000"/>
                          </a:solidFill>
                          <a:uFillTx/>
                          <a:latin typeface="Arial" panose="020B0604020202090204" pitchFamily="34" charset="0"/>
                          <a:ea typeface="Helvetica Neue Medium" panose="02000503000000020004"/>
                          <a:cs typeface="Arial" panose="020B0604020202090204" pitchFamily="34" charset="0"/>
                          <a:sym typeface="Helvetica Neue Medium"/>
                        </a:rPr>
                        <a:t>17.78*43</a:t>
                      </a:r>
                      <a:r>
                        <a:rPr sz="3200" b="0" i="0" u="none" strike="noStrike" cap="none" spc="0" baseline="0" dirty="0">
                          <a:ln>
                            <a:noFill/>
                          </a:ln>
                          <a:solidFill>
                            <a:srgbClr val="000000"/>
                          </a:solidFill>
                          <a:uFillTx/>
                          <a:latin typeface="Arial" panose="020B0604020202090204" pitchFamily="34" charset="0"/>
                          <a:ea typeface="Helvetica Neue Medium" panose="02000503000000020004"/>
                          <a:cs typeface="Arial" panose="020B0604020202090204" pitchFamily="34" charset="0"/>
                          <a:sym typeface="Helvetica Neue Medium"/>
                        </a:rPr>
                        <a:t>mm</a:t>
                      </a:r>
                    </a:p>
                  </a:txBody>
                  <a:tcPr marL="12700" marR="12700" marT="12700" marB="127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3"/>
                  </a:ext>
                </a:extLst>
              </a:tr>
              <a:tr h="928800">
                <a:tc>
                  <a:txBody>
                    <a:bodyPr/>
                    <a:lstStyle/>
                    <a:p>
                      <a:pPr marL="0" marR="0" indent="0" algn="ctr" defTabSz="409575" rtl="0" eaLnBrk="1" fontAlgn="auto" latinLnBrk="0" hangingPunct="1">
                        <a:lnSpc>
                          <a:spcPct val="100000"/>
                        </a:lnSpc>
                        <a:spcBef>
                          <a:spcPts val="0"/>
                        </a:spcBef>
                        <a:spcAft>
                          <a:spcPts val="0"/>
                        </a:spcAft>
                        <a:buClrTx/>
                        <a:buSzTx/>
                        <a:buFontTx/>
                        <a:buNone/>
                        <a:tabLst/>
                        <a:defRPr sz="1800"/>
                      </a:pPr>
                      <a:r>
                        <a:rPr lang="en-US" altLang="zh-CN" sz="3200" b="0" i="0" u="none" strike="noStrike" cap="none" spc="0" baseline="0" dirty="0">
                          <a:ln>
                            <a:noFill/>
                          </a:ln>
                          <a:solidFill>
                            <a:srgbClr val="000000"/>
                          </a:solidFill>
                          <a:uFillTx/>
                          <a:latin typeface="Arial" panose="020B0604020202090204" pitchFamily="34" charset="0"/>
                          <a:ea typeface="Helvetica Neue Medium" panose="02000503000000020004"/>
                          <a:cs typeface="Arial" panose="020B0604020202090204" pitchFamily="34" charset="0"/>
                          <a:sym typeface="Helvetica Neue Medium"/>
                        </a:rPr>
                        <a:t>Straightener</a:t>
                      </a:r>
                      <a:r>
                        <a:rPr sz="3200" b="0" i="0" u="none" strike="noStrike" cap="none" spc="0" baseline="0" dirty="0">
                          <a:ln>
                            <a:noFill/>
                          </a:ln>
                          <a:solidFill>
                            <a:srgbClr val="000000"/>
                          </a:solidFill>
                          <a:uFillTx/>
                          <a:latin typeface="Arial" panose="020B0604020202090204" pitchFamily="34" charset="0"/>
                          <a:ea typeface="Helvetica Neue Medium" panose="02000503000000020004"/>
                          <a:cs typeface="Arial" panose="020B0604020202090204" pitchFamily="34" charset="0"/>
                          <a:sym typeface="Helvetica Neue Medium"/>
                        </a:rPr>
                        <a:t>:</a:t>
                      </a:r>
                    </a:p>
                  </a:txBody>
                  <a:tcPr marL="12700" marR="12700" marT="12700" marB="127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1" indent="0" algn="ctr" defTabSz="409575" rtl="0" eaLnBrk="1" fontAlgn="auto" latinLnBrk="0" hangingPunct="1">
                        <a:lnSpc>
                          <a:spcPct val="100000"/>
                        </a:lnSpc>
                        <a:spcBef>
                          <a:spcPts val="0"/>
                        </a:spcBef>
                        <a:spcAft>
                          <a:spcPts val="0"/>
                        </a:spcAft>
                        <a:buClrTx/>
                        <a:buSzTx/>
                        <a:buFontTx/>
                        <a:buNone/>
                        <a:tabLst/>
                        <a:defRPr sz="1800"/>
                      </a:pPr>
                      <a:r>
                        <a:rPr lang="en-US" altLang="zh-CN" sz="3200" b="0" i="0" u="none" strike="noStrike" cap="none" spc="0" baseline="0" dirty="0">
                          <a:ln>
                            <a:noFill/>
                          </a:ln>
                          <a:solidFill>
                            <a:srgbClr val="000000"/>
                          </a:solidFill>
                          <a:uFillTx/>
                          <a:latin typeface="Arial" panose="020B0604020202090204" pitchFamily="34" charset="0"/>
                          <a:ea typeface="Helvetica Neue Medium" panose="02000503000000020004"/>
                          <a:cs typeface="Arial" panose="020B0604020202090204" pitchFamily="34" charset="0"/>
                          <a:sym typeface="Helvetica Neue Thin"/>
                        </a:rPr>
                        <a:t>Ø0.2m</a:t>
                      </a:r>
                      <a:r>
                        <a:rPr sz="3200" b="0" i="0" u="none" strike="noStrike" cap="none" spc="0" baseline="0" dirty="0">
                          <a:ln>
                            <a:noFill/>
                          </a:ln>
                          <a:solidFill>
                            <a:srgbClr val="000000"/>
                          </a:solidFill>
                          <a:uFillTx/>
                          <a:latin typeface="Arial" panose="020B0604020202090204" pitchFamily="34" charset="0"/>
                          <a:ea typeface="Helvetica Neue Medium" panose="02000503000000020004"/>
                          <a:cs typeface="Arial" panose="020B0604020202090204" pitchFamily="34" charset="0"/>
                          <a:sym typeface="Helvetica Neue Thin"/>
                        </a:rPr>
                        <a:t>m</a:t>
                      </a:r>
                    </a:p>
                  </a:txBody>
                  <a:tcPr marL="12700" marR="12700" marT="12700" marB="127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4"/>
                  </a:ext>
                </a:extLst>
              </a:tr>
              <a:tr h="928800">
                <a:tc>
                  <a:txBody>
                    <a:bodyPr/>
                    <a:lstStyle/>
                    <a:p>
                      <a:pPr marL="0" marR="0" indent="0" algn="ctr" defTabSz="409575" rtl="0" eaLnBrk="1" fontAlgn="auto" latinLnBrk="0" hangingPunct="1">
                        <a:lnSpc>
                          <a:spcPct val="100000"/>
                        </a:lnSpc>
                        <a:spcBef>
                          <a:spcPts val="0"/>
                        </a:spcBef>
                        <a:spcAft>
                          <a:spcPts val="0"/>
                        </a:spcAft>
                        <a:buClrTx/>
                        <a:buSzTx/>
                        <a:buFontTx/>
                        <a:buNone/>
                        <a:tabLst/>
                        <a:defRPr sz="1800"/>
                      </a:pPr>
                      <a:r>
                        <a:rPr lang="en-US" altLang="zh-CN" sz="3200" b="0" i="0" u="none" strike="noStrike" cap="none" spc="0" baseline="0" dirty="0">
                          <a:ln>
                            <a:noFill/>
                          </a:ln>
                          <a:solidFill>
                            <a:srgbClr val="000000"/>
                          </a:solidFill>
                          <a:uFillTx/>
                          <a:latin typeface="Arial" panose="020B0604020202090204" pitchFamily="34" charset="0"/>
                          <a:ea typeface="Helvetica Neue Medium" panose="02000503000000020004"/>
                          <a:cs typeface="Arial" panose="020B0604020202090204" pitchFamily="34" charset="0"/>
                          <a:sym typeface="Helvetica"/>
                        </a:rPr>
                        <a:t>Light tube power</a:t>
                      </a:r>
                      <a:r>
                        <a:rPr lang="zh-CN" altLang="en-US" sz="3200" b="0" i="0" u="none" strike="noStrike" cap="none" spc="0" baseline="0" dirty="0">
                          <a:ln>
                            <a:noFill/>
                          </a:ln>
                          <a:solidFill>
                            <a:srgbClr val="000000"/>
                          </a:solidFill>
                          <a:uFillTx/>
                          <a:latin typeface="Arial" panose="020B0604020202090204" pitchFamily="34" charset="0"/>
                          <a:ea typeface="Helvetica Neue Medium" panose="02000503000000020004"/>
                          <a:cs typeface="Arial" panose="020B0604020202090204" pitchFamily="34" charset="0"/>
                          <a:sym typeface="Helvetica"/>
                        </a:rPr>
                        <a:t>：</a:t>
                      </a:r>
                      <a:endParaRPr sz="3200" b="0" i="0" u="none" strike="noStrike" cap="none" spc="0" baseline="0" dirty="0">
                        <a:ln>
                          <a:noFill/>
                        </a:ln>
                        <a:solidFill>
                          <a:srgbClr val="000000"/>
                        </a:solidFill>
                        <a:uFillTx/>
                        <a:latin typeface="Arial" panose="020B0604020202090204" pitchFamily="34" charset="0"/>
                        <a:ea typeface="Helvetica Neue Medium" panose="02000503000000020004"/>
                        <a:cs typeface="Arial" panose="020B0604020202090204" pitchFamily="34" charset="0"/>
                        <a:sym typeface="Helvetica"/>
                      </a:endParaRPr>
                    </a:p>
                  </a:txBody>
                  <a:tcPr marL="12700" marR="12700" marT="12700" marB="127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1" indent="0" algn="ctr" defTabSz="409575" rtl="0" eaLnBrk="1" fontAlgn="auto" latinLnBrk="0" hangingPunct="1">
                        <a:lnSpc>
                          <a:spcPct val="100000"/>
                        </a:lnSpc>
                        <a:spcBef>
                          <a:spcPts val="0"/>
                        </a:spcBef>
                        <a:spcAft>
                          <a:spcPts val="0"/>
                        </a:spcAft>
                        <a:buClrTx/>
                        <a:buSzTx/>
                        <a:buFontTx/>
                        <a:buNone/>
                        <a:tabLst/>
                        <a:defRPr sz="1800"/>
                      </a:pPr>
                      <a:r>
                        <a:rPr lang="en-US" altLang="zh-CN" sz="3200" b="0" i="0" u="none" strike="noStrike" cap="none" spc="0" baseline="0" dirty="0">
                          <a:ln>
                            <a:noFill/>
                          </a:ln>
                          <a:solidFill>
                            <a:srgbClr val="000000"/>
                          </a:solidFill>
                          <a:uFillTx/>
                          <a:latin typeface="Arial" panose="020B0604020202090204" pitchFamily="34" charset="0"/>
                          <a:ea typeface="Helvetica Neue Medium" panose="02000503000000020004"/>
                          <a:cs typeface="Arial" panose="020B0604020202090204" pitchFamily="34" charset="0"/>
                          <a:sym typeface="Helvetica"/>
                        </a:rPr>
                        <a:t>50W</a:t>
                      </a:r>
                      <a:endParaRPr sz="3200" b="0" i="0" u="none" strike="noStrike" cap="none" spc="0" baseline="0" dirty="0">
                        <a:ln>
                          <a:noFill/>
                        </a:ln>
                        <a:solidFill>
                          <a:srgbClr val="000000"/>
                        </a:solidFill>
                        <a:uFillTx/>
                        <a:latin typeface="Arial" panose="020B0604020202090204" pitchFamily="34" charset="0"/>
                        <a:ea typeface="Helvetica Neue Medium" panose="02000503000000020004"/>
                        <a:cs typeface="Arial" panose="020B0604020202090204" pitchFamily="34" charset="0"/>
                        <a:sym typeface="Helvetica"/>
                      </a:endParaRPr>
                    </a:p>
                  </a:txBody>
                  <a:tcPr marL="12700" marR="12700" marT="12700" marB="127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5"/>
                  </a:ext>
                </a:extLst>
              </a:tr>
              <a:tr h="928800">
                <a:tc>
                  <a:txBody>
                    <a:bodyPr/>
                    <a:lstStyle/>
                    <a:p>
                      <a:pPr marL="0" marR="0" indent="0" algn="ctr" defTabSz="409575" rtl="0" eaLnBrk="1" fontAlgn="auto" latinLnBrk="0" hangingPunct="1">
                        <a:lnSpc>
                          <a:spcPct val="100000"/>
                        </a:lnSpc>
                        <a:spcBef>
                          <a:spcPts val="0"/>
                        </a:spcBef>
                        <a:spcAft>
                          <a:spcPts val="0"/>
                        </a:spcAft>
                        <a:buClrTx/>
                        <a:buSzTx/>
                        <a:buFontTx/>
                        <a:buNone/>
                        <a:tabLst/>
                        <a:defRPr sz="1800"/>
                      </a:pPr>
                      <a:r>
                        <a:rPr lang="en-US" altLang="zh-CN" sz="3200" b="0" i="0" u="none" strike="noStrike" cap="none" spc="0" baseline="0" dirty="0">
                          <a:ln>
                            <a:noFill/>
                          </a:ln>
                          <a:solidFill>
                            <a:srgbClr val="000000"/>
                          </a:solidFill>
                          <a:uFillTx/>
                          <a:latin typeface="Arial" panose="020B0604020202090204" pitchFamily="34" charset="0"/>
                          <a:ea typeface="Helvetica Neue Medium" panose="02000503000000020004"/>
                          <a:cs typeface="Arial" panose="020B0604020202090204" pitchFamily="34" charset="0"/>
                          <a:sym typeface="Helvetica"/>
                        </a:rPr>
                        <a:t>Range of measurement</a:t>
                      </a:r>
                      <a:r>
                        <a:rPr lang="zh-CN" altLang="en-US" sz="3200" b="0" i="0" u="none" strike="noStrike" cap="none" spc="0" baseline="0" dirty="0">
                          <a:ln>
                            <a:noFill/>
                          </a:ln>
                          <a:solidFill>
                            <a:srgbClr val="000000"/>
                          </a:solidFill>
                          <a:uFillTx/>
                          <a:latin typeface="Arial" panose="020B0604020202090204" pitchFamily="34" charset="0"/>
                          <a:ea typeface="Helvetica Neue Medium" panose="02000503000000020004"/>
                          <a:cs typeface="Arial" panose="020B0604020202090204" pitchFamily="34" charset="0"/>
                          <a:sym typeface="Helvetica"/>
                        </a:rPr>
                        <a:t>：</a:t>
                      </a:r>
                      <a:endParaRPr sz="3200" b="0" i="0" u="none" strike="noStrike" cap="none" spc="0" baseline="0" dirty="0">
                        <a:ln>
                          <a:noFill/>
                        </a:ln>
                        <a:solidFill>
                          <a:srgbClr val="000000"/>
                        </a:solidFill>
                        <a:uFillTx/>
                        <a:latin typeface="Arial" panose="020B0604020202090204" pitchFamily="34" charset="0"/>
                        <a:ea typeface="Helvetica Neue Medium" panose="02000503000000020004"/>
                        <a:cs typeface="Arial" panose="020B0604020202090204" pitchFamily="34" charset="0"/>
                        <a:sym typeface="Helvetica"/>
                      </a:endParaRPr>
                    </a:p>
                  </a:txBody>
                  <a:tcPr marL="12700" marR="12700" marT="12700" marB="127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1" indent="0" algn="ctr" defTabSz="409575" rtl="0" eaLnBrk="1" fontAlgn="auto" latinLnBrk="0" hangingPunct="1">
                        <a:lnSpc>
                          <a:spcPct val="100000"/>
                        </a:lnSpc>
                        <a:spcBef>
                          <a:spcPts val="0"/>
                        </a:spcBef>
                        <a:spcAft>
                          <a:spcPts val="0"/>
                        </a:spcAft>
                        <a:buClrTx/>
                        <a:buSzTx/>
                        <a:buFontTx/>
                        <a:buNone/>
                        <a:tabLst/>
                        <a:defRPr sz="1800"/>
                      </a:pPr>
                      <a:r>
                        <a:rPr lang="en-US" altLang="zh-CN" sz="3200" b="0" i="0" u="none" strike="noStrike" cap="none" spc="0" baseline="0" dirty="0">
                          <a:ln>
                            <a:noFill/>
                          </a:ln>
                          <a:solidFill>
                            <a:srgbClr val="000000"/>
                          </a:solidFill>
                          <a:uFillTx/>
                          <a:latin typeface="Arial" panose="020B0604020202090204" pitchFamily="34" charset="0"/>
                          <a:ea typeface="Helvetica Neue Medium" panose="02000503000000020004"/>
                          <a:cs typeface="Arial" panose="020B0604020202090204" pitchFamily="34" charset="0"/>
                          <a:sym typeface="Helvetica"/>
                        </a:rPr>
                        <a:t>Non-destructive EDXRF analysis</a:t>
                      </a:r>
                      <a:endParaRPr sz="3200" b="0" i="0" u="none" strike="noStrike" cap="none" spc="0" baseline="0" dirty="0">
                        <a:ln>
                          <a:noFill/>
                        </a:ln>
                        <a:solidFill>
                          <a:srgbClr val="000000"/>
                        </a:solidFill>
                        <a:uFillTx/>
                        <a:latin typeface="Arial" panose="020B0604020202090204" pitchFamily="34" charset="0"/>
                        <a:ea typeface="Helvetica Neue Medium" panose="02000503000000020004"/>
                        <a:cs typeface="Arial" panose="020B0604020202090204" pitchFamily="34" charset="0"/>
                        <a:sym typeface="Helvetica"/>
                      </a:endParaRPr>
                    </a:p>
                  </a:txBody>
                  <a:tcPr marL="12700" marR="12700" marT="12700" marB="127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6"/>
                  </a:ext>
                </a:extLst>
              </a:tr>
              <a:tr h="928800">
                <a:tc>
                  <a:txBody>
                    <a:bodyPr/>
                    <a:lstStyle/>
                    <a:p>
                      <a:pPr marL="0" marR="0" indent="0" algn="ctr" defTabSz="409575" rtl="0" eaLnBrk="1" fontAlgn="auto" latinLnBrk="0" hangingPunct="1">
                        <a:lnSpc>
                          <a:spcPct val="100000"/>
                        </a:lnSpc>
                        <a:spcBef>
                          <a:spcPts val="0"/>
                        </a:spcBef>
                        <a:spcAft>
                          <a:spcPts val="0"/>
                        </a:spcAft>
                        <a:buClrTx/>
                        <a:buSzTx/>
                        <a:buFontTx/>
                        <a:buNone/>
                        <a:tabLst/>
                        <a:defRPr sz="1800"/>
                      </a:pPr>
                      <a:r>
                        <a:rPr lang="en-US" altLang="zh-CN" sz="3200" b="0" i="0" u="none" strike="noStrike" cap="none" spc="0" baseline="0" dirty="0">
                          <a:ln>
                            <a:noFill/>
                          </a:ln>
                          <a:solidFill>
                            <a:srgbClr val="000000"/>
                          </a:solidFill>
                          <a:uFillTx/>
                          <a:latin typeface="Arial" panose="020B0604020202090204" pitchFamily="34" charset="0"/>
                          <a:ea typeface="Helvetica Neue Medium" panose="02000503000000020004"/>
                          <a:cs typeface="Arial" panose="020B0604020202090204" pitchFamily="34" charset="0"/>
                          <a:sym typeface="Helvetica"/>
                        </a:rPr>
                        <a:t>Applicable Products</a:t>
                      </a:r>
                      <a:r>
                        <a:rPr lang="zh-CN" altLang="en-US" sz="3200" b="0" i="0" u="none" strike="noStrike" cap="none" spc="0" baseline="0" dirty="0">
                          <a:ln>
                            <a:noFill/>
                          </a:ln>
                          <a:solidFill>
                            <a:srgbClr val="000000"/>
                          </a:solidFill>
                          <a:uFillTx/>
                          <a:latin typeface="Arial" panose="020B0604020202090204" pitchFamily="34" charset="0"/>
                          <a:ea typeface="Helvetica Neue Medium" panose="02000503000000020004"/>
                          <a:cs typeface="Arial" panose="020B0604020202090204" pitchFamily="34" charset="0"/>
                          <a:sym typeface="Helvetica"/>
                        </a:rPr>
                        <a:t>：</a:t>
                      </a:r>
                      <a:endParaRPr sz="3200" b="0" i="0" u="none" strike="noStrike" cap="none" spc="0" baseline="0" dirty="0">
                        <a:ln>
                          <a:noFill/>
                        </a:ln>
                        <a:solidFill>
                          <a:srgbClr val="000000"/>
                        </a:solidFill>
                        <a:uFillTx/>
                        <a:latin typeface="Arial" panose="020B0604020202090204" pitchFamily="34" charset="0"/>
                        <a:ea typeface="Helvetica Neue Medium" panose="02000503000000020004"/>
                        <a:cs typeface="Arial" panose="020B0604020202090204" pitchFamily="34" charset="0"/>
                        <a:sym typeface="Helvetica"/>
                      </a:endParaRPr>
                    </a:p>
                  </a:txBody>
                  <a:tcPr marL="12700" marR="12700" marT="12700" marB="127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1" indent="0" algn="ctr" defTabSz="409575" rtl="0" eaLnBrk="1" fontAlgn="auto" latinLnBrk="0" hangingPunct="1">
                        <a:lnSpc>
                          <a:spcPct val="100000"/>
                        </a:lnSpc>
                        <a:spcBef>
                          <a:spcPts val="0"/>
                        </a:spcBef>
                        <a:spcAft>
                          <a:spcPts val="0"/>
                        </a:spcAft>
                        <a:buClrTx/>
                        <a:buSzTx/>
                        <a:buFontTx/>
                        <a:buNone/>
                        <a:tabLst/>
                        <a:defRPr sz="1800"/>
                      </a:pPr>
                      <a:r>
                        <a:rPr lang="en-US" altLang="zh-CN" sz="3200" b="0" i="0" u="none" strike="noStrike" cap="none" spc="0" baseline="0" dirty="0">
                          <a:ln>
                            <a:noFill/>
                          </a:ln>
                          <a:solidFill>
                            <a:srgbClr val="000000"/>
                          </a:solidFill>
                          <a:uFillTx/>
                          <a:latin typeface="Arial" panose="020B0604020202090204" pitchFamily="34" charset="0"/>
                          <a:ea typeface="Helvetica Neue Medium" panose="02000503000000020004"/>
                          <a:cs typeface="Arial" panose="020B0604020202090204" pitchFamily="34" charset="0"/>
                          <a:sym typeface="Helvetica"/>
                        </a:rPr>
                        <a:t>Within 4 layers (plus substrate) total thickness &lt;20um plating species</a:t>
                      </a:r>
                      <a:endParaRPr sz="3200" b="0" i="0" u="none" strike="noStrike" cap="none" spc="0" baseline="0" dirty="0">
                        <a:ln>
                          <a:noFill/>
                        </a:ln>
                        <a:solidFill>
                          <a:srgbClr val="000000"/>
                        </a:solidFill>
                        <a:uFillTx/>
                        <a:latin typeface="Arial" panose="020B0604020202090204" pitchFamily="34" charset="0"/>
                        <a:ea typeface="Helvetica Neue Medium" panose="02000503000000020004"/>
                        <a:cs typeface="Arial" panose="020B0604020202090204" pitchFamily="34" charset="0"/>
                        <a:sym typeface="Helvetica"/>
                      </a:endParaRPr>
                    </a:p>
                  </a:txBody>
                  <a:tcPr marL="12700" marR="12700" marT="12700" marB="127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7"/>
                  </a:ext>
                </a:extLst>
              </a:tr>
              <a:tr h="928800">
                <a:tc>
                  <a:txBody>
                    <a:bodyPr/>
                    <a:lstStyle/>
                    <a:p>
                      <a:pPr marL="0" marR="0" indent="0" algn="ctr" defTabSz="409575" rtl="0" latinLnBrk="0">
                        <a:lnSpc>
                          <a:spcPct val="100000"/>
                        </a:lnSpc>
                        <a:spcBef>
                          <a:spcPts val="0"/>
                        </a:spcBef>
                        <a:spcAft>
                          <a:spcPts val="0"/>
                        </a:spcAft>
                        <a:buClrTx/>
                        <a:buSzTx/>
                        <a:buFontTx/>
                        <a:buNone/>
                        <a:tabLst/>
                        <a:defRPr sz="1800"/>
                      </a:pPr>
                      <a:r>
                        <a:rPr lang="en-US" altLang="zh-CN" sz="3200" b="0" i="0" u="none" strike="noStrike" cap="none" spc="0" baseline="0" dirty="0">
                          <a:ln>
                            <a:noFill/>
                          </a:ln>
                          <a:solidFill>
                            <a:srgbClr val="000000"/>
                          </a:solidFill>
                          <a:uFillTx/>
                          <a:latin typeface="Arial" panose="020B0604020202090204" pitchFamily="34" charset="0"/>
                          <a:ea typeface="Helvetica Neue Medium" panose="02000503000000020004"/>
                          <a:cs typeface="Arial" panose="020B0604020202090204" pitchFamily="34" charset="0"/>
                          <a:sym typeface="Helvetica Neue Medium"/>
                        </a:rPr>
                        <a:t>Quantity</a:t>
                      </a:r>
                      <a:r>
                        <a:rPr lang="zh-CN" altLang="en-US" sz="3200" b="0" i="0" u="none" strike="noStrike" cap="none" spc="0" baseline="0" dirty="0">
                          <a:ln>
                            <a:noFill/>
                          </a:ln>
                          <a:solidFill>
                            <a:srgbClr val="000000"/>
                          </a:solidFill>
                          <a:uFillTx/>
                          <a:latin typeface="Arial" panose="020B0604020202090204" pitchFamily="34" charset="0"/>
                          <a:ea typeface="Helvetica Neue Medium" panose="02000503000000020004"/>
                          <a:cs typeface="Arial" panose="020B0604020202090204" pitchFamily="34" charset="0"/>
                          <a:sym typeface="Helvetica Neue Medium"/>
                        </a:rPr>
                        <a:t>：</a:t>
                      </a:r>
                      <a:endParaRPr sz="3200" b="0" i="0" u="none" strike="noStrike" cap="none" spc="0" baseline="0" dirty="0">
                        <a:ln>
                          <a:noFill/>
                        </a:ln>
                        <a:solidFill>
                          <a:srgbClr val="000000"/>
                        </a:solidFill>
                        <a:uFillTx/>
                        <a:latin typeface="Arial" panose="020B0604020202090204" pitchFamily="34" charset="0"/>
                        <a:ea typeface="Helvetica Neue Medium" panose="02000503000000020004"/>
                        <a:cs typeface="Arial" panose="020B0604020202090204" pitchFamily="34" charset="0"/>
                        <a:sym typeface="Helvetica Neue Medium"/>
                      </a:endParaRPr>
                    </a:p>
                  </a:txBody>
                  <a:tcPr marL="12700" marR="12700" marT="12700" marB="127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ctr" defTabSz="409575" rtl="0" eaLnBrk="1" fontAlgn="auto" latinLnBrk="0" hangingPunct="1">
                        <a:lnSpc>
                          <a:spcPct val="100000"/>
                        </a:lnSpc>
                        <a:spcBef>
                          <a:spcPts val="0"/>
                        </a:spcBef>
                        <a:spcAft>
                          <a:spcPts val="0"/>
                        </a:spcAft>
                        <a:buClrTx/>
                        <a:buSzTx/>
                        <a:buFontTx/>
                        <a:buNone/>
                        <a:tabLst/>
                        <a:defRPr sz="1800"/>
                      </a:pPr>
                      <a:r>
                        <a:rPr lang="en-US" altLang="zh-CN" sz="3200" b="0" i="0" u="none" strike="noStrike" cap="none" spc="0" baseline="0" dirty="0">
                          <a:ln>
                            <a:noFill/>
                          </a:ln>
                          <a:solidFill>
                            <a:srgbClr val="000000"/>
                          </a:solidFill>
                          <a:uFillTx/>
                          <a:latin typeface="Arial" panose="020B0604020202090204" pitchFamily="34" charset="0"/>
                          <a:ea typeface="Helvetica Neue Medium" panose="02000503000000020004"/>
                          <a:cs typeface="Arial" panose="020B0604020202090204" pitchFamily="34" charset="0"/>
                          <a:sym typeface="Helvetica"/>
                        </a:rPr>
                        <a:t>2</a:t>
                      </a:r>
                    </a:p>
                  </a:txBody>
                  <a:tcPr marL="12700" marR="12700" marT="12700" marB="127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8"/>
                  </a:ext>
                </a:extLst>
              </a:tr>
            </a:tbl>
          </a:graphicData>
        </a:graphic>
      </p:graphicFrame>
      <p:sp>
        <p:nvSpPr>
          <p:cNvPr id="5" name="幻灯片编号"/>
          <p:cNvSpPr txBox="1">
            <a:spLocks noGrp="1"/>
          </p:cNvSpPr>
          <p:nvPr>
            <p:ph type="sldNum" sz="quarter" idx="2"/>
          </p:nvPr>
        </p:nvSpPr>
        <p:spPr>
          <a:xfrm>
            <a:off x="12044572" y="13073062"/>
            <a:ext cx="285331" cy="482821"/>
          </a:xfrm>
          <a:prstGeom prst="rect">
            <a:avLst/>
          </a:prstGeom>
        </p:spPr>
        <p:txBody>
          <a:bodyPr/>
          <a:lstStyle/>
          <a:p>
            <a:r>
              <a:rPr lang="en-US" dirty="0"/>
              <a:t>7</a:t>
            </a:r>
            <a:endParaRPr dirty="0"/>
          </a:p>
        </p:txBody>
      </p:sp>
    </p:spTree>
    <p:extLst>
      <p:ext uri="{BB962C8B-B14F-4D97-AF65-F5344CB8AC3E}">
        <p14:creationId xmlns:p14="http://schemas.microsoft.com/office/powerpoint/2010/main" val="1475263543"/>
      </p:ext>
    </p:extLst>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81" name="表格"/>
          <p:cNvGraphicFramePr/>
          <p:nvPr>
            <p:extLst>
              <p:ext uri="{D42A27DB-BD31-4B8C-83A1-F6EECF244321}">
                <p14:modId xmlns:p14="http://schemas.microsoft.com/office/powerpoint/2010/main" val="4181167955"/>
              </p:ext>
            </p:extLst>
          </p:nvPr>
        </p:nvGraphicFramePr>
        <p:xfrm>
          <a:off x="1531019" y="2763835"/>
          <a:ext cx="12446295" cy="8188325"/>
        </p:xfrm>
        <a:graphic>
          <a:graphicData uri="http://schemas.openxmlformats.org/drawingml/2006/table">
            <a:tbl>
              <a:tblPr/>
              <a:tblGrid>
                <a:gridCol w="4790680">
                  <a:extLst>
                    <a:ext uri="{9D8B030D-6E8A-4147-A177-3AD203B41FA5}">
                      <a16:colId xmlns:a16="http://schemas.microsoft.com/office/drawing/2014/main" val="20000"/>
                    </a:ext>
                  </a:extLst>
                </a:gridCol>
                <a:gridCol w="7655615">
                  <a:extLst>
                    <a:ext uri="{9D8B030D-6E8A-4147-A177-3AD203B41FA5}">
                      <a16:colId xmlns:a16="http://schemas.microsoft.com/office/drawing/2014/main" val="20001"/>
                    </a:ext>
                  </a:extLst>
                </a:gridCol>
              </a:tblGrid>
              <a:tr h="1637665">
                <a:tc>
                  <a:txBody>
                    <a:bodyPr/>
                    <a:lstStyle/>
                    <a:p>
                      <a:pPr marL="0" marR="0" indent="0" algn="ctr" defTabSz="409575" rtl="0" latinLnBrk="0">
                        <a:lnSpc>
                          <a:spcPct val="100000"/>
                        </a:lnSpc>
                        <a:spcBef>
                          <a:spcPts val="0"/>
                        </a:spcBef>
                        <a:spcAft>
                          <a:spcPts val="0"/>
                        </a:spcAft>
                        <a:buClrTx/>
                        <a:buSzTx/>
                        <a:buFontTx/>
                        <a:buNone/>
                        <a:defRPr sz="1800"/>
                      </a:pPr>
                      <a:r>
                        <a:rPr sz="3600" b="0" i="0" u="none" strike="noStrike" cap="none" spc="0" baseline="0" dirty="0">
                          <a:ln>
                            <a:noFill/>
                          </a:ln>
                          <a:solidFill>
                            <a:srgbClr val="000000"/>
                          </a:solidFill>
                          <a:uFillTx/>
                          <a:latin typeface="Arial" panose="020B0604020202090204" pitchFamily="34" charset="0"/>
                          <a:ea typeface="Helvetica Neue Medium" panose="02000503000000020004"/>
                          <a:cs typeface="Arial" panose="020B0604020202090204" pitchFamily="34" charset="0"/>
                          <a:sym typeface="Helvetica"/>
                        </a:rPr>
                        <a:t>Name</a:t>
                      </a:r>
                      <a:r>
                        <a:rPr lang="en-US" altLang="zh-CN" sz="3600" b="0" i="0" u="none" strike="noStrike" cap="none" spc="0" baseline="0" dirty="0">
                          <a:ln>
                            <a:noFill/>
                          </a:ln>
                          <a:solidFill>
                            <a:srgbClr val="000000"/>
                          </a:solidFill>
                          <a:uFillTx/>
                          <a:latin typeface="Arial" panose="020B0604020202090204" pitchFamily="34" charset="0"/>
                          <a:ea typeface="Helvetica Neue Medium" panose="02000503000000020004"/>
                          <a:cs typeface="Arial" panose="020B0604020202090204" pitchFamily="34" charset="0"/>
                          <a:sym typeface="Helvetica"/>
                        </a:rPr>
                        <a:t>:  </a:t>
                      </a:r>
                      <a:endParaRPr sz="3600" b="0" i="0" u="none" strike="noStrike" cap="none" spc="0" baseline="0" dirty="0">
                        <a:ln>
                          <a:noFill/>
                        </a:ln>
                        <a:solidFill>
                          <a:srgbClr val="000000"/>
                        </a:solidFill>
                        <a:uFillTx/>
                        <a:latin typeface="Arial" panose="020B0604020202090204" pitchFamily="34" charset="0"/>
                        <a:ea typeface="Helvetica Neue Medium" panose="02000503000000020004"/>
                        <a:cs typeface="Arial" panose="020B0604020202090204" pitchFamily="34" charset="0"/>
                        <a:sym typeface="Helvetica"/>
                      </a:endParaRPr>
                    </a:p>
                  </a:txBody>
                  <a:tcPr marL="12700" marR="12700" marT="12700" marB="127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ctr" defTabSz="409575" rtl="0" latinLnBrk="0">
                        <a:lnSpc>
                          <a:spcPct val="100000"/>
                        </a:lnSpc>
                        <a:spcBef>
                          <a:spcPts val="0"/>
                        </a:spcBef>
                        <a:spcAft>
                          <a:spcPts val="0"/>
                        </a:spcAft>
                        <a:buClrTx/>
                        <a:buSzTx/>
                        <a:buFontTx/>
                        <a:buNone/>
                        <a:defRPr sz="1800"/>
                      </a:pPr>
                      <a:r>
                        <a:rPr lang="en-GB" altLang="zh-CN" sz="3600" b="0" i="0" u="none" strike="noStrike" cap="none" spc="0" baseline="0" dirty="0">
                          <a:ln>
                            <a:noFill/>
                          </a:ln>
                          <a:solidFill>
                            <a:srgbClr val="000000"/>
                          </a:solidFill>
                          <a:uFillTx/>
                          <a:latin typeface="Arial" panose="020B0604020202090204" pitchFamily="34" charset="0"/>
                          <a:ea typeface="Helvetica Neue Medium" panose="02000503000000020004"/>
                          <a:cs typeface="Arial" panose="020B0604020202090204" pitchFamily="34" charset="0"/>
                          <a:sym typeface="Helvetica Neue Light" panose="02000503000000020004"/>
                        </a:rPr>
                        <a:t>Magnetic permanent tester</a:t>
                      </a:r>
                    </a:p>
                  </a:txBody>
                  <a:tcPr marL="12700" marR="12700" marT="12700" marB="127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1637665">
                <a:tc>
                  <a:txBody>
                    <a:bodyPr/>
                    <a:lstStyle/>
                    <a:p>
                      <a:pPr marL="0" marR="0" indent="0" algn="ctr" defTabSz="409575" rtl="0" latinLnBrk="0">
                        <a:lnSpc>
                          <a:spcPct val="100000"/>
                        </a:lnSpc>
                        <a:spcBef>
                          <a:spcPts val="0"/>
                        </a:spcBef>
                        <a:spcAft>
                          <a:spcPts val="0"/>
                        </a:spcAft>
                        <a:buClrTx/>
                        <a:buSzTx/>
                        <a:buFontTx/>
                        <a:buNone/>
                        <a:defRPr sz="1800"/>
                      </a:pPr>
                      <a:r>
                        <a:rPr sz="3600" b="0" i="0" u="none" strike="noStrike" cap="none" spc="0" baseline="0" dirty="0">
                          <a:ln>
                            <a:noFill/>
                          </a:ln>
                          <a:solidFill>
                            <a:srgbClr val="000000"/>
                          </a:solidFill>
                          <a:uFillTx/>
                          <a:latin typeface="Arial" panose="020B0604020202090204" pitchFamily="34" charset="0"/>
                          <a:ea typeface="Helvetica Neue Medium" panose="02000503000000020004"/>
                          <a:cs typeface="Arial" panose="020B0604020202090204" pitchFamily="34" charset="0"/>
                          <a:sym typeface="Helvetica"/>
                        </a:rPr>
                        <a:t>Manufacturer</a:t>
                      </a:r>
                      <a:r>
                        <a:rPr lang="en-US" altLang="zh-CN" sz="3600" b="0" i="0" u="none" strike="noStrike" cap="none" spc="0" baseline="0" dirty="0">
                          <a:ln>
                            <a:noFill/>
                          </a:ln>
                          <a:solidFill>
                            <a:srgbClr val="000000"/>
                          </a:solidFill>
                          <a:uFillTx/>
                          <a:latin typeface="Arial" panose="020B0604020202090204" pitchFamily="34" charset="0"/>
                          <a:ea typeface="Helvetica Neue Medium" panose="02000503000000020004"/>
                          <a:cs typeface="Arial" panose="020B0604020202090204" pitchFamily="34" charset="0"/>
                          <a:sym typeface="Helvetica"/>
                        </a:rPr>
                        <a:t>:  </a:t>
                      </a:r>
                      <a:endParaRPr sz="3600" b="0" i="0" u="none" strike="noStrike" cap="none" spc="0" baseline="0" dirty="0">
                        <a:ln>
                          <a:noFill/>
                        </a:ln>
                        <a:solidFill>
                          <a:srgbClr val="000000"/>
                        </a:solidFill>
                        <a:uFillTx/>
                        <a:latin typeface="Arial" panose="020B0604020202090204" pitchFamily="34" charset="0"/>
                        <a:ea typeface="Helvetica Neue Medium" panose="02000503000000020004"/>
                        <a:cs typeface="Arial" panose="020B0604020202090204" pitchFamily="34" charset="0"/>
                        <a:sym typeface="Helvetica"/>
                      </a:endParaRPr>
                    </a:p>
                  </a:txBody>
                  <a:tcPr marL="12700" marR="12700" marT="12700" marB="127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409575" rtl="0" eaLnBrk="1" fontAlgn="auto" latinLnBrk="0" hangingPunct="1">
                        <a:lnSpc>
                          <a:spcPct val="100000"/>
                        </a:lnSpc>
                        <a:spcBef>
                          <a:spcPts val="0"/>
                        </a:spcBef>
                        <a:spcAft>
                          <a:spcPts val="0"/>
                        </a:spcAft>
                        <a:buClrTx/>
                        <a:buSzTx/>
                        <a:buFontTx/>
                        <a:buNone/>
                        <a:defRPr sz="1800"/>
                      </a:pPr>
                      <a:r>
                        <a:rPr lang="en-GB" altLang="zh-CN" sz="3600" b="0" i="0" u="none" strike="noStrike" cap="none" spc="0" baseline="0" dirty="0">
                          <a:ln>
                            <a:noFill/>
                          </a:ln>
                          <a:solidFill>
                            <a:srgbClr val="000000"/>
                          </a:solidFill>
                          <a:uFillTx/>
                          <a:latin typeface="Arial" panose="020B0604020202090204" pitchFamily="34" charset="0"/>
                          <a:ea typeface="Helvetica Neue Medium" panose="02000503000000020004"/>
                          <a:cs typeface="Arial" panose="020B0604020202090204" pitchFamily="34" charset="0"/>
                          <a:sym typeface="Helvetica Neue Light" panose="02000503000000020004"/>
                        </a:rPr>
                        <a:t>Sheep</a:t>
                      </a:r>
                    </a:p>
                  </a:txBody>
                  <a:tcPr marL="12700" marR="12700" marT="12700" marB="127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1637665">
                <a:tc>
                  <a:txBody>
                    <a:bodyPr/>
                    <a:lstStyle/>
                    <a:p>
                      <a:pPr marL="0" marR="0" indent="0" algn="ctr" defTabSz="409575" rtl="0" latinLnBrk="0">
                        <a:lnSpc>
                          <a:spcPct val="100000"/>
                        </a:lnSpc>
                        <a:spcBef>
                          <a:spcPts val="0"/>
                        </a:spcBef>
                        <a:spcAft>
                          <a:spcPts val="0"/>
                        </a:spcAft>
                        <a:buClrTx/>
                        <a:buSzTx/>
                        <a:buFontTx/>
                        <a:buNone/>
                        <a:defRPr sz="1800"/>
                      </a:pPr>
                      <a:r>
                        <a:rPr sz="3600" b="0" i="0" u="none" strike="noStrike" cap="none" spc="0" baseline="0" dirty="0">
                          <a:ln>
                            <a:noFill/>
                          </a:ln>
                          <a:solidFill>
                            <a:srgbClr val="000000"/>
                          </a:solidFill>
                          <a:uFillTx/>
                          <a:latin typeface="Arial" panose="020B0604020202090204" pitchFamily="34" charset="0"/>
                          <a:ea typeface="Helvetica Neue Medium" panose="02000503000000020004"/>
                          <a:cs typeface="Arial" panose="020B0604020202090204" pitchFamily="34" charset="0"/>
                          <a:sym typeface="Helvetica"/>
                        </a:rPr>
                        <a:t>Model</a:t>
                      </a:r>
                      <a:r>
                        <a:rPr lang="en-US" altLang="zh-CN" sz="3600" b="0" i="0" u="none" strike="noStrike" cap="none" spc="0" baseline="0" dirty="0">
                          <a:ln>
                            <a:noFill/>
                          </a:ln>
                          <a:solidFill>
                            <a:srgbClr val="000000"/>
                          </a:solidFill>
                          <a:uFillTx/>
                          <a:latin typeface="Arial" panose="020B0604020202090204" pitchFamily="34" charset="0"/>
                          <a:ea typeface="Helvetica Neue Medium" panose="02000503000000020004"/>
                          <a:cs typeface="Arial" panose="020B0604020202090204" pitchFamily="34" charset="0"/>
                          <a:sym typeface="Helvetica"/>
                        </a:rPr>
                        <a:t>:  </a:t>
                      </a:r>
                      <a:r>
                        <a:rPr sz="3600" b="0" i="0" u="none" strike="noStrike" cap="none" spc="0" baseline="0" dirty="0">
                          <a:ln>
                            <a:noFill/>
                          </a:ln>
                          <a:solidFill>
                            <a:srgbClr val="000000"/>
                          </a:solidFill>
                          <a:uFillTx/>
                          <a:latin typeface="Arial" panose="020B0604020202090204" pitchFamily="34" charset="0"/>
                          <a:ea typeface="Helvetica Neue Medium" panose="02000503000000020004"/>
                          <a:cs typeface="Arial" panose="020B0604020202090204" pitchFamily="34" charset="0"/>
                          <a:sym typeface="Helvetica"/>
                        </a:rPr>
                        <a:t> </a:t>
                      </a:r>
                    </a:p>
                  </a:txBody>
                  <a:tcPr marL="12700" marR="12700" marT="12700" marB="127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ctr" defTabSz="409575" rtl="0" latinLnBrk="0">
                        <a:lnSpc>
                          <a:spcPct val="100000"/>
                        </a:lnSpc>
                        <a:spcBef>
                          <a:spcPts val="0"/>
                        </a:spcBef>
                        <a:spcAft>
                          <a:spcPts val="0"/>
                        </a:spcAft>
                        <a:buClrTx/>
                        <a:buSzTx/>
                        <a:buFontTx/>
                        <a:buNone/>
                        <a:defRPr sz="1800"/>
                      </a:pPr>
                      <a:r>
                        <a:rPr lang="en-GB" altLang="zh-CN" sz="3600" b="0" i="0" u="none" strike="noStrike" cap="none" spc="0" baseline="0" dirty="0">
                          <a:ln>
                            <a:noFill/>
                          </a:ln>
                          <a:solidFill>
                            <a:srgbClr val="000000"/>
                          </a:solidFill>
                          <a:uFillTx/>
                          <a:latin typeface="Arial" panose="020B0604020202090204" pitchFamily="34" charset="0"/>
                          <a:ea typeface="Helvetica Neue Medium" panose="02000503000000020004"/>
                          <a:cs typeface="Arial" panose="020B0604020202090204" pitchFamily="34" charset="0"/>
                          <a:sym typeface="Helvetica Neue Light" panose="02000503000000020004"/>
                        </a:rPr>
                        <a:t>AMT-4A</a:t>
                      </a:r>
                    </a:p>
                  </a:txBody>
                  <a:tcPr marL="12700" marR="12700" marT="12700" marB="127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r h="1637665">
                <a:tc>
                  <a:txBody>
                    <a:bodyPr/>
                    <a:lstStyle/>
                    <a:p>
                      <a:pPr marL="0" marR="0" indent="0" algn="ctr" defTabSz="409575" rtl="0" latinLnBrk="0">
                        <a:lnSpc>
                          <a:spcPct val="100000"/>
                        </a:lnSpc>
                        <a:spcBef>
                          <a:spcPts val="0"/>
                        </a:spcBef>
                        <a:spcAft>
                          <a:spcPts val="0"/>
                        </a:spcAft>
                        <a:buClrTx/>
                        <a:buSzTx/>
                        <a:buFontTx/>
                        <a:buNone/>
                        <a:defRPr sz="1800"/>
                      </a:pPr>
                      <a:r>
                        <a:rPr sz="3600" b="0" i="0" u="none" strike="noStrike" cap="none" spc="0" baseline="0" dirty="0">
                          <a:ln>
                            <a:noFill/>
                          </a:ln>
                          <a:solidFill>
                            <a:srgbClr val="000000"/>
                          </a:solidFill>
                          <a:uFillTx/>
                          <a:latin typeface="Arial" panose="020B0604020202090204" pitchFamily="34" charset="0"/>
                          <a:ea typeface="Helvetica Neue Medium" panose="02000503000000020004"/>
                          <a:cs typeface="Arial" panose="020B0604020202090204" pitchFamily="34" charset="0"/>
                          <a:sym typeface="Helvetica"/>
                        </a:rPr>
                        <a:t>Range</a:t>
                      </a:r>
                      <a:r>
                        <a:rPr lang="en-US" altLang="zh-CN" sz="3600" b="0" i="0" u="none" strike="noStrike" cap="none" spc="0" baseline="0" dirty="0">
                          <a:ln>
                            <a:noFill/>
                          </a:ln>
                          <a:solidFill>
                            <a:srgbClr val="000000"/>
                          </a:solidFill>
                          <a:uFillTx/>
                          <a:latin typeface="Arial" panose="020B0604020202090204" pitchFamily="34" charset="0"/>
                          <a:ea typeface="Helvetica Neue Medium" panose="02000503000000020004"/>
                          <a:cs typeface="Arial" panose="020B0604020202090204" pitchFamily="34" charset="0"/>
                          <a:sym typeface="Helvetica"/>
                        </a:rPr>
                        <a:t>:  </a:t>
                      </a:r>
                      <a:endParaRPr sz="3600" b="0" i="0" u="none" strike="noStrike" cap="none" spc="0" baseline="0" dirty="0">
                        <a:ln>
                          <a:noFill/>
                        </a:ln>
                        <a:solidFill>
                          <a:srgbClr val="000000"/>
                        </a:solidFill>
                        <a:uFillTx/>
                        <a:latin typeface="Arial" panose="020B0604020202090204" pitchFamily="34" charset="0"/>
                        <a:ea typeface="Helvetica Neue Medium" panose="02000503000000020004"/>
                        <a:cs typeface="Arial" panose="020B0604020202090204" pitchFamily="34" charset="0"/>
                        <a:sym typeface="Helvetica"/>
                      </a:endParaRPr>
                    </a:p>
                  </a:txBody>
                  <a:tcPr marL="12700" marR="12700" marT="12700" marB="127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ctr" defTabSz="409575" rtl="0" latinLnBrk="0">
                        <a:lnSpc>
                          <a:spcPct val="100000"/>
                        </a:lnSpc>
                        <a:spcBef>
                          <a:spcPts val="0"/>
                        </a:spcBef>
                        <a:spcAft>
                          <a:spcPts val="0"/>
                        </a:spcAft>
                        <a:buClrTx/>
                        <a:buSzTx/>
                        <a:buFontTx/>
                        <a:buNone/>
                        <a:defRPr sz="1800"/>
                      </a:pPr>
                      <a:r>
                        <a:rPr lang="en-GB" altLang="zh-CN" sz="3600" b="0" i="0" u="none" strike="noStrike" cap="none" spc="0" baseline="0" dirty="0">
                          <a:ln>
                            <a:noFill/>
                          </a:ln>
                          <a:solidFill>
                            <a:srgbClr val="000000"/>
                          </a:solidFill>
                          <a:uFillTx/>
                          <a:latin typeface="Arial" panose="020B0604020202090204" pitchFamily="34" charset="0"/>
                          <a:ea typeface="Helvetica Neue Medium" panose="02000503000000020004"/>
                          <a:cs typeface="Arial" panose="020B0604020202090204" pitchFamily="34" charset="0"/>
                          <a:sym typeface="Helvetica Neue Light" panose="02000503000000020004"/>
                        </a:rPr>
                        <a:t>Min:  10*10*10mm</a:t>
                      </a:r>
                    </a:p>
                  </a:txBody>
                  <a:tcPr marL="12700" marR="12700" marT="12700" marB="127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3"/>
                  </a:ext>
                </a:extLst>
              </a:tr>
              <a:tr h="1637665">
                <a:tc>
                  <a:txBody>
                    <a:bodyPr/>
                    <a:lstStyle/>
                    <a:p>
                      <a:pPr marL="0" marR="0" indent="0" algn="ctr" defTabSz="409575" rtl="0" latinLnBrk="0">
                        <a:lnSpc>
                          <a:spcPct val="100000"/>
                        </a:lnSpc>
                        <a:spcBef>
                          <a:spcPts val="0"/>
                        </a:spcBef>
                        <a:spcAft>
                          <a:spcPts val="0"/>
                        </a:spcAft>
                        <a:buClrTx/>
                        <a:buSzTx/>
                        <a:buFontTx/>
                        <a:buNone/>
                        <a:defRPr sz="1800"/>
                      </a:pPr>
                      <a:r>
                        <a:rPr sz="3600" b="0" i="0" u="none" strike="noStrike" cap="none" spc="0" baseline="0" dirty="0">
                          <a:ln>
                            <a:noFill/>
                          </a:ln>
                          <a:solidFill>
                            <a:srgbClr val="000000"/>
                          </a:solidFill>
                          <a:uFillTx/>
                          <a:latin typeface="Arial" panose="020B0604020202090204" pitchFamily="34" charset="0"/>
                          <a:ea typeface="Helvetica Neue Medium" panose="02000503000000020004"/>
                          <a:cs typeface="Arial" panose="020B0604020202090204" pitchFamily="34" charset="0"/>
                          <a:sym typeface="Helvetica"/>
                        </a:rPr>
                        <a:t>Accuracy</a:t>
                      </a:r>
                      <a:r>
                        <a:rPr lang="en-US" altLang="zh-CN" sz="3600" b="0" i="0" u="none" strike="noStrike" cap="none" spc="0" baseline="0" dirty="0">
                          <a:ln>
                            <a:noFill/>
                          </a:ln>
                          <a:solidFill>
                            <a:srgbClr val="000000"/>
                          </a:solidFill>
                          <a:uFillTx/>
                          <a:latin typeface="Arial" panose="020B0604020202090204" pitchFamily="34" charset="0"/>
                          <a:ea typeface="Helvetica Neue Medium" panose="02000503000000020004"/>
                          <a:cs typeface="Arial" panose="020B0604020202090204" pitchFamily="34" charset="0"/>
                          <a:sym typeface="Helvetica"/>
                        </a:rPr>
                        <a:t>:  </a:t>
                      </a:r>
                      <a:endParaRPr sz="3600" b="0" i="0" u="none" strike="noStrike" cap="none" spc="0" baseline="0" dirty="0">
                        <a:ln>
                          <a:noFill/>
                        </a:ln>
                        <a:solidFill>
                          <a:srgbClr val="000000"/>
                        </a:solidFill>
                        <a:uFillTx/>
                        <a:latin typeface="Arial" panose="020B0604020202090204" pitchFamily="34" charset="0"/>
                        <a:ea typeface="Helvetica Neue Medium" panose="02000503000000020004"/>
                        <a:cs typeface="Arial" panose="020B0604020202090204" pitchFamily="34" charset="0"/>
                        <a:sym typeface="Helvetica"/>
                      </a:endParaRPr>
                    </a:p>
                  </a:txBody>
                  <a:tcPr marL="12700" marR="12700" marT="12700" marB="127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ctr" defTabSz="409575" rtl="0" latinLnBrk="0">
                        <a:lnSpc>
                          <a:spcPct val="100000"/>
                        </a:lnSpc>
                        <a:spcBef>
                          <a:spcPts val="0"/>
                        </a:spcBef>
                        <a:spcAft>
                          <a:spcPts val="0"/>
                        </a:spcAft>
                        <a:buClrTx/>
                        <a:buSzTx/>
                        <a:buFontTx/>
                        <a:buNone/>
                        <a:defRPr sz="1800"/>
                      </a:pPr>
                      <a:r>
                        <a:rPr lang="en-GB" altLang="zh-CN" sz="3600" b="0" i="0" u="none" strike="noStrike" cap="none" spc="0" baseline="0" dirty="0">
                          <a:ln>
                            <a:noFill/>
                          </a:ln>
                          <a:solidFill>
                            <a:srgbClr val="000000"/>
                          </a:solidFill>
                          <a:uFillTx/>
                          <a:latin typeface="Arial" panose="020B0604020202090204" pitchFamily="34" charset="0"/>
                          <a:ea typeface="Helvetica Neue Medium" panose="02000503000000020004"/>
                          <a:cs typeface="Arial" panose="020B0604020202090204" pitchFamily="34" charset="0"/>
                          <a:sym typeface="Helvetica Neue Light" panose="02000503000000020004"/>
                        </a:rPr>
                        <a:t>NA</a:t>
                      </a:r>
                    </a:p>
                  </a:txBody>
                  <a:tcPr marL="12700" marR="12700" marT="12700" marB="127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4"/>
                  </a:ext>
                </a:extLst>
              </a:tr>
            </a:tbl>
          </a:graphicData>
        </a:graphic>
      </p:graphicFrame>
      <p:sp>
        <p:nvSpPr>
          <p:cNvPr id="282" name="幻灯片编号"/>
          <p:cNvSpPr txBox="1">
            <a:spLocks noGrp="1"/>
          </p:cNvSpPr>
          <p:nvPr>
            <p:ph type="sldNum" sz="quarter" idx="2"/>
          </p:nvPr>
        </p:nvSpPr>
        <p:spPr>
          <a:xfrm>
            <a:off x="11954105" y="13073062"/>
            <a:ext cx="466265" cy="482601"/>
          </a:xfrm>
          <a:prstGeom prst="rect">
            <a:avLst/>
          </a:prstGeom>
        </p:spPr>
        <p:txBody>
          <a:bodyPr/>
          <a:lstStyle/>
          <a:p>
            <a:fld id="{86CB4B4D-7CA3-9044-876B-883B54F8677D}" type="slidenum">
              <a:rPr/>
              <a:t>8</a:t>
            </a:fld>
            <a:endParaRPr/>
          </a:p>
        </p:txBody>
      </p:sp>
      <p:sp>
        <p:nvSpPr>
          <p:cNvPr id="6" name="MTD | Measurement Equipment Details_Magnetic Moment"/>
          <p:cNvSpPr txBox="1"/>
          <p:nvPr/>
        </p:nvSpPr>
        <p:spPr>
          <a:xfrm>
            <a:off x="844776" y="857770"/>
            <a:ext cx="19887165" cy="937779"/>
          </a:xfrm>
          <a:prstGeom prst="rect">
            <a:avLst/>
          </a:prstGeom>
          <a:ln w="12700">
            <a:miter lim="400000"/>
          </a:ln>
        </p:spPr>
        <p:txBody>
          <a:bodyPr lIns="50800" tIns="50800" rIns="50800" bIns="50800" anchor="ctr">
            <a:normAutofit/>
          </a:bodyPr>
          <a:lstStyle>
            <a:lvl1pPr marL="0" marR="0" indent="0" algn="l" defTabSz="168275" latinLnBrk="0">
              <a:lnSpc>
                <a:spcPct val="100000"/>
              </a:lnSpc>
              <a:spcBef>
                <a:spcPts val="0"/>
              </a:spcBef>
              <a:spcAft>
                <a:spcPts val="0"/>
              </a:spcAft>
              <a:buClrTx/>
              <a:buSzTx/>
              <a:buFontTx/>
              <a:buNone/>
              <a:defRPr sz="4200" b="0" i="0" u="none" strike="noStrike" cap="none" spc="0" baseline="0">
                <a:solidFill>
                  <a:srgbClr val="000000"/>
                </a:solidFill>
                <a:uFillTx/>
                <a:latin typeface="Helvetica Neue Light" panose="02000503000000020004"/>
                <a:ea typeface="Helvetica Neue Light" panose="02000503000000020004"/>
                <a:cs typeface="Helvetica Neue Light" panose="02000503000000020004"/>
                <a:sym typeface="Helvetica Neue Light" panose="02000503000000020004"/>
              </a:defRPr>
            </a:lvl1pPr>
            <a:lvl2pPr marL="0" marR="0" indent="0" algn="l" defTabSz="819150" latinLnBrk="0">
              <a:lnSpc>
                <a:spcPct val="100000"/>
              </a:lnSpc>
              <a:spcBef>
                <a:spcPts val="0"/>
              </a:spcBef>
              <a:spcAft>
                <a:spcPts val="0"/>
              </a:spcAft>
              <a:buClrTx/>
              <a:buSzTx/>
              <a:buFontTx/>
              <a:buNone/>
              <a:defRPr sz="5400" b="0" i="0" u="none" strike="noStrike" cap="none" spc="0" baseline="0">
                <a:solidFill>
                  <a:srgbClr val="0096FF"/>
                </a:solidFill>
                <a:uFillTx/>
                <a:latin typeface="Helvetica Neue Light" panose="02000503000000020004"/>
                <a:ea typeface="Helvetica Neue Light" panose="02000503000000020004"/>
                <a:cs typeface="Helvetica Neue Light" panose="02000503000000020004"/>
                <a:sym typeface="Helvetica Neue Light" panose="02000503000000020004"/>
              </a:defRPr>
            </a:lvl2pPr>
            <a:lvl3pPr marL="0" marR="0" indent="0" algn="l" defTabSz="819150" latinLnBrk="0">
              <a:lnSpc>
                <a:spcPct val="100000"/>
              </a:lnSpc>
              <a:spcBef>
                <a:spcPts val="0"/>
              </a:spcBef>
              <a:spcAft>
                <a:spcPts val="0"/>
              </a:spcAft>
              <a:buClrTx/>
              <a:buSzTx/>
              <a:buFontTx/>
              <a:buNone/>
              <a:defRPr sz="5400" b="0" i="0" u="none" strike="noStrike" cap="none" spc="0" baseline="0">
                <a:solidFill>
                  <a:srgbClr val="0096FF"/>
                </a:solidFill>
                <a:uFillTx/>
                <a:latin typeface="Helvetica Neue Light" panose="02000503000000020004"/>
                <a:ea typeface="Helvetica Neue Light" panose="02000503000000020004"/>
                <a:cs typeface="Helvetica Neue Light" panose="02000503000000020004"/>
                <a:sym typeface="Helvetica Neue Light" panose="02000503000000020004"/>
              </a:defRPr>
            </a:lvl3pPr>
            <a:lvl4pPr marL="0" marR="0" indent="0" algn="l" defTabSz="819150" latinLnBrk="0">
              <a:lnSpc>
                <a:spcPct val="100000"/>
              </a:lnSpc>
              <a:spcBef>
                <a:spcPts val="0"/>
              </a:spcBef>
              <a:spcAft>
                <a:spcPts val="0"/>
              </a:spcAft>
              <a:buClrTx/>
              <a:buSzTx/>
              <a:buFontTx/>
              <a:buNone/>
              <a:defRPr sz="5400" b="0" i="0" u="none" strike="noStrike" cap="none" spc="0" baseline="0">
                <a:solidFill>
                  <a:srgbClr val="0096FF"/>
                </a:solidFill>
                <a:uFillTx/>
                <a:latin typeface="Helvetica Neue Light" panose="02000503000000020004"/>
                <a:ea typeface="Helvetica Neue Light" panose="02000503000000020004"/>
                <a:cs typeface="Helvetica Neue Light" panose="02000503000000020004"/>
                <a:sym typeface="Helvetica Neue Light" panose="02000503000000020004"/>
              </a:defRPr>
            </a:lvl4pPr>
            <a:lvl5pPr marL="0" marR="0" indent="0" algn="l" defTabSz="819150" latinLnBrk="0">
              <a:lnSpc>
                <a:spcPct val="100000"/>
              </a:lnSpc>
              <a:spcBef>
                <a:spcPts val="0"/>
              </a:spcBef>
              <a:spcAft>
                <a:spcPts val="0"/>
              </a:spcAft>
              <a:buClrTx/>
              <a:buSzTx/>
              <a:buFontTx/>
              <a:buNone/>
              <a:defRPr sz="5400" b="0" i="0" u="none" strike="noStrike" cap="none" spc="0" baseline="0">
                <a:solidFill>
                  <a:srgbClr val="0096FF"/>
                </a:solidFill>
                <a:uFillTx/>
                <a:latin typeface="Helvetica Neue Light" panose="02000503000000020004"/>
                <a:ea typeface="Helvetica Neue Light" panose="02000503000000020004"/>
                <a:cs typeface="Helvetica Neue Light" panose="02000503000000020004"/>
                <a:sym typeface="Helvetica Neue Light" panose="02000503000000020004"/>
              </a:defRPr>
            </a:lvl5pPr>
            <a:lvl6pPr marL="0" marR="0" indent="0" algn="l" defTabSz="819150" latinLnBrk="0">
              <a:lnSpc>
                <a:spcPct val="100000"/>
              </a:lnSpc>
              <a:spcBef>
                <a:spcPts val="0"/>
              </a:spcBef>
              <a:spcAft>
                <a:spcPts val="0"/>
              </a:spcAft>
              <a:buClrTx/>
              <a:buSzTx/>
              <a:buFontTx/>
              <a:buNone/>
              <a:defRPr sz="5400" b="0" i="0" u="none" strike="noStrike" cap="none" spc="0" baseline="0">
                <a:solidFill>
                  <a:srgbClr val="0096FF"/>
                </a:solidFill>
                <a:uFillTx/>
                <a:latin typeface="Helvetica Neue Light" panose="02000503000000020004"/>
                <a:ea typeface="Helvetica Neue Light" panose="02000503000000020004"/>
                <a:cs typeface="Helvetica Neue Light" panose="02000503000000020004"/>
                <a:sym typeface="Helvetica Neue Light" panose="02000503000000020004"/>
              </a:defRPr>
            </a:lvl6pPr>
            <a:lvl7pPr marL="0" marR="0" indent="0" algn="l" defTabSz="819150" latinLnBrk="0">
              <a:lnSpc>
                <a:spcPct val="100000"/>
              </a:lnSpc>
              <a:spcBef>
                <a:spcPts val="0"/>
              </a:spcBef>
              <a:spcAft>
                <a:spcPts val="0"/>
              </a:spcAft>
              <a:buClrTx/>
              <a:buSzTx/>
              <a:buFontTx/>
              <a:buNone/>
              <a:defRPr sz="5400" b="0" i="0" u="none" strike="noStrike" cap="none" spc="0" baseline="0">
                <a:solidFill>
                  <a:srgbClr val="0096FF"/>
                </a:solidFill>
                <a:uFillTx/>
                <a:latin typeface="Helvetica Neue Light" panose="02000503000000020004"/>
                <a:ea typeface="Helvetica Neue Light" panose="02000503000000020004"/>
                <a:cs typeface="Helvetica Neue Light" panose="02000503000000020004"/>
                <a:sym typeface="Helvetica Neue Light" panose="02000503000000020004"/>
              </a:defRPr>
            </a:lvl7pPr>
            <a:lvl8pPr marL="0" marR="0" indent="0" algn="l" defTabSz="819150" latinLnBrk="0">
              <a:lnSpc>
                <a:spcPct val="100000"/>
              </a:lnSpc>
              <a:spcBef>
                <a:spcPts val="0"/>
              </a:spcBef>
              <a:spcAft>
                <a:spcPts val="0"/>
              </a:spcAft>
              <a:buClrTx/>
              <a:buSzTx/>
              <a:buFontTx/>
              <a:buNone/>
              <a:defRPr sz="5400" b="0" i="0" u="none" strike="noStrike" cap="none" spc="0" baseline="0">
                <a:solidFill>
                  <a:srgbClr val="0096FF"/>
                </a:solidFill>
                <a:uFillTx/>
                <a:latin typeface="Helvetica Neue Light" panose="02000503000000020004"/>
                <a:ea typeface="Helvetica Neue Light" panose="02000503000000020004"/>
                <a:cs typeface="Helvetica Neue Light" panose="02000503000000020004"/>
                <a:sym typeface="Helvetica Neue Light" panose="02000503000000020004"/>
              </a:defRPr>
            </a:lvl8pPr>
            <a:lvl9pPr marL="0" marR="0" indent="0" algn="l" defTabSz="819150" latinLnBrk="0">
              <a:lnSpc>
                <a:spcPct val="100000"/>
              </a:lnSpc>
              <a:spcBef>
                <a:spcPts val="0"/>
              </a:spcBef>
              <a:spcAft>
                <a:spcPts val="0"/>
              </a:spcAft>
              <a:buClrTx/>
              <a:buSzTx/>
              <a:buFontTx/>
              <a:buNone/>
              <a:defRPr sz="5400" b="0" i="0" u="none" strike="noStrike" cap="none" spc="0" baseline="0">
                <a:solidFill>
                  <a:srgbClr val="0096FF"/>
                </a:solidFill>
                <a:uFillTx/>
                <a:latin typeface="Helvetica Neue Light" panose="02000503000000020004"/>
                <a:ea typeface="Helvetica Neue Light" panose="02000503000000020004"/>
                <a:cs typeface="Helvetica Neue Light" panose="02000503000000020004"/>
                <a:sym typeface="Helvetica Neue Light" panose="02000503000000020004"/>
              </a:defRPr>
            </a:lvl9pPr>
          </a:lstStyle>
          <a:p>
            <a:pPr defTabSz="168910" hangingPunct="1">
              <a:defRPr sz="4200">
                <a:solidFill>
                  <a:srgbClr val="024C90"/>
                </a:solidFill>
                <a:latin typeface="Helvetica Neue Light" panose="02000503000000020004"/>
                <a:ea typeface="Helvetica Neue Light" panose="02000503000000020004"/>
                <a:cs typeface="Helvetica Neue Light" panose="02000503000000020004"/>
                <a:sym typeface="Helvetica Neue Light" panose="02000503000000020004"/>
              </a:defRPr>
            </a:pPr>
            <a:r>
              <a:rPr lang="en-GB" altLang="zh-CN" sz="4400" dirty="0">
                <a:solidFill>
                  <a:schemeClr val="accent1">
                    <a:lumMod val="50000"/>
                  </a:schemeClr>
                </a:solidFill>
                <a:latin typeface="Arial" panose="020B0604020202090204" pitchFamily="34" charset="0"/>
                <a:cs typeface="Arial" panose="020B0604020202090204" pitchFamily="34" charset="0"/>
                <a:sym typeface="Helvetica Neue Medium" panose="02000503000000020004"/>
              </a:rPr>
              <a:t>MTD | </a:t>
            </a:r>
            <a:r>
              <a:rPr lang="en-US" altLang="zh-CN" sz="4400" dirty="0">
                <a:solidFill>
                  <a:schemeClr val="tx1"/>
                </a:solidFill>
                <a:latin typeface="Arial" panose="020B0604020202090204" pitchFamily="34" charset="0"/>
                <a:cs typeface="Arial" panose="020B0604020202090204" pitchFamily="34" charset="0"/>
              </a:rPr>
              <a:t>R240</a:t>
            </a:r>
            <a:r>
              <a:rPr lang="en-GB" altLang="zh-CN" sz="4400" dirty="0">
                <a:solidFill>
                  <a:schemeClr val="tx1"/>
                </a:solidFill>
                <a:latin typeface="Arial" panose="020B0604020202090204" pitchFamily="34" charset="0"/>
                <a:cs typeface="Arial" panose="020B0604020202090204" pitchFamily="34" charset="0"/>
                <a:sym typeface="Helvetica Neue Medium" panose="02000503000000020004"/>
              </a:rPr>
              <a:t> </a:t>
            </a:r>
            <a:r>
              <a:rPr lang="en-US" sz="4400" dirty="0">
                <a:solidFill>
                  <a:schemeClr val="tx1"/>
                </a:solidFill>
                <a:latin typeface="Arial" panose="020B0604020202090204" pitchFamily="34" charset="0"/>
                <a:cs typeface="Arial" panose="020B0604020202090204" pitchFamily="34" charset="0"/>
                <a:sym typeface="Helvetica Neue Medium" panose="02000503000000020004"/>
              </a:rPr>
              <a:t>Measurement Equipment Details-</a:t>
            </a:r>
            <a:r>
              <a:rPr lang="en-GB" altLang="zh-CN" sz="4400" dirty="0">
                <a:solidFill>
                  <a:schemeClr val="tx1"/>
                </a:solidFill>
                <a:latin typeface="Arial" panose="020B0604020202090204" pitchFamily="34" charset="0"/>
                <a:cs typeface="Arial" panose="020B0604020202090204" pitchFamily="34" charset="0"/>
                <a:sym typeface="Helvetica Neue Medium" panose="02000503000000020004"/>
              </a:rPr>
              <a:t>Magnetic permanent tester</a:t>
            </a:r>
          </a:p>
        </p:txBody>
      </p:sp>
      <p:pic>
        <p:nvPicPr>
          <p:cNvPr id="2" name="图片 1"/>
          <p:cNvPicPr>
            <a:picLocks noChangeAspect="1"/>
          </p:cNvPicPr>
          <p:nvPr/>
        </p:nvPicPr>
        <p:blipFill>
          <a:blip r:embed="rId2"/>
          <a:stretch>
            <a:fillRect/>
          </a:stretch>
        </p:blipFill>
        <p:spPr>
          <a:xfrm>
            <a:off x="14589578" y="4751613"/>
            <a:ext cx="8495761" cy="4212774"/>
          </a:xfrm>
          <a:prstGeom prst="rect">
            <a:avLst/>
          </a:prstGeom>
        </p:spPr>
      </p:pic>
    </p:spTree>
    <p:extLst>
      <p:ext uri="{BB962C8B-B14F-4D97-AF65-F5344CB8AC3E}">
        <p14:creationId xmlns:p14="http://schemas.microsoft.com/office/powerpoint/2010/main" val="1597268252"/>
      </p:ext>
    </p:extLst>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60" name="表格"/>
          <p:cNvGraphicFramePr/>
          <p:nvPr>
            <p:extLst>
              <p:ext uri="{D42A27DB-BD31-4B8C-83A1-F6EECF244321}">
                <p14:modId xmlns:p14="http://schemas.microsoft.com/office/powerpoint/2010/main" val="1256493674"/>
              </p:ext>
            </p:extLst>
          </p:nvPr>
        </p:nvGraphicFramePr>
        <p:xfrm>
          <a:off x="1409292" y="3444473"/>
          <a:ext cx="12029597" cy="5303315"/>
        </p:xfrm>
        <a:graphic>
          <a:graphicData uri="http://schemas.openxmlformats.org/drawingml/2006/table">
            <a:tbl>
              <a:tblPr>
                <a:tableStyleId>{8F44A2F1-9E1F-4B54-A3A2-5F16C0AD49E2}</a:tableStyleId>
              </a:tblPr>
              <a:tblGrid>
                <a:gridCol w="5808174">
                  <a:extLst>
                    <a:ext uri="{9D8B030D-6E8A-4147-A177-3AD203B41FA5}">
                      <a16:colId xmlns:a16="http://schemas.microsoft.com/office/drawing/2014/main" val="20000"/>
                    </a:ext>
                  </a:extLst>
                </a:gridCol>
                <a:gridCol w="6221423">
                  <a:extLst>
                    <a:ext uri="{9D8B030D-6E8A-4147-A177-3AD203B41FA5}">
                      <a16:colId xmlns:a16="http://schemas.microsoft.com/office/drawing/2014/main" val="20001"/>
                    </a:ext>
                  </a:extLst>
                </a:gridCol>
              </a:tblGrid>
              <a:tr h="1024441">
                <a:tc>
                  <a:txBody>
                    <a:bodyPr/>
                    <a:lstStyle/>
                    <a:p>
                      <a:pPr defTabSz="409575">
                        <a:defRPr sz="1800"/>
                      </a:pPr>
                      <a:r>
                        <a:rPr sz="3600" dirty="0">
                          <a:latin typeface="Arial" panose="020B0604020202020204" pitchFamily="34" charset="0"/>
                          <a:ea typeface="Arial Unicode MS" panose="020B0604020202020204" pitchFamily="34" charset="-122"/>
                          <a:cs typeface="Arial" panose="020B0604020202020204" pitchFamily="34" charset="0"/>
                          <a:sym typeface="Helvetica Neue Medium"/>
                        </a:rPr>
                        <a:t>Name:</a:t>
                      </a:r>
                    </a:p>
                  </a:txBody>
                  <a:tcPr marL="12700" marR="12700" marT="12700" marB="127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defTabSz="409575">
                        <a:defRPr sz="1800"/>
                      </a:pPr>
                      <a:r>
                        <a:rPr sz="3600" dirty="0">
                          <a:latin typeface="Arial" panose="020B0604020202020204" pitchFamily="34" charset="0"/>
                          <a:ea typeface="Arial Unicode MS" panose="020B0604020202020204" pitchFamily="34" charset="-122"/>
                          <a:cs typeface="Arial" panose="020B0604020202020204" pitchFamily="34" charset="0"/>
                          <a:sym typeface="Helvetica Neue Medium"/>
                        </a:rPr>
                        <a:t>MIC</a:t>
                      </a:r>
                    </a:p>
                  </a:txBody>
                  <a:tcPr marL="12700" marR="12700" marT="12700" marB="127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1019563">
                <a:tc>
                  <a:txBody>
                    <a:bodyPr/>
                    <a:lstStyle/>
                    <a:p>
                      <a:pPr defTabSz="409575">
                        <a:defRPr sz="1800"/>
                      </a:pPr>
                      <a:r>
                        <a:rPr sz="3600" dirty="0">
                          <a:latin typeface="Arial" panose="020B0604020202020204" pitchFamily="34" charset="0"/>
                          <a:ea typeface="Arial Unicode MS" panose="020B0604020202020204" pitchFamily="34" charset="-122"/>
                          <a:cs typeface="Arial" panose="020B0604020202020204" pitchFamily="34" charset="0"/>
                          <a:sym typeface="Helvetica Neue Medium"/>
                        </a:rPr>
                        <a:t>Manufacturer:</a:t>
                      </a:r>
                    </a:p>
                  </a:txBody>
                  <a:tcPr marL="12700" marR="12700" marT="12700" marB="127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defTabSz="409575">
                        <a:defRPr sz="1800"/>
                      </a:pPr>
                      <a:r>
                        <a:rPr sz="3600" dirty="0" err="1">
                          <a:latin typeface="Arial" panose="020B0604020202020204" pitchFamily="34" charset="0"/>
                          <a:ea typeface="Arial Unicode MS" panose="020B0604020202020204" pitchFamily="34" charset="-122"/>
                          <a:cs typeface="Arial" panose="020B0604020202020204" pitchFamily="34" charset="0"/>
                          <a:sym typeface="Helvetica Neue Medium"/>
                        </a:rPr>
                        <a:t>Mitutoyo</a:t>
                      </a:r>
                      <a:endParaRPr sz="3600" dirty="0">
                        <a:latin typeface="Arial" panose="020B0604020202020204" pitchFamily="34" charset="0"/>
                        <a:ea typeface="Arial Unicode MS" panose="020B0604020202020204" pitchFamily="34" charset="-122"/>
                        <a:cs typeface="Arial" panose="020B0604020202020204" pitchFamily="34" charset="0"/>
                        <a:sym typeface="Helvetica Neue Medium"/>
                      </a:endParaRPr>
                    </a:p>
                  </a:txBody>
                  <a:tcPr marL="12700" marR="12700" marT="12700" marB="127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1024441">
                <a:tc>
                  <a:txBody>
                    <a:bodyPr/>
                    <a:lstStyle/>
                    <a:p>
                      <a:pPr defTabSz="409575">
                        <a:defRPr sz="1800"/>
                      </a:pPr>
                      <a:r>
                        <a:rPr sz="3600">
                          <a:latin typeface="Arial" panose="020B0604020202020204" pitchFamily="34" charset="0"/>
                          <a:ea typeface="Arial Unicode MS" panose="020B0604020202020204" pitchFamily="34" charset="-122"/>
                          <a:cs typeface="Arial" panose="020B0604020202020204" pitchFamily="34" charset="0"/>
                          <a:sym typeface="Helvetica Neue Medium"/>
                        </a:rPr>
                        <a:t>Model:</a:t>
                      </a:r>
                    </a:p>
                  </a:txBody>
                  <a:tcPr marL="12700" marR="12700" marT="12700" marB="127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defTabSz="409575">
                        <a:defRPr sz="1800"/>
                      </a:pPr>
                      <a:r>
                        <a:rPr sz="3600" dirty="0">
                          <a:latin typeface="Arial" panose="020B0604020202020204" pitchFamily="34" charset="0"/>
                          <a:ea typeface="Arial Unicode MS" panose="020B0604020202020204" pitchFamily="34" charset="-122"/>
                          <a:cs typeface="Arial" panose="020B0604020202020204" pitchFamily="34" charset="0"/>
                          <a:sym typeface="Helvetica Neue Medium"/>
                        </a:rPr>
                        <a:t>MDC-25MX</a:t>
                      </a:r>
                    </a:p>
                  </a:txBody>
                  <a:tcPr marL="12700" marR="12700" marT="12700" marB="127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r h="1019563">
                <a:tc>
                  <a:txBody>
                    <a:bodyPr/>
                    <a:lstStyle/>
                    <a:p>
                      <a:pPr defTabSz="409575">
                        <a:defRPr sz="1800"/>
                      </a:pPr>
                      <a:r>
                        <a:rPr sz="3600" dirty="0">
                          <a:latin typeface="Arial" panose="020B0604020202020204" pitchFamily="34" charset="0"/>
                          <a:ea typeface="Arial Unicode MS" panose="020B0604020202020204" pitchFamily="34" charset="-122"/>
                          <a:cs typeface="Arial" panose="020B0604020202020204" pitchFamily="34" charset="0"/>
                          <a:sym typeface="Helvetica Neue Medium"/>
                        </a:rPr>
                        <a:t>Measuring Stroke:</a:t>
                      </a:r>
                    </a:p>
                  </a:txBody>
                  <a:tcPr marL="12700" marR="12700" marT="12700" marB="127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defTabSz="409575">
                        <a:defRPr sz="1800"/>
                      </a:pPr>
                      <a:r>
                        <a:rPr sz="3600" dirty="0">
                          <a:latin typeface="Arial" panose="020B0604020202020204" pitchFamily="34" charset="0"/>
                          <a:ea typeface="Arial Unicode MS" panose="020B0604020202020204" pitchFamily="34" charset="-122"/>
                          <a:cs typeface="Arial" panose="020B0604020202020204" pitchFamily="34" charset="0"/>
                          <a:sym typeface="Helvetica Neue Medium"/>
                        </a:rPr>
                        <a:t>0-25mm</a:t>
                      </a:r>
                    </a:p>
                  </a:txBody>
                  <a:tcPr marL="12700" marR="12700" marT="12700" marB="127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3"/>
                  </a:ext>
                </a:extLst>
              </a:tr>
              <a:tr h="1215307">
                <a:tc>
                  <a:txBody>
                    <a:bodyPr/>
                    <a:lstStyle/>
                    <a:p>
                      <a:pPr defTabSz="409575">
                        <a:defRPr sz="1800"/>
                      </a:pPr>
                      <a:r>
                        <a:rPr sz="3600" dirty="0">
                          <a:latin typeface="Arial" panose="020B0604020202020204" pitchFamily="34" charset="0"/>
                          <a:ea typeface="Arial Unicode MS" panose="020B0604020202020204" pitchFamily="34" charset="-122"/>
                          <a:cs typeface="Arial" panose="020B0604020202020204" pitchFamily="34" charset="0"/>
                          <a:sym typeface="Helvetica Neue Medium"/>
                        </a:rPr>
                        <a:t>Measurement Accuracy:</a:t>
                      </a:r>
                    </a:p>
                  </a:txBody>
                  <a:tcPr marL="12700" marR="12700" marT="12700" marB="127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defTabSz="409575">
                        <a:defRPr sz="1800"/>
                      </a:pPr>
                      <a:r>
                        <a:rPr sz="3600" dirty="0">
                          <a:latin typeface="Arial" panose="020B0604020202020204" pitchFamily="34" charset="0"/>
                          <a:ea typeface="Arial Unicode MS" panose="020B0604020202020204" pitchFamily="34" charset="-122"/>
                          <a:cs typeface="Arial" panose="020B0604020202020204" pitchFamily="34" charset="0"/>
                          <a:sym typeface="Helvetica Neue Medium"/>
                        </a:rPr>
                        <a:t>0.001 mm</a:t>
                      </a:r>
                    </a:p>
                  </a:txBody>
                  <a:tcPr marL="12700" marR="12700" marT="12700" marB="127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4"/>
                  </a:ext>
                </a:extLst>
              </a:tr>
            </a:tbl>
          </a:graphicData>
        </a:graphic>
      </p:graphicFrame>
      <p:pic>
        <p:nvPicPr>
          <p:cNvPr id="161" name="image6.png" descr="image6.png"/>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15221562" y="3576882"/>
            <a:ext cx="7725350" cy="4452995"/>
          </a:xfrm>
          <a:prstGeom prst="rect">
            <a:avLst/>
          </a:prstGeom>
          <a:ln w="12700">
            <a:miter lim="400000"/>
          </a:ln>
        </p:spPr>
      </p:pic>
      <p:sp>
        <p:nvSpPr>
          <p:cNvPr id="162" name="幻灯片编号"/>
          <p:cNvSpPr txBox="1">
            <a:spLocks noGrp="1"/>
          </p:cNvSpPr>
          <p:nvPr>
            <p:ph type="sldNum" sz="quarter" idx="4294967295"/>
          </p:nvPr>
        </p:nvSpPr>
        <p:spPr>
          <a:xfrm>
            <a:off x="11954105" y="13073062"/>
            <a:ext cx="466265" cy="482601"/>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71435" tIns="71435" rIns="71435" bIns="71435"/>
          <a:lstStyle>
            <a:lvl1pPr defTabSz="821529">
              <a:defRPr>
                <a:latin typeface="Helvetica Neue Thin"/>
                <a:ea typeface="Helvetica Neue Thin"/>
                <a:cs typeface="Helvetica Neue Thin"/>
                <a:sym typeface="Helvetica Neue Thin"/>
              </a:defRPr>
            </a:lvl1pPr>
          </a:lstStyle>
          <a:p>
            <a:fld id="{86CB4B4D-7CA3-9044-876B-883B54F8677D}" type="slidenum">
              <a:rPr/>
              <a:t>9</a:t>
            </a:fld>
            <a:endParaRPr/>
          </a:p>
        </p:txBody>
      </p:sp>
      <p:sp>
        <p:nvSpPr>
          <p:cNvPr id="7" name="MTD | X1336 Measurement Equipment Details">
            <a:extLst>
              <a:ext uri="{FF2B5EF4-FFF2-40B4-BE49-F238E27FC236}">
                <a16:creationId xmlns:a16="http://schemas.microsoft.com/office/drawing/2014/main" id="{BA413283-8639-1647-8DAB-B580AFAB8154}"/>
              </a:ext>
            </a:extLst>
          </p:cNvPr>
          <p:cNvSpPr txBox="1">
            <a:spLocks/>
          </p:cNvSpPr>
          <p:nvPr/>
        </p:nvSpPr>
        <p:spPr>
          <a:xfrm>
            <a:off x="758824" y="989012"/>
            <a:ext cx="13541376" cy="812306"/>
          </a:xfrm>
          <a:prstGeom prst="rect">
            <a:avLst/>
          </a:prstGeom>
          <a:ln w="12700">
            <a:miter lim="400000"/>
          </a:ln>
        </p:spPr>
        <p:txBody>
          <a:bodyPr lIns="50800" tIns="50800" rIns="50800" bIns="50800" anchor="ctr">
            <a:normAutofit/>
          </a:bodyPr>
          <a:lstStyle>
            <a:lvl1pPr marL="0" marR="0" indent="0" algn="ctr" defTabSz="821055" rtl="0" latinLnBrk="0">
              <a:lnSpc>
                <a:spcPct val="100000"/>
              </a:lnSpc>
              <a:spcBef>
                <a:spcPts val="0"/>
              </a:spcBef>
              <a:spcAft>
                <a:spcPts val="0"/>
              </a:spcAft>
              <a:buClrTx/>
              <a:buSzTx/>
              <a:buFontTx/>
              <a:buNone/>
              <a:defRPr sz="11200" b="0" i="0" u="none" strike="noStrike" cap="none" spc="0" baseline="0">
                <a:ln>
                  <a:noFill/>
                </a:ln>
                <a:solidFill>
                  <a:srgbClr val="000000"/>
                </a:solidFill>
                <a:uFillTx/>
                <a:latin typeface="Helvetica Neue Medium" panose="02000503000000020004"/>
                <a:ea typeface="Helvetica Neue Medium" panose="02000503000000020004"/>
                <a:cs typeface="Helvetica Neue Medium" panose="02000503000000020004"/>
                <a:sym typeface="Helvetica Neue Medium" panose="02000503000000020004"/>
              </a:defRPr>
            </a:lvl1pPr>
            <a:lvl2pPr marL="0" marR="0" indent="0" algn="ctr" defTabSz="821055" rtl="0" latinLnBrk="0">
              <a:lnSpc>
                <a:spcPct val="100000"/>
              </a:lnSpc>
              <a:spcBef>
                <a:spcPts val="0"/>
              </a:spcBef>
              <a:spcAft>
                <a:spcPts val="0"/>
              </a:spcAft>
              <a:buClrTx/>
              <a:buSzTx/>
              <a:buFontTx/>
              <a:buNone/>
              <a:defRPr sz="11200" b="0" i="0" u="none" strike="noStrike" cap="none" spc="0" baseline="0">
                <a:ln>
                  <a:noFill/>
                </a:ln>
                <a:solidFill>
                  <a:srgbClr val="000000"/>
                </a:solidFill>
                <a:uFillTx/>
                <a:latin typeface="Helvetica Neue Medium" panose="02000503000000020004"/>
                <a:ea typeface="Helvetica Neue Medium" panose="02000503000000020004"/>
                <a:cs typeface="Helvetica Neue Medium" panose="02000503000000020004"/>
                <a:sym typeface="Helvetica Neue Medium" panose="02000503000000020004"/>
              </a:defRPr>
            </a:lvl2pPr>
            <a:lvl3pPr marL="0" marR="0" indent="0" algn="ctr" defTabSz="821055" rtl="0" latinLnBrk="0">
              <a:lnSpc>
                <a:spcPct val="100000"/>
              </a:lnSpc>
              <a:spcBef>
                <a:spcPts val="0"/>
              </a:spcBef>
              <a:spcAft>
                <a:spcPts val="0"/>
              </a:spcAft>
              <a:buClrTx/>
              <a:buSzTx/>
              <a:buFontTx/>
              <a:buNone/>
              <a:defRPr sz="11200" b="0" i="0" u="none" strike="noStrike" cap="none" spc="0" baseline="0">
                <a:ln>
                  <a:noFill/>
                </a:ln>
                <a:solidFill>
                  <a:srgbClr val="000000"/>
                </a:solidFill>
                <a:uFillTx/>
                <a:latin typeface="Helvetica Neue Medium" panose="02000503000000020004"/>
                <a:ea typeface="Helvetica Neue Medium" panose="02000503000000020004"/>
                <a:cs typeface="Helvetica Neue Medium" panose="02000503000000020004"/>
                <a:sym typeface="Helvetica Neue Medium" panose="02000503000000020004"/>
              </a:defRPr>
            </a:lvl3pPr>
            <a:lvl4pPr marL="0" marR="0" indent="0" algn="ctr" defTabSz="821055" rtl="0" latinLnBrk="0">
              <a:lnSpc>
                <a:spcPct val="100000"/>
              </a:lnSpc>
              <a:spcBef>
                <a:spcPts val="0"/>
              </a:spcBef>
              <a:spcAft>
                <a:spcPts val="0"/>
              </a:spcAft>
              <a:buClrTx/>
              <a:buSzTx/>
              <a:buFontTx/>
              <a:buNone/>
              <a:defRPr sz="11200" b="0" i="0" u="none" strike="noStrike" cap="none" spc="0" baseline="0">
                <a:ln>
                  <a:noFill/>
                </a:ln>
                <a:solidFill>
                  <a:srgbClr val="000000"/>
                </a:solidFill>
                <a:uFillTx/>
                <a:latin typeface="Helvetica Neue Medium" panose="02000503000000020004"/>
                <a:ea typeface="Helvetica Neue Medium" panose="02000503000000020004"/>
                <a:cs typeface="Helvetica Neue Medium" panose="02000503000000020004"/>
                <a:sym typeface="Helvetica Neue Medium" panose="02000503000000020004"/>
              </a:defRPr>
            </a:lvl4pPr>
            <a:lvl5pPr marL="0" marR="0" indent="0" algn="ctr" defTabSz="821055" rtl="0" latinLnBrk="0">
              <a:lnSpc>
                <a:spcPct val="100000"/>
              </a:lnSpc>
              <a:spcBef>
                <a:spcPts val="0"/>
              </a:spcBef>
              <a:spcAft>
                <a:spcPts val="0"/>
              </a:spcAft>
              <a:buClrTx/>
              <a:buSzTx/>
              <a:buFontTx/>
              <a:buNone/>
              <a:defRPr sz="11200" b="0" i="0" u="none" strike="noStrike" cap="none" spc="0" baseline="0">
                <a:ln>
                  <a:noFill/>
                </a:ln>
                <a:solidFill>
                  <a:srgbClr val="000000"/>
                </a:solidFill>
                <a:uFillTx/>
                <a:latin typeface="Helvetica Neue Medium" panose="02000503000000020004"/>
                <a:ea typeface="Helvetica Neue Medium" panose="02000503000000020004"/>
                <a:cs typeface="Helvetica Neue Medium" panose="02000503000000020004"/>
                <a:sym typeface="Helvetica Neue Medium" panose="02000503000000020004"/>
              </a:defRPr>
            </a:lvl5pPr>
            <a:lvl6pPr marL="0" marR="0" indent="0" algn="ctr" defTabSz="821055" rtl="0" latinLnBrk="0">
              <a:lnSpc>
                <a:spcPct val="100000"/>
              </a:lnSpc>
              <a:spcBef>
                <a:spcPts val="0"/>
              </a:spcBef>
              <a:spcAft>
                <a:spcPts val="0"/>
              </a:spcAft>
              <a:buClrTx/>
              <a:buSzTx/>
              <a:buFontTx/>
              <a:buNone/>
              <a:defRPr sz="11200" b="0" i="0" u="none" strike="noStrike" cap="none" spc="0" baseline="0">
                <a:ln>
                  <a:noFill/>
                </a:ln>
                <a:solidFill>
                  <a:srgbClr val="000000"/>
                </a:solidFill>
                <a:uFillTx/>
                <a:latin typeface="Helvetica Neue Medium" panose="02000503000000020004"/>
                <a:ea typeface="Helvetica Neue Medium" panose="02000503000000020004"/>
                <a:cs typeface="Helvetica Neue Medium" panose="02000503000000020004"/>
                <a:sym typeface="Helvetica Neue Medium" panose="02000503000000020004"/>
              </a:defRPr>
            </a:lvl6pPr>
            <a:lvl7pPr marL="0" marR="0" indent="0" algn="ctr" defTabSz="821055" rtl="0" latinLnBrk="0">
              <a:lnSpc>
                <a:spcPct val="100000"/>
              </a:lnSpc>
              <a:spcBef>
                <a:spcPts val="0"/>
              </a:spcBef>
              <a:spcAft>
                <a:spcPts val="0"/>
              </a:spcAft>
              <a:buClrTx/>
              <a:buSzTx/>
              <a:buFontTx/>
              <a:buNone/>
              <a:defRPr sz="11200" b="0" i="0" u="none" strike="noStrike" cap="none" spc="0" baseline="0">
                <a:ln>
                  <a:noFill/>
                </a:ln>
                <a:solidFill>
                  <a:srgbClr val="000000"/>
                </a:solidFill>
                <a:uFillTx/>
                <a:latin typeface="Helvetica Neue Medium" panose="02000503000000020004"/>
                <a:ea typeface="Helvetica Neue Medium" panose="02000503000000020004"/>
                <a:cs typeface="Helvetica Neue Medium" panose="02000503000000020004"/>
                <a:sym typeface="Helvetica Neue Medium" panose="02000503000000020004"/>
              </a:defRPr>
            </a:lvl7pPr>
            <a:lvl8pPr marL="0" marR="0" indent="0" algn="ctr" defTabSz="821055" rtl="0" latinLnBrk="0">
              <a:lnSpc>
                <a:spcPct val="100000"/>
              </a:lnSpc>
              <a:spcBef>
                <a:spcPts val="0"/>
              </a:spcBef>
              <a:spcAft>
                <a:spcPts val="0"/>
              </a:spcAft>
              <a:buClrTx/>
              <a:buSzTx/>
              <a:buFontTx/>
              <a:buNone/>
              <a:defRPr sz="11200" b="0" i="0" u="none" strike="noStrike" cap="none" spc="0" baseline="0">
                <a:ln>
                  <a:noFill/>
                </a:ln>
                <a:solidFill>
                  <a:srgbClr val="000000"/>
                </a:solidFill>
                <a:uFillTx/>
                <a:latin typeface="Helvetica Neue Medium" panose="02000503000000020004"/>
                <a:ea typeface="Helvetica Neue Medium" panose="02000503000000020004"/>
                <a:cs typeface="Helvetica Neue Medium" panose="02000503000000020004"/>
                <a:sym typeface="Helvetica Neue Medium" panose="02000503000000020004"/>
              </a:defRPr>
            </a:lvl8pPr>
            <a:lvl9pPr marL="0" marR="0" indent="0" algn="ctr" defTabSz="821055" rtl="0" latinLnBrk="0">
              <a:lnSpc>
                <a:spcPct val="100000"/>
              </a:lnSpc>
              <a:spcBef>
                <a:spcPts val="0"/>
              </a:spcBef>
              <a:spcAft>
                <a:spcPts val="0"/>
              </a:spcAft>
              <a:buClrTx/>
              <a:buSzTx/>
              <a:buFontTx/>
              <a:buNone/>
              <a:defRPr sz="11200" b="0" i="0" u="none" strike="noStrike" cap="none" spc="0" baseline="0">
                <a:ln>
                  <a:noFill/>
                </a:ln>
                <a:solidFill>
                  <a:srgbClr val="000000"/>
                </a:solidFill>
                <a:uFillTx/>
                <a:latin typeface="Helvetica Neue Medium" panose="02000503000000020004"/>
                <a:ea typeface="Helvetica Neue Medium" panose="02000503000000020004"/>
                <a:cs typeface="Helvetica Neue Medium" panose="02000503000000020004"/>
                <a:sym typeface="Helvetica Neue Medium" panose="02000503000000020004"/>
              </a:defRPr>
            </a:lvl9pPr>
          </a:lstStyle>
          <a:p>
            <a:pPr algn="l" defTabSz="168687" hangingPunct="1">
              <a:defRPr sz="4200">
                <a:solidFill>
                  <a:srgbClr val="024C90"/>
                </a:solidFill>
                <a:latin typeface="Helvetica Neue Light"/>
                <a:ea typeface="Helvetica Neue Light"/>
                <a:cs typeface="Helvetica Neue Light"/>
                <a:sym typeface="Helvetica Neue Light"/>
              </a:defRPr>
            </a:pPr>
            <a:r>
              <a:rPr lang="en" sz="4400" dirty="0">
                <a:solidFill>
                  <a:schemeClr val="accent1">
                    <a:lumMod val="50000"/>
                  </a:schemeClr>
                </a:solidFill>
                <a:latin typeface="Arial" panose="020B0604020202020204" pitchFamily="34" charset="0"/>
                <a:ea typeface="Helvetica Neue Light" panose="02000503000000020004"/>
                <a:cs typeface="Arial" panose="020B0604020202020204" pitchFamily="34" charset="0"/>
                <a:sym typeface="Helvetica Neue Light"/>
              </a:rPr>
              <a:t>MTD | </a:t>
            </a:r>
            <a:r>
              <a:rPr lang="en-US" sz="4400" dirty="0">
                <a:solidFill>
                  <a:schemeClr val="tx1"/>
                </a:solidFill>
                <a:latin typeface="Arial" panose="020B0604020202020204" pitchFamily="34" charset="0"/>
                <a:ea typeface="Helvetica Neue Light" panose="02000503000000020004"/>
                <a:cs typeface="Arial" panose="020B0604020202020204" pitchFamily="34" charset="0"/>
                <a:sym typeface="Helvetica Neue Light"/>
              </a:rPr>
              <a:t>R240</a:t>
            </a:r>
            <a:r>
              <a:rPr lang="en" sz="4400" dirty="0">
                <a:solidFill>
                  <a:schemeClr val="accent1">
                    <a:lumMod val="50000"/>
                  </a:schemeClr>
                </a:solidFill>
                <a:latin typeface="Arial" panose="020B0604020202020204" pitchFamily="34" charset="0"/>
                <a:ea typeface="Helvetica Neue Light" panose="02000503000000020004"/>
                <a:cs typeface="Arial" panose="020B0604020202020204" pitchFamily="34" charset="0"/>
                <a:sym typeface="Helvetica Neue Light"/>
              </a:rPr>
              <a:t> </a:t>
            </a:r>
            <a:r>
              <a:rPr lang="en" sz="4400" dirty="0">
                <a:solidFill>
                  <a:schemeClr val="tx1"/>
                </a:solidFill>
                <a:latin typeface="Arial" panose="020B0604020202020204" pitchFamily="34" charset="0"/>
                <a:ea typeface="Helvetica Neue Light" panose="02000503000000020004"/>
                <a:cs typeface="Arial" panose="020B0604020202020204" pitchFamily="34" charset="0"/>
                <a:sym typeface="Helvetica Neue Light"/>
              </a:rPr>
              <a:t>Measurement Equipment Details -Mic</a:t>
            </a:r>
          </a:p>
        </p:txBody>
      </p:sp>
    </p:spTree>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9" name="幻灯片编号"/>
          <p:cNvSpPr txBox="1">
            <a:spLocks noGrp="1"/>
          </p:cNvSpPr>
          <p:nvPr>
            <p:ph type="sldNum" sz="quarter" idx="4294967295"/>
          </p:nvPr>
        </p:nvSpPr>
        <p:spPr>
          <a:xfrm>
            <a:off x="11954106" y="13073062"/>
            <a:ext cx="466263" cy="477666"/>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71434" tIns="71434" rIns="71434" bIns="71434">
            <a:spAutoFit/>
          </a:bodyPr>
          <a:lstStyle>
            <a:lvl1pPr defTabSz="821529">
              <a:defRPr sz="2200">
                <a:solidFill>
                  <a:srgbClr val="000000"/>
                </a:solidFill>
                <a:latin typeface="Helvetica Neue Thin"/>
                <a:ea typeface="Helvetica Neue Thin"/>
                <a:cs typeface="Helvetica Neue Thin"/>
                <a:sym typeface="Helvetica Neue Thin"/>
              </a:defRPr>
            </a:lvl1pPr>
          </a:lstStyle>
          <a:p>
            <a:fld id="{86CB4B4D-7CA3-9044-876B-883B54F8677D}" type="slidenum">
              <a:rPr/>
              <a:t>10</a:t>
            </a:fld>
            <a:endParaRPr/>
          </a:p>
        </p:txBody>
      </p:sp>
      <p:sp>
        <p:nvSpPr>
          <p:cNvPr id="263" name="MTD | Measurement Equipment Details_Magnetic Moment"/>
          <p:cNvSpPr txBox="1">
            <a:spLocks noGrp="1"/>
          </p:cNvSpPr>
          <p:nvPr>
            <p:ph type="title" idx="4294967295"/>
          </p:nvPr>
        </p:nvSpPr>
        <p:spPr>
          <a:xfrm>
            <a:off x="910296" y="997003"/>
            <a:ext cx="16968692" cy="812308"/>
          </a:xfrm>
          <a:prstGeom prst="rect">
            <a:avLst/>
          </a:prstGeom>
        </p:spPr>
        <p:txBody>
          <a:bodyPr lIns="50800" tIns="50800" rIns="50800" bIns="50800" anchor="ctr">
            <a:normAutofit/>
          </a:bodyPr>
          <a:lstStyle/>
          <a:p>
            <a:pPr algn="l" defTabSz="168687">
              <a:defRPr sz="4200">
                <a:solidFill>
                  <a:srgbClr val="000000"/>
                </a:solidFill>
              </a:defRPr>
            </a:pPr>
            <a:r>
              <a:rPr lang="en" altLang="zh-CN" sz="4400" dirty="0">
                <a:solidFill>
                  <a:schemeClr val="accent1">
                    <a:lumMod val="50000"/>
                  </a:schemeClr>
                </a:solidFill>
                <a:latin typeface="Arial" panose="020B0604020202020204" pitchFamily="34" charset="0"/>
                <a:ea typeface="Helvetica Neue Light" panose="02000503000000020004"/>
                <a:cs typeface="Arial" panose="020B0604020202020204" pitchFamily="34" charset="0"/>
                <a:sym typeface="Helvetica Neue Light"/>
              </a:rPr>
              <a:t>MTD | </a:t>
            </a:r>
            <a:r>
              <a:rPr lang="en-US" altLang="zh-CN" sz="4400" dirty="0">
                <a:solidFill>
                  <a:schemeClr val="tx1"/>
                </a:solidFill>
                <a:latin typeface="Arial" panose="020B0604020202020204" pitchFamily="34" charset="0"/>
                <a:ea typeface="Helvetica Neue Light"/>
                <a:cs typeface="Arial" panose="020B0604020202020204" pitchFamily="34" charset="0"/>
                <a:sym typeface="Helvetica Neue Light"/>
              </a:rPr>
              <a:t>R240</a:t>
            </a:r>
            <a:r>
              <a:rPr lang="en" altLang="zh-CN" sz="4400" dirty="0">
                <a:solidFill>
                  <a:schemeClr val="accent1">
                    <a:lumMod val="50000"/>
                  </a:schemeClr>
                </a:solidFill>
                <a:latin typeface="Arial" panose="020B0604020202020204" pitchFamily="34" charset="0"/>
                <a:ea typeface="Helvetica Neue Light" panose="02000503000000020004"/>
                <a:cs typeface="Arial" panose="020B0604020202020204" pitchFamily="34" charset="0"/>
                <a:sym typeface="Helvetica Neue Light"/>
              </a:rPr>
              <a:t> </a:t>
            </a:r>
            <a:r>
              <a:rPr sz="4400" dirty="0">
                <a:solidFill>
                  <a:schemeClr val="tx1"/>
                </a:solidFill>
                <a:latin typeface="Arial" panose="020B0604020202020204" pitchFamily="34" charset="0"/>
                <a:ea typeface="Helvetica Neue Light"/>
                <a:cs typeface="Arial" panose="020B0604020202020204" pitchFamily="34" charset="0"/>
              </a:rPr>
              <a:t>Measurement Equipment Details</a:t>
            </a:r>
            <a:r>
              <a:rPr lang="en-US" sz="4400" dirty="0">
                <a:solidFill>
                  <a:schemeClr val="tx1"/>
                </a:solidFill>
                <a:latin typeface="Arial" panose="020B0604020202020204" pitchFamily="34" charset="0"/>
                <a:ea typeface="Helvetica Neue Light"/>
                <a:cs typeface="Arial" panose="020B0604020202020204" pitchFamily="34" charset="0"/>
              </a:rPr>
              <a:t>-</a:t>
            </a:r>
            <a:r>
              <a:rPr lang="en-US" altLang="zh-CN" sz="4400" dirty="0">
                <a:solidFill>
                  <a:schemeClr val="tx1"/>
                </a:solidFill>
                <a:latin typeface="Arial" panose="020B0604020202020204" pitchFamily="34" charset="0"/>
                <a:ea typeface="Helvetica Neue Light"/>
                <a:cs typeface="Arial" panose="020B0604020202020204" pitchFamily="34" charset="0"/>
                <a:sym typeface="Helvetica"/>
              </a:rPr>
              <a:t>(3D Axis) </a:t>
            </a:r>
            <a:r>
              <a:rPr lang="en-US" altLang="zh-CN" sz="4400" dirty="0" err="1">
                <a:solidFill>
                  <a:schemeClr val="tx1"/>
                </a:solidFill>
                <a:latin typeface="Arial" panose="020B0604020202020204" pitchFamily="34" charset="0"/>
                <a:ea typeface="Helvetica Neue Light"/>
                <a:cs typeface="Arial" panose="020B0604020202020204" pitchFamily="34" charset="0"/>
                <a:sym typeface="Helvetica"/>
              </a:rPr>
              <a:t>Fluxmeter</a:t>
            </a:r>
            <a:endParaRPr sz="4400" dirty="0">
              <a:solidFill>
                <a:schemeClr val="tx1"/>
              </a:solidFill>
              <a:latin typeface="Arial" panose="020B0604020202020204" pitchFamily="34" charset="0"/>
              <a:ea typeface="Helvetica Neue Light"/>
              <a:cs typeface="Arial" panose="020B0604020202020204" pitchFamily="34" charset="0"/>
            </a:endParaRPr>
          </a:p>
        </p:txBody>
      </p:sp>
      <p:graphicFrame>
        <p:nvGraphicFramePr>
          <p:cNvPr id="6" name="表格"/>
          <p:cNvGraphicFramePr/>
          <p:nvPr/>
        </p:nvGraphicFramePr>
        <p:xfrm>
          <a:off x="910296" y="2405246"/>
          <a:ext cx="13493473" cy="8188325"/>
        </p:xfrm>
        <a:graphic>
          <a:graphicData uri="http://schemas.openxmlformats.org/drawingml/2006/table">
            <a:tbl>
              <a:tblPr>
                <a:tableStyleId>{4C3C2611-4C71-4FC5-86AE-919BDF0F9419}</a:tableStyleId>
              </a:tblPr>
              <a:tblGrid>
                <a:gridCol w="4790680">
                  <a:extLst>
                    <a:ext uri="{9D8B030D-6E8A-4147-A177-3AD203B41FA5}">
                      <a16:colId xmlns:a16="http://schemas.microsoft.com/office/drawing/2014/main" val="20000"/>
                    </a:ext>
                  </a:extLst>
                </a:gridCol>
                <a:gridCol w="8702793">
                  <a:extLst>
                    <a:ext uri="{9D8B030D-6E8A-4147-A177-3AD203B41FA5}">
                      <a16:colId xmlns:a16="http://schemas.microsoft.com/office/drawing/2014/main" val="20001"/>
                    </a:ext>
                  </a:extLst>
                </a:gridCol>
              </a:tblGrid>
              <a:tr h="1451566">
                <a:tc>
                  <a:txBody>
                    <a:bodyPr/>
                    <a:lstStyle/>
                    <a:p>
                      <a:pPr defTabSz="866775">
                        <a:defRPr sz="1800"/>
                      </a:pPr>
                      <a:r>
                        <a:rPr sz="3600" dirty="0">
                          <a:latin typeface="Arial" panose="020B0604020202020204" pitchFamily="34" charset="0"/>
                          <a:cs typeface="Arial" panose="020B0604020202020204" pitchFamily="34" charset="0"/>
                          <a:sym typeface="Helvetica"/>
                        </a:rPr>
                        <a:t>Name:</a:t>
                      </a:r>
                    </a:p>
                  </a:txBody>
                  <a:tcPr marL="12700" marR="12700" marT="12700" marB="12700" anchor="ctr" horzOverflow="overflow">
                    <a:lnL w="12700">
                      <a:solidFill>
                        <a:srgbClr val="000000"/>
                      </a:solidFill>
                    </a:lnL>
                    <a:lnR w="12700">
                      <a:solidFill>
                        <a:srgbClr val="000000"/>
                      </a:solidFill>
                    </a:lnR>
                    <a:lnT w="12700">
                      <a:solidFill>
                        <a:srgbClr val="000000"/>
                      </a:solidFill>
                    </a:lnT>
                    <a:lnB w="12700">
                      <a:solidFill>
                        <a:srgbClr val="000000"/>
                      </a:solidFill>
                    </a:lnB>
                    <a:noFill/>
                  </a:tcPr>
                </a:tc>
                <a:tc>
                  <a:txBody>
                    <a:bodyPr/>
                    <a:lstStyle/>
                    <a:p>
                      <a:pPr defTabSz="409575">
                        <a:defRPr sz="1800"/>
                      </a:pPr>
                      <a:r>
                        <a:rPr sz="3600" dirty="0">
                          <a:latin typeface="Arial" panose="020B0604020202020204" pitchFamily="34" charset="0"/>
                          <a:cs typeface="Arial" panose="020B0604020202020204" pitchFamily="34" charset="0"/>
                          <a:sym typeface="Helvetica"/>
                        </a:rPr>
                        <a:t>(3D Axis) </a:t>
                      </a:r>
                      <a:r>
                        <a:rPr sz="3600" dirty="0" err="1">
                          <a:latin typeface="Arial" panose="020B0604020202020204" pitchFamily="34" charset="0"/>
                          <a:cs typeface="Arial" panose="020B0604020202020204" pitchFamily="34" charset="0"/>
                          <a:sym typeface="Helvetica"/>
                        </a:rPr>
                        <a:t>Fluxmeter</a:t>
                      </a:r>
                      <a:endParaRPr sz="3600" dirty="0">
                        <a:latin typeface="Arial" panose="020B0604020202020204" pitchFamily="34" charset="0"/>
                        <a:cs typeface="Arial" panose="020B0604020202020204" pitchFamily="34" charset="0"/>
                        <a:sym typeface="Helvetica"/>
                      </a:endParaRPr>
                    </a:p>
                  </a:txBody>
                  <a:tcPr marL="12700" marR="12700" marT="12700" marB="12700" anchor="ctr" horzOverflow="overflow">
                    <a:lnL w="12700">
                      <a:solidFill>
                        <a:srgbClr val="000000"/>
                      </a:solidFill>
                    </a:lnL>
                    <a:lnR w="12700">
                      <a:solidFill>
                        <a:srgbClr val="000000"/>
                      </a:solidFill>
                    </a:lnR>
                    <a:lnT w="12700">
                      <a:solidFill>
                        <a:srgbClr val="000000"/>
                      </a:solidFill>
                    </a:lnT>
                    <a:lnB w="12700">
                      <a:solidFill>
                        <a:srgbClr val="000000"/>
                      </a:solidFill>
                    </a:lnB>
                  </a:tcPr>
                </a:tc>
                <a:extLst>
                  <a:ext uri="{0D108BD9-81ED-4DB2-BD59-A6C34878D82A}">
                    <a16:rowId xmlns:a16="http://schemas.microsoft.com/office/drawing/2014/main" val="10000"/>
                  </a:ext>
                </a:extLst>
              </a:tr>
              <a:tr h="1907636">
                <a:tc>
                  <a:txBody>
                    <a:bodyPr/>
                    <a:lstStyle/>
                    <a:p>
                      <a:pPr defTabSz="866775">
                        <a:defRPr sz="1800"/>
                      </a:pPr>
                      <a:r>
                        <a:rPr sz="3600" dirty="0">
                          <a:latin typeface="Arial" panose="020B0604020202020204" pitchFamily="34" charset="0"/>
                          <a:cs typeface="Arial" panose="020B0604020202020204" pitchFamily="34" charset="0"/>
                          <a:sym typeface="Helvetica"/>
                        </a:rPr>
                        <a:t>Manufacturer:</a:t>
                      </a:r>
                    </a:p>
                  </a:txBody>
                  <a:tcPr marL="12700" marR="12700" marT="12700" marB="12700" anchor="ctr" horzOverflow="overflow">
                    <a:lnL w="12700">
                      <a:solidFill>
                        <a:srgbClr val="000000"/>
                      </a:solidFill>
                    </a:lnL>
                    <a:lnR w="12700">
                      <a:solidFill>
                        <a:srgbClr val="000000"/>
                      </a:solidFill>
                    </a:lnR>
                    <a:lnT w="12700">
                      <a:solidFill>
                        <a:srgbClr val="000000"/>
                      </a:solidFill>
                    </a:lnT>
                    <a:lnB w="12700">
                      <a:solidFill>
                        <a:srgbClr val="000000"/>
                      </a:solidFill>
                    </a:lnB>
                    <a:noFill/>
                  </a:tcPr>
                </a:tc>
                <a:tc>
                  <a:txBody>
                    <a:bodyPr/>
                    <a:lstStyle/>
                    <a:p>
                      <a:pPr defTabSz="866775">
                        <a:defRPr sz="3600">
                          <a:sym typeface="Helvetica"/>
                        </a:defRPr>
                      </a:pPr>
                      <a:r>
                        <a:rPr dirty="0" err="1">
                          <a:latin typeface="Arial" panose="020B0604020202020204" pitchFamily="34" charset="0"/>
                          <a:cs typeface="Arial" panose="020B0604020202020204" pitchFamily="34" charset="0"/>
                        </a:rPr>
                        <a:t>HuNan</a:t>
                      </a:r>
                      <a:r>
                        <a:rPr dirty="0">
                          <a:latin typeface="Arial" panose="020B0604020202020204" pitchFamily="34" charset="0"/>
                          <a:cs typeface="Arial" panose="020B0604020202020204" pitchFamily="34" charset="0"/>
                        </a:rPr>
                        <a:t> </a:t>
                      </a:r>
                      <a:r>
                        <a:rPr dirty="0" err="1">
                          <a:latin typeface="Arial" panose="020B0604020202020204" pitchFamily="34" charset="0"/>
                          <a:cs typeface="Arial" panose="020B0604020202020204" pitchFamily="34" charset="0"/>
                        </a:rPr>
                        <a:t>YongYi</a:t>
                      </a:r>
                      <a:r>
                        <a:rPr dirty="0">
                          <a:latin typeface="Arial" panose="020B0604020202020204" pitchFamily="34" charset="0"/>
                          <a:cs typeface="Arial" panose="020B0604020202020204" pitchFamily="34" charset="0"/>
                        </a:rPr>
                        <a:t> </a:t>
                      </a:r>
                      <a:r>
                        <a:rPr dirty="0" err="1">
                          <a:latin typeface="Arial" panose="020B0604020202020204" pitchFamily="34" charset="0"/>
                          <a:cs typeface="Arial" panose="020B0604020202020204" pitchFamily="34" charset="0"/>
                        </a:rPr>
                        <a:t>TechnologyCo</a:t>
                      </a:r>
                      <a:r>
                        <a:rPr dirty="0">
                          <a:latin typeface="Arial" panose="020B0604020202020204" pitchFamily="34" charset="0"/>
                          <a:cs typeface="Arial" panose="020B0604020202020204" pitchFamily="34" charset="0"/>
                        </a:rPr>
                        <a:t>.,Ltd</a:t>
                      </a:r>
                    </a:p>
                    <a:p>
                      <a:pPr defTabSz="866775">
                        <a:defRPr sz="3600">
                          <a:sym typeface="Helvetica"/>
                        </a:defRPr>
                      </a:pPr>
                      <a:r>
                        <a:rPr dirty="0">
                          <a:latin typeface="Arial" panose="020B0604020202020204" pitchFamily="34" charset="0"/>
                          <a:cs typeface="Arial" panose="020B0604020202020204" pitchFamily="34" charset="0"/>
                        </a:rPr>
                        <a:t>/ HNYY</a:t>
                      </a:r>
                    </a:p>
                  </a:txBody>
                  <a:tcPr marL="12700" marR="12700" marT="12700" marB="12700" anchor="ctr" horzOverflow="overflow">
                    <a:lnL w="12700">
                      <a:solidFill>
                        <a:srgbClr val="000000"/>
                      </a:solidFill>
                    </a:lnL>
                    <a:lnR w="12700">
                      <a:solidFill>
                        <a:srgbClr val="000000"/>
                      </a:solidFill>
                    </a:lnR>
                    <a:lnT w="12700">
                      <a:solidFill>
                        <a:srgbClr val="000000"/>
                      </a:solidFill>
                    </a:lnT>
                    <a:lnB w="12700">
                      <a:solidFill>
                        <a:srgbClr val="000000"/>
                      </a:solidFill>
                    </a:lnB>
                    <a:noFill/>
                  </a:tcPr>
                </a:tc>
                <a:extLst>
                  <a:ext uri="{0D108BD9-81ED-4DB2-BD59-A6C34878D82A}">
                    <a16:rowId xmlns:a16="http://schemas.microsoft.com/office/drawing/2014/main" val="10001"/>
                  </a:ext>
                </a:extLst>
              </a:tr>
              <a:tr h="1730719">
                <a:tc>
                  <a:txBody>
                    <a:bodyPr/>
                    <a:lstStyle/>
                    <a:p>
                      <a:pPr defTabSz="866775">
                        <a:defRPr sz="1800"/>
                      </a:pPr>
                      <a:r>
                        <a:rPr sz="3600">
                          <a:latin typeface="Arial" panose="020B0604020202020204" pitchFamily="34" charset="0"/>
                          <a:cs typeface="Arial" panose="020B0604020202020204" pitchFamily="34" charset="0"/>
                          <a:sym typeface="Helvetica"/>
                        </a:rPr>
                        <a:t>Model: </a:t>
                      </a:r>
                    </a:p>
                  </a:txBody>
                  <a:tcPr marL="12700" marR="12700" marT="12700" marB="12700" anchor="ctr" horzOverflow="overflow">
                    <a:lnL w="12700">
                      <a:solidFill>
                        <a:srgbClr val="000000"/>
                      </a:solidFill>
                    </a:lnL>
                    <a:lnR w="12700">
                      <a:solidFill>
                        <a:srgbClr val="000000"/>
                      </a:solidFill>
                    </a:lnR>
                    <a:lnT w="12700">
                      <a:solidFill>
                        <a:srgbClr val="000000"/>
                      </a:solidFill>
                    </a:lnT>
                    <a:lnB w="12700">
                      <a:solidFill>
                        <a:srgbClr val="000000"/>
                      </a:solidFill>
                    </a:lnB>
                    <a:noFill/>
                  </a:tcPr>
                </a:tc>
                <a:tc>
                  <a:txBody>
                    <a:bodyPr/>
                    <a:lstStyle/>
                    <a:p>
                      <a:pPr marR="474980" indent="6350" defTabSz="266700">
                        <a:defRPr sz="3600">
                          <a:sym typeface="Helvetica"/>
                        </a:defRPr>
                      </a:pPr>
                      <a:r>
                        <a:rPr dirty="0" err="1">
                          <a:latin typeface="Arial" panose="020B0604020202020204" pitchFamily="34" charset="0"/>
                          <a:cs typeface="Arial" panose="020B0604020202020204" pitchFamily="34" charset="0"/>
                        </a:rPr>
                        <a:t>Fluxmeter</a:t>
                      </a:r>
                      <a:r>
                        <a:rPr dirty="0">
                          <a:latin typeface="Arial" panose="020B0604020202020204" pitchFamily="34" charset="0"/>
                          <a:cs typeface="Arial" panose="020B0604020202020204" pitchFamily="34" charset="0"/>
                        </a:rPr>
                        <a:t> Model：FE-2100AM</a:t>
                      </a:r>
                      <a:endParaRPr spc="30" dirty="0">
                        <a:latin typeface="Arial" panose="020B0604020202020204" pitchFamily="34" charset="0"/>
                        <a:cs typeface="Arial" panose="020B0604020202020204" pitchFamily="34" charset="0"/>
                      </a:endParaRPr>
                    </a:p>
                    <a:p>
                      <a:pPr marR="474980" indent="6350" defTabSz="266700">
                        <a:defRPr sz="3600">
                          <a:sym typeface="Helvetica"/>
                        </a:defRPr>
                      </a:pPr>
                      <a:r>
                        <a:rPr dirty="0">
                          <a:latin typeface="Arial" panose="020B0604020202020204" pitchFamily="34" charset="0"/>
                          <a:cs typeface="Arial" panose="020B0604020202020204" pitchFamily="34" charset="0"/>
                        </a:rPr>
                        <a:t>Coil Model：FE-3HM100</a:t>
                      </a:r>
                    </a:p>
                  </a:txBody>
                  <a:tcPr marL="12700" marR="12700" marT="12700" marB="12700" anchor="ctr" horzOverflow="overflow">
                    <a:lnL w="12700">
                      <a:solidFill>
                        <a:srgbClr val="000000"/>
                      </a:solidFill>
                    </a:lnL>
                    <a:lnR w="12700">
                      <a:solidFill>
                        <a:srgbClr val="000000"/>
                      </a:solidFill>
                    </a:lnR>
                    <a:lnT w="12700">
                      <a:solidFill>
                        <a:srgbClr val="000000"/>
                      </a:solidFill>
                    </a:lnT>
                    <a:lnB w="12700">
                      <a:solidFill>
                        <a:srgbClr val="000000"/>
                      </a:solidFill>
                    </a:lnB>
                    <a:noFill/>
                  </a:tcPr>
                </a:tc>
                <a:extLst>
                  <a:ext uri="{0D108BD9-81ED-4DB2-BD59-A6C34878D82A}">
                    <a16:rowId xmlns:a16="http://schemas.microsoft.com/office/drawing/2014/main" val="10002"/>
                  </a:ext>
                </a:extLst>
              </a:tr>
              <a:tr h="1451566">
                <a:tc>
                  <a:txBody>
                    <a:bodyPr/>
                    <a:lstStyle/>
                    <a:p>
                      <a:pPr defTabSz="866775">
                        <a:defRPr sz="1800"/>
                      </a:pPr>
                      <a:r>
                        <a:rPr sz="3600">
                          <a:latin typeface="Arial" panose="020B0604020202020204" pitchFamily="34" charset="0"/>
                          <a:cs typeface="Arial" panose="020B0604020202020204" pitchFamily="34" charset="0"/>
                          <a:sym typeface="Helvetica"/>
                        </a:rPr>
                        <a:t>Range:</a:t>
                      </a:r>
                    </a:p>
                  </a:txBody>
                  <a:tcPr marL="12700" marR="12700" marT="12700" marB="12700" anchor="ctr" horzOverflow="overflow">
                    <a:lnL w="12700">
                      <a:solidFill>
                        <a:srgbClr val="000000"/>
                      </a:solidFill>
                    </a:lnL>
                    <a:lnR w="12700">
                      <a:solidFill>
                        <a:srgbClr val="000000"/>
                      </a:solidFill>
                    </a:lnR>
                    <a:lnT w="12700">
                      <a:solidFill>
                        <a:srgbClr val="000000"/>
                      </a:solidFill>
                    </a:lnT>
                    <a:lnB w="12700">
                      <a:solidFill>
                        <a:srgbClr val="000000"/>
                      </a:solidFill>
                    </a:lnB>
                    <a:noFill/>
                  </a:tcPr>
                </a:tc>
                <a:tc>
                  <a:txBody>
                    <a:bodyPr/>
                    <a:lstStyle/>
                    <a:p>
                      <a:pPr defTabSz="409575">
                        <a:defRPr sz="1800"/>
                      </a:pPr>
                      <a:r>
                        <a:rPr sz="3600" dirty="0">
                          <a:latin typeface="Arial" panose="020B0604020202020204" pitchFamily="34" charset="0"/>
                          <a:cs typeface="Arial" panose="020B0604020202020204" pitchFamily="34" charset="0"/>
                          <a:sym typeface="Helvetica"/>
                        </a:rPr>
                        <a:t>Magnetic moment  0.1-499.9 </a:t>
                      </a:r>
                      <a:r>
                        <a:rPr sz="3600" dirty="0" err="1">
                          <a:latin typeface="Arial" panose="020B0604020202020204" pitchFamily="34" charset="0"/>
                          <a:cs typeface="Arial" panose="020B0604020202020204" pitchFamily="34" charset="0"/>
                          <a:sym typeface="Helvetica"/>
                        </a:rPr>
                        <a:t>μWb</a:t>
                      </a:r>
                      <a:r>
                        <a:rPr sz="3600" dirty="0">
                          <a:latin typeface="Arial" panose="020B0604020202020204" pitchFamily="34" charset="0"/>
                          <a:cs typeface="Arial" panose="020B0604020202020204" pitchFamily="34" charset="0"/>
                          <a:sym typeface="Helvetica"/>
                        </a:rPr>
                        <a:t>*cm</a:t>
                      </a:r>
                    </a:p>
                  </a:txBody>
                  <a:tcPr marL="12700" marR="12700" marT="12700" marB="12700" anchor="ctr" horzOverflow="overflow">
                    <a:lnL w="12700">
                      <a:solidFill>
                        <a:srgbClr val="000000"/>
                      </a:solidFill>
                    </a:lnL>
                    <a:lnR w="12700">
                      <a:solidFill>
                        <a:srgbClr val="000000"/>
                      </a:solidFill>
                    </a:lnR>
                    <a:lnT w="12700">
                      <a:solidFill>
                        <a:srgbClr val="000000"/>
                      </a:solidFill>
                    </a:lnT>
                    <a:lnB w="12700">
                      <a:solidFill>
                        <a:srgbClr val="000000"/>
                      </a:solidFill>
                    </a:lnB>
                    <a:noFill/>
                  </a:tcPr>
                </a:tc>
                <a:extLst>
                  <a:ext uri="{0D108BD9-81ED-4DB2-BD59-A6C34878D82A}">
                    <a16:rowId xmlns:a16="http://schemas.microsoft.com/office/drawing/2014/main" val="10003"/>
                  </a:ext>
                </a:extLst>
              </a:tr>
              <a:tr h="1646838">
                <a:tc>
                  <a:txBody>
                    <a:bodyPr/>
                    <a:lstStyle/>
                    <a:p>
                      <a:pPr defTabSz="409575">
                        <a:defRPr sz="1800"/>
                      </a:pPr>
                      <a:r>
                        <a:rPr sz="3600">
                          <a:latin typeface="Arial" panose="020B0604020202020204" pitchFamily="34" charset="0"/>
                          <a:cs typeface="Arial" panose="020B0604020202020204" pitchFamily="34" charset="0"/>
                          <a:sym typeface="Helvetica"/>
                        </a:rPr>
                        <a:t>Accuracy:</a:t>
                      </a:r>
                    </a:p>
                  </a:txBody>
                  <a:tcPr marL="12700" marR="12700" marT="12700" marB="12700" anchor="ctr" horzOverflow="overflow">
                    <a:lnL w="12700">
                      <a:solidFill>
                        <a:srgbClr val="000000"/>
                      </a:solidFill>
                    </a:lnL>
                    <a:lnR w="12700">
                      <a:solidFill>
                        <a:srgbClr val="000000"/>
                      </a:solidFill>
                    </a:lnR>
                    <a:lnT w="12700">
                      <a:solidFill>
                        <a:srgbClr val="000000"/>
                      </a:solidFill>
                    </a:lnT>
                    <a:lnB w="12700">
                      <a:solidFill>
                        <a:srgbClr val="000000"/>
                      </a:solidFill>
                    </a:lnB>
                    <a:noFill/>
                  </a:tcPr>
                </a:tc>
                <a:tc>
                  <a:txBody>
                    <a:bodyPr/>
                    <a:lstStyle/>
                    <a:p>
                      <a:pPr defTabSz="409575">
                        <a:defRPr sz="1800"/>
                      </a:pPr>
                      <a:r>
                        <a:rPr sz="3600" dirty="0">
                          <a:latin typeface="Arial" panose="020B0604020202020204" pitchFamily="34" charset="0"/>
                          <a:cs typeface="Arial" panose="020B0604020202020204" pitchFamily="34" charset="0"/>
                          <a:sym typeface="Helvetica"/>
                        </a:rPr>
                        <a:t>±0.5%</a:t>
                      </a:r>
                    </a:p>
                  </a:txBody>
                  <a:tcPr marL="12700" marR="12700" marT="12700" marB="12700" anchor="ctr" horzOverflow="overflow">
                    <a:lnL w="12700">
                      <a:solidFill>
                        <a:srgbClr val="000000"/>
                      </a:solidFill>
                    </a:lnL>
                    <a:lnR w="12700">
                      <a:solidFill>
                        <a:srgbClr val="000000"/>
                      </a:solidFill>
                    </a:lnR>
                    <a:lnT w="12700">
                      <a:solidFill>
                        <a:srgbClr val="000000"/>
                      </a:solidFill>
                    </a:lnT>
                    <a:lnB w="12700">
                      <a:solidFill>
                        <a:srgbClr val="000000"/>
                      </a:solidFill>
                    </a:lnB>
                    <a:noFill/>
                  </a:tcPr>
                </a:tc>
                <a:extLst>
                  <a:ext uri="{0D108BD9-81ED-4DB2-BD59-A6C34878D82A}">
                    <a16:rowId xmlns:a16="http://schemas.microsoft.com/office/drawing/2014/main" val="10004"/>
                  </a:ext>
                </a:extLst>
              </a:tr>
            </a:tbl>
          </a:graphicData>
        </a:graphic>
      </p:graphicFrame>
      <p:pic>
        <p:nvPicPr>
          <p:cNvPr id="7" name="image24.jpeg" descr="image24.jpeg"/>
          <p:cNvPicPr>
            <a:picLocks noChangeAspect="1"/>
          </p:cNvPicPr>
          <p:nvPr/>
        </p:nvPicPr>
        <p:blipFill rotWithShape="1">
          <a:blip r:embed="rId2" cstate="email">
            <a:extLst>
              <a:ext uri="{28A0092B-C50C-407E-A947-70E740481C1C}">
                <a14:useLocalDpi xmlns:a14="http://schemas.microsoft.com/office/drawing/2010/main"/>
              </a:ext>
            </a:extLst>
          </a:blip>
          <a:srcRect/>
          <a:stretch/>
        </p:blipFill>
        <p:spPr>
          <a:xfrm>
            <a:off x="14894040" y="2462983"/>
            <a:ext cx="6096641" cy="1918825"/>
          </a:xfrm>
          <a:prstGeom prst="rect">
            <a:avLst/>
          </a:prstGeom>
          <a:ln w="12700" cap="flat">
            <a:noFill/>
            <a:miter lim="400000"/>
          </a:ln>
          <a:effectLst/>
        </p:spPr>
      </p:pic>
      <p:pic>
        <p:nvPicPr>
          <p:cNvPr id="10" name="图片 1"/>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15498980" y="4381808"/>
            <a:ext cx="4886762" cy="6133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748048167"/>
      </p:ext>
    </p:extLst>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2" name="幻灯片编号"/>
          <p:cNvSpPr txBox="1">
            <a:spLocks noGrp="1"/>
          </p:cNvSpPr>
          <p:nvPr>
            <p:ph type="sldNum" sz="quarter" idx="2"/>
          </p:nvPr>
        </p:nvSpPr>
        <p:spPr>
          <a:xfrm>
            <a:off x="11954105" y="13073062"/>
            <a:ext cx="466265" cy="482601"/>
          </a:xfrm>
          <a:prstGeom prst="rect">
            <a:avLst/>
          </a:prstGeom>
        </p:spPr>
        <p:txBody>
          <a:bodyPr/>
          <a:lstStyle/>
          <a:p>
            <a:fld id="{86CB4B4D-7CA3-9044-876B-883B54F8677D}" type="slidenum">
              <a:rPr/>
              <a:t>11</a:t>
            </a:fld>
            <a:endParaRPr/>
          </a:p>
        </p:txBody>
      </p:sp>
      <p:sp>
        <p:nvSpPr>
          <p:cNvPr id="6" name="MTD | Measurement Equipment Details_Magnetic Moment"/>
          <p:cNvSpPr txBox="1"/>
          <p:nvPr/>
        </p:nvSpPr>
        <p:spPr>
          <a:xfrm>
            <a:off x="863828" y="806749"/>
            <a:ext cx="19138672" cy="812309"/>
          </a:xfrm>
          <a:prstGeom prst="rect">
            <a:avLst/>
          </a:prstGeom>
          <a:ln w="12700">
            <a:miter lim="400000"/>
          </a:ln>
        </p:spPr>
        <p:txBody>
          <a:bodyPr lIns="50800" tIns="50800" rIns="50800" bIns="50800" anchor="ctr">
            <a:noAutofit/>
          </a:bodyPr>
          <a:lstStyle>
            <a:lvl1pPr marL="0" marR="0" indent="0" algn="l" defTabSz="168275" latinLnBrk="0">
              <a:lnSpc>
                <a:spcPct val="100000"/>
              </a:lnSpc>
              <a:spcBef>
                <a:spcPts val="0"/>
              </a:spcBef>
              <a:spcAft>
                <a:spcPts val="0"/>
              </a:spcAft>
              <a:buClrTx/>
              <a:buSzTx/>
              <a:buFontTx/>
              <a:buNone/>
              <a:defRPr sz="4200" b="0" i="0" u="none" strike="noStrike" cap="none" spc="0" baseline="0">
                <a:solidFill>
                  <a:srgbClr val="000000"/>
                </a:solidFill>
                <a:uFillTx/>
                <a:latin typeface="Helvetica Neue Light" panose="02000503000000020004"/>
                <a:ea typeface="Helvetica Neue Light" panose="02000503000000020004"/>
                <a:cs typeface="Helvetica Neue Light" panose="02000503000000020004"/>
                <a:sym typeface="Helvetica Neue Light" panose="02000503000000020004"/>
              </a:defRPr>
            </a:lvl1pPr>
            <a:lvl2pPr marL="0" marR="0" indent="0" algn="l" defTabSz="819150" latinLnBrk="0">
              <a:lnSpc>
                <a:spcPct val="100000"/>
              </a:lnSpc>
              <a:spcBef>
                <a:spcPts val="0"/>
              </a:spcBef>
              <a:spcAft>
                <a:spcPts val="0"/>
              </a:spcAft>
              <a:buClrTx/>
              <a:buSzTx/>
              <a:buFontTx/>
              <a:buNone/>
              <a:defRPr sz="5400" b="0" i="0" u="none" strike="noStrike" cap="none" spc="0" baseline="0">
                <a:solidFill>
                  <a:srgbClr val="0096FF"/>
                </a:solidFill>
                <a:uFillTx/>
                <a:latin typeface="Helvetica Neue Light" panose="02000503000000020004"/>
                <a:ea typeface="Helvetica Neue Light" panose="02000503000000020004"/>
                <a:cs typeface="Helvetica Neue Light" panose="02000503000000020004"/>
                <a:sym typeface="Helvetica Neue Light" panose="02000503000000020004"/>
              </a:defRPr>
            </a:lvl2pPr>
            <a:lvl3pPr marL="0" marR="0" indent="0" algn="l" defTabSz="819150" latinLnBrk="0">
              <a:lnSpc>
                <a:spcPct val="100000"/>
              </a:lnSpc>
              <a:spcBef>
                <a:spcPts val="0"/>
              </a:spcBef>
              <a:spcAft>
                <a:spcPts val="0"/>
              </a:spcAft>
              <a:buClrTx/>
              <a:buSzTx/>
              <a:buFontTx/>
              <a:buNone/>
              <a:defRPr sz="5400" b="0" i="0" u="none" strike="noStrike" cap="none" spc="0" baseline="0">
                <a:solidFill>
                  <a:srgbClr val="0096FF"/>
                </a:solidFill>
                <a:uFillTx/>
                <a:latin typeface="Helvetica Neue Light" panose="02000503000000020004"/>
                <a:ea typeface="Helvetica Neue Light" panose="02000503000000020004"/>
                <a:cs typeface="Helvetica Neue Light" panose="02000503000000020004"/>
                <a:sym typeface="Helvetica Neue Light" panose="02000503000000020004"/>
              </a:defRPr>
            </a:lvl3pPr>
            <a:lvl4pPr marL="0" marR="0" indent="0" algn="l" defTabSz="819150" latinLnBrk="0">
              <a:lnSpc>
                <a:spcPct val="100000"/>
              </a:lnSpc>
              <a:spcBef>
                <a:spcPts val="0"/>
              </a:spcBef>
              <a:spcAft>
                <a:spcPts val="0"/>
              </a:spcAft>
              <a:buClrTx/>
              <a:buSzTx/>
              <a:buFontTx/>
              <a:buNone/>
              <a:defRPr sz="5400" b="0" i="0" u="none" strike="noStrike" cap="none" spc="0" baseline="0">
                <a:solidFill>
                  <a:srgbClr val="0096FF"/>
                </a:solidFill>
                <a:uFillTx/>
                <a:latin typeface="Helvetica Neue Light" panose="02000503000000020004"/>
                <a:ea typeface="Helvetica Neue Light" panose="02000503000000020004"/>
                <a:cs typeface="Helvetica Neue Light" panose="02000503000000020004"/>
                <a:sym typeface="Helvetica Neue Light" panose="02000503000000020004"/>
              </a:defRPr>
            </a:lvl4pPr>
            <a:lvl5pPr marL="0" marR="0" indent="0" algn="l" defTabSz="819150" latinLnBrk="0">
              <a:lnSpc>
                <a:spcPct val="100000"/>
              </a:lnSpc>
              <a:spcBef>
                <a:spcPts val="0"/>
              </a:spcBef>
              <a:spcAft>
                <a:spcPts val="0"/>
              </a:spcAft>
              <a:buClrTx/>
              <a:buSzTx/>
              <a:buFontTx/>
              <a:buNone/>
              <a:defRPr sz="5400" b="0" i="0" u="none" strike="noStrike" cap="none" spc="0" baseline="0">
                <a:solidFill>
                  <a:srgbClr val="0096FF"/>
                </a:solidFill>
                <a:uFillTx/>
                <a:latin typeface="Helvetica Neue Light" panose="02000503000000020004"/>
                <a:ea typeface="Helvetica Neue Light" panose="02000503000000020004"/>
                <a:cs typeface="Helvetica Neue Light" panose="02000503000000020004"/>
                <a:sym typeface="Helvetica Neue Light" panose="02000503000000020004"/>
              </a:defRPr>
            </a:lvl5pPr>
            <a:lvl6pPr marL="0" marR="0" indent="0" algn="l" defTabSz="819150" latinLnBrk="0">
              <a:lnSpc>
                <a:spcPct val="100000"/>
              </a:lnSpc>
              <a:spcBef>
                <a:spcPts val="0"/>
              </a:spcBef>
              <a:spcAft>
                <a:spcPts val="0"/>
              </a:spcAft>
              <a:buClrTx/>
              <a:buSzTx/>
              <a:buFontTx/>
              <a:buNone/>
              <a:defRPr sz="5400" b="0" i="0" u="none" strike="noStrike" cap="none" spc="0" baseline="0">
                <a:solidFill>
                  <a:srgbClr val="0096FF"/>
                </a:solidFill>
                <a:uFillTx/>
                <a:latin typeface="Helvetica Neue Light" panose="02000503000000020004"/>
                <a:ea typeface="Helvetica Neue Light" panose="02000503000000020004"/>
                <a:cs typeface="Helvetica Neue Light" panose="02000503000000020004"/>
                <a:sym typeface="Helvetica Neue Light" panose="02000503000000020004"/>
              </a:defRPr>
            </a:lvl6pPr>
            <a:lvl7pPr marL="0" marR="0" indent="0" algn="l" defTabSz="819150" latinLnBrk="0">
              <a:lnSpc>
                <a:spcPct val="100000"/>
              </a:lnSpc>
              <a:spcBef>
                <a:spcPts val="0"/>
              </a:spcBef>
              <a:spcAft>
                <a:spcPts val="0"/>
              </a:spcAft>
              <a:buClrTx/>
              <a:buSzTx/>
              <a:buFontTx/>
              <a:buNone/>
              <a:defRPr sz="5400" b="0" i="0" u="none" strike="noStrike" cap="none" spc="0" baseline="0">
                <a:solidFill>
                  <a:srgbClr val="0096FF"/>
                </a:solidFill>
                <a:uFillTx/>
                <a:latin typeface="Helvetica Neue Light" panose="02000503000000020004"/>
                <a:ea typeface="Helvetica Neue Light" panose="02000503000000020004"/>
                <a:cs typeface="Helvetica Neue Light" panose="02000503000000020004"/>
                <a:sym typeface="Helvetica Neue Light" panose="02000503000000020004"/>
              </a:defRPr>
            </a:lvl7pPr>
            <a:lvl8pPr marL="0" marR="0" indent="0" algn="l" defTabSz="819150" latinLnBrk="0">
              <a:lnSpc>
                <a:spcPct val="100000"/>
              </a:lnSpc>
              <a:spcBef>
                <a:spcPts val="0"/>
              </a:spcBef>
              <a:spcAft>
                <a:spcPts val="0"/>
              </a:spcAft>
              <a:buClrTx/>
              <a:buSzTx/>
              <a:buFontTx/>
              <a:buNone/>
              <a:defRPr sz="5400" b="0" i="0" u="none" strike="noStrike" cap="none" spc="0" baseline="0">
                <a:solidFill>
                  <a:srgbClr val="0096FF"/>
                </a:solidFill>
                <a:uFillTx/>
                <a:latin typeface="Helvetica Neue Light" panose="02000503000000020004"/>
                <a:ea typeface="Helvetica Neue Light" panose="02000503000000020004"/>
                <a:cs typeface="Helvetica Neue Light" panose="02000503000000020004"/>
                <a:sym typeface="Helvetica Neue Light" panose="02000503000000020004"/>
              </a:defRPr>
            </a:lvl8pPr>
            <a:lvl9pPr marL="0" marR="0" indent="0" algn="l" defTabSz="819150" latinLnBrk="0">
              <a:lnSpc>
                <a:spcPct val="100000"/>
              </a:lnSpc>
              <a:spcBef>
                <a:spcPts val="0"/>
              </a:spcBef>
              <a:spcAft>
                <a:spcPts val="0"/>
              </a:spcAft>
              <a:buClrTx/>
              <a:buSzTx/>
              <a:buFontTx/>
              <a:buNone/>
              <a:defRPr sz="5400" b="0" i="0" u="none" strike="noStrike" cap="none" spc="0" baseline="0">
                <a:solidFill>
                  <a:srgbClr val="0096FF"/>
                </a:solidFill>
                <a:uFillTx/>
                <a:latin typeface="Helvetica Neue Light" panose="02000503000000020004"/>
                <a:ea typeface="Helvetica Neue Light" panose="02000503000000020004"/>
                <a:cs typeface="Helvetica Neue Light" panose="02000503000000020004"/>
                <a:sym typeface="Helvetica Neue Light" panose="02000503000000020004"/>
              </a:defRPr>
            </a:lvl9pPr>
          </a:lstStyle>
          <a:p>
            <a:pPr hangingPunct="1"/>
            <a:r>
              <a:rPr lang="en" altLang="zh-CN" sz="4400" dirty="0">
                <a:solidFill>
                  <a:schemeClr val="accent1">
                    <a:lumMod val="50000"/>
                  </a:schemeClr>
                </a:solidFill>
                <a:latin typeface="Arial" panose="020B0604020202020204" pitchFamily="34" charset="0"/>
                <a:cs typeface="Arial" panose="020B0604020202020204" pitchFamily="34" charset="0"/>
              </a:rPr>
              <a:t>MTD | </a:t>
            </a:r>
            <a:r>
              <a:rPr lang="en-US" altLang="zh-CN" sz="4400" dirty="0">
                <a:solidFill>
                  <a:schemeClr val="tx1"/>
                </a:solidFill>
                <a:latin typeface="Arial" panose="020B0604020202020204" pitchFamily="34" charset="0"/>
                <a:cs typeface="Arial" panose="020B0604020202020204" pitchFamily="34" charset="0"/>
              </a:rPr>
              <a:t>R240</a:t>
            </a:r>
            <a:r>
              <a:rPr lang="en" altLang="zh-CN" sz="4400" dirty="0">
                <a:solidFill>
                  <a:schemeClr val="accent1">
                    <a:lumMod val="50000"/>
                  </a:schemeClr>
                </a:solidFill>
                <a:latin typeface="Arial" panose="020B0604020202020204" pitchFamily="34" charset="0"/>
                <a:cs typeface="Arial" panose="020B0604020202020204" pitchFamily="34" charset="0"/>
              </a:rPr>
              <a:t> </a:t>
            </a:r>
            <a:r>
              <a:rPr lang="en-US" altLang="zh-CN" sz="4400" dirty="0">
                <a:solidFill>
                  <a:schemeClr val="tx1"/>
                </a:solidFill>
                <a:latin typeface="Arial" panose="020B0604020202020204" pitchFamily="34" charset="0"/>
                <a:cs typeface="Arial" panose="020B0604020202020204" pitchFamily="34" charset="0"/>
              </a:rPr>
              <a:t>Measurement Equipment Details-SST </a:t>
            </a:r>
          </a:p>
        </p:txBody>
      </p:sp>
      <p:graphicFrame>
        <p:nvGraphicFramePr>
          <p:cNvPr id="8" name="表格"/>
          <p:cNvGraphicFramePr/>
          <p:nvPr/>
        </p:nvGraphicFramePr>
        <p:xfrm>
          <a:off x="1747435" y="3125114"/>
          <a:ext cx="12300500" cy="6702442"/>
        </p:xfrm>
        <a:graphic>
          <a:graphicData uri="http://schemas.openxmlformats.org/drawingml/2006/table">
            <a:tbl>
              <a:tblPr>
                <a:tableStyleId>{4C3C2611-4C71-4FC5-86AE-919BDF0F9419}</a:tableStyleId>
              </a:tblPr>
              <a:tblGrid>
                <a:gridCol w="5938972">
                  <a:extLst>
                    <a:ext uri="{9D8B030D-6E8A-4147-A177-3AD203B41FA5}">
                      <a16:colId xmlns:a16="http://schemas.microsoft.com/office/drawing/2014/main" val="20000"/>
                    </a:ext>
                  </a:extLst>
                </a:gridCol>
                <a:gridCol w="6361528">
                  <a:extLst>
                    <a:ext uri="{9D8B030D-6E8A-4147-A177-3AD203B41FA5}">
                      <a16:colId xmlns:a16="http://schemas.microsoft.com/office/drawing/2014/main" val="20001"/>
                    </a:ext>
                  </a:extLst>
                </a:gridCol>
              </a:tblGrid>
              <a:tr h="1120631">
                <a:tc>
                  <a:txBody>
                    <a:bodyPr/>
                    <a:lstStyle/>
                    <a:p>
                      <a:pPr defTabSz="409575">
                        <a:defRPr sz="1800"/>
                      </a:pPr>
                      <a:r>
                        <a:rPr sz="3600" b="0" i="0" dirty="0">
                          <a:latin typeface="Arial" panose="020B0604020202020204" pitchFamily="34" charset="0"/>
                          <a:cs typeface="Arial" panose="020B0604020202020204" pitchFamily="34" charset="0"/>
                          <a:sym typeface="Helvetica"/>
                        </a:rPr>
                        <a:t>Name:</a:t>
                      </a:r>
                    </a:p>
                  </a:txBody>
                  <a:tcPr marL="12700" marR="12700" marT="12700" marB="127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defTabSz="409575">
                        <a:defRPr sz="1800"/>
                      </a:pPr>
                      <a:r>
                        <a:rPr sz="3600" b="0" i="0" dirty="0">
                          <a:latin typeface="Arial" panose="020B0604020202020204" pitchFamily="34" charset="0"/>
                          <a:cs typeface="Arial" panose="020B0604020202020204" pitchFamily="34" charset="0"/>
                          <a:sym typeface="Helvetica"/>
                        </a:rPr>
                        <a:t>SST Tester</a:t>
                      </a:r>
                    </a:p>
                  </a:txBody>
                  <a:tcPr marL="12700" marR="12700" marT="12700" marB="127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1115295">
                <a:tc>
                  <a:txBody>
                    <a:bodyPr/>
                    <a:lstStyle/>
                    <a:p>
                      <a:pPr defTabSz="409575">
                        <a:defRPr sz="1800"/>
                      </a:pPr>
                      <a:r>
                        <a:rPr sz="3600" b="0" i="0" dirty="0">
                          <a:latin typeface="Arial" panose="020B0604020202020204" pitchFamily="34" charset="0"/>
                          <a:cs typeface="Arial" panose="020B0604020202020204" pitchFamily="34" charset="0"/>
                          <a:sym typeface="Helvetica"/>
                        </a:rPr>
                        <a:t>Manufacturer:</a:t>
                      </a:r>
                    </a:p>
                  </a:txBody>
                  <a:tcPr marL="12700" marR="12700" marT="12700" marB="127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defTabSz="409575">
                        <a:defRPr sz="1800"/>
                      </a:pPr>
                      <a:r>
                        <a:rPr sz="3600" b="0" i="0" dirty="0">
                          <a:latin typeface="Arial" panose="020B0604020202020204" pitchFamily="34" charset="0"/>
                          <a:cs typeface="Arial" panose="020B0604020202020204" pitchFamily="34" charset="0"/>
                          <a:sym typeface="Helvetica"/>
                        </a:rPr>
                        <a:t>Ningbo </a:t>
                      </a:r>
                      <a:r>
                        <a:rPr sz="3600" b="0" i="0" dirty="0" err="1">
                          <a:latin typeface="Arial" panose="020B0604020202020204" pitchFamily="34" charset="0"/>
                          <a:cs typeface="Arial" panose="020B0604020202020204" pitchFamily="34" charset="0"/>
                          <a:sym typeface="Helvetica"/>
                        </a:rPr>
                        <a:t>Yuanming</a:t>
                      </a:r>
                      <a:endParaRPr sz="3600" b="0" i="0" dirty="0">
                        <a:latin typeface="Arial" panose="020B0604020202020204" pitchFamily="34" charset="0"/>
                        <a:cs typeface="Arial" panose="020B0604020202020204" pitchFamily="34" charset="0"/>
                        <a:sym typeface="Helvetica"/>
                      </a:endParaRPr>
                    </a:p>
                  </a:txBody>
                  <a:tcPr marL="12700" marR="12700" marT="12700" marB="127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1120631">
                <a:tc>
                  <a:txBody>
                    <a:bodyPr/>
                    <a:lstStyle/>
                    <a:p>
                      <a:pPr defTabSz="409575">
                        <a:defRPr sz="1800"/>
                      </a:pPr>
                      <a:r>
                        <a:rPr sz="3600" b="0" i="0" dirty="0">
                          <a:latin typeface="Arial" panose="020B0604020202020204" pitchFamily="34" charset="0"/>
                          <a:cs typeface="Arial" panose="020B0604020202020204" pitchFamily="34" charset="0"/>
                          <a:sym typeface="Helvetica"/>
                        </a:rPr>
                        <a:t>Model:</a:t>
                      </a:r>
                    </a:p>
                  </a:txBody>
                  <a:tcPr marL="12700" marR="12700" marT="12700" marB="127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defTabSz="409575">
                        <a:defRPr sz="1800"/>
                      </a:pPr>
                      <a:r>
                        <a:rPr sz="3600" b="0" i="0">
                          <a:latin typeface="Arial" panose="020B0604020202020204" pitchFamily="34" charset="0"/>
                          <a:cs typeface="Arial" panose="020B0604020202020204" pitchFamily="34" charset="0"/>
                          <a:sym typeface="Helvetica"/>
                        </a:rPr>
                        <a:t>YM-90</a:t>
                      </a:r>
                    </a:p>
                  </a:txBody>
                  <a:tcPr marL="12700" marR="12700" marT="12700" marB="127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r h="1115295">
                <a:tc>
                  <a:txBody>
                    <a:bodyPr/>
                    <a:lstStyle/>
                    <a:p>
                      <a:pPr defTabSz="409575">
                        <a:defRPr sz="1800"/>
                      </a:pPr>
                      <a:r>
                        <a:rPr sz="3600" b="0" i="0">
                          <a:latin typeface="Arial" panose="020B0604020202020204" pitchFamily="34" charset="0"/>
                          <a:cs typeface="Arial" panose="020B0604020202020204" pitchFamily="34" charset="0"/>
                          <a:sym typeface="Helvetica"/>
                        </a:rPr>
                        <a:t>Tester Container:</a:t>
                      </a:r>
                    </a:p>
                  </a:txBody>
                  <a:tcPr marL="12700" marR="12700" marT="12700" marB="127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defTabSz="409575">
                        <a:defRPr sz="1800"/>
                      </a:pPr>
                      <a:r>
                        <a:rPr sz="3600" b="0" i="0" dirty="0">
                          <a:latin typeface="Arial" panose="020B0604020202020204" pitchFamily="34" charset="0"/>
                          <a:cs typeface="Arial" panose="020B0604020202020204" pitchFamily="34" charset="0"/>
                          <a:sym typeface="Helvetica"/>
                        </a:rPr>
                        <a:t>900*600*500mm</a:t>
                      </a:r>
                    </a:p>
                  </a:txBody>
                  <a:tcPr marL="12700" marR="12700" marT="12700" marB="127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3"/>
                  </a:ext>
                </a:extLst>
              </a:tr>
              <a:tr h="1115295">
                <a:tc>
                  <a:txBody>
                    <a:bodyPr/>
                    <a:lstStyle/>
                    <a:p>
                      <a:pPr defTabSz="409575">
                        <a:defRPr sz="1800"/>
                      </a:pPr>
                      <a:r>
                        <a:rPr sz="3600" b="0" i="0">
                          <a:latin typeface="Arial" panose="020B0604020202020204" pitchFamily="34" charset="0"/>
                          <a:cs typeface="Arial" panose="020B0604020202020204" pitchFamily="34" charset="0"/>
                          <a:sym typeface="Helvetica"/>
                        </a:rPr>
                        <a:t>Spray quantity </a:t>
                      </a:r>
                    </a:p>
                  </a:txBody>
                  <a:tcPr marL="12700" marR="12700" marT="12700" marB="127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defTabSz="409575">
                        <a:defRPr sz="1800"/>
                      </a:pPr>
                      <a:r>
                        <a:rPr sz="3600" b="0" i="0" dirty="0">
                          <a:latin typeface="Arial" panose="020B0604020202020204" pitchFamily="34" charset="0"/>
                          <a:cs typeface="Arial" panose="020B0604020202020204" pitchFamily="34" charset="0"/>
                          <a:sym typeface="Helvetica"/>
                        </a:rPr>
                        <a:t>1.0-2.0ml/h</a:t>
                      </a:r>
                    </a:p>
                  </a:txBody>
                  <a:tcPr marL="12700" marR="12700" marT="12700" marB="127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4"/>
                  </a:ext>
                </a:extLst>
              </a:tr>
              <a:tr h="1115295">
                <a:tc>
                  <a:txBody>
                    <a:bodyPr/>
                    <a:lstStyle/>
                    <a:p>
                      <a:pPr defTabSz="409575">
                        <a:defRPr sz="1800"/>
                      </a:pPr>
                      <a:r>
                        <a:rPr sz="3600" b="0" i="0">
                          <a:latin typeface="Arial" panose="020B0604020202020204" pitchFamily="34" charset="0"/>
                          <a:cs typeface="Arial" panose="020B0604020202020204" pitchFamily="34" charset="0"/>
                          <a:sym typeface="Helvetica"/>
                        </a:rPr>
                        <a:t>Salt water volume</a:t>
                      </a:r>
                    </a:p>
                  </a:txBody>
                  <a:tcPr marL="12700" marR="12700" marT="12700" marB="127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defTabSz="409575">
                        <a:defRPr sz="1800"/>
                      </a:pPr>
                      <a:r>
                        <a:rPr sz="3600" b="0" i="0" dirty="0">
                          <a:latin typeface="Arial" panose="020B0604020202020204" pitchFamily="34" charset="0"/>
                          <a:cs typeface="Arial" panose="020B0604020202020204" pitchFamily="34" charset="0"/>
                          <a:sym typeface="Helvetica"/>
                        </a:rPr>
                        <a:t>25L</a:t>
                      </a:r>
                    </a:p>
                  </a:txBody>
                  <a:tcPr marL="12700" marR="12700" marT="12700" marB="127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5"/>
                  </a:ext>
                </a:extLst>
              </a:tr>
            </a:tbl>
          </a:graphicData>
        </a:graphic>
      </p:graphicFrame>
      <p:pic>
        <p:nvPicPr>
          <p:cNvPr id="11" name="image7.jpeg" descr="image7.jpeg"/>
          <p:cNvPicPr>
            <a:picLocks noChangeAspect="1"/>
          </p:cNvPicPr>
          <p:nvPr/>
        </p:nvPicPr>
        <p:blipFill>
          <a:blip r:embed="rId2" cstate="email"/>
          <a:srcRect/>
          <a:stretch>
            <a:fillRect/>
          </a:stretch>
        </p:blipFill>
        <p:spPr>
          <a:xfrm>
            <a:off x="14458948" y="2728390"/>
            <a:ext cx="9144001" cy="7505705"/>
          </a:xfrm>
          <a:prstGeom prst="rect">
            <a:avLst/>
          </a:prstGeom>
          <a:ln w="12700">
            <a:miter lim="400000"/>
            <a:headEnd/>
            <a:tailEnd/>
          </a:ln>
        </p:spPr>
      </p:pic>
    </p:spTree>
    <p:extLst>
      <p:ext uri="{BB962C8B-B14F-4D97-AF65-F5344CB8AC3E}">
        <p14:creationId xmlns:p14="http://schemas.microsoft.com/office/powerpoint/2010/main" val="2973781727"/>
      </p:ext>
    </p:extLst>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2" name="幻灯片编号"/>
          <p:cNvSpPr txBox="1">
            <a:spLocks noGrp="1"/>
          </p:cNvSpPr>
          <p:nvPr>
            <p:ph type="sldNum" sz="quarter" idx="2"/>
          </p:nvPr>
        </p:nvSpPr>
        <p:spPr>
          <a:xfrm>
            <a:off x="11954105" y="13073062"/>
            <a:ext cx="466265" cy="482601"/>
          </a:xfrm>
          <a:prstGeom prst="rect">
            <a:avLst/>
          </a:prstGeom>
        </p:spPr>
        <p:txBody>
          <a:bodyPr/>
          <a:lstStyle/>
          <a:p>
            <a:fld id="{86CB4B4D-7CA3-9044-876B-883B54F8677D}" type="slidenum">
              <a:rPr/>
              <a:t>12</a:t>
            </a:fld>
            <a:endParaRPr/>
          </a:p>
        </p:txBody>
      </p:sp>
      <p:sp>
        <p:nvSpPr>
          <p:cNvPr id="6" name="MTD | Measurement Equipment Details_Magnetic Moment"/>
          <p:cNvSpPr txBox="1"/>
          <p:nvPr/>
        </p:nvSpPr>
        <p:spPr>
          <a:xfrm>
            <a:off x="863828" y="1044460"/>
            <a:ext cx="20100870" cy="812309"/>
          </a:xfrm>
          <a:prstGeom prst="rect">
            <a:avLst/>
          </a:prstGeom>
          <a:ln w="12700">
            <a:miter lim="400000"/>
          </a:ln>
        </p:spPr>
        <p:txBody>
          <a:bodyPr lIns="50800" tIns="50800" rIns="50800" bIns="50800" anchor="ctr">
            <a:noAutofit/>
          </a:bodyPr>
          <a:lstStyle>
            <a:lvl1pPr marL="0" marR="0" indent="0" algn="l" defTabSz="168275" latinLnBrk="0">
              <a:lnSpc>
                <a:spcPct val="100000"/>
              </a:lnSpc>
              <a:spcBef>
                <a:spcPts val="0"/>
              </a:spcBef>
              <a:spcAft>
                <a:spcPts val="0"/>
              </a:spcAft>
              <a:buClrTx/>
              <a:buSzTx/>
              <a:buFontTx/>
              <a:buNone/>
              <a:defRPr sz="4200" b="0" i="0" u="none" strike="noStrike" cap="none" spc="0" baseline="0">
                <a:solidFill>
                  <a:srgbClr val="000000"/>
                </a:solidFill>
                <a:uFillTx/>
                <a:latin typeface="Helvetica Neue Light" panose="02000503000000020004"/>
                <a:ea typeface="Helvetica Neue Light" panose="02000503000000020004"/>
                <a:cs typeface="Helvetica Neue Light" panose="02000503000000020004"/>
                <a:sym typeface="Helvetica Neue Light" panose="02000503000000020004"/>
              </a:defRPr>
            </a:lvl1pPr>
            <a:lvl2pPr marL="0" marR="0" indent="0" algn="l" defTabSz="819150" latinLnBrk="0">
              <a:lnSpc>
                <a:spcPct val="100000"/>
              </a:lnSpc>
              <a:spcBef>
                <a:spcPts val="0"/>
              </a:spcBef>
              <a:spcAft>
                <a:spcPts val="0"/>
              </a:spcAft>
              <a:buClrTx/>
              <a:buSzTx/>
              <a:buFontTx/>
              <a:buNone/>
              <a:defRPr sz="5400" b="0" i="0" u="none" strike="noStrike" cap="none" spc="0" baseline="0">
                <a:solidFill>
                  <a:srgbClr val="0096FF"/>
                </a:solidFill>
                <a:uFillTx/>
                <a:latin typeface="Helvetica Neue Light" panose="02000503000000020004"/>
                <a:ea typeface="Helvetica Neue Light" panose="02000503000000020004"/>
                <a:cs typeface="Helvetica Neue Light" panose="02000503000000020004"/>
                <a:sym typeface="Helvetica Neue Light" panose="02000503000000020004"/>
              </a:defRPr>
            </a:lvl2pPr>
            <a:lvl3pPr marL="0" marR="0" indent="0" algn="l" defTabSz="819150" latinLnBrk="0">
              <a:lnSpc>
                <a:spcPct val="100000"/>
              </a:lnSpc>
              <a:spcBef>
                <a:spcPts val="0"/>
              </a:spcBef>
              <a:spcAft>
                <a:spcPts val="0"/>
              </a:spcAft>
              <a:buClrTx/>
              <a:buSzTx/>
              <a:buFontTx/>
              <a:buNone/>
              <a:defRPr sz="5400" b="0" i="0" u="none" strike="noStrike" cap="none" spc="0" baseline="0">
                <a:solidFill>
                  <a:srgbClr val="0096FF"/>
                </a:solidFill>
                <a:uFillTx/>
                <a:latin typeface="Helvetica Neue Light" panose="02000503000000020004"/>
                <a:ea typeface="Helvetica Neue Light" panose="02000503000000020004"/>
                <a:cs typeface="Helvetica Neue Light" panose="02000503000000020004"/>
                <a:sym typeface="Helvetica Neue Light" panose="02000503000000020004"/>
              </a:defRPr>
            </a:lvl3pPr>
            <a:lvl4pPr marL="0" marR="0" indent="0" algn="l" defTabSz="819150" latinLnBrk="0">
              <a:lnSpc>
                <a:spcPct val="100000"/>
              </a:lnSpc>
              <a:spcBef>
                <a:spcPts val="0"/>
              </a:spcBef>
              <a:spcAft>
                <a:spcPts val="0"/>
              </a:spcAft>
              <a:buClrTx/>
              <a:buSzTx/>
              <a:buFontTx/>
              <a:buNone/>
              <a:defRPr sz="5400" b="0" i="0" u="none" strike="noStrike" cap="none" spc="0" baseline="0">
                <a:solidFill>
                  <a:srgbClr val="0096FF"/>
                </a:solidFill>
                <a:uFillTx/>
                <a:latin typeface="Helvetica Neue Light" panose="02000503000000020004"/>
                <a:ea typeface="Helvetica Neue Light" panose="02000503000000020004"/>
                <a:cs typeface="Helvetica Neue Light" panose="02000503000000020004"/>
                <a:sym typeface="Helvetica Neue Light" panose="02000503000000020004"/>
              </a:defRPr>
            </a:lvl4pPr>
            <a:lvl5pPr marL="0" marR="0" indent="0" algn="l" defTabSz="819150" latinLnBrk="0">
              <a:lnSpc>
                <a:spcPct val="100000"/>
              </a:lnSpc>
              <a:spcBef>
                <a:spcPts val="0"/>
              </a:spcBef>
              <a:spcAft>
                <a:spcPts val="0"/>
              </a:spcAft>
              <a:buClrTx/>
              <a:buSzTx/>
              <a:buFontTx/>
              <a:buNone/>
              <a:defRPr sz="5400" b="0" i="0" u="none" strike="noStrike" cap="none" spc="0" baseline="0">
                <a:solidFill>
                  <a:srgbClr val="0096FF"/>
                </a:solidFill>
                <a:uFillTx/>
                <a:latin typeface="Helvetica Neue Light" panose="02000503000000020004"/>
                <a:ea typeface="Helvetica Neue Light" panose="02000503000000020004"/>
                <a:cs typeface="Helvetica Neue Light" panose="02000503000000020004"/>
                <a:sym typeface="Helvetica Neue Light" panose="02000503000000020004"/>
              </a:defRPr>
            </a:lvl5pPr>
            <a:lvl6pPr marL="0" marR="0" indent="0" algn="l" defTabSz="819150" latinLnBrk="0">
              <a:lnSpc>
                <a:spcPct val="100000"/>
              </a:lnSpc>
              <a:spcBef>
                <a:spcPts val="0"/>
              </a:spcBef>
              <a:spcAft>
                <a:spcPts val="0"/>
              </a:spcAft>
              <a:buClrTx/>
              <a:buSzTx/>
              <a:buFontTx/>
              <a:buNone/>
              <a:defRPr sz="5400" b="0" i="0" u="none" strike="noStrike" cap="none" spc="0" baseline="0">
                <a:solidFill>
                  <a:srgbClr val="0096FF"/>
                </a:solidFill>
                <a:uFillTx/>
                <a:latin typeface="Helvetica Neue Light" panose="02000503000000020004"/>
                <a:ea typeface="Helvetica Neue Light" panose="02000503000000020004"/>
                <a:cs typeface="Helvetica Neue Light" panose="02000503000000020004"/>
                <a:sym typeface="Helvetica Neue Light" panose="02000503000000020004"/>
              </a:defRPr>
            </a:lvl6pPr>
            <a:lvl7pPr marL="0" marR="0" indent="0" algn="l" defTabSz="819150" latinLnBrk="0">
              <a:lnSpc>
                <a:spcPct val="100000"/>
              </a:lnSpc>
              <a:spcBef>
                <a:spcPts val="0"/>
              </a:spcBef>
              <a:spcAft>
                <a:spcPts val="0"/>
              </a:spcAft>
              <a:buClrTx/>
              <a:buSzTx/>
              <a:buFontTx/>
              <a:buNone/>
              <a:defRPr sz="5400" b="0" i="0" u="none" strike="noStrike" cap="none" spc="0" baseline="0">
                <a:solidFill>
                  <a:srgbClr val="0096FF"/>
                </a:solidFill>
                <a:uFillTx/>
                <a:latin typeface="Helvetica Neue Light" panose="02000503000000020004"/>
                <a:ea typeface="Helvetica Neue Light" panose="02000503000000020004"/>
                <a:cs typeface="Helvetica Neue Light" panose="02000503000000020004"/>
                <a:sym typeface="Helvetica Neue Light" panose="02000503000000020004"/>
              </a:defRPr>
            </a:lvl7pPr>
            <a:lvl8pPr marL="0" marR="0" indent="0" algn="l" defTabSz="819150" latinLnBrk="0">
              <a:lnSpc>
                <a:spcPct val="100000"/>
              </a:lnSpc>
              <a:spcBef>
                <a:spcPts val="0"/>
              </a:spcBef>
              <a:spcAft>
                <a:spcPts val="0"/>
              </a:spcAft>
              <a:buClrTx/>
              <a:buSzTx/>
              <a:buFontTx/>
              <a:buNone/>
              <a:defRPr sz="5400" b="0" i="0" u="none" strike="noStrike" cap="none" spc="0" baseline="0">
                <a:solidFill>
                  <a:srgbClr val="0096FF"/>
                </a:solidFill>
                <a:uFillTx/>
                <a:latin typeface="Helvetica Neue Light" panose="02000503000000020004"/>
                <a:ea typeface="Helvetica Neue Light" panose="02000503000000020004"/>
                <a:cs typeface="Helvetica Neue Light" panose="02000503000000020004"/>
                <a:sym typeface="Helvetica Neue Light" panose="02000503000000020004"/>
              </a:defRPr>
            </a:lvl8pPr>
            <a:lvl9pPr marL="0" marR="0" indent="0" algn="l" defTabSz="819150" latinLnBrk="0">
              <a:lnSpc>
                <a:spcPct val="100000"/>
              </a:lnSpc>
              <a:spcBef>
                <a:spcPts val="0"/>
              </a:spcBef>
              <a:spcAft>
                <a:spcPts val="0"/>
              </a:spcAft>
              <a:buClrTx/>
              <a:buSzTx/>
              <a:buFontTx/>
              <a:buNone/>
              <a:defRPr sz="5400" b="0" i="0" u="none" strike="noStrike" cap="none" spc="0" baseline="0">
                <a:solidFill>
                  <a:srgbClr val="0096FF"/>
                </a:solidFill>
                <a:uFillTx/>
                <a:latin typeface="Helvetica Neue Light" panose="02000503000000020004"/>
                <a:ea typeface="Helvetica Neue Light" panose="02000503000000020004"/>
                <a:cs typeface="Helvetica Neue Light" panose="02000503000000020004"/>
                <a:sym typeface="Helvetica Neue Light" panose="02000503000000020004"/>
              </a:defRPr>
            </a:lvl9pPr>
          </a:lstStyle>
          <a:p>
            <a:pPr defTabSz="168687" hangingPunct="1">
              <a:defRPr sz="4200">
                <a:solidFill>
                  <a:srgbClr val="024C90"/>
                </a:solidFill>
                <a:latin typeface="Helvetica Neue Light"/>
                <a:ea typeface="Helvetica Neue Light"/>
                <a:cs typeface="Helvetica Neue Light"/>
                <a:sym typeface="Helvetica Neue Light"/>
              </a:defRPr>
            </a:pPr>
            <a:r>
              <a:rPr lang="en" altLang="zh-CN" sz="4400" dirty="0">
                <a:solidFill>
                  <a:schemeClr val="accent1">
                    <a:lumMod val="50000"/>
                  </a:schemeClr>
                </a:solidFill>
                <a:latin typeface="Arial" panose="020B0604020202020204" pitchFamily="34" charset="0"/>
                <a:cs typeface="Arial" panose="020B0604020202020204" pitchFamily="34" charset="0"/>
                <a:sym typeface="Helvetica Neue Medium" panose="02000503000000020004"/>
              </a:rPr>
              <a:t>MTD | </a:t>
            </a:r>
            <a:r>
              <a:rPr lang="en-US" altLang="zh-CN" sz="4400" dirty="0">
                <a:solidFill>
                  <a:schemeClr val="tx1"/>
                </a:solidFill>
                <a:latin typeface="Arial" panose="020B0604020202020204" pitchFamily="34" charset="0"/>
                <a:cs typeface="Arial" panose="020B0604020202020204" pitchFamily="34" charset="0"/>
                <a:sym typeface="Helvetica Neue Medium" panose="02000503000000020004"/>
              </a:rPr>
              <a:t>R240</a:t>
            </a:r>
            <a:r>
              <a:rPr lang="en" altLang="zh-CN" sz="4400" dirty="0">
                <a:solidFill>
                  <a:schemeClr val="tx1"/>
                </a:solidFill>
                <a:latin typeface="Arial" panose="020B0604020202020204" pitchFamily="34" charset="0"/>
                <a:cs typeface="Arial" panose="020B0604020202020204" pitchFamily="34" charset="0"/>
                <a:sym typeface="Helvetica Neue Medium" panose="02000503000000020004"/>
              </a:rPr>
              <a:t> </a:t>
            </a:r>
            <a:r>
              <a:rPr lang="en-US" sz="4400" dirty="0">
                <a:solidFill>
                  <a:schemeClr val="tx1"/>
                </a:solidFill>
                <a:latin typeface="Arial" panose="020B0604020202020204" pitchFamily="34" charset="0"/>
                <a:cs typeface="Arial" panose="020B0604020202020204" pitchFamily="34" charset="0"/>
                <a:sym typeface="Helvetica Neue Medium" panose="02000503000000020004"/>
              </a:rPr>
              <a:t>Measurement Equipment Details-</a:t>
            </a:r>
            <a:r>
              <a:rPr lang="en-US" altLang="zh-CN" sz="4400" dirty="0">
                <a:solidFill>
                  <a:schemeClr val="tx1"/>
                </a:solidFill>
                <a:latin typeface="Arial" panose="020B0604020202020204" pitchFamily="34" charset="0"/>
                <a:cs typeface="Arial" panose="020B0604020202020204" pitchFamily="34" charset="0"/>
              </a:rPr>
              <a:t>Cross Hatch Test </a:t>
            </a:r>
            <a:endParaRPr lang="en-GB" altLang="zh-CN" sz="4400" dirty="0">
              <a:solidFill>
                <a:schemeClr val="tx1"/>
              </a:solidFill>
              <a:latin typeface="Arial" panose="020B0604020202020204" pitchFamily="34" charset="0"/>
              <a:cs typeface="Arial" panose="020B0604020202020204" pitchFamily="34" charset="0"/>
            </a:endParaRPr>
          </a:p>
        </p:txBody>
      </p:sp>
      <p:pic>
        <p:nvPicPr>
          <p:cNvPr id="2" name="图片 1">
            <a:extLst>
              <a:ext uri="{FF2B5EF4-FFF2-40B4-BE49-F238E27FC236}">
                <a16:creationId xmlns:a16="http://schemas.microsoft.com/office/drawing/2014/main" id="{3E27B735-2CCC-9C4C-B80F-CDDB85F71156}"/>
              </a:ext>
            </a:extLst>
          </p:cNvPr>
          <p:cNvPicPr>
            <a:picLocks noChangeAspect="1"/>
          </p:cNvPicPr>
          <p:nvPr/>
        </p:nvPicPr>
        <p:blipFill rotWithShape="1">
          <a:blip r:embed="rId2">
            <a:extLst>
              <a:ext uri="{28A0092B-C50C-407E-A947-70E740481C1C}">
                <a14:useLocalDpi xmlns:a14="http://schemas.microsoft.com/office/drawing/2010/main"/>
              </a:ext>
            </a:extLst>
          </a:blip>
          <a:srcRect/>
          <a:stretch/>
        </p:blipFill>
        <p:spPr>
          <a:xfrm>
            <a:off x="15231380" y="2560306"/>
            <a:ext cx="7745192" cy="3510842"/>
          </a:xfrm>
          <a:prstGeom prst="rect">
            <a:avLst/>
          </a:prstGeom>
        </p:spPr>
      </p:pic>
      <p:pic>
        <p:nvPicPr>
          <p:cNvPr id="13" name="图片 12">
            <a:extLst>
              <a:ext uri="{FF2B5EF4-FFF2-40B4-BE49-F238E27FC236}">
                <a16:creationId xmlns:a16="http://schemas.microsoft.com/office/drawing/2014/main" id="{7A1474C7-F11C-554B-ACD7-BFA658364EC3}"/>
              </a:ext>
            </a:extLst>
          </p:cNvPr>
          <p:cNvPicPr>
            <a:picLocks noChangeAspect="1"/>
          </p:cNvPicPr>
          <p:nvPr/>
        </p:nvPicPr>
        <p:blipFill rotWithShape="1">
          <a:blip r:embed="rId3">
            <a:extLst>
              <a:ext uri="{28A0092B-C50C-407E-A947-70E740481C1C}">
                <a14:useLocalDpi xmlns:a14="http://schemas.microsoft.com/office/drawing/2010/main"/>
              </a:ext>
            </a:extLst>
          </a:blip>
          <a:srcRect/>
          <a:stretch/>
        </p:blipFill>
        <p:spPr>
          <a:xfrm>
            <a:off x="15142902" y="5805353"/>
            <a:ext cx="7710079" cy="3271944"/>
          </a:xfrm>
          <a:prstGeom prst="rect">
            <a:avLst/>
          </a:prstGeom>
        </p:spPr>
      </p:pic>
      <p:graphicFrame>
        <p:nvGraphicFramePr>
          <p:cNvPr id="8" name="表格"/>
          <p:cNvGraphicFramePr/>
          <p:nvPr>
            <p:extLst>
              <p:ext uri="{D42A27DB-BD31-4B8C-83A1-F6EECF244321}">
                <p14:modId xmlns:p14="http://schemas.microsoft.com/office/powerpoint/2010/main" val="2567138372"/>
              </p:ext>
            </p:extLst>
          </p:nvPr>
        </p:nvGraphicFramePr>
        <p:xfrm>
          <a:off x="1531019" y="2763835"/>
          <a:ext cx="13493473" cy="6614627"/>
        </p:xfrm>
        <a:graphic>
          <a:graphicData uri="http://schemas.openxmlformats.org/drawingml/2006/table">
            <a:tbl>
              <a:tblPr>
                <a:tableStyleId>{4C3C2611-4C71-4FC5-86AE-919BDF0F9419}</a:tableStyleId>
              </a:tblPr>
              <a:tblGrid>
                <a:gridCol w="4790680">
                  <a:extLst>
                    <a:ext uri="{9D8B030D-6E8A-4147-A177-3AD203B41FA5}">
                      <a16:colId xmlns:a16="http://schemas.microsoft.com/office/drawing/2014/main" val="20000"/>
                    </a:ext>
                  </a:extLst>
                </a:gridCol>
                <a:gridCol w="8702793">
                  <a:extLst>
                    <a:ext uri="{9D8B030D-6E8A-4147-A177-3AD203B41FA5}">
                      <a16:colId xmlns:a16="http://schemas.microsoft.com/office/drawing/2014/main" val="20001"/>
                    </a:ext>
                  </a:extLst>
                </a:gridCol>
              </a:tblGrid>
              <a:tr h="1451566">
                <a:tc>
                  <a:txBody>
                    <a:bodyPr/>
                    <a:lstStyle/>
                    <a:p>
                      <a:pPr marL="0" marR="0" indent="0" algn="ctr" defTabSz="409575" rtl="0" latinLnBrk="0">
                        <a:lnSpc>
                          <a:spcPct val="100000"/>
                        </a:lnSpc>
                        <a:spcBef>
                          <a:spcPts val="0"/>
                        </a:spcBef>
                        <a:spcAft>
                          <a:spcPts val="0"/>
                        </a:spcAft>
                        <a:buClrTx/>
                        <a:buSzTx/>
                        <a:buFontTx/>
                        <a:buNone/>
                        <a:tabLst/>
                        <a:defRPr sz="1800"/>
                      </a:pPr>
                      <a:r>
                        <a:rPr lang="en-US" altLang="zh-CN" sz="3600" b="0" i="0" u="none" strike="noStrike" cap="none" spc="0" baseline="0" dirty="0">
                          <a:ln>
                            <a:noFill/>
                          </a:ln>
                          <a:solidFill>
                            <a:srgbClr val="000000"/>
                          </a:solidFill>
                          <a:uFillTx/>
                          <a:latin typeface="Arial" panose="020B0604020202020204" pitchFamily="34" charset="0"/>
                          <a:ea typeface="Helvetica Neue Medium"/>
                          <a:cs typeface="Arial" panose="020B0604020202020204" pitchFamily="34" charset="0"/>
                          <a:sym typeface="Helvetica"/>
                        </a:rPr>
                        <a:t>Name </a:t>
                      </a:r>
                      <a:r>
                        <a:rPr sz="3600" b="0" i="0" u="none" strike="noStrike" cap="none" spc="0" baseline="0" dirty="0">
                          <a:ln>
                            <a:noFill/>
                          </a:ln>
                          <a:solidFill>
                            <a:srgbClr val="000000"/>
                          </a:solidFill>
                          <a:uFillTx/>
                          <a:latin typeface="Arial" panose="020B0604020202020204" pitchFamily="34" charset="0"/>
                          <a:ea typeface="Helvetica Neue Medium"/>
                          <a:cs typeface="Arial" panose="020B0604020202020204" pitchFamily="34" charset="0"/>
                          <a:sym typeface="Helvetica"/>
                        </a:rPr>
                        <a:t>:</a:t>
                      </a:r>
                    </a:p>
                  </a:txBody>
                  <a:tcPr marL="12700" marR="12700" marT="12700" marB="12700" anchor="ctr" horzOverflow="overflow">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marL="0" marR="0" indent="0" algn="ctr" defTabSz="409575" rtl="0" latinLnBrk="0">
                        <a:lnSpc>
                          <a:spcPct val="100000"/>
                        </a:lnSpc>
                        <a:spcBef>
                          <a:spcPts val="0"/>
                        </a:spcBef>
                        <a:spcAft>
                          <a:spcPts val="0"/>
                        </a:spcAft>
                        <a:buClrTx/>
                        <a:buSzTx/>
                        <a:buFontTx/>
                        <a:buNone/>
                        <a:tabLst/>
                        <a:defRPr sz="1800"/>
                      </a:pPr>
                      <a:r>
                        <a:rPr lang="en-US" altLang="zh-CN" sz="3200" b="0" i="0" u="none" strike="noStrike" cap="none" spc="0" baseline="0" dirty="0">
                          <a:ln>
                            <a:noFill/>
                          </a:ln>
                          <a:solidFill>
                            <a:srgbClr val="000000"/>
                          </a:solidFill>
                          <a:uFillTx/>
                          <a:latin typeface="Arial" panose="020B0604020202020204" pitchFamily="34" charset="0"/>
                          <a:ea typeface="+mn-ea"/>
                          <a:cs typeface="Arial" panose="020B0604020202020204" pitchFamily="34" charset="0"/>
                          <a:sym typeface="Helvetica Neue Thin" panose="02000503000000020004"/>
                        </a:rPr>
                        <a:t>Cross Hatch Test </a:t>
                      </a:r>
                      <a:endParaRPr sz="3200" b="0" i="0" u="none" strike="noStrike" cap="none" spc="0" baseline="0" dirty="0">
                        <a:ln>
                          <a:noFill/>
                        </a:ln>
                        <a:solidFill>
                          <a:srgbClr val="000000"/>
                        </a:solidFill>
                        <a:uFillTx/>
                        <a:latin typeface="Arial" panose="020B0604020202020204" pitchFamily="34" charset="0"/>
                        <a:ea typeface="+mn-ea"/>
                        <a:cs typeface="Arial" panose="020B0604020202020204" pitchFamily="34" charset="0"/>
                        <a:sym typeface="Helvetica"/>
                      </a:endParaRPr>
                    </a:p>
                  </a:txBody>
                  <a:tcPr marL="12700" marR="12700" marT="12700" marB="12700" anchor="ctr" horzOverflow="overflow">
                    <a:lnL w="6350">
                      <a:solidFill>
                        <a:srgbClr val="000000"/>
                      </a:solidFill>
                    </a:lnL>
                    <a:lnR w="6350">
                      <a:solidFill>
                        <a:srgbClr val="000000"/>
                      </a:solidFill>
                    </a:lnR>
                    <a:lnT w="6350">
                      <a:solidFill>
                        <a:srgbClr val="000000"/>
                      </a:solidFill>
                    </a:lnT>
                    <a:lnB w="6350">
                      <a:solidFill>
                        <a:srgbClr val="000000"/>
                      </a:solidFill>
                    </a:lnB>
                  </a:tcPr>
                </a:tc>
                <a:extLst>
                  <a:ext uri="{0D108BD9-81ED-4DB2-BD59-A6C34878D82A}">
                    <a16:rowId xmlns:a16="http://schemas.microsoft.com/office/drawing/2014/main" val="10000"/>
                  </a:ext>
                </a:extLst>
              </a:tr>
              <a:tr h="1451566">
                <a:tc>
                  <a:txBody>
                    <a:bodyPr/>
                    <a:lstStyle/>
                    <a:p>
                      <a:pPr marL="0" marR="0" indent="0" algn="ctr" defTabSz="409575" rtl="0" latinLnBrk="0">
                        <a:lnSpc>
                          <a:spcPct val="100000"/>
                        </a:lnSpc>
                        <a:spcBef>
                          <a:spcPts val="0"/>
                        </a:spcBef>
                        <a:spcAft>
                          <a:spcPts val="0"/>
                        </a:spcAft>
                        <a:buClrTx/>
                        <a:buSzTx/>
                        <a:buFontTx/>
                        <a:buNone/>
                        <a:tabLst/>
                        <a:defRPr sz="1800"/>
                      </a:pPr>
                      <a:r>
                        <a:rPr lang="en-US" altLang="zh-CN" sz="3600" b="0" i="0" u="none" strike="noStrike" cap="none" spc="0" baseline="0" dirty="0">
                          <a:ln>
                            <a:noFill/>
                          </a:ln>
                          <a:solidFill>
                            <a:srgbClr val="000000"/>
                          </a:solidFill>
                          <a:uFillTx/>
                          <a:latin typeface="Arial" panose="020B0604020202020204" pitchFamily="34" charset="0"/>
                          <a:ea typeface="Helvetica Neue Medium"/>
                          <a:cs typeface="Arial" panose="020B0604020202020204" pitchFamily="34" charset="0"/>
                          <a:sym typeface="Helvetica"/>
                        </a:rPr>
                        <a:t>Tools</a:t>
                      </a:r>
                      <a:r>
                        <a:rPr lang="zh-CN" altLang="en-US" sz="3600" b="0" i="0" u="none" strike="noStrike" cap="none" spc="0" baseline="0" dirty="0">
                          <a:ln>
                            <a:noFill/>
                          </a:ln>
                          <a:solidFill>
                            <a:srgbClr val="000000"/>
                          </a:solidFill>
                          <a:uFillTx/>
                          <a:latin typeface="Arial" panose="020B0604020202020204" pitchFamily="34" charset="0"/>
                          <a:ea typeface="Helvetica Neue Medium"/>
                          <a:cs typeface="Arial" panose="020B0604020202020204" pitchFamily="34" charset="0"/>
                          <a:sym typeface="Helvetica"/>
                        </a:rPr>
                        <a:t>：</a:t>
                      </a:r>
                      <a:endParaRPr sz="3600" b="0" i="0" u="none" strike="noStrike" cap="none" spc="0" baseline="0" dirty="0">
                        <a:ln>
                          <a:noFill/>
                        </a:ln>
                        <a:solidFill>
                          <a:srgbClr val="000000"/>
                        </a:solidFill>
                        <a:uFillTx/>
                        <a:latin typeface="Arial" panose="020B0604020202020204" pitchFamily="34" charset="0"/>
                        <a:ea typeface="Helvetica Neue Medium"/>
                        <a:cs typeface="Arial" panose="020B0604020202020204" pitchFamily="34" charset="0"/>
                        <a:sym typeface="Helvetica"/>
                      </a:endParaRPr>
                    </a:p>
                  </a:txBody>
                  <a:tcPr marL="12700" marR="12700" marT="12700" marB="12700" anchor="ctr" horzOverflow="overflow">
                    <a:lnL w="6350">
                      <a:solidFill>
                        <a:srgbClr val="000000"/>
                      </a:solid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a:solidFill>
                        <a:srgbClr val="000000"/>
                      </a:solidFill>
                    </a:lnB>
                    <a:noFill/>
                  </a:tcPr>
                </a:tc>
                <a:tc>
                  <a:txBody>
                    <a:bodyPr/>
                    <a:lstStyle/>
                    <a:p>
                      <a:pPr marL="0" marR="0" indent="0" algn="ctr" defTabSz="409575" rtl="0" latinLnBrk="0">
                        <a:lnSpc>
                          <a:spcPct val="100000"/>
                        </a:lnSpc>
                        <a:spcBef>
                          <a:spcPts val="0"/>
                        </a:spcBef>
                        <a:spcAft>
                          <a:spcPts val="0"/>
                        </a:spcAft>
                        <a:buClrTx/>
                        <a:buSzTx/>
                        <a:buFontTx/>
                        <a:buNone/>
                        <a:tabLst/>
                        <a:defRPr sz="1800"/>
                      </a:pPr>
                      <a:r>
                        <a:rPr lang="en-US" altLang="zh-CN" sz="3200" b="0" i="0" u="none" strike="noStrike" cap="none" spc="0" baseline="0" dirty="0">
                          <a:ln>
                            <a:noFill/>
                          </a:ln>
                          <a:solidFill>
                            <a:srgbClr val="000000"/>
                          </a:solidFill>
                          <a:uFillTx/>
                          <a:latin typeface="Arial" panose="020B0604020202020204" pitchFamily="34" charset="0"/>
                          <a:ea typeface="+mn-ea"/>
                          <a:cs typeface="Arial" panose="020B0604020202020204" pitchFamily="34" charset="0"/>
                          <a:sym typeface="Helvetica Neue Thin"/>
                        </a:rPr>
                        <a:t>Bagel knife +3M610 tape</a:t>
                      </a:r>
                      <a:endParaRPr sz="3200" b="0" i="0" u="none" strike="noStrike" cap="none" spc="0" baseline="0" dirty="0">
                        <a:ln>
                          <a:noFill/>
                        </a:ln>
                        <a:solidFill>
                          <a:srgbClr val="000000"/>
                        </a:solidFill>
                        <a:uFillTx/>
                        <a:latin typeface="Arial" panose="020B0604020202020204" pitchFamily="34" charset="0"/>
                        <a:ea typeface="+mn-ea"/>
                        <a:cs typeface="Arial" panose="020B0604020202020204" pitchFamily="34" charset="0"/>
                        <a:sym typeface="Helvetica"/>
                      </a:endParaRPr>
                    </a:p>
                  </a:txBody>
                  <a:tcPr marL="12700" marR="12700" marT="12700" marB="12700" anchor="ctr" horzOverflow="overflow">
                    <a:lnL w="6350" cap="flat" cmpd="sng" algn="ctr">
                      <a:solidFill>
                        <a:srgbClr val="000000"/>
                      </a:solidFill>
                      <a:prstDash val="solid"/>
                      <a:round/>
                      <a:headEnd type="none" w="med" len="med"/>
                      <a:tailEnd type="none" w="med" len="med"/>
                    </a:lnL>
                    <a:lnR w="6350">
                      <a:solidFill>
                        <a:srgbClr val="000000"/>
                      </a:solidFill>
                    </a:lnR>
                    <a:lnT w="6350" cap="flat" cmpd="sng" algn="ctr">
                      <a:solidFill>
                        <a:srgbClr val="000000"/>
                      </a:solidFill>
                      <a:prstDash val="solid"/>
                      <a:round/>
                      <a:headEnd type="none" w="med" len="med"/>
                      <a:tailEnd type="none" w="med" len="med"/>
                    </a:lnT>
                    <a:lnB w="6350">
                      <a:solidFill>
                        <a:srgbClr val="000000"/>
                      </a:solidFill>
                    </a:lnB>
                    <a:noFill/>
                  </a:tcPr>
                </a:tc>
                <a:extLst>
                  <a:ext uri="{0D108BD9-81ED-4DB2-BD59-A6C34878D82A}">
                    <a16:rowId xmlns:a16="http://schemas.microsoft.com/office/drawing/2014/main" val="10003"/>
                  </a:ext>
                </a:extLst>
              </a:tr>
              <a:tr h="2164048">
                <a:tc>
                  <a:txBody>
                    <a:bodyPr/>
                    <a:lstStyle/>
                    <a:p>
                      <a:pPr marL="0" marR="0" indent="0" algn="ctr" defTabSz="409575" rtl="0" latinLnBrk="0">
                        <a:lnSpc>
                          <a:spcPct val="100000"/>
                        </a:lnSpc>
                        <a:spcBef>
                          <a:spcPts val="0"/>
                        </a:spcBef>
                        <a:spcAft>
                          <a:spcPts val="0"/>
                        </a:spcAft>
                        <a:buClrTx/>
                        <a:buSzTx/>
                        <a:buFontTx/>
                        <a:buNone/>
                        <a:tabLst/>
                        <a:defRPr sz="1800"/>
                      </a:pPr>
                      <a:r>
                        <a:rPr lang="en-US" altLang="zh-CN" sz="3600" b="0" i="0" u="none" strike="noStrike" cap="none" spc="0" baseline="0" dirty="0">
                          <a:ln>
                            <a:noFill/>
                          </a:ln>
                          <a:solidFill>
                            <a:srgbClr val="000000"/>
                          </a:solidFill>
                          <a:uFillTx/>
                          <a:latin typeface="Arial" panose="020B0604020202020204" pitchFamily="34" charset="0"/>
                          <a:ea typeface="Helvetica Neue Medium"/>
                          <a:cs typeface="Arial" panose="020B0604020202020204" pitchFamily="34" charset="0"/>
                          <a:sym typeface="Helvetica"/>
                        </a:rPr>
                        <a:t>ASTM grade</a:t>
                      </a:r>
                      <a:r>
                        <a:rPr lang="zh-CN" altLang="en-US" sz="3600" b="0" i="0" u="none" strike="noStrike" cap="none" spc="0" baseline="0" dirty="0">
                          <a:ln>
                            <a:noFill/>
                          </a:ln>
                          <a:solidFill>
                            <a:srgbClr val="000000"/>
                          </a:solidFill>
                          <a:uFillTx/>
                          <a:latin typeface="Arial" panose="020B0604020202020204" pitchFamily="34" charset="0"/>
                          <a:ea typeface="Helvetica Neue Medium"/>
                          <a:cs typeface="Arial" panose="020B0604020202020204" pitchFamily="34" charset="0"/>
                          <a:sym typeface="Helvetica"/>
                        </a:rPr>
                        <a:t>：</a:t>
                      </a:r>
                      <a:endParaRPr sz="3600" b="0" i="0" u="none" strike="noStrike" cap="none" spc="0" baseline="0" dirty="0">
                        <a:ln>
                          <a:noFill/>
                        </a:ln>
                        <a:solidFill>
                          <a:srgbClr val="000000"/>
                        </a:solidFill>
                        <a:uFillTx/>
                        <a:latin typeface="Arial" panose="020B0604020202020204" pitchFamily="34" charset="0"/>
                        <a:ea typeface="Helvetica Neue Medium"/>
                        <a:cs typeface="Arial" panose="020B0604020202020204" pitchFamily="34" charset="0"/>
                        <a:sym typeface="Helvetica"/>
                      </a:endParaRPr>
                    </a:p>
                  </a:txBody>
                  <a:tcPr marL="12700" marR="12700" marT="12700" marB="12700" anchor="ctr" horzOverflow="overflow">
                    <a:lnL w="6350">
                      <a:solidFill>
                        <a:srgbClr val="000000"/>
                      </a:solidFill>
                    </a:lnL>
                    <a:lnR w="6350">
                      <a:solidFill>
                        <a:srgbClr val="000000"/>
                      </a:solidFill>
                    </a:lnR>
                    <a:lnT w="6350">
                      <a:solidFill>
                        <a:srgbClr val="000000"/>
                      </a:solidFill>
                    </a:lnT>
                    <a:lnB w="6350" cap="flat" cmpd="sng" algn="ctr">
                      <a:solidFill>
                        <a:srgbClr val="000000"/>
                      </a:solidFill>
                      <a:prstDash val="solid"/>
                      <a:round/>
                      <a:headEnd type="none" w="med" len="med"/>
                      <a:tailEnd type="none" w="med" len="med"/>
                    </a:lnB>
                    <a:noFill/>
                  </a:tcPr>
                </a:tc>
                <a:tc>
                  <a:txBody>
                    <a:bodyPr/>
                    <a:lstStyle/>
                    <a:p>
                      <a:pPr marL="0" marR="0" indent="0" algn="ctr" defTabSz="409575" rtl="0" latinLnBrk="0">
                        <a:lnSpc>
                          <a:spcPct val="100000"/>
                        </a:lnSpc>
                        <a:spcBef>
                          <a:spcPts val="0"/>
                        </a:spcBef>
                        <a:spcAft>
                          <a:spcPts val="0"/>
                        </a:spcAft>
                        <a:buClrTx/>
                        <a:buSzTx/>
                        <a:buFontTx/>
                        <a:buNone/>
                        <a:tabLst/>
                        <a:defRPr sz="1800"/>
                      </a:pPr>
                      <a:endParaRPr sz="3600" b="0" i="0" u="none" strike="noStrike" cap="none" spc="0" baseline="0" dirty="0">
                        <a:ln>
                          <a:noFill/>
                        </a:ln>
                        <a:solidFill>
                          <a:srgbClr val="000000"/>
                        </a:solidFill>
                        <a:uFillTx/>
                        <a:latin typeface="Arial" panose="020B0604020202020204" pitchFamily="34" charset="0"/>
                        <a:ea typeface="Helvetica Neue Medium"/>
                        <a:cs typeface="Arial" panose="020B0604020202020204" pitchFamily="34" charset="0"/>
                        <a:sym typeface="Helvetica"/>
                      </a:endParaRPr>
                    </a:p>
                  </a:txBody>
                  <a:tcPr marL="12700" marR="12700" marT="12700" marB="12700" anchor="ctr" horzOverflow="overflow">
                    <a:lnL w="6350">
                      <a:solidFill>
                        <a:srgbClr val="000000"/>
                      </a:solidFill>
                    </a:lnL>
                    <a:lnR w="6350">
                      <a:solidFill>
                        <a:srgbClr val="000000"/>
                      </a:solidFill>
                    </a:lnR>
                    <a:lnT w="6350">
                      <a:solidFill>
                        <a:srgbClr val="000000"/>
                      </a:solidFill>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004"/>
                  </a:ext>
                </a:extLst>
              </a:tr>
              <a:tr h="1547447">
                <a:tc>
                  <a:txBody>
                    <a:bodyPr/>
                    <a:lstStyle/>
                    <a:p>
                      <a:pPr marL="0" marR="0" indent="0" algn="ctr" defTabSz="409575" rtl="0" latinLnBrk="0">
                        <a:lnSpc>
                          <a:spcPct val="100000"/>
                        </a:lnSpc>
                        <a:spcBef>
                          <a:spcPts val="0"/>
                        </a:spcBef>
                        <a:spcAft>
                          <a:spcPts val="0"/>
                        </a:spcAft>
                        <a:buClrTx/>
                        <a:buSzTx/>
                        <a:buFontTx/>
                        <a:buNone/>
                        <a:tabLst/>
                        <a:defRPr sz="1800"/>
                      </a:pPr>
                      <a:r>
                        <a:rPr lang="en-US" altLang="zh-CN" sz="3600" b="0" i="0" u="none" strike="noStrike" cap="none" spc="0" baseline="0" dirty="0">
                          <a:ln>
                            <a:noFill/>
                          </a:ln>
                          <a:solidFill>
                            <a:srgbClr val="000000"/>
                          </a:solidFill>
                          <a:uFillTx/>
                          <a:latin typeface="Arial" panose="020B0604020202020204" pitchFamily="34" charset="0"/>
                          <a:ea typeface="Helvetica Neue Medium"/>
                          <a:cs typeface="Arial" panose="020B0604020202020204" pitchFamily="34" charset="0"/>
                          <a:sym typeface="Helvetica"/>
                        </a:rPr>
                        <a:t>Purpose</a:t>
                      </a:r>
                      <a:r>
                        <a:rPr lang="zh-CN" altLang="en-US" sz="3600" b="0" i="0" u="none" strike="noStrike" cap="none" spc="0" baseline="0" dirty="0">
                          <a:ln>
                            <a:noFill/>
                          </a:ln>
                          <a:solidFill>
                            <a:srgbClr val="000000"/>
                          </a:solidFill>
                          <a:uFillTx/>
                          <a:latin typeface="Arial" panose="020B0604020202020204" pitchFamily="34" charset="0"/>
                          <a:ea typeface="Helvetica Neue Medium"/>
                          <a:cs typeface="Arial" panose="020B0604020202020204" pitchFamily="34" charset="0"/>
                          <a:sym typeface="Helvetica"/>
                        </a:rPr>
                        <a:t>：</a:t>
                      </a:r>
                      <a:endParaRPr sz="3600" b="0" i="0" u="none" strike="noStrike" cap="none" spc="0" baseline="0" dirty="0">
                        <a:ln>
                          <a:noFill/>
                        </a:ln>
                        <a:solidFill>
                          <a:srgbClr val="000000"/>
                        </a:solidFill>
                        <a:uFillTx/>
                        <a:latin typeface="Arial" panose="020B0604020202020204" pitchFamily="34" charset="0"/>
                        <a:ea typeface="Helvetica Neue Medium"/>
                        <a:cs typeface="Arial" panose="020B0604020202020204" pitchFamily="34" charset="0"/>
                        <a:sym typeface="Helvetica"/>
                      </a:endParaRPr>
                    </a:p>
                  </a:txBody>
                  <a:tcPr marL="12700" marR="12700" marT="12700" marB="12700" anchor="ctr"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a:solidFill>
                        <a:srgbClr val="000000"/>
                      </a:solidFill>
                    </a:lnB>
                    <a:noFill/>
                  </a:tcPr>
                </a:tc>
                <a:tc>
                  <a:txBody>
                    <a:bodyPr/>
                    <a:lstStyle/>
                    <a:p>
                      <a:pPr marL="0" marR="0" indent="0" algn="ctr" defTabSz="409575" rtl="0" latinLnBrk="0">
                        <a:lnSpc>
                          <a:spcPct val="100000"/>
                        </a:lnSpc>
                        <a:spcBef>
                          <a:spcPts val="0"/>
                        </a:spcBef>
                        <a:spcAft>
                          <a:spcPts val="0"/>
                        </a:spcAft>
                        <a:buClrTx/>
                        <a:buSzTx/>
                        <a:buFontTx/>
                        <a:buNone/>
                        <a:tabLst/>
                        <a:defRPr sz="1800"/>
                      </a:pPr>
                      <a:r>
                        <a:rPr lang="en-US" altLang="zh-CN" sz="3200" b="0" i="0" u="none" strike="noStrike" cap="none" spc="0" baseline="0" dirty="0">
                          <a:ln>
                            <a:noFill/>
                          </a:ln>
                          <a:solidFill>
                            <a:srgbClr val="000000"/>
                          </a:solidFill>
                          <a:uFillTx/>
                          <a:latin typeface="Arial" panose="020B0604020202020204" pitchFamily="34" charset="0"/>
                          <a:ea typeface="Helvetica Neue Medium"/>
                          <a:cs typeface="Arial" panose="020B0604020202020204" pitchFamily="34" charset="0"/>
                          <a:sym typeface="Helvetica"/>
                        </a:rPr>
                        <a:t>Check the adhesion of the coating to the substrate</a:t>
                      </a:r>
                      <a:endParaRPr sz="3200" b="0" i="0" u="none" strike="noStrike" cap="none" spc="0" baseline="0" dirty="0">
                        <a:ln>
                          <a:noFill/>
                        </a:ln>
                        <a:solidFill>
                          <a:srgbClr val="000000"/>
                        </a:solidFill>
                        <a:uFillTx/>
                        <a:latin typeface="Arial" panose="020B0604020202020204" pitchFamily="34" charset="0"/>
                        <a:ea typeface="Helvetica Neue Medium"/>
                        <a:cs typeface="Arial" panose="020B0604020202020204" pitchFamily="34" charset="0"/>
                        <a:sym typeface="Helvetica"/>
                      </a:endParaRPr>
                    </a:p>
                  </a:txBody>
                  <a:tcPr marL="12700" marR="12700" marT="12700" marB="12700" anchor="ctr"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a:solidFill>
                        <a:srgbClr val="000000"/>
                      </a:solidFill>
                    </a:lnB>
                    <a:noFill/>
                  </a:tcPr>
                </a:tc>
                <a:extLst>
                  <a:ext uri="{0D108BD9-81ED-4DB2-BD59-A6C34878D82A}">
                    <a16:rowId xmlns:a16="http://schemas.microsoft.com/office/drawing/2014/main" val="10005"/>
                  </a:ext>
                </a:extLst>
              </a:tr>
            </a:tbl>
          </a:graphicData>
        </a:graphic>
      </p:graphicFrame>
      <p:pic>
        <p:nvPicPr>
          <p:cNvPr id="10" name="图像" descr="图像"/>
          <p:cNvPicPr>
            <a:picLocks noChangeAspect="1"/>
          </p:cNvPicPr>
          <p:nvPr/>
        </p:nvPicPr>
        <p:blipFill>
          <a:blip r:embed="rId4"/>
          <a:srcRect/>
          <a:stretch>
            <a:fillRect/>
          </a:stretch>
        </p:blipFill>
        <p:spPr>
          <a:xfrm>
            <a:off x="6786163" y="5723835"/>
            <a:ext cx="8111817" cy="1966503"/>
          </a:xfrm>
          <a:prstGeom prst="rect">
            <a:avLst/>
          </a:prstGeom>
          <a:ln w="25400">
            <a:solidFill>
              <a:schemeClr val="accent6"/>
            </a:solidFill>
            <a:miter lim="400000"/>
          </a:ln>
        </p:spPr>
      </p:pic>
    </p:spTree>
    <p:extLst>
      <p:ext uri="{BB962C8B-B14F-4D97-AF65-F5344CB8AC3E}">
        <p14:creationId xmlns:p14="http://schemas.microsoft.com/office/powerpoint/2010/main" val="1918410790"/>
      </p:ext>
    </p:extLst>
  </p:cSld>
  <p:clrMapOvr>
    <a:masterClrMapping/>
  </p:clrMapOvr>
  <p:transition spd="me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 name="MTD | B390 Measurement Equipment Details  160-02242-01"/>
          <p:cNvSpPr txBox="1">
            <a:spLocks noGrp="1"/>
          </p:cNvSpPr>
          <p:nvPr>
            <p:ph type="title" idx="4294967295"/>
          </p:nvPr>
        </p:nvSpPr>
        <p:spPr>
          <a:xfrm>
            <a:off x="886469" y="921415"/>
            <a:ext cx="16575053" cy="872216"/>
          </a:xfrm>
          <a:prstGeom prst="rect">
            <a:avLst/>
          </a:prstGeom>
        </p:spPr>
        <p:txBody>
          <a:bodyPr lIns="50800" tIns="50800" rIns="50800" bIns="50800" anchor="ctr">
            <a:normAutofit/>
          </a:bodyPr>
          <a:lstStyle/>
          <a:p>
            <a:pPr algn="l" defTabSz="172704">
              <a:defRPr sz="4400">
                <a:solidFill>
                  <a:srgbClr val="024C90"/>
                </a:solidFill>
              </a:defRPr>
            </a:pPr>
            <a:r>
              <a:rPr lang="en-US" altLang="zh-CN" sz="4400" dirty="0">
                <a:solidFill>
                  <a:srgbClr val="0070C0"/>
                </a:solidFill>
                <a:latin typeface="Arial" panose="020B0604020202020204" pitchFamily="34" charset="0"/>
                <a:cs typeface="Arial" panose="020B0604020202020204" pitchFamily="34" charset="0"/>
              </a:rPr>
              <a:t>MTD | </a:t>
            </a:r>
            <a:r>
              <a:rPr lang="en-US" altLang="zh-CN" sz="4400" dirty="0">
                <a:solidFill>
                  <a:schemeClr val="tx1"/>
                </a:solidFill>
                <a:latin typeface="Arial" panose="020B0604020202020204" pitchFamily="34" charset="0"/>
                <a:cs typeface="Arial" panose="020B0604020202020204" pitchFamily="34" charset="0"/>
              </a:rPr>
              <a:t>R240</a:t>
            </a:r>
            <a:r>
              <a:rPr lang="en-US" altLang="zh-CN" sz="4400" dirty="0">
                <a:solidFill>
                  <a:srgbClr val="000000"/>
                </a:solidFill>
                <a:latin typeface="Arial" panose="020B0604020202020204" pitchFamily="34" charset="0"/>
                <a:cs typeface="Arial" panose="020B0604020202020204" pitchFamily="34" charset="0"/>
              </a:rPr>
              <a:t> </a:t>
            </a:r>
            <a:r>
              <a:rPr sz="4400" dirty="0">
                <a:solidFill>
                  <a:srgbClr val="000000"/>
                </a:solidFill>
                <a:latin typeface="Arial" panose="020B0604020202020204" pitchFamily="34" charset="0"/>
                <a:cs typeface="Arial" panose="020B0604020202020204" pitchFamily="34" charset="0"/>
              </a:rPr>
              <a:t>Measurement Equipment Details</a:t>
            </a:r>
            <a:r>
              <a:rPr lang="en-US" sz="4400" dirty="0">
                <a:solidFill>
                  <a:srgbClr val="000000"/>
                </a:solidFill>
                <a:latin typeface="Arial" panose="020B0604020202020204" pitchFamily="34" charset="0"/>
                <a:cs typeface="Arial" panose="020B0604020202020204" pitchFamily="34" charset="0"/>
              </a:rPr>
              <a:t>-</a:t>
            </a:r>
            <a:r>
              <a:rPr lang="en-US" altLang="zh-CN" sz="4400" dirty="0">
                <a:solidFill>
                  <a:srgbClr val="000000"/>
                </a:solidFill>
                <a:latin typeface="Arial" panose="020B0604020202020204" pitchFamily="34" charset="0"/>
                <a:cs typeface="Arial" panose="020B0604020202020204" pitchFamily="34" charset="0"/>
                <a:sym typeface="Helvetica Neue Thin" panose="02000503000000020004"/>
              </a:rPr>
              <a:t>Dyne Test </a:t>
            </a:r>
            <a:endParaRPr lang="en-US" altLang="zh-CN" sz="4400" dirty="0">
              <a:solidFill>
                <a:srgbClr val="000000"/>
              </a:solidFill>
              <a:latin typeface="Arial" panose="020B0604020202020204" pitchFamily="34" charset="0"/>
              <a:cs typeface="Arial" panose="020B0604020202020204" pitchFamily="34" charset="0"/>
            </a:endParaRPr>
          </a:p>
        </p:txBody>
      </p:sp>
      <p:graphicFrame>
        <p:nvGraphicFramePr>
          <p:cNvPr id="7" name="表格">
            <a:extLst>
              <a:ext uri="{FF2B5EF4-FFF2-40B4-BE49-F238E27FC236}">
                <a16:creationId xmlns:a16="http://schemas.microsoft.com/office/drawing/2014/main" id="{E4715D14-9C3B-9842-83BE-F5384DD7B8A3}"/>
              </a:ext>
            </a:extLst>
          </p:cNvPr>
          <p:cNvGraphicFramePr/>
          <p:nvPr>
            <p:extLst>
              <p:ext uri="{D42A27DB-BD31-4B8C-83A1-F6EECF244321}">
                <p14:modId xmlns:p14="http://schemas.microsoft.com/office/powerpoint/2010/main" val="1242892002"/>
              </p:ext>
            </p:extLst>
          </p:nvPr>
        </p:nvGraphicFramePr>
        <p:xfrm>
          <a:off x="1807158" y="3850105"/>
          <a:ext cx="12029156" cy="4908885"/>
        </p:xfrm>
        <a:graphic>
          <a:graphicData uri="http://schemas.openxmlformats.org/drawingml/2006/table">
            <a:tbl>
              <a:tblPr>
                <a:tableStyleId>{4C3C2611-4C71-4FC5-86AE-919BDF0F9419}</a:tableStyleId>
              </a:tblPr>
              <a:tblGrid>
                <a:gridCol w="3998499">
                  <a:extLst>
                    <a:ext uri="{9D8B030D-6E8A-4147-A177-3AD203B41FA5}">
                      <a16:colId xmlns:a16="http://schemas.microsoft.com/office/drawing/2014/main" val="20000"/>
                    </a:ext>
                  </a:extLst>
                </a:gridCol>
                <a:gridCol w="8030657">
                  <a:extLst>
                    <a:ext uri="{9D8B030D-6E8A-4147-A177-3AD203B41FA5}">
                      <a16:colId xmlns:a16="http://schemas.microsoft.com/office/drawing/2014/main" val="20001"/>
                    </a:ext>
                  </a:extLst>
                </a:gridCol>
              </a:tblGrid>
              <a:tr h="2453563">
                <a:tc>
                  <a:txBody>
                    <a:bodyPr/>
                    <a:lstStyle/>
                    <a:p>
                      <a:pPr marL="0" marR="0" indent="0" algn="ctr" defTabSz="409575" rtl="0" fontAlgn="ctr" latinLnBrk="0">
                        <a:lnSpc>
                          <a:spcPct val="100000"/>
                        </a:lnSpc>
                        <a:spcBef>
                          <a:spcPts val="0"/>
                        </a:spcBef>
                        <a:spcAft>
                          <a:spcPts val="0"/>
                        </a:spcAft>
                        <a:buClrTx/>
                        <a:buSzTx/>
                        <a:buFontTx/>
                        <a:buNone/>
                        <a:tabLst/>
                        <a:defRPr sz="1800"/>
                      </a:pPr>
                      <a:r>
                        <a:rPr lang="en-US" altLang="zh-CN" sz="3600" b="0" i="0" u="none" strike="noStrike" cap="none" spc="0" baseline="0" dirty="0">
                          <a:solidFill>
                            <a:srgbClr val="000000"/>
                          </a:solidFill>
                          <a:uFillTx/>
                          <a:latin typeface="Arial" panose="020B0604020202020204" pitchFamily="34" charset="0"/>
                          <a:ea typeface="+mj-ea"/>
                          <a:cs typeface="Arial" panose="020B0604020202020204" pitchFamily="34" charset="0"/>
                          <a:sym typeface="Helvetica"/>
                        </a:rPr>
                        <a:t>Name:</a:t>
                      </a:r>
                      <a:endParaRPr sz="3600" b="0" i="0" u="none" strike="noStrike" cap="none" spc="0" baseline="0" dirty="0">
                        <a:solidFill>
                          <a:srgbClr val="000000"/>
                        </a:solidFill>
                        <a:uFillTx/>
                        <a:latin typeface="Arial" panose="020B0604020202020204" pitchFamily="34" charset="0"/>
                        <a:ea typeface="+mj-ea"/>
                        <a:cs typeface="Arial" panose="020B0604020202020204" pitchFamily="34" charset="0"/>
                        <a:sym typeface="Helvetica"/>
                      </a:endParaRPr>
                    </a:p>
                  </a:txBody>
                  <a:tcPr marL="12700" marR="12700" marT="12700" marB="127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ctr" defTabSz="409575" rtl="0" fontAlgn="ctr" latinLnBrk="0">
                        <a:lnSpc>
                          <a:spcPct val="100000"/>
                        </a:lnSpc>
                        <a:spcBef>
                          <a:spcPts val="0"/>
                        </a:spcBef>
                        <a:spcAft>
                          <a:spcPts val="0"/>
                        </a:spcAft>
                        <a:buClrTx/>
                        <a:buSzTx/>
                        <a:buFontTx/>
                        <a:buNone/>
                        <a:tabLst/>
                        <a:defRPr sz="1800"/>
                      </a:pPr>
                      <a:r>
                        <a:rPr lang="en-US" altLang="zh-CN" sz="3600" b="0" i="0" u="none" strike="noStrike" cap="none" spc="0" baseline="0" dirty="0">
                          <a:solidFill>
                            <a:srgbClr val="000000"/>
                          </a:solidFill>
                          <a:uFillTx/>
                          <a:latin typeface="Arial" panose="020B0604020202020204" pitchFamily="34" charset="0"/>
                          <a:ea typeface="+mj-ea"/>
                          <a:cs typeface="Arial" panose="020B0604020202020204" pitchFamily="34" charset="0"/>
                          <a:sym typeface="Helvetica Neue Thin" panose="02000503000000020004"/>
                        </a:rPr>
                        <a:t>Dyne Test </a:t>
                      </a:r>
                      <a:endParaRPr sz="3600" b="0" i="0" u="none" strike="noStrike" cap="none" spc="0" baseline="0" dirty="0">
                        <a:solidFill>
                          <a:srgbClr val="000000"/>
                        </a:solidFill>
                        <a:uFillTx/>
                        <a:latin typeface="Arial" panose="020B0604020202020204" pitchFamily="34" charset="0"/>
                        <a:ea typeface="+mj-ea"/>
                        <a:cs typeface="Arial" panose="020B0604020202020204" pitchFamily="34" charset="0"/>
                        <a:sym typeface="Helvetica"/>
                      </a:endParaRPr>
                    </a:p>
                  </a:txBody>
                  <a:tcPr marL="12700" marR="12700" marT="12700" marB="127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2455322">
                <a:tc>
                  <a:txBody>
                    <a:bodyPr/>
                    <a:lstStyle/>
                    <a:p>
                      <a:pPr marL="0" marR="0" indent="0" algn="ctr" defTabSz="409575" rtl="0" fontAlgn="ctr" latinLnBrk="0">
                        <a:lnSpc>
                          <a:spcPct val="100000"/>
                        </a:lnSpc>
                        <a:spcBef>
                          <a:spcPts val="0"/>
                        </a:spcBef>
                        <a:spcAft>
                          <a:spcPts val="0"/>
                        </a:spcAft>
                        <a:buClrTx/>
                        <a:buSzTx/>
                        <a:buFontTx/>
                        <a:buNone/>
                        <a:tabLst/>
                        <a:defRPr sz="1800"/>
                      </a:pPr>
                      <a:r>
                        <a:rPr lang="en-US" altLang="zh-CN" sz="3600" b="0" i="0" u="none" strike="noStrike" cap="none" spc="0" baseline="0" dirty="0">
                          <a:solidFill>
                            <a:srgbClr val="000000"/>
                          </a:solidFill>
                          <a:uFillTx/>
                          <a:latin typeface="Arial" panose="020B0604020202020204" pitchFamily="34" charset="0"/>
                          <a:ea typeface="+mj-ea"/>
                          <a:cs typeface="Arial" panose="020B0604020202020204" pitchFamily="34" charset="0"/>
                          <a:sym typeface="Helvetica"/>
                        </a:rPr>
                        <a:t>Model:</a:t>
                      </a:r>
                      <a:endParaRPr sz="3600" b="0" i="0" u="none" strike="noStrike" cap="none" spc="0" baseline="0" dirty="0">
                        <a:solidFill>
                          <a:srgbClr val="000000"/>
                        </a:solidFill>
                        <a:uFillTx/>
                        <a:latin typeface="Arial" panose="020B0604020202020204" pitchFamily="34" charset="0"/>
                        <a:ea typeface="+mj-ea"/>
                        <a:cs typeface="Arial" panose="020B0604020202020204" pitchFamily="34" charset="0"/>
                        <a:sym typeface="Helvetica"/>
                      </a:endParaRPr>
                    </a:p>
                  </a:txBody>
                  <a:tcPr marL="12700" marR="12700" marT="12700" marB="127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ctr" defTabSz="409575" rtl="0" fontAlgn="ctr" latinLnBrk="0">
                        <a:lnSpc>
                          <a:spcPct val="100000"/>
                        </a:lnSpc>
                        <a:spcBef>
                          <a:spcPts val="0"/>
                        </a:spcBef>
                        <a:spcAft>
                          <a:spcPts val="0"/>
                        </a:spcAft>
                        <a:buClrTx/>
                        <a:buSzTx/>
                        <a:buFontTx/>
                        <a:buNone/>
                        <a:tabLst/>
                        <a:defRPr sz="1800"/>
                      </a:pPr>
                      <a:r>
                        <a:rPr lang="en-US" sz="3600" b="0" i="0" u="none" strike="noStrike" cap="none" spc="0" baseline="0" dirty="0">
                          <a:solidFill>
                            <a:srgbClr val="000000"/>
                          </a:solidFill>
                          <a:uFillTx/>
                          <a:latin typeface="Arial" panose="020B0604020202020204" pitchFamily="34" charset="0"/>
                          <a:ea typeface="+mj-ea"/>
                          <a:cs typeface="Arial" panose="020B0604020202020204" pitchFamily="34" charset="0"/>
                          <a:sym typeface="Helvetica"/>
                        </a:rPr>
                        <a:t>D</a:t>
                      </a:r>
                      <a:r>
                        <a:rPr lang="en-US" altLang="zh-CN" sz="3600" b="0" i="0" u="none" strike="noStrike" cap="none" spc="0" baseline="0" dirty="0">
                          <a:solidFill>
                            <a:srgbClr val="000000"/>
                          </a:solidFill>
                          <a:uFillTx/>
                          <a:latin typeface="Arial" panose="020B0604020202020204" pitchFamily="34" charset="0"/>
                          <a:ea typeface="+mj-ea"/>
                          <a:cs typeface="Arial" panose="020B0604020202020204" pitchFamily="34" charset="0"/>
                          <a:sym typeface="Helvetica"/>
                        </a:rPr>
                        <a:t>yne pen </a:t>
                      </a:r>
                      <a:r>
                        <a:rPr lang="zh-CN" altLang="en-US" sz="3600" b="0" i="0" u="none" strike="noStrike" cap="none" spc="0" baseline="0" dirty="0">
                          <a:solidFill>
                            <a:srgbClr val="000000"/>
                          </a:solidFill>
                          <a:uFillTx/>
                          <a:latin typeface="Arial" panose="020B0604020202020204" pitchFamily="34" charset="0"/>
                          <a:ea typeface="+mj-ea"/>
                          <a:cs typeface="Arial" panose="020B0604020202020204" pitchFamily="34" charset="0"/>
                          <a:sym typeface="Helvetica"/>
                        </a:rPr>
                        <a:t> </a:t>
                      </a:r>
                      <a:r>
                        <a:rPr lang="en-US" altLang="zh-CN" sz="3600" b="0" i="0" u="none" strike="noStrike" cap="none" spc="0" baseline="0" dirty="0">
                          <a:solidFill>
                            <a:srgbClr val="000000"/>
                          </a:solidFill>
                          <a:uFillTx/>
                          <a:latin typeface="Arial" panose="020B0604020202020204" pitchFamily="34" charset="0"/>
                          <a:ea typeface="+mj-ea"/>
                          <a:cs typeface="Arial" panose="020B0604020202020204" pitchFamily="34" charset="0"/>
                          <a:sym typeface="Helvetica"/>
                        </a:rPr>
                        <a:t>34#</a:t>
                      </a:r>
                      <a:endParaRPr sz="3600" b="0" i="0" u="none" strike="noStrike" cap="none" spc="0" baseline="0" dirty="0">
                        <a:solidFill>
                          <a:srgbClr val="000000"/>
                        </a:solidFill>
                        <a:uFillTx/>
                        <a:latin typeface="Arial" panose="020B0604020202020204" pitchFamily="34" charset="0"/>
                        <a:ea typeface="+mj-ea"/>
                        <a:cs typeface="Arial" panose="020B0604020202020204" pitchFamily="34" charset="0"/>
                        <a:sym typeface="Helvetica"/>
                      </a:endParaRPr>
                    </a:p>
                  </a:txBody>
                  <a:tcPr marL="12700" marR="12700" marT="12700" marB="127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bl>
          </a:graphicData>
        </a:graphic>
      </p:graphicFrame>
      <p:pic>
        <p:nvPicPr>
          <p:cNvPr id="8" name="图片 8">
            <a:extLst>
              <a:ext uri="{FF2B5EF4-FFF2-40B4-BE49-F238E27FC236}">
                <a16:creationId xmlns:a16="http://schemas.microsoft.com/office/drawing/2014/main" id="{E539ABDB-CA74-CC45-9630-0DAE28F01984}"/>
              </a:ext>
            </a:extLst>
          </p:cNvPr>
          <p:cNvPicPr>
            <a:picLocks noChangeAspect="1"/>
          </p:cNvPicPr>
          <p:nvPr/>
        </p:nvPicPr>
        <p:blipFill>
          <a:blip r:embed="rId2"/>
          <a:stretch>
            <a:fillRect/>
          </a:stretch>
        </p:blipFill>
        <p:spPr>
          <a:xfrm>
            <a:off x="16572836" y="2583718"/>
            <a:ext cx="5444952" cy="7634161"/>
          </a:xfrm>
          <a:prstGeom prst="rect">
            <a:avLst/>
          </a:prstGeom>
        </p:spPr>
      </p:pic>
      <p:sp>
        <p:nvSpPr>
          <p:cNvPr id="2" name="灯片编号占位符 1"/>
          <p:cNvSpPr>
            <a:spLocks noGrp="1"/>
          </p:cNvSpPr>
          <p:nvPr>
            <p:ph type="sldNum" sz="quarter" idx="2"/>
          </p:nvPr>
        </p:nvSpPr>
        <p:spPr/>
        <p:txBody>
          <a:bodyPr/>
          <a:lstStyle/>
          <a:p>
            <a:fld id="{86CB4B4D-7CA3-9044-876B-883B54F8677D}" type="slidenum">
              <a:rPr lang="en-US" altLang="zh-CN" smtClean="0"/>
              <a:t>13</a:t>
            </a:fld>
            <a:endParaRPr lang="zh-CN" altLang="en-US"/>
          </a:p>
        </p:txBody>
      </p:sp>
    </p:spTree>
    <p:extLst>
      <p:ext uri="{BB962C8B-B14F-4D97-AF65-F5344CB8AC3E}">
        <p14:creationId xmlns:p14="http://schemas.microsoft.com/office/powerpoint/2010/main" val="2270134731"/>
      </p:ext>
    </p:extLst>
  </p:cSld>
  <p:clrMapOvr>
    <a:masterClrMapping/>
  </p:clrMapOvr>
  <p:transition spd="me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4" name="幻灯片编号"/>
          <p:cNvSpPr txBox="1">
            <a:spLocks noGrp="1"/>
          </p:cNvSpPr>
          <p:nvPr>
            <p:ph type="sldNum" sz="quarter" idx="4294967295"/>
          </p:nvPr>
        </p:nvSpPr>
        <p:spPr>
          <a:xfrm>
            <a:off x="12036558" y="13073062"/>
            <a:ext cx="301355" cy="482815"/>
          </a:xfrm>
          <a:prstGeom prst="rect">
            <a:avLst/>
          </a:prstGeom>
        </p:spPr>
        <p:txBody>
          <a:bodyPr lIns="71433" tIns="71433" rIns="71433" bIns="71433">
            <a:spAutoFit/>
          </a:bodyPr>
          <a:lstStyle>
            <a:lvl1pPr defTabSz="821690">
              <a:defRPr sz="2200">
                <a:solidFill>
                  <a:srgbClr val="000000"/>
                </a:solidFill>
                <a:latin typeface="Helvetica Neue Thin" panose="02000503000000020004"/>
                <a:ea typeface="Helvetica Neue Thin" panose="02000503000000020004"/>
                <a:cs typeface="Helvetica Neue Thin" panose="02000503000000020004"/>
                <a:sym typeface="Helvetica Neue Thin" panose="02000503000000020004"/>
              </a:defRPr>
            </a:lvl1pPr>
          </a:lstStyle>
          <a:p>
            <a:fld id="{86CB4B4D-7CA3-9044-876B-883B54F8677D}" type="slidenum">
              <a:rPr>
                <a:latin typeface="Arial" panose="020B0604020202020204" pitchFamily="34" charset="0"/>
                <a:cs typeface="Arial" panose="020B0604020202020204" pitchFamily="34" charset="0"/>
              </a:rPr>
              <a:t>14</a:t>
            </a:fld>
            <a:endParaRPr dirty="0">
              <a:latin typeface="Arial" panose="020B0604020202020204" pitchFamily="34" charset="0"/>
              <a:cs typeface="Arial" panose="020B0604020202020204" pitchFamily="34" charset="0"/>
            </a:endParaRPr>
          </a:p>
        </p:txBody>
      </p:sp>
      <p:sp>
        <p:nvSpPr>
          <p:cNvPr id="255" name="MTD | Measurement Equipment Details_Magnetic Moment"/>
          <p:cNvSpPr txBox="1">
            <a:spLocks noGrp="1"/>
          </p:cNvSpPr>
          <p:nvPr>
            <p:ph type="title" idx="4294967295"/>
          </p:nvPr>
        </p:nvSpPr>
        <p:spPr>
          <a:xfrm>
            <a:off x="749527" y="873010"/>
            <a:ext cx="20637635" cy="812309"/>
          </a:xfrm>
          <a:prstGeom prst="rect">
            <a:avLst/>
          </a:prstGeom>
        </p:spPr>
        <p:txBody>
          <a:bodyPr lIns="50800" tIns="50800" rIns="50800" bIns="50800" anchor="ctr">
            <a:noAutofit/>
          </a:bodyPr>
          <a:lstStyle>
            <a:lvl1pPr defTabSz="168910">
              <a:defRPr sz="4200">
                <a:solidFill>
                  <a:srgbClr val="000000"/>
                </a:solidFill>
              </a:defRPr>
            </a:lvl1pPr>
          </a:lstStyle>
          <a:p>
            <a:r>
              <a:rPr lang="en-US" altLang="zh-CN" sz="4400" dirty="0">
                <a:solidFill>
                  <a:srgbClr val="0070C0"/>
                </a:solidFill>
                <a:latin typeface="Arial" panose="020B0604020202020204" pitchFamily="34" charset="0"/>
                <a:cs typeface="Arial" panose="020B0604020202020204" pitchFamily="34" charset="0"/>
              </a:rPr>
              <a:t>MTD | </a:t>
            </a:r>
            <a:r>
              <a:rPr lang="en-US" altLang="zh-CN" sz="4400" dirty="0">
                <a:solidFill>
                  <a:schemeClr val="tx1"/>
                </a:solidFill>
                <a:latin typeface="Arial" panose="020B0604020202020204" pitchFamily="34" charset="0"/>
                <a:cs typeface="Arial" panose="020B0604020202020204" pitchFamily="34" charset="0"/>
              </a:rPr>
              <a:t>R240</a:t>
            </a:r>
            <a:r>
              <a:rPr lang="en-US" altLang="zh-CN" sz="4400" dirty="0">
                <a:latin typeface="Arial" panose="020B0604020202020204" pitchFamily="34" charset="0"/>
                <a:cs typeface="Arial" panose="020B0604020202020204" pitchFamily="34" charset="0"/>
              </a:rPr>
              <a:t> </a:t>
            </a:r>
            <a:r>
              <a:rPr sz="4400" dirty="0">
                <a:latin typeface="Arial" panose="020B0604020202090204" pitchFamily="34" charset="0"/>
                <a:cs typeface="Arial" panose="020B0604020202090204" pitchFamily="34" charset="0"/>
              </a:rPr>
              <a:t>Measurement Equipment Details</a:t>
            </a:r>
            <a:r>
              <a:rPr lang="en-US" sz="4400" dirty="0">
                <a:latin typeface="Arial" panose="020B0604020202090204" pitchFamily="34" charset="0"/>
                <a:cs typeface="Arial" panose="020B0604020202090204" pitchFamily="34" charset="0"/>
              </a:rPr>
              <a:t>-</a:t>
            </a:r>
            <a:r>
              <a:rPr lang="en-US" altLang="zh-CN" sz="4400" dirty="0">
                <a:latin typeface="Arial" panose="020B0604020202090204" pitchFamily="34" charset="0"/>
                <a:ea typeface="Helvetica Neue Medium" panose="02000503000000020004"/>
                <a:cs typeface="Arial" panose="020B0604020202090204" pitchFamily="34" charset="0"/>
                <a:sym typeface="Helvetica Neue Medium" panose="02000503000000020004"/>
              </a:rPr>
              <a:t>Thermal and Heat chamber</a:t>
            </a:r>
            <a:endParaRPr sz="4400" dirty="0">
              <a:latin typeface="Arial" panose="020B0604020202090204" pitchFamily="34" charset="0"/>
              <a:cs typeface="Arial" panose="020B0604020202090204" pitchFamily="34" charset="0"/>
            </a:endParaRPr>
          </a:p>
        </p:txBody>
      </p:sp>
      <p:pic>
        <p:nvPicPr>
          <p:cNvPr id="7" name="图像" descr="图像"/>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15231966" y="3074314"/>
            <a:ext cx="8085234" cy="6299454"/>
          </a:xfrm>
          <a:prstGeom prst="rect">
            <a:avLst/>
          </a:prstGeom>
          <a:ln w="12700">
            <a:miter lim="400000"/>
          </a:ln>
        </p:spPr>
      </p:pic>
      <p:graphicFrame>
        <p:nvGraphicFramePr>
          <p:cNvPr id="8" name="表格"/>
          <p:cNvGraphicFramePr/>
          <p:nvPr/>
        </p:nvGraphicFramePr>
        <p:xfrm>
          <a:off x="1747435" y="3125114"/>
          <a:ext cx="12300500" cy="5479624"/>
        </p:xfrm>
        <a:graphic>
          <a:graphicData uri="http://schemas.openxmlformats.org/drawingml/2006/table">
            <a:tbl>
              <a:tblPr>
                <a:tableStyleId>{4C3C2611-4C71-4FC5-86AE-919BDF0F9419}</a:tableStyleId>
              </a:tblPr>
              <a:tblGrid>
                <a:gridCol w="5938972">
                  <a:extLst>
                    <a:ext uri="{9D8B030D-6E8A-4147-A177-3AD203B41FA5}">
                      <a16:colId xmlns:a16="http://schemas.microsoft.com/office/drawing/2014/main" val="20000"/>
                    </a:ext>
                  </a:extLst>
                </a:gridCol>
                <a:gridCol w="6361528">
                  <a:extLst>
                    <a:ext uri="{9D8B030D-6E8A-4147-A177-3AD203B41FA5}">
                      <a16:colId xmlns:a16="http://schemas.microsoft.com/office/drawing/2014/main" val="20001"/>
                    </a:ext>
                  </a:extLst>
                </a:gridCol>
              </a:tblGrid>
              <a:tr h="1120631">
                <a:tc>
                  <a:txBody>
                    <a:bodyPr/>
                    <a:lstStyle/>
                    <a:p>
                      <a:pPr defTabSz="409575">
                        <a:defRPr sz="1800"/>
                      </a:pPr>
                      <a:r>
                        <a:rPr sz="3600" b="0" i="0" u="none" strike="noStrike" cap="none" spc="0" baseline="0" dirty="0">
                          <a:solidFill>
                            <a:srgbClr val="000000"/>
                          </a:solidFill>
                          <a:uFillTx/>
                          <a:latin typeface="Arial" panose="020B0604020202090204" pitchFamily="34" charset="0"/>
                          <a:ea typeface="Helvetica Neue Medium" panose="02000503000000020004"/>
                          <a:cs typeface="Arial" panose="020B0604020202090204" pitchFamily="34" charset="0"/>
                          <a:sym typeface="Helvetica Neue Medium" panose="02000503000000020004"/>
                        </a:rPr>
                        <a:t>Name:</a:t>
                      </a:r>
                    </a:p>
                  </a:txBody>
                  <a:tcPr marL="12700" marR="12700" marT="12700" marB="12700" anchor="ctr" horzOverflow="overflow">
                    <a:lnL w="12700">
                      <a:solidFill>
                        <a:srgbClr val="000000"/>
                      </a:solidFill>
                    </a:lnL>
                    <a:lnR w="12700">
                      <a:solidFill>
                        <a:srgbClr val="000000"/>
                      </a:solidFill>
                    </a:lnR>
                    <a:lnT w="12700">
                      <a:solidFill>
                        <a:srgbClr val="000000"/>
                      </a:solidFill>
                    </a:lnT>
                    <a:lnB w="12700">
                      <a:solidFill>
                        <a:srgbClr val="000000"/>
                      </a:solidFill>
                    </a:lnB>
                    <a:noFill/>
                  </a:tcPr>
                </a:tc>
                <a:tc>
                  <a:txBody>
                    <a:bodyPr/>
                    <a:lstStyle/>
                    <a:p>
                      <a:pPr defTabSz="409575">
                        <a:defRPr sz="1800"/>
                      </a:pPr>
                      <a:r>
                        <a:rPr lang="en-US" sz="3600" dirty="0">
                          <a:latin typeface="Arial" panose="020B0604020202020204" pitchFamily="34" charset="0"/>
                          <a:cs typeface="Arial" panose="020B0604020202020204" pitchFamily="34" charset="0"/>
                          <a:sym typeface="Helvetica"/>
                        </a:rPr>
                        <a:t>O</a:t>
                      </a:r>
                      <a:r>
                        <a:rPr lang="en-US" altLang="zh-CN" sz="3600" dirty="0">
                          <a:latin typeface="Arial" panose="020B0604020202020204" pitchFamily="34" charset="0"/>
                          <a:cs typeface="Arial" panose="020B0604020202020204" pitchFamily="34" charset="0"/>
                          <a:sym typeface="Helvetica"/>
                        </a:rPr>
                        <a:t>ven</a:t>
                      </a:r>
                      <a:endParaRPr sz="3600" dirty="0">
                        <a:latin typeface="Arial" panose="020B0604020202020204" pitchFamily="34" charset="0"/>
                        <a:cs typeface="Arial" panose="020B0604020202020204" pitchFamily="34" charset="0"/>
                        <a:sym typeface="Helvetica"/>
                      </a:endParaRPr>
                    </a:p>
                  </a:txBody>
                  <a:tcPr marL="12700" marR="12700" marT="12700" marB="12700" anchor="ctr" horzOverflow="overflow">
                    <a:lnL w="12700" cap="flat" cmpd="sng" algn="ctr">
                      <a:solidFill>
                        <a:srgbClr val="000000"/>
                      </a:solidFill>
                      <a:prstDash val="solid"/>
                      <a:round/>
                      <a:headEnd type="none" w="med" len="med"/>
                      <a:tailEnd type="none" w="med" len="med"/>
                    </a:lnL>
                    <a:lnR w="12700">
                      <a:solidFill>
                        <a:srgbClr val="000000"/>
                      </a:solidFill>
                    </a:lnR>
                    <a:lnT w="12700">
                      <a:solidFill>
                        <a:srgbClr val="000000"/>
                      </a:solidFill>
                    </a:lnT>
                    <a:lnB w="12700">
                      <a:solidFill>
                        <a:srgbClr val="000000"/>
                      </a:solidFill>
                    </a:lnB>
                    <a:noFill/>
                  </a:tcPr>
                </a:tc>
                <a:extLst>
                  <a:ext uri="{0D108BD9-81ED-4DB2-BD59-A6C34878D82A}">
                    <a16:rowId xmlns:a16="http://schemas.microsoft.com/office/drawing/2014/main" val="10000"/>
                  </a:ext>
                </a:extLst>
              </a:tr>
              <a:tr h="1115295">
                <a:tc>
                  <a:txBody>
                    <a:bodyPr/>
                    <a:lstStyle/>
                    <a:p>
                      <a:pPr defTabSz="409575">
                        <a:defRPr sz="1800"/>
                      </a:pPr>
                      <a:r>
                        <a:rPr sz="3600" b="0" i="0" u="none" strike="noStrike" cap="none" spc="0" baseline="0" dirty="0">
                          <a:solidFill>
                            <a:srgbClr val="000000"/>
                          </a:solidFill>
                          <a:uFillTx/>
                          <a:latin typeface="Arial" panose="020B0604020202090204" pitchFamily="34" charset="0"/>
                          <a:ea typeface="Helvetica Neue Medium" panose="02000503000000020004"/>
                          <a:cs typeface="Arial" panose="020B0604020202090204" pitchFamily="34" charset="0"/>
                          <a:sym typeface="Helvetica Neue Medium" panose="02000503000000020004"/>
                        </a:rPr>
                        <a:t>Manufacturer:</a:t>
                      </a:r>
                    </a:p>
                  </a:txBody>
                  <a:tcPr marL="12700" marR="12700" marT="12700" marB="12700" anchor="ctr" horzOverflow="overflow">
                    <a:lnL w="12700">
                      <a:solidFill>
                        <a:srgbClr val="000000"/>
                      </a:solidFill>
                    </a:lnL>
                    <a:lnR w="12700">
                      <a:solidFill>
                        <a:srgbClr val="000000"/>
                      </a:solidFill>
                    </a:lnR>
                    <a:lnT w="12700">
                      <a:solidFill>
                        <a:srgbClr val="000000"/>
                      </a:solidFill>
                    </a:lnT>
                    <a:lnB w="12700">
                      <a:solidFill>
                        <a:srgbClr val="000000"/>
                      </a:solidFill>
                    </a:lnB>
                    <a:noFill/>
                  </a:tcPr>
                </a:tc>
                <a:tc>
                  <a:txBody>
                    <a:bodyPr/>
                    <a:lstStyle/>
                    <a:p>
                      <a:pPr defTabSz="409575">
                        <a:defRPr sz="1800"/>
                      </a:pPr>
                      <a:r>
                        <a:rPr lang="en-US" altLang="zh-CN" sz="3600" dirty="0">
                          <a:latin typeface="Arial" panose="020B0604020202020204" pitchFamily="34" charset="0"/>
                          <a:cs typeface="Arial" panose="020B0604020202020204" pitchFamily="34" charset="0"/>
                          <a:sym typeface="Helvetica"/>
                        </a:rPr>
                        <a:t>Guangzhou </a:t>
                      </a:r>
                      <a:r>
                        <a:rPr lang="en-US" altLang="zh-CN" sz="3600" dirty="0" err="1">
                          <a:latin typeface="Arial" panose="020B0604020202020204" pitchFamily="34" charset="0"/>
                          <a:cs typeface="Arial" panose="020B0604020202020204" pitchFamily="34" charset="0"/>
                          <a:sym typeface="Helvetica"/>
                        </a:rPr>
                        <a:t>Wusuo</a:t>
                      </a:r>
                      <a:endParaRPr sz="3600" dirty="0">
                        <a:latin typeface="Arial" panose="020B0604020202020204" pitchFamily="34" charset="0"/>
                        <a:cs typeface="Arial" panose="020B0604020202020204" pitchFamily="34" charset="0"/>
                        <a:sym typeface="Helvetica"/>
                      </a:endParaRPr>
                    </a:p>
                  </a:txBody>
                  <a:tcPr marL="12700" marR="12700" marT="12700" marB="12700" anchor="ctr" horzOverflow="overflow">
                    <a:lnL w="12700" cap="flat" cmpd="sng" algn="ctr">
                      <a:solidFill>
                        <a:srgbClr val="000000"/>
                      </a:solidFill>
                      <a:prstDash val="solid"/>
                      <a:round/>
                      <a:headEnd type="none" w="med" len="med"/>
                      <a:tailEnd type="none" w="med" len="med"/>
                    </a:lnL>
                    <a:lnR w="12700">
                      <a:solidFill>
                        <a:srgbClr val="000000"/>
                      </a:solidFill>
                    </a:lnR>
                    <a:lnT w="12700">
                      <a:solidFill>
                        <a:srgbClr val="000000"/>
                      </a:solidFill>
                    </a:lnT>
                    <a:lnB w="12700">
                      <a:solidFill>
                        <a:srgbClr val="000000"/>
                      </a:solidFill>
                    </a:lnB>
                    <a:noFill/>
                  </a:tcPr>
                </a:tc>
                <a:extLst>
                  <a:ext uri="{0D108BD9-81ED-4DB2-BD59-A6C34878D82A}">
                    <a16:rowId xmlns:a16="http://schemas.microsoft.com/office/drawing/2014/main" val="10001"/>
                  </a:ext>
                </a:extLst>
              </a:tr>
              <a:tr h="1120631">
                <a:tc>
                  <a:txBody>
                    <a:bodyPr/>
                    <a:lstStyle/>
                    <a:p>
                      <a:pPr defTabSz="409575">
                        <a:defRPr sz="1800"/>
                      </a:pPr>
                      <a:r>
                        <a:rPr sz="3600" b="0" i="0" u="none" strike="noStrike" cap="none" spc="0" baseline="0" dirty="0">
                          <a:solidFill>
                            <a:srgbClr val="000000"/>
                          </a:solidFill>
                          <a:uFillTx/>
                          <a:latin typeface="Arial" panose="020B0604020202090204" pitchFamily="34" charset="0"/>
                          <a:ea typeface="Helvetica Neue Medium" panose="02000503000000020004"/>
                          <a:cs typeface="Arial" panose="020B0604020202090204" pitchFamily="34" charset="0"/>
                          <a:sym typeface="Helvetica Neue Medium" panose="02000503000000020004"/>
                        </a:rPr>
                        <a:t>Model: </a:t>
                      </a:r>
                    </a:p>
                  </a:txBody>
                  <a:tcPr marL="12700" marR="12700" marT="12700" marB="12700" anchor="ctr" horzOverflow="overflow">
                    <a:lnL w="12700">
                      <a:solidFill>
                        <a:srgbClr val="000000"/>
                      </a:solidFill>
                    </a:lnL>
                    <a:lnR w="12700">
                      <a:solidFill>
                        <a:srgbClr val="000000"/>
                      </a:solidFill>
                    </a:lnR>
                    <a:lnT w="12700">
                      <a:solidFill>
                        <a:srgbClr val="000000"/>
                      </a:solidFill>
                    </a:lnT>
                    <a:lnB w="12700" cap="flat" cmpd="sng" algn="ctr">
                      <a:solidFill>
                        <a:srgbClr val="000000"/>
                      </a:solidFill>
                      <a:prstDash val="solid"/>
                      <a:round/>
                      <a:headEnd type="none" w="med" len="med"/>
                      <a:tailEnd type="none" w="med" len="med"/>
                    </a:lnB>
                    <a:noFill/>
                  </a:tcPr>
                </a:tc>
                <a:tc>
                  <a:txBody>
                    <a:bodyPr/>
                    <a:lstStyle/>
                    <a:p>
                      <a:pPr defTabSz="457200">
                        <a:lnSpc>
                          <a:spcPts val="3700"/>
                        </a:lnSpc>
                        <a:defRPr sz="1600">
                          <a:latin typeface="+mn-lt"/>
                          <a:ea typeface="+mn-ea"/>
                          <a:cs typeface="+mn-cs"/>
                          <a:sym typeface="Helvetica Neue"/>
                        </a:defRPr>
                      </a:pPr>
                      <a:r>
                        <a:rPr lang="en-US" altLang="zh-CN" sz="3600" b="0" i="0" u="none" strike="noStrike" cap="none" spc="0" baseline="0" dirty="0">
                          <a:ln>
                            <a:noFill/>
                          </a:ln>
                          <a:solidFill>
                            <a:srgbClr val="000000"/>
                          </a:solidFill>
                          <a:uFillTx/>
                          <a:latin typeface="Arial" panose="020B0604020202020204" pitchFamily="34" charset="0"/>
                          <a:ea typeface="Helvetica Neue Medium"/>
                          <a:cs typeface="Arial" panose="020B0604020202020204" pitchFamily="34" charset="0"/>
                          <a:sym typeface="Helvetica Neue"/>
                        </a:rPr>
                        <a:t>PHH101</a:t>
                      </a:r>
                    </a:p>
                  </a:txBody>
                  <a:tcPr marL="12700" marR="12700" marT="12700" marB="12700" anchor="ctr" horzOverflow="overflow">
                    <a:lnL w="12700" cap="flat" cmpd="sng" algn="ctr">
                      <a:solidFill>
                        <a:srgbClr val="000000"/>
                      </a:solidFill>
                      <a:prstDash val="solid"/>
                      <a:round/>
                      <a:headEnd type="none" w="med" len="med"/>
                      <a:tailEnd type="none" w="med" len="med"/>
                    </a:lnL>
                    <a:lnR w="12700">
                      <a:solidFill>
                        <a:srgbClr val="000000"/>
                      </a:solidFill>
                    </a:lnR>
                    <a:lnT w="12700">
                      <a:solidFill>
                        <a:srgbClr val="000000"/>
                      </a:solidFill>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002"/>
                  </a:ext>
                </a:extLst>
              </a:tr>
              <a:tr h="1115295">
                <a:tc>
                  <a:txBody>
                    <a:bodyPr/>
                    <a:lstStyle/>
                    <a:p>
                      <a:pPr defTabSz="409575">
                        <a:defRPr sz="1800"/>
                      </a:pPr>
                      <a:r>
                        <a:rPr sz="3600" b="0" i="0" u="none" strike="noStrike" cap="none" spc="0" baseline="0" dirty="0">
                          <a:solidFill>
                            <a:srgbClr val="000000"/>
                          </a:solidFill>
                          <a:uFillTx/>
                          <a:latin typeface="Arial" panose="020B0604020202090204" pitchFamily="34" charset="0"/>
                          <a:ea typeface="Helvetica Neue Medium" panose="02000503000000020004"/>
                          <a:cs typeface="Arial" panose="020B0604020202090204" pitchFamily="34" charset="0"/>
                          <a:sym typeface="Helvetica Neue Medium" panose="02000503000000020004"/>
                        </a:rPr>
                        <a:t>Range:</a:t>
                      </a:r>
                    </a:p>
                  </a:txBody>
                  <a:tcPr marL="12700" marR="12700" marT="12700" marB="12700" anchor="ctr" horzOverflow="overflow">
                    <a:lnL w="12700">
                      <a:solidFill>
                        <a:srgbClr val="000000"/>
                      </a:solidFill>
                    </a:lnL>
                    <a:lnR w="12700">
                      <a:solidFill>
                        <a:srgbClr val="000000"/>
                      </a:solidFill>
                    </a:lnR>
                    <a:lnT w="12700">
                      <a:solidFill>
                        <a:srgbClr val="000000"/>
                      </a:solidFill>
                    </a:lnT>
                    <a:lnB w="12700" cap="flat" cmpd="sng" algn="ctr">
                      <a:solidFill>
                        <a:srgbClr val="000000"/>
                      </a:solidFill>
                      <a:prstDash val="solid"/>
                      <a:round/>
                      <a:headEnd type="none" w="med" len="med"/>
                      <a:tailEnd type="none" w="med" len="med"/>
                    </a:lnB>
                    <a:noFill/>
                  </a:tcPr>
                </a:tc>
                <a:tc>
                  <a:txBody>
                    <a:bodyPr/>
                    <a:lstStyle/>
                    <a:p>
                      <a:pPr defTabSz="409575">
                        <a:defRPr sz="3600">
                          <a:latin typeface="Helvetica Neue Medium"/>
                          <a:ea typeface="Helvetica Neue Medium"/>
                          <a:cs typeface="Helvetica Neue Medium"/>
                          <a:sym typeface="Helvetica Neue Medium"/>
                        </a:defRPr>
                      </a:pPr>
                      <a:r>
                        <a:rPr lang="en-US" altLang="zh-CN" dirty="0">
                          <a:latin typeface="Arial" panose="020B0604020202020204" pitchFamily="34" charset="0"/>
                          <a:cs typeface="Arial" panose="020B0604020202020204" pitchFamily="34" charset="0"/>
                        </a:rPr>
                        <a:t>0℃ +250℃</a:t>
                      </a:r>
                    </a:p>
                  </a:txBody>
                  <a:tcPr marL="12700" marR="12700" marT="12700" marB="12700" anchor="ctr" horzOverflow="overflow">
                    <a:lnL w="12700" cap="flat" cmpd="sng" algn="ctr">
                      <a:solidFill>
                        <a:srgbClr val="000000"/>
                      </a:solidFill>
                      <a:prstDash val="solid"/>
                      <a:round/>
                      <a:headEnd type="none" w="med" len="med"/>
                      <a:tailEnd type="none" w="med" len="med"/>
                    </a:lnL>
                    <a:lnR w="12700">
                      <a:solidFill>
                        <a:srgbClr val="000000"/>
                      </a:solidFill>
                    </a:lnR>
                    <a:lnT w="12700">
                      <a:solidFill>
                        <a:srgbClr val="000000"/>
                      </a:solidFill>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003"/>
                  </a:ext>
                </a:extLst>
              </a:tr>
              <a:tr h="1007772">
                <a:tc>
                  <a:txBody>
                    <a:bodyPr/>
                    <a:lstStyle/>
                    <a:p>
                      <a:pPr defTabSz="409575">
                        <a:defRPr sz="1800"/>
                      </a:pPr>
                      <a:r>
                        <a:rPr sz="3600" b="0" i="0" u="none" strike="noStrike" cap="none" spc="0" baseline="0" dirty="0">
                          <a:solidFill>
                            <a:srgbClr val="000000"/>
                          </a:solidFill>
                          <a:uFillTx/>
                          <a:latin typeface="Arial" panose="020B0604020202090204" pitchFamily="34" charset="0"/>
                          <a:ea typeface="Helvetica Neue Medium" panose="02000503000000020004"/>
                          <a:cs typeface="Arial" panose="020B0604020202090204" pitchFamily="34" charset="0"/>
                          <a:sym typeface="Helvetica Neue Medium" panose="02000503000000020004"/>
                        </a:rPr>
                        <a:t>Accuracy:</a:t>
                      </a:r>
                    </a:p>
                  </a:txBody>
                  <a:tcPr marL="12700" marR="12700" marT="12700" marB="12700" anchor="ctr" horzOverflow="overflow">
                    <a:lnL w="12700">
                      <a:solidFill>
                        <a:srgbClr val="000000"/>
                      </a:solidFill>
                    </a:lnL>
                    <a:lnR w="12700">
                      <a:solidFill>
                        <a:srgbClr val="000000"/>
                      </a:solidFill>
                    </a:lnR>
                    <a:lnT w="12700" cap="flat" cmpd="sng" algn="ctr">
                      <a:solidFill>
                        <a:srgbClr val="000000"/>
                      </a:solidFill>
                      <a:prstDash val="solid"/>
                      <a:round/>
                      <a:headEnd type="none" w="med" len="med"/>
                      <a:tailEnd type="none" w="med" len="med"/>
                    </a:lnT>
                    <a:lnB w="12700">
                      <a:solidFill>
                        <a:srgbClr val="000000"/>
                      </a:solidFill>
                    </a:lnB>
                    <a:noFill/>
                  </a:tcPr>
                </a:tc>
                <a:tc>
                  <a:txBody>
                    <a:bodyPr/>
                    <a:lstStyle/>
                    <a:p>
                      <a:pPr defTabSz="409575">
                        <a:defRPr sz="3600">
                          <a:latin typeface="Helvetica Neue Medium"/>
                          <a:ea typeface="Helvetica Neue Medium"/>
                          <a:cs typeface="Helvetica Neue Medium"/>
                          <a:sym typeface="Helvetica Neue Medium"/>
                        </a:defRPr>
                      </a:pPr>
                      <a:r>
                        <a:rPr dirty="0">
                          <a:latin typeface="Arial" panose="020B0604020202020204" pitchFamily="34" charset="0"/>
                          <a:cs typeface="Arial" panose="020B0604020202020204" pitchFamily="34" charset="0"/>
                        </a:rPr>
                        <a:t>±</a:t>
                      </a:r>
                      <a:r>
                        <a:rPr lang="en-US" dirty="0">
                          <a:latin typeface="Arial" panose="020B0604020202020204" pitchFamily="34" charset="0"/>
                          <a:cs typeface="Arial" panose="020B0604020202020204" pitchFamily="34" charset="0"/>
                        </a:rPr>
                        <a:t>2</a:t>
                      </a:r>
                      <a:r>
                        <a:rPr dirty="0">
                          <a:latin typeface="Arial" panose="020B0604020202020204" pitchFamily="34" charset="0"/>
                          <a:cs typeface="Arial" panose="020B0604020202020204" pitchFamily="34" charset="0"/>
                        </a:rPr>
                        <a:t>℃</a:t>
                      </a:r>
                    </a:p>
                  </a:txBody>
                  <a:tcPr marL="12700" marR="12700" marT="12700" marB="12700" anchor="ctr" horzOverflow="overflow">
                    <a:lnL w="12700" cap="flat" cmpd="sng" algn="ctr">
                      <a:solidFill>
                        <a:srgbClr val="000000"/>
                      </a:solidFill>
                      <a:prstDash val="solid"/>
                      <a:round/>
                      <a:headEnd type="none" w="med" len="med"/>
                      <a:tailEnd type="none" w="med" len="med"/>
                    </a:lnL>
                    <a:lnR w="12700">
                      <a:solidFill>
                        <a:srgbClr val="000000"/>
                      </a:solidFill>
                    </a:lnR>
                    <a:lnT w="12700" cap="flat" cmpd="sng" algn="ctr">
                      <a:solidFill>
                        <a:srgbClr val="000000"/>
                      </a:solidFill>
                      <a:prstDash val="solid"/>
                      <a:round/>
                      <a:headEnd type="none" w="med" len="med"/>
                      <a:tailEnd type="none" w="med" len="med"/>
                    </a:lnT>
                    <a:lnB w="12700">
                      <a:solidFill>
                        <a:srgbClr val="000000"/>
                      </a:solidFill>
                    </a:lnB>
                    <a:noFill/>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2830427059"/>
      </p:ext>
    </p:extLst>
  </p:cSld>
  <p:clrMapOvr>
    <a:masterClrMapping/>
  </p:clrMapOvr>
  <p:transition spd="me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0" name="MTD | X1335 Measurement Fixture List"/>
          <p:cNvSpPr txBox="1">
            <a:spLocks noGrp="1"/>
          </p:cNvSpPr>
          <p:nvPr>
            <p:ph type="title" idx="4294967295"/>
          </p:nvPr>
        </p:nvSpPr>
        <p:spPr>
          <a:xfrm>
            <a:off x="750899" y="760817"/>
            <a:ext cx="10399701" cy="1013902"/>
          </a:xfrm>
          <a:prstGeom prst="rect">
            <a:avLst/>
          </a:prstGeom>
        </p:spPr>
        <p:txBody>
          <a:bodyPr lIns="50800" tIns="50800" rIns="50800" bIns="50800"/>
          <a:lstStyle/>
          <a:p>
            <a:pPr algn="l" defTabSz="212866">
              <a:defRPr sz="4400">
                <a:solidFill>
                  <a:srgbClr val="024C90"/>
                </a:solidFill>
                <a:latin typeface="Helvetica Neue Light"/>
                <a:ea typeface="Helvetica Neue Light"/>
                <a:cs typeface="Helvetica Neue Light"/>
                <a:sym typeface="Helvetica Neue Light"/>
              </a:defRPr>
            </a:pPr>
            <a:r>
              <a:rPr dirty="0">
                <a:solidFill>
                  <a:schemeClr val="accent1">
                    <a:lumMod val="50000"/>
                  </a:schemeClr>
                </a:solidFill>
                <a:latin typeface="Arial" panose="020B0604020202020204" pitchFamily="34" charset="0"/>
                <a:cs typeface="Arial" panose="020B0604020202020204" pitchFamily="34" charset="0"/>
              </a:rPr>
              <a:t>MTD | </a:t>
            </a:r>
            <a:r>
              <a:rPr lang="en-US" sz="4400" dirty="0">
                <a:solidFill>
                  <a:schemeClr val="tx1"/>
                </a:solidFill>
                <a:latin typeface="Arial" panose="020B0604020202020204" pitchFamily="34" charset="0"/>
                <a:ea typeface="Helvetica Neue Light"/>
                <a:cs typeface="Arial" panose="020B0604020202020204" pitchFamily="34" charset="0"/>
              </a:rPr>
              <a:t>R240</a:t>
            </a:r>
            <a:r>
              <a:rPr dirty="0">
                <a:solidFill>
                  <a:schemeClr val="accent1">
                    <a:lumMod val="50000"/>
                  </a:schemeClr>
                </a:solidFill>
                <a:latin typeface="Arial" panose="020B0604020202020204" pitchFamily="34" charset="0"/>
                <a:cs typeface="Arial" panose="020B0604020202020204" pitchFamily="34" charset="0"/>
              </a:rPr>
              <a:t> </a:t>
            </a:r>
            <a:r>
              <a:rPr dirty="0">
                <a:solidFill>
                  <a:schemeClr val="tx1"/>
                </a:solidFill>
                <a:latin typeface="Arial" panose="020B0604020202020204" pitchFamily="34" charset="0"/>
                <a:cs typeface="Arial" panose="020B0604020202020204" pitchFamily="34" charset="0"/>
              </a:rPr>
              <a:t>Measurement Fixture List</a:t>
            </a:r>
          </a:p>
        </p:txBody>
      </p:sp>
      <p:graphicFrame>
        <p:nvGraphicFramePr>
          <p:cNvPr id="5" name="表格"/>
          <p:cNvGraphicFramePr/>
          <p:nvPr>
            <p:extLst>
              <p:ext uri="{D42A27DB-BD31-4B8C-83A1-F6EECF244321}">
                <p14:modId xmlns:p14="http://schemas.microsoft.com/office/powerpoint/2010/main" val="2933335684"/>
              </p:ext>
            </p:extLst>
          </p:nvPr>
        </p:nvGraphicFramePr>
        <p:xfrm>
          <a:off x="832926" y="2136089"/>
          <a:ext cx="22436470" cy="4768168"/>
        </p:xfrm>
        <a:graphic>
          <a:graphicData uri="http://schemas.openxmlformats.org/drawingml/2006/table">
            <a:tbl>
              <a:tblPr>
                <a:tableStyleId>{8F44A2F1-9E1F-4B54-A3A2-5F16C0AD49E2}</a:tableStyleId>
              </a:tblPr>
              <a:tblGrid>
                <a:gridCol w="5594766">
                  <a:extLst>
                    <a:ext uri="{9D8B030D-6E8A-4147-A177-3AD203B41FA5}">
                      <a16:colId xmlns:a16="http://schemas.microsoft.com/office/drawing/2014/main" val="20000"/>
                    </a:ext>
                  </a:extLst>
                </a:gridCol>
                <a:gridCol w="4168589">
                  <a:extLst>
                    <a:ext uri="{9D8B030D-6E8A-4147-A177-3AD203B41FA5}">
                      <a16:colId xmlns:a16="http://schemas.microsoft.com/office/drawing/2014/main" val="20001"/>
                    </a:ext>
                  </a:extLst>
                </a:gridCol>
                <a:gridCol w="4007223">
                  <a:extLst>
                    <a:ext uri="{9D8B030D-6E8A-4147-A177-3AD203B41FA5}">
                      <a16:colId xmlns:a16="http://schemas.microsoft.com/office/drawing/2014/main" val="20002"/>
                    </a:ext>
                  </a:extLst>
                </a:gridCol>
                <a:gridCol w="5722775">
                  <a:extLst>
                    <a:ext uri="{9D8B030D-6E8A-4147-A177-3AD203B41FA5}">
                      <a16:colId xmlns:a16="http://schemas.microsoft.com/office/drawing/2014/main" val="20003"/>
                    </a:ext>
                  </a:extLst>
                </a:gridCol>
                <a:gridCol w="2943117">
                  <a:extLst>
                    <a:ext uri="{9D8B030D-6E8A-4147-A177-3AD203B41FA5}">
                      <a16:colId xmlns:a16="http://schemas.microsoft.com/office/drawing/2014/main" val="20004"/>
                    </a:ext>
                  </a:extLst>
                </a:gridCol>
              </a:tblGrid>
              <a:tr h="1286996">
                <a:tc>
                  <a:txBody>
                    <a:bodyPr/>
                    <a:lstStyle/>
                    <a:p>
                      <a:pPr defTabSz="409575">
                        <a:defRPr sz="1800"/>
                      </a:pPr>
                      <a:r>
                        <a:rPr sz="2800" dirty="0">
                          <a:latin typeface="Arial" panose="020B0604020202020204" pitchFamily="34" charset="0"/>
                          <a:cs typeface="Arial" panose="020B0604020202020204" pitchFamily="34" charset="0"/>
                          <a:sym typeface="Helvetica Neue Medium"/>
                        </a:rPr>
                        <a:t>Fixture No</a:t>
                      </a:r>
                    </a:p>
                  </a:txBody>
                  <a:tcPr marL="12700" marR="12700" marT="12700" marB="127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defTabSz="409575">
                        <a:defRPr sz="1800"/>
                      </a:pPr>
                      <a:r>
                        <a:rPr sz="2800" dirty="0">
                          <a:latin typeface="Arial" panose="020B0604020202020204" pitchFamily="34" charset="0"/>
                          <a:cs typeface="Arial" panose="020B0604020202020204" pitchFamily="34" charset="0"/>
                          <a:sym typeface="Helvetica Neue Medium"/>
                        </a:rPr>
                        <a:t>Size</a:t>
                      </a:r>
                    </a:p>
                  </a:txBody>
                  <a:tcPr marL="12700" marR="12700" marT="12700" marB="127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defTabSz="409575">
                        <a:defRPr sz="1800"/>
                      </a:pPr>
                      <a:r>
                        <a:rPr sz="2800">
                          <a:latin typeface="Arial" panose="020B0604020202020204" pitchFamily="34" charset="0"/>
                          <a:cs typeface="Arial" panose="020B0604020202020204" pitchFamily="34" charset="0"/>
                          <a:sym typeface="Helvetica Neue Medium"/>
                        </a:rPr>
                        <a:t>Material</a:t>
                      </a:r>
                    </a:p>
                  </a:txBody>
                  <a:tcPr marL="12700" marR="12700" marT="12700" marB="127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defTabSz="409575">
                        <a:defRPr sz="1800"/>
                      </a:pPr>
                      <a:r>
                        <a:rPr sz="2800">
                          <a:latin typeface="Arial" panose="020B0604020202020204" pitchFamily="34" charset="0"/>
                          <a:cs typeface="Arial" panose="020B0604020202020204" pitchFamily="34" charset="0"/>
                          <a:sym typeface="Helvetica Neue Medium"/>
                        </a:rPr>
                        <a:t>Pic</a:t>
                      </a:r>
                    </a:p>
                  </a:txBody>
                  <a:tcPr marL="12700" marR="12700" marT="12700" marB="127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defTabSz="409575">
                        <a:defRPr sz="1800"/>
                      </a:pPr>
                      <a:r>
                        <a:rPr sz="2800" dirty="0">
                          <a:latin typeface="Arial" panose="020B0604020202020204" pitchFamily="34" charset="0"/>
                          <a:cs typeface="Arial" panose="020B0604020202020204" pitchFamily="34" charset="0"/>
                          <a:sym typeface="Helvetica Neue Medium"/>
                        </a:rPr>
                        <a:t>Remark</a:t>
                      </a:r>
                    </a:p>
                  </a:txBody>
                  <a:tcPr marL="12700" marR="12700" marT="12700" marB="127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1740586">
                <a:tc>
                  <a:txBody>
                    <a:bodyPr/>
                    <a:lstStyle/>
                    <a:p>
                      <a:pPr defTabSz="457200">
                        <a:defRPr sz="1800"/>
                      </a:pPr>
                      <a:r>
                        <a:rPr lang="en-US" sz="2800" dirty="0">
                          <a:latin typeface="Arial" panose="020B0604020202020204" pitchFamily="34" charset="0"/>
                          <a:cs typeface="Arial" panose="020B0604020202020204" pitchFamily="34" charset="0"/>
                          <a:sym typeface="Helvetica Neue Medium"/>
                        </a:rPr>
                        <a:t>J-R240-1#</a:t>
                      </a:r>
                      <a:endParaRPr sz="2800" dirty="0">
                        <a:latin typeface="Arial" panose="020B0604020202020204" pitchFamily="34" charset="0"/>
                        <a:cs typeface="Arial" panose="020B0604020202020204" pitchFamily="34" charset="0"/>
                        <a:sym typeface="Helvetica Neue Medium"/>
                      </a:endParaRPr>
                    </a:p>
                  </a:txBody>
                  <a:tcPr marL="12700" marR="12700" marT="12700" marB="127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defTabSz="409575">
                        <a:defRPr sz="1800"/>
                      </a:pPr>
                      <a:r>
                        <a:rPr sz="2800" dirty="0">
                          <a:latin typeface="Arial" panose="020B0604020202020204" pitchFamily="34" charset="0"/>
                          <a:cs typeface="Arial" panose="020B0604020202020204" pitchFamily="34" charset="0"/>
                          <a:sym typeface="Helvetica Neue Medium"/>
                        </a:rPr>
                        <a:t>100*35.4*8</a:t>
                      </a:r>
                    </a:p>
                  </a:txBody>
                  <a:tcPr marL="12700" marR="12700" marT="12700" marB="127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defTabSz="457200">
                        <a:defRPr sz="1800"/>
                      </a:pPr>
                      <a:r>
                        <a:rPr sz="2800" dirty="0">
                          <a:latin typeface="Arial" panose="020B0604020202020204" pitchFamily="34" charset="0"/>
                          <a:cs typeface="Arial" panose="020B0604020202020204" pitchFamily="34" charset="0"/>
                          <a:sym typeface="Helvetica Neue Medium"/>
                        </a:rPr>
                        <a:t>Electric board</a:t>
                      </a:r>
                    </a:p>
                  </a:txBody>
                  <a:tcPr marL="12700" marR="12700" marT="12700" marB="127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defTabSz="409575">
                        <a:defRPr sz="2800">
                          <a:sym typeface="Helvetica Neue Medium"/>
                        </a:defRPr>
                      </a:pPr>
                      <a:endParaRPr>
                        <a:latin typeface="Arial" panose="020B0604020202020204" pitchFamily="34" charset="0"/>
                        <a:cs typeface="Arial" panose="020B0604020202020204" pitchFamily="34" charset="0"/>
                      </a:endParaRPr>
                    </a:p>
                  </a:txBody>
                  <a:tcPr marL="12700" marR="12700" marT="12700" marB="127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defTabSz="409575">
                        <a:defRPr sz="2800">
                          <a:sym typeface="Helvetica Neue Medium"/>
                        </a:defRPr>
                      </a:pPr>
                      <a:r>
                        <a:rPr lang="en-US" dirty="0">
                          <a:latin typeface="Arial" panose="020B0604020202020204" pitchFamily="34" charset="0"/>
                          <a:cs typeface="Arial" panose="020B0604020202020204" pitchFamily="34" charset="0"/>
                        </a:rPr>
                        <a:t>/</a:t>
                      </a:r>
                      <a:endParaRPr dirty="0">
                        <a:latin typeface="Arial" panose="020B0604020202020204" pitchFamily="34" charset="0"/>
                        <a:cs typeface="Arial" panose="020B0604020202020204" pitchFamily="34" charset="0"/>
                      </a:endParaRPr>
                    </a:p>
                  </a:txBody>
                  <a:tcPr marL="12700" marR="12700" marT="12700" marB="127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1740586">
                <a:tc>
                  <a:txBody>
                    <a:bodyPr/>
                    <a:lstStyle/>
                    <a:p>
                      <a:pPr defTabSz="457200">
                        <a:defRPr sz="1800"/>
                      </a:pPr>
                      <a:r>
                        <a:rPr lang="en-US" altLang="zh-CN" sz="2800" dirty="0">
                          <a:latin typeface="Arial" panose="020B0604020202020204" pitchFamily="34" charset="0"/>
                          <a:ea typeface="+mj-ea"/>
                          <a:cs typeface="Arial" panose="020B0604020202020204" pitchFamily="34" charset="0"/>
                          <a:sym typeface="Helvetica Neue Medium"/>
                        </a:rPr>
                        <a:t>J</a:t>
                      </a:r>
                      <a:r>
                        <a:rPr lang="en-US" altLang="zh-CN" sz="2800" b="0" i="0" u="none" strike="noStrike" cap="none" spc="0" baseline="0" dirty="0">
                          <a:ln>
                            <a:noFill/>
                          </a:ln>
                          <a:solidFill>
                            <a:srgbClr val="000000"/>
                          </a:solidFill>
                          <a:uFillTx/>
                          <a:latin typeface="Arial" panose="020B0604020202020204" pitchFamily="34" charset="0"/>
                          <a:ea typeface="Helvetica Neue Medium"/>
                          <a:cs typeface="Arial" panose="020B0604020202020204" pitchFamily="34" charset="0"/>
                          <a:sym typeface="Helvetica Neue Medium"/>
                        </a:rPr>
                        <a:t>-</a:t>
                      </a:r>
                      <a:r>
                        <a:rPr lang="en-US" altLang="zh-CN" sz="2800" dirty="0">
                          <a:latin typeface="Arial" panose="020B0604020202020204" pitchFamily="34" charset="0"/>
                          <a:cs typeface="Arial" panose="020B0604020202020204" pitchFamily="34" charset="0"/>
                          <a:sym typeface="Helvetica Neue Medium"/>
                        </a:rPr>
                        <a:t>R240</a:t>
                      </a:r>
                      <a:r>
                        <a:rPr lang="en-US" altLang="zh-CN" sz="2800" dirty="0">
                          <a:latin typeface="Arial" panose="020B0604020202020204" pitchFamily="34" charset="0"/>
                          <a:ea typeface="+mj-ea"/>
                          <a:cs typeface="Arial" panose="020B0604020202020204" pitchFamily="34" charset="0"/>
                          <a:sym typeface="Helvetica Neue Medium"/>
                        </a:rPr>
                        <a:t>-</a:t>
                      </a:r>
                      <a:r>
                        <a:rPr lang="en-US" altLang="zh-CN" sz="2800" b="0" i="0" u="none" strike="noStrike" cap="none" spc="0" baseline="0" dirty="0">
                          <a:ln>
                            <a:noFill/>
                          </a:ln>
                          <a:solidFill>
                            <a:srgbClr val="000000"/>
                          </a:solidFill>
                          <a:uFillTx/>
                          <a:latin typeface="Arial" panose="020B0604020202020204" pitchFamily="34" charset="0"/>
                          <a:ea typeface="+mj-ea"/>
                          <a:cs typeface="Arial" panose="020B0604020202020204" pitchFamily="34" charset="0"/>
                          <a:sym typeface="Helvetica Neue Medium"/>
                        </a:rPr>
                        <a:t>2</a:t>
                      </a:r>
                      <a:r>
                        <a:rPr lang="en-US" altLang="zh-CN" sz="2800" b="0" i="0" u="none" strike="noStrike" cap="none" spc="0" baseline="0" dirty="0">
                          <a:ln>
                            <a:noFill/>
                          </a:ln>
                          <a:solidFill>
                            <a:srgbClr val="000000"/>
                          </a:solidFill>
                          <a:uFillTx/>
                          <a:latin typeface="Arial" panose="020B0604020202020204" pitchFamily="34" charset="0"/>
                          <a:ea typeface="Helvetica Neue Medium"/>
                          <a:cs typeface="Arial" panose="020B0604020202020204" pitchFamily="34" charset="0"/>
                          <a:sym typeface="Helvetica Neue Medium"/>
                        </a:rPr>
                        <a:t>#</a:t>
                      </a:r>
                    </a:p>
                  </a:txBody>
                  <a:tcPr marL="12700" marR="12700" marT="12700" marB="127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sz="1800"/>
                      </a:pPr>
                      <a:r>
                        <a:rPr kumimoji="0" lang="en-US" sz="2800" b="0" i="0" u="none" strike="noStrike" cap="none" spc="0" normalizeH="0" baseline="0" dirty="0">
                          <a:ln>
                            <a:noFill/>
                          </a:ln>
                          <a:solidFill>
                            <a:schemeClr val="tx1"/>
                          </a:solidFill>
                          <a:effectLst/>
                          <a:uFillTx/>
                          <a:latin typeface="Arial" panose="020B0604020202020204" pitchFamily="34" charset="0"/>
                          <a:ea typeface="微软雅黑" panose="020B0503020204020204" charset="-122"/>
                          <a:cs typeface="Arial" panose="020B0604020202020204" pitchFamily="34" charset="0"/>
                          <a:sym typeface="Helvetica Neue Thin" panose="02000503000000020004"/>
                        </a:rPr>
                        <a:t>60*60*10</a:t>
                      </a:r>
                    </a:p>
                  </a:txBody>
                  <a:tcPr marL="12700" marR="12700" marT="12700" marB="127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sz="1800"/>
                      </a:pPr>
                      <a:r>
                        <a:rPr kumimoji="0" lang="en-US" sz="2800" b="0" i="0" u="none" strike="noStrike" cap="none" spc="0" normalizeH="0" baseline="0" dirty="0">
                          <a:ln>
                            <a:noFill/>
                          </a:ln>
                          <a:solidFill>
                            <a:schemeClr val="tx1"/>
                          </a:solidFill>
                          <a:effectLst/>
                          <a:uFillTx/>
                          <a:latin typeface="Arial" panose="020B0604020202020204" pitchFamily="34" charset="0"/>
                          <a:ea typeface="微软雅黑" panose="020B0503020204020204" charset="-122"/>
                          <a:cs typeface="Arial" panose="020B0604020202020204" pitchFamily="34" charset="0"/>
                          <a:sym typeface="Helvetica Neue Medium" panose="02000503000000020004"/>
                        </a:rPr>
                        <a:t>USU304</a:t>
                      </a:r>
                    </a:p>
                  </a:txBody>
                  <a:tcPr marL="12700" marR="12700" marT="12700" marB="127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sz="1800"/>
                      </a:pPr>
                      <a:endParaRPr kumimoji="0" sz="2800" b="0" i="0" u="none" strike="noStrike" cap="none" spc="0" normalizeH="0" baseline="0" dirty="0">
                        <a:ln>
                          <a:noFill/>
                        </a:ln>
                        <a:solidFill>
                          <a:schemeClr val="tx1"/>
                        </a:solidFill>
                        <a:effectLst/>
                        <a:uFillTx/>
                        <a:latin typeface="Arial" panose="020B0604020202020204" pitchFamily="34" charset="0"/>
                        <a:ea typeface="微软雅黑" panose="020B0503020204020204" charset="-122"/>
                        <a:cs typeface="Arial" panose="020B0604020202020204" pitchFamily="34" charset="0"/>
                        <a:sym typeface="Helvetica Neue Thin" panose="02000503000000020004"/>
                      </a:endParaRPr>
                    </a:p>
                  </a:txBody>
                  <a:tcPr marL="12700" marR="12700" marT="12700" marB="127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sz="1800"/>
                      </a:pPr>
                      <a:r>
                        <a:rPr kumimoji="0" lang="en-US" sz="2800" b="0" i="0" u="none" strike="noStrike" cap="none" spc="0" normalizeH="0" baseline="0" dirty="0">
                          <a:ln>
                            <a:noFill/>
                          </a:ln>
                          <a:solidFill>
                            <a:schemeClr val="tx1"/>
                          </a:solidFill>
                          <a:effectLst/>
                          <a:uFillTx/>
                          <a:latin typeface="Arial" panose="020B0604020202020204" pitchFamily="34" charset="0"/>
                          <a:ea typeface="微软雅黑" panose="020B0503020204020204" charset="-122"/>
                          <a:cs typeface="Arial" panose="020B0604020202020204" pitchFamily="34" charset="0"/>
                          <a:sym typeface="Helvetica Neue Thin" panose="02000503000000020004"/>
                        </a:rPr>
                        <a:t>Cross Hatch</a:t>
                      </a:r>
                      <a:endParaRPr kumimoji="0" sz="2800" b="0" i="0" u="none" strike="noStrike" cap="none" spc="0" normalizeH="0" baseline="0" dirty="0">
                        <a:ln>
                          <a:noFill/>
                        </a:ln>
                        <a:solidFill>
                          <a:schemeClr val="tx1"/>
                        </a:solidFill>
                        <a:effectLst/>
                        <a:uFillTx/>
                        <a:latin typeface="Arial" panose="020B0604020202020204" pitchFamily="34" charset="0"/>
                        <a:ea typeface="微软雅黑" panose="020B0503020204020204" charset="-122"/>
                        <a:cs typeface="Arial" panose="020B0604020202020204" pitchFamily="34" charset="0"/>
                        <a:sym typeface="Helvetica Neue Thin" panose="02000503000000020004"/>
                      </a:endParaRPr>
                    </a:p>
                  </a:txBody>
                  <a:tcPr marL="12700" marR="12700" marT="12700" marB="127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sp>
        <p:nvSpPr>
          <p:cNvPr id="2" name="灯片编号占位符 1"/>
          <p:cNvSpPr>
            <a:spLocks noGrp="1"/>
          </p:cNvSpPr>
          <p:nvPr>
            <p:ph type="sldNum" sz="quarter" idx="2"/>
          </p:nvPr>
        </p:nvSpPr>
        <p:spPr/>
        <p:txBody>
          <a:bodyPr/>
          <a:lstStyle/>
          <a:p>
            <a:fld id="{86CB4B4D-7CA3-9044-876B-883B54F8677D}" type="slidenum">
              <a:rPr lang="en-US" altLang="zh-CN" smtClean="0"/>
              <a:t>15</a:t>
            </a:fld>
            <a:endParaRPr lang="zh-CN" altLang="en-US"/>
          </a:p>
        </p:txBody>
      </p:sp>
      <p:pic>
        <p:nvPicPr>
          <p:cNvPr id="7" name="图片 6"/>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15125872" y="3739725"/>
            <a:ext cx="4549387" cy="1179706"/>
          </a:xfrm>
          <a:prstGeom prst="rect">
            <a:avLst/>
          </a:prstGeom>
        </p:spPr>
      </p:pic>
      <p:pic>
        <p:nvPicPr>
          <p:cNvPr id="10" name="图片 9"/>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6780003" y="5367895"/>
            <a:ext cx="1313382" cy="1343148"/>
          </a:xfrm>
          <a:prstGeom prst="rect">
            <a:avLst/>
          </a:prstGeom>
        </p:spPr>
      </p:pic>
    </p:spTree>
    <p:extLst>
      <p:ext uri="{BB962C8B-B14F-4D97-AF65-F5344CB8AC3E}">
        <p14:creationId xmlns:p14="http://schemas.microsoft.com/office/powerpoint/2010/main" val="1477362284"/>
      </p:ext>
    </p:extLst>
  </p:cSld>
  <p:clrMapOvr>
    <a:masterClrMapping/>
  </p:clrMapOvr>
  <p:transition spd="me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6" name="表格">
            <a:extLst>
              <a:ext uri="{FF2B5EF4-FFF2-40B4-BE49-F238E27FC236}">
                <a16:creationId xmlns:a16="http://schemas.microsoft.com/office/drawing/2014/main" id="{9CF7699C-078E-C34E-AFB3-88650F83468D}"/>
              </a:ext>
            </a:extLst>
          </p:cNvPr>
          <p:cNvGraphicFramePr/>
          <p:nvPr>
            <p:extLst>
              <p:ext uri="{D42A27DB-BD31-4B8C-83A1-F6EECF244321}">
                <p14:modId xmlns:p14="http://schemas.microsoft.com/office/powerpoint/2010/main" val="3384568770"/>
              </p:ext>
            </p:extLst>
          </p:nvPr>
        </p:nvGraphicFramePr>
        <p:xfrm>
          <a:off x="855324" y="1933265"/>
          <a:ext cx="22807908" cy="11782736"/>
        </p:xfrm>
        <a:graphic>
          <a:graphicData uri="http://schemas.openxmlformats.org/drawingml/2006/table">
            <a:tbl>
              <a:tblPr/>
              <a:tblGrid>
                <a:gridCol w="11362076">
                  <a:extLst>
                    <a:ext uri="{9D8B030D-6E8A-4147-A177-3AD203B41FA5}">
                      <a16:colId xmlns:a16="http://schemas.microsoft.com/office/drawing/2014/main" val="20000"/>
                    </a:ext>
                  </a:extLst>
                </a:gridCol>
                <a:gridCol w="11445832">
                  <a:extLst>
                    <a:ext uri="{9D8B030D-6E8A-4147-A177-3AD203B41FA5}">
                      <a16:colId xmlns:a16="http://schemas.microsoft.com/office/drawing/2014/main" val="20001"/>
                    </a:ext>
                  </a:extLst>
                </a:gridCol>
              </a:tblGrid>
              <a:tr h="648655">
                <a:tc gridSpan="2">
                  <a:txBody>
                    <a:bodyPr/>
                    <a:lstStyle/>
                    <a:p>
                      <a:pPr marL="0" marR="0" lvl="0" indent="0" algn="l" defTabSz="409575" rtl="0" eaLnBrk="1" fontAlgn="auto" latinLnBrk="0" hangingPunct="1">
                        <a:lnSpc>
                          <a:spcPct val="100000"/>
                        </a:lnSpc>
                        <a:spcBef>
                          <a:spcPts val="0"/>
                        </a:spcBef>
                        <a:spcAft>
                          <a:spcPts val="0"/>
                        </a:spcAft>
                        <a:buClrTx/>
                        <a:buSzTx/>
                        <a:buFontTx/>
                        <a:buNone/>
                        <a:tabLst/>
                        <a:defRPr sz="1800"/>
                      </a:pPr>
                      <a:r>
                        <a:rPr sz="3200" dirty="0">
                          <a:latin typeface="Arial" panose="020B0604020202020204" pitchFamily="34" charset="0"/>
                          <a:ea typeface="+mj-ea"/>
                          <a:cs typeface="Arial" panose="020B0604020202020204" pitchFamily="34" charset="0"/>
                          <a:sym typeface="Helvetica Neue Medium" panose="02000503000000020004"/>
                        </a:rPr>
                        <a:t>MAGNET </a:t>
                      </a:r>
                      <a:r>
                        <a:rPr lang="en-US" altLang="zh-CN" sz="3200" b="0" i="0" u="none" strike="noStrike" cap="none" spc="0" baseline="0" dirty="0">
                          <a:ln>
                            <a:noFill/>
                          </a:ln>
                          <a:solidFill>
                            <a:schemeClr val="tx1"/>
                          </a:solidFill>
                          <a:uFillTx/>
                          <a:latin typeface="Arial" panose="020B0604020202020204" pitchFamily="34" charset="0"/>
                          <a:ea typeface="+mn-ea"/>
                          <a:cs typeface="Arial" panose="020B0604020202020204" pitchFamily="34" charset="0"/>
                          <a:sym typeface="Helvetica Neue Medium" panose="02000503000000020004"/>
                        </a:rPr>
                        <a:t>Length</a:t>
                      </a:r>
                      <a:r>
                        <a:rPr sz="3200" b="0" i="0" u="none" strike="noStrike" cap="none" spc="0" baseline="0" dirty="0">
                          <a:ln>
                            <a:noFill/>
                          </a:ln>
                          <a:solidFill>
                            <a:srgbClr val="000000"/>
                          </a:solidFill>
                          <a:effectLst/>
                          <a:uFillTx/>
                          <a:latin typeface="Arial" panose="020B0604020202020204" pitchFamily="34" charset="0"/>
                          <a:ea typeface="Arial Unicode MS" panose="020B0604020202020204" pitchFamily="34" charset="-122"/>
                          <a:cs typeface="Arial" panose="020B0604020202020204" pitchFamily="34" charset="0"/>
                          <a:sym typeface="Helvetica Neue Medium" panose="02000503000000020004"/>
                        </a:rPr>
                        <a:t>:</a:t>
                      </a:r>
                      <a:r>
                        <a:rPr lang="en-US" altLang="zh-CN" sz="3200" b="0" i="0" u="none" strike="noStrike" cap="none" spc="0" baseline="0" dirty="0">
                          <a:ln>
                            <a:noFill/>
                          </a:ln>
                          <a:solidFill>
                            <a:srgbClr val="000000"/>
                          </a:solidFill>
                          <a:effectLst/>
                          <a:uFillTx/>
                          <a:latin typeface="Arial" panose="020B0604020202020204" pitchFamily="34" charset="0"/>
                          <a:ea typeface="Arial Unicode MS" panose="020B0604020202020204" pitchFamily="34" charset="-122"/>
                          <a:cs typeface="Arial" panose="020B0604020202020204" pitchFamily="34" charset="0"/>
                          <a:sym typeface="Helvetica Neue Thin" panose="02000503000000020004"/>
                        </a:rPr>
                        <a:t> </a:t>
                      </a:r>
                      <a:r>
                        <a:rPr lang="en-US" altLang="zh-CN" sz="3200" b="0" i="0" u="none" strike="noStrike" cap="none" spc="0" baseline="0" dirty="0">
                          <a:ln>
                            <a:noFill/>
                          </a:ln>
                          <a:solidFill>
                            <a:srgbClr val="000000"/>
                          </a:solidFill>
                          <a:effectLst/>
                          <a:uFillTx/>
                          <a:latin typeface="Arial" panose="020B0604020202020204" pitchFamily="34" charset="0"/>
                          <a:ea typeface="Arial Unicode MS" panose="020B0604020202020204" pitchFamily="34" charset="-122"/>
                          <a:cs typeface="Arial" panose="020B0604020202020204" pitchFamily="34" charset="0"/>
                          <a:sym typeface="Helvetica Neue Light"/>
                        </a:rPr>
                        <a:t>FAI1/SPCA</a:t>
                      </a:r>
                      <a:r>
                        <a:rPr lang="en-US" altLang="zh-CN" sz="3200" b="0" i="0" u="none" strike="noStrike" cap="none" spc="0" baseline="0" dirty="0">
                          <a:ln>
                            <a:noFill/>
                          </a:ln>
                          <a:solidFill>
                            <a:srgbClr val="000000"/>
                          </a:solidFill>
                          <a:effectLst/>
                          <a:uFillTx/>
                          <a:latin typeface="Arial" panose="020B0604020202020204" pitchFamily="34" charset="0"/>
                          <a:ea typeface="Arial Unicode MS" panose="020B0604020202020204" pitchFamily="34" charset="-122"/>
                          <a:cs typeface="Arial" panose="020B0604020202020204" pitchFamily="34" charset="0"/>
                          <a:sym typeface="Helvetica Neue Medium"/>
                        </a:rPr>
                        <a:t>±0.05</a:t>
                      </a:r>
                      <a:endParaRPr lang="zh-CN" altLang="en-US" sz="3200" b="0" i="0" u="none" strike="noStrike" cap="none" spc="0" baseline="0" dirty="0">
                        <a:ln>
                          <a:noFill/>
                        </a:ln>
                        <a:solidFill>
                          <a:srgbClr val="000000"/>
                        </a:solidFill>
                        <a:effectLst/>
                        <a:uFillTx/>
                        <a:latin typeface="Arial" panose="020B0604020202020204" pitchFamily="34" charset="0"/>
                        <a:ea typeface="Arial Unicode MS" panose="020B0604020202020204" pitchFamily="34" charset="-122"/>
                        <a:cs typeface="Arial" panose="020B0604020202020204" pitchFamily="34" charset="0"/>
                        <a:sym typeface="Helvetica Neue Medium"/>
                      </a:endParaRPr>
                    </a:p>
                  </a:txBody>
                  <a:tcPr marL="12700" marR="12700" marT="12700" marB="12700" anchor="ctr" horzOverflow="overflow">
                    <a:lnL w="6350">
                      <a:solidFill>
                        <a:srgbClr val="000000"/>
                      </a:solidFill>
                    </a:lnL>
                    <a:lnR w="6350">
                      <a:solidFill>
                        <a:srgbClr val="000000"/>
                      </a:solidFill>
                    </a:lnR>
                    <a:lnT w="6350">
                      <a:solidFill>
                        <a:srgbClr val="000000"/>
                      </a:solidFill>
                    </a:lnT>
                    <a:lnB w="6350">
                      <a:solidFill>
                        <a:srgbClr val="000000"/>
                      </a:solidFill>
                    </a:lnB>
                    <a:solidFill>
                      <a:srgbClr val="C1E1FE"/>
                    </a:solidFill>
                  </a:tcPr>
                </a:tc>
                <a:tc hMerge="1">
                  <a:txBody>
                    <a:bodyPr/>
                    <a:lstStyle/>
                    <a:p>
                      <a:endParaRPr lang="zh-CN"/>
                    </a:p>
                  </a:txBody>
                  <a:tcPr/>
                </a:tc>
                <a:extLst>
                  <a:ext uri="{0D108BD9-81ED-4DB2-BD59-A6C34878D82A}">
                    <a16:rowId xmlns:a16="http://schemas.microsoft.com/office/drawing/2014/main" val="10000"/>
                  </a:ext>
                </a:extLst>
              </a:tr>
              <a:tr h="639381">
                <a:tc>
                  <a:txBody>
                    <a:bodyPr/>
                    <a:lstStyle/>
                    <a:p>
                      <a:pPr defTabSz="409575">
                        <a:defRPr sz="1800"/>
                      </a:pPr>
                      <a:r>
                        <a:rPr lang="en-US" sz="3000" dirty="0">
                          <a:latin typeface="Arial" panose="020B0604020202020204" pitchFamily="34" charset="0"/>
                          <a:ea typeface="+mj-ea"/>
                          <a:cs typeface="Arial" panose="020B0604020202020204" pitchFamily="34" charset="0"/>
                          <a:sym typeface="Helvetica Neue Medium" panose="02000503000000020004"/>
                        </a:rPr>
                        <a:t>CPK</a:t>
                      </a:r>
                      <a:endParaRPr sz="3000" dirty="0">
                        <a:latin typeface="Arial" panose="020B0604020202020204" pitchFamily="34" charset="0"/>
                        <a:ea typeface="+mj-ea"/>
                        <a:cs typeface="Arial" panose="020B0604020202020204" pitchFamily="34" charset="0"/>
                        <a:sym typeface="Helvetica Neue Medium" panose="02000503000000020004"/>
                      </a:endParaRPr>
                    </a:p>
                  </a:txBody>
                  <a:tcPr marL="12700" marR="12700" marT="12700" marB="12700" anchor="ctr" horzOverflow="overflow">
                    <a:lnL w="6350">
                      <a:solidFill>
                        <a:srgbClr val="000000"/>
                      </a:solidFill>
                    </a:lnL>
                    <a:lnR w="6350">
                      <a:solidFill>
                        <a:srgbClr val="000000"/>
                      </a:solidFill>
                    </a:lnR>
                    <a:lnT w="6350">
                      <a:solidFill>
                        <a:srgbClr val="000000"/>
                      </a:solidFill>
                    </a:lnT>
                    <a:lnB w="6350">
                      <a:solidFill>
                        <a:srgbClr val="000000"/>
                      </a:solidFill>
                    </a:lnB>
                    <a:solidFill>
                      <a:srgbClr val="C1E1FE"/>
                    </a:solidFill>
                  </a:tcPr>
                </a:tc>
                <a:tc>
                  <a:txBody>
                    <a:bodyPr/>
                    <a:lstStyle/>
                    <a:p>
                      <a:pPr defTabSz="409575">
                        <a:defRPr sz="1800"/>
                      </a:pPr>
                      <a:r>
                        <a:rPr sz="3000" dirty="0">
                          <a:latin typeface="Arial" panose="020B0604020202020204" pitchFamily="34" charset="0"/>
                          <a:ea typeface="+mj-ea"/>
                          <a:cs typeface="Arial" panose="020B0604020202020204" pitchFamily="34" charset="0"/>
                          <a:sym typeface="Helvetica Neue Medium" panose="02000503000000020004"/>
                        </a:rPr>
                        <a:t>In-process</a:t>
                      </a:r>
                    </a:p>
                  </a:txBody>
                  <a:tcPr marL="12700" marR="12700" marT="12700" marB="12700" anchor="ctr" horzOverflow="overflow">
                    <a:lnL w="6350">
                      <a:solidFill>
                        <a:srgbClr val="000000"/>
                      </a:solidFill>
                    </a:lnL>
                    <a:lnR w="6350">
                      <a:solidFill>
                        <a:srgbClr val="000000"/>
                      </a:solidFill>
                    </a:lnR>
                    <a:lnT w="6350">
                      <a:solidFill>
                        <a:srgbClr val="000000"/>
                      </a:solidFill>
                    </a:lnT>
                    <a:lnB w="6350">
                      <a:solidFill>
                        <a:srgbClr val="000000"/>
                      </a:solidFill>
                    </a:lnB>
                    <a:solidFill>
                      <a:srgbClr val="C1E1FE"/>
                    </a:solidFill>
                  </a:tcPr>
                </a:tc>
                <a:extLst>
                  <a:ext uri="{0D108BD9-81ED-4DB2-BD59-A6C34878D82A}">
                    <a16:rowId xmlns:a16="http://schemas.microsoft.com/office/drawing/2014/main" val="10001"/>
                  </a:ext>
                </a:extLst>
              </a:tr>
              <a:tr h="10494700">
                <a:tc>
                  <a:txBody>
                    <a:bodyPr/>
                    <a:lstStyle/>
                    <a:p>
                      <a:pPr marL="0" marR="0" indent="0" algn="l" defTabSz="409575" latinLnBrk="0">
                        <a:lnSpc>
                          <a:spcPct val="100000"/>
                        </a:lnSpc>
                        <a:spcBef>
                          <a:spcPts val="0"/>
                        </a:spcBef>
                        <a:spcAft>
                          <a:spcPts val="0"/>
                        </a:spcAft>
                        <a:buClrTx/>
                        <a:buSzTx/>
                        <a:buFontTx/>
                        <a:buNone/>
                        <a:tabLst/>
                        <a:defRPr sz="2600">
                          <a:sym typeface="Helvetica Neue Medium" panose="02000503000000020004"/>
                        </a:defRPr>
                      </a:pPr>
                      <a:r>
                        <a:rPr dirty="0">
                          <a:latin typeface="Arial" panose="020B0604020202020204" pitchFamily="34" charset="0"/>
                          <a:ea typeface="+mj-ea"/>
                          <a:cs typeface="Arial" panose="020B0604020202020204" pitchFamily="34" charset="0"/>
                        </a:rPr>
                        <a:t>1</a:t>
                      </a:r>
                      <a:r>
                        <a:rPr lang="en-US" dirty="0">
                          <a:latin typeface="Arial" panose="020B0604020202020204" pitchFamily="34" charset="0"/>
                          <a:ea typeface="+mj-ea"/>
                          <a:cs typeface="Arial" panose="020B0604020202020204" pitchFamily="34" charset="0"/>
                        </a:rPr>
                        <a:t>.</a:t>
                      </a:r>
                      <a:r>
                        <a:rPr lang="en-US" baseline="0" dirty="0">
                          <a:latin typeface="Arial" panose="020B0604020202020204" pitchFamily="34" charset="0"/>
                          <a:ea typeface="+mj-ea"/>
                          <a:cs typeface="Arial" panose="020B0604020202020204" pitchFamily="34" charset="0"/>
                        </a:rPr>
                        <a:t>  </a:t>
                      </a:r>
                      <a:r>
                        <a:rPr dirty="0">
                          <a:latin typeface="Arial" panose="020B0604020202020204" pitchFamily="34" charset="0"/>
                          <a:ea typeface="+mj-ea"/>
                          <a:cs typeface="Arial" panose="020B0604020202020204" pitchFamily="34" charset="0"/>
                        </a:rPr>
                        <a:t>Measurement Method ：</a:t>
                      </a:r>
                      <a:r>
                        <a:rPr lang="en-US" altLang="zh-CN" sz="2600" b="0" i="0" u="none" strike="noStrike" cap="none" spc="0" baseline="0" dirty="0">
                          <a:ln>
                            <a:noFill/>
                          </a:ln>
                          <a:solidFill>
                            <a:schemeClr val="tx1"/>
                          </a:solidFill>
                          <a:uFillTx/>
                          <a:latin typeface="Arial" panose="020B0604020202020204" pitchFamily="34" charset="0"/>
                          <a:ea typeface="+mn-ea"/>
                          <a:cs typeface="Arial" panose="020B0604020202020204" pitchFamily="34" charset="0"/>
                          <a:sym typeface="Helvetica Neue Medium"/>
                        </a:rPr>
                        <a:t>Keyence</a:t>
                      </a:r>
                    </a:p>
                    <a:p>
                      <a:pPr algn="l" defTabSz="409575">
                        <a:defRPr sz="2600">
                          <a:sym typeface="Helvetica Neue Medium" panose="02000503000000020004"/>
                        </a:defRPr>
                      </a:pPr>
                      <a:r>
                        <a:rPr dirty="0">
                          <a:latin typeface="Arial" panose="020B0604020202020204" pitchFamily="34" charset="0"/>
                          <a:ea typeface="+mj-ea"/>
                          <a:cs typeface="Arial" panose="020B0604020202020204" pitchFamily="34" charset="0"/>
                        </a:rPr>
                        <a:t>2.  </a:t>
                      </a:r>
                      <a:r>
                        <a:rPr lang="en-US" dirty="0">
                          <a:latin typeface="Arial" panose="020B0604020202020204" pitchFamily="34" charset="0"/>
                          <a:ea typeface="+mj-ea"/>
                          <a:cs typeface="Arial" panose="020B0604020202020204" pitchFamily="34" charset="0"/>
                        </a:rPr>
                        <a:t>Fixture ：/</a:t>
                      </a:r>
                      <a:endParaRPr dirty="0">
                        <a:latin typeface="Arial" panose="020B0604020202020204" pitchFamily="34" charset="0"/>
                        <a:ea typeface="+mj-ea"/>
                        <a:cs typeface="Arial" panose="020B0604020202020204" pitchFamily="34" charset="0"/>
                      </a:endParaRPr>
                    </a:p>
                    <a:p>
                      <a:pPr algn="l" defTabSz="409575">
                        <a:defRPr sz="2600">
                          <a:sym typeface="Helvetica Neue Medium" panose="02000503000000020004"/>
                        </a:defRPr>
                      </a:pPr>
                      <a:r>
                        <a:rPr dirty="0">
                          <a:latin typeface="Arial" panose="020B0604020202020204" pitchFamily="34" charset="0"/>
                          <a:ea typeface="+mj-ea"/>
                          <a:cs typeface="Arial" panose="020B0604020202020204" pitchFamily="34" charset="0"/>
                        </a:rPr>
                        <a:t>3.  Measurement status ：</a:t>
                      </a:r>
                      <a:r>
                        <a:rPr lang="en-US" altLang="zh-CN" sz="2600" b="0" i="0" u="none" strike="noStrike" cap="none" spc="0" baseline="0" dirty="0">
                          <a:ln>
                            <a:noFill/>
                          </a:ln>
                          <a:solidFill>
                            <a:schemeClr val="tx1"/>
                          </a:solidFill>
                          <a:uFillTx/>
                          <a:latin typeface="Arial" panose="020B0604020202020204" pitchFamily="34" charset="0"/>
                          <a:ea typeface="+mn-ea"/>
                          <a:cs typeface="Arial" panose="020B0604020202020204" pitchFamily="34" charset="0"/>
                          <a:sym typeface="Helvetica Neue Medium" panose="02000503000000020004"/>
                        </a:rPr>
                        <a:t>Free</a:t>
                      </a:r>
                    </a:p>
                    <a:p>
                      <a:pPr algn="l" defTabSz="409575">
                        <a:defRPr sz="2600">
                          <a:sym typeface="Helvetica Neue Medium" panose="02000503000000020004"/>
                        </a:defRPr>
                      </a:pPr>
                      <a:r>
                        <a:rPr dirty="0">
                          <a:latin typeface="Arial" panose="020B0604020202020204" pitchFamily="34" charset="0"/>
                          <a:ea typeface="+mj-ea"/>
                          <a:cs typeface="Arial" panose="020B0604020202020204" pitchFamily="34" charset="0"/>
                        </a:rPr>
                        <a:t>4.  Measurement procedure</a:t>
                      </a:r>
                      <a:r>
                        <a:rPr lang="zh-CN" altLang="en-US" dirty="0">
                          <a:latin typeface="Arial" panose="020B0604020202020204" pitchFamily="34" charset="0"/>
                          <a:ea typeface="+mj-ea"/>
                          <a:cs typeface="Arial" panose="020B0604020202020204" pitchFamily="34" charset="0"/>
                        </a:rPr>
                        <a:t>：</a:t>
                      </a:r>
                      <a:endParaRPr lang="en-US" sz="2400" dirty="0">
                        <a:latin typeface="Arial" panose="020B0604020202020204" pitchFamily="34" charset="0"/>
                        <a:cs typeface="Arial" panose="020B0604020202020204" pitchFamily="34" charset="0"/>
                      </a:endParaRPr>
                    </a:p>
                    <a:p>
                      <a:pPr marL="444500" marR="0" indent="-444500" algn="l" defTabSz="409575" latinLnBrk="0">
                        <a:lnSpc>
                          <a:spcPct val="100000"/>
                        </a:lnSpc>
                        <a:spcBef>
                          <a:spcPts val="0"/>
                        </a:spcBef>
                        <a:spcAft>
                          <a:spcPts val="0"/>
                        </a:spcAft>
                        <a:buClrTx/>
                        <a:buSzPct val="100000"/>
                        <a:buFontTx/>
                        <a:buAutoNum type="alphaLcPeriod"/>
                        <a:tabLst/>
                        <a:defRPr sz="2400">
                          <a:latin typeface="Helvetica Neue Light"/>
                          <a:ea typeface="Helvetica Neue Light"/>
                          <a:cs typeface="Helvetica Neue Light"/>
                        </a:defRPr>
                      </a:pPr>
                      <a:r>
                        <a:rPr lang="zh-CN" altLang="en-US" sz="2400" b="0" i="0" u="none" strike="noStrike" cap="none" spc="0" baseline="0" dirty="0">
                          <a:ln>
                            <a:noFill/>
                          </a:ln>
                          <a:solidFill>
                            <a:schemeClr val="tx1"/>
                          </a:solidFill>
                          <a:uFillTx/>
                          <a:latin typeface="Arial" panose="020B0604020202020204" pitchFamily="34" charset="0"/>
                          <a:ea typeface="Microsoft YaHei" charset="-122"/>
                          <a:cs typeface="Arial" panose="020B0604020202020204" pitchFamily="34" charset="0"/>
                          <a:sym typeface="Helvetica" panose="020B0604020202030204"/>
                        </a:rPr>
                        <a:t>将磁钢平面朝下摆放</a:t>
                      </a:r>
                      <a:r>
                        <a:rPr lang="en-US" altLang="zh-CN" sz="2400" b="0" i="0" u="none" strike="noStrike" cap="none" spc="0" baseline="0" dirty="0">
                          <a:ln>
                            <a:noFill/>
                          </a:ln>
                          <a:solidFill>
                            <a:schemeClr val="tx1"/>
                          </a:solidFill>
                          <a:uFillTx/>
                          <a:latin typeface="Arial" panose="020B0604020202020204" pitchFamily="34" charset="0"/>
                          <a:ea typeface="Microsoft YaHei" charset="-122"/>
                          <a:cs typeface="Arial" panose="020B0604020202020204" pitchFamily="34" charset="0"/>
                          <a:sym typeface="Helvetica Neue Thin" panose="02000503000000020004"/>
                        </a:rPr>
                        <a:t>;</a:t>
                      </a:r>
                      <a:endParaRPr lang="en-US" altLang="zh-CN" sz="2400" b="0" i="0" u="none" strike="noStrike" cap="none" spc="0" baseline="0" dirty="0">
                        <a:ln>
                          <a:noFill/>
                        </a:ln>
                        <a:solidFill>
                          <a:schemeClr val="tx1"/>
                        </a:solidFill>
                        <a:uFillTx/>
                        <a:latin typeface="Arial" panose="020B0604020202020204" pitchFamily="34" charset="0"/>
                        <a:ea typeface="Microsoft YaHei" charset="-122"/>
                        <a:cs typeface="Arial" panose="020B0604020202020204" pitchFamily="34" charset="0"/>
                        <a:sym typeface="Helvetica Neue Light"/>
                      </a:endParaRPr>
                    </a:p>
                    <a:p>
                      <a:pPr marL="444500" marR="0" indent="-444500" algn="l" defTabSz="409575" latinLnBrk="0">
                        <a:lnSpc>
                          <a:spcPct val="100000"/>
                        </a:lnSpc>
                        <a:spcBef>
                          <a:spcPts val="0"/>
                        </a:spcBef>
                        <a:spcAft>
                          <a:spcPts val="0"/>
                        </a:spcAft>
                        <a:buClrTx/>
                        <a:buSzPct val="100000"/>
                        <a:buFontTx/>
                        <a:buAutoNum type="alphaLcPeriod"/>
                        <a:tabLst/>
                        <a:defRPr sz="2400">
                          <a:latin typeface="Helvetica Neue Light"/>
                          <a:ea typeface="Helvetica Neue Light"/>
                          <a:cs typeface="Helvetica Neue Light"/>
                        </a:defRPr>
                      </a:pPr>
                      <a:r>
                        <a:rPr lang="zh-CN" altLang="en-US" sz="2400" b="0" i="0" u="none" strike="noStrike" cap="none" spc="0" baseline="0" dirty="0">
                          <a:ln>
                            <a:noFill/>
                          </a:ln>
                          <a:solidFill>
                            <a:schemeClr val="tx1"/>
                          </a:solidFill>
                          <a:uFillTx/>
                          <a:latin typeface="Arial" panose="020B0604020202020204" pitchFamily="34" charset="0"/>
                          <a:ea typeface="Microsoft YaHei" charset="-122"/>
                          <a:cs typeface="Arial" panose="020B0604020202020204" pitchFamily="34" charset="0"/>
                          <a:sym typeface="Helvetica" panose="020B0604020202030204"/>
                        </a:rPr>
                        <a:t>选择“线</a:t>
                      </a:r>
                      <a:r>
                        <a:rPr lang="en-US" altLang="zh-CN" sz="2400" b="0" i="0" u="none" strike="noStrike" cap="none" spc="0" baseline="0" dirty="0">
                          <a:ln>
                            <a:noFill/>
                          </a:ln>
                          <a:solidFill>
                            <a:schemeClr val="tx1"/>
                          </a:solidFill>
                          <a:uFillTx/>
                          <a:latin typeface="Arial" panose="020B0604020202020204" pitchFamily="34" charset="0"/>
                          <a:ea typeface="Microsoft YaHei" charset="-122"/>
                          <a:cs typeface="Arial" panose="020B0604020202020204" pitchFamily="34" charset="0"/>
                          <a:sym typeface="Helvetica" panose="020B0604020202030204"/>
                        </a:rPr>
                        <a:t>-</a:t>
                      </a:r>
                      <a:r>
                        <a:rPr lang="zh-CN" altLang="en-US" sz="2400" b="0" i="0" u="none" strike="noStrike" cap="none" spc="0" baseline="0" dirty="0">
                          <a:ln>
                            <a:noFill/>
                          </a:ln>
                          <a:solidFill>
                            <a:schemeClr val="tx1"/>
                          </a:solidFill>
                          <a:uFillTx/>
                          <a:latin typeface="Arial" panose="020B0604020202020204" pitchFamily="34" charset="0"/>
                          <a:ea typeface="Microsoft YaHei" charset="-122"/>
                          <a:cs typeface="Arial" panose="020B0604020202020204" pitchFamily="34" charset="0"/>
                          <a:sym typeface="Helvetica" panose="020B0604020202030204"/>
                        </a:rPr>
                        <a:t>线距离”功能，自动选取直线</a:t>
                      </a:r>
                      <a:r>
                        <a:rPr lang="en-US" altLang="zh-CN" sz="2400" b="0" i="0" u="none" strike="noStrike" cap="none" spc="0" baseline="0" dirty="0">
                          <a:ln>
                            <a:noFill/>
                          </a:ln>
                          <a:solidFill>
                            <a:schemeClr val="tx1"/>
                          </a:solidFill>
                          <a:uFillTx/>
                          <a:latin typeface="Arial" panose="020B0604020202020204" pitchFamily="34" charset="0"/>
                          <a:ea typeface="Microsoft YaHei" charset="-122"/>
                          <a:cs typeface="Arial" panose="020B0604020202020204" pitchFamily="34" charset="0"/>
                          <a:sym typeface="Helvetica" panose="020B0604020202030204"/>
                        </a:rPr>
                        <a:t>L1</a:t>
                      </a:r>
                      <a:r>
                        <a:rPr lang="zh-CN" altLang="en-US" sz="2400" b="0" i="0" u="none" strike="noStrike" cap="none" spc="0" baseline="0" dirty="0">
                          <a:ln>
                            <a:noFill/>
                          </a:ln>
                          <a:solidFill>
                            <a:schemeClr val="tx1"/>
                          </a:solidFill>
                          <a:uFillTx/>
                          <a:latin typeface="Arial" panose="020B0604020202020204" pitchFamily="34" charset="0"/>
                          <a:ea typeface="Microsoft YaHei" charset="-122"/>
                          <a:cs typeface="Arial" panose="020B0604020202020204" pitchFamily="34" charset="0"/>
                          <a:sym typeface="Helvetica" panose="020B0604020202030204"/>
                        </a:rPr>
                        <a:t>和</a:t>
                      </a:r>
                      <a:r>
                        <a:rPr lang="en-US" altLang="zh-CN" sz="2400" b="0" i="0" u="none" strike="noStrike" cap="none" spc="0" baseline="0" dirty="0">
                          <a:ln>
                            <a:noFill/>
                          </a:ln>
                          <a:solidFill>
                            <a:schemeClr val="tx1"/>
                          </a:solidFill>
                          <a:uFillTx/>
                          <a:latin typeface="Arial" panose="020B0604020202020204" pitchFamily="34" charset="0"/>
                          <a:ea typeface="Microsoft YaHei" charset="-122"/>
                          <a:cs typeface="Arial" panose="020B0604020202020204" pitchFamily="34" charset="0"/>
                          <a:sym typeface="Helvetica" panose="020B0604020202030204"/>
                        </a:rPr>
                        <a:t>L2</a:t>
                      </a:r>
                      <a:r>
                        <a:rPr lang="zh-CN" altLang="en-US" sz="2400" b="0" i="0" u="none" strike="noStrike" cap="none" spc="0" baseline="0" dirty="0">
                          <a:ln>
                            <a:noFill/>
                          </a:ln>
                          <a:solidFill>
                            <a:schemeClr val="tx1"/>
                          </a:solidFill>
                          <a:uFillTx/>
                          <a:latin typeface="Arial" panose="020B0604020202020204" pitchFamily="34" charset="0"/>
                          <a:ea typeface="Microsoft YaHei" charset="-122"/>
                          <a:cs typeface="Arial" panose="020B0604020202020204" pitchFamily="34" charset="0"/>
                          <a:sym typeface="Helvetica Neue Light"/>
                        </a:rPr>
                        <a:t>；</a:t>
                      </a:r>
                      <a:r>
                        <a:rPr lang="en-US" altLang="zh-CN" sz="2400" b="0" i="0" u="none" strike="noStrike" cap="none" spc="0" baseline="0" dirty="0">
                          <a:ln>
                            <a:noFill/>
                          </a:ln>
                          <a:solidFill>
                            <a:schemeClr val="tx1"/>
                          </a:solidFill>
                          <a:uFillTx/>
                          <a:latin typeface="Arial" panose="020B0604020202020204" pitchFamily="34" charset="0"/>
                          <a:ea typeface="Microsoft YaHei" charset="-122"/>
                          <a:cs typeface="Arial" panose="020B0604020202020204" pitchFamily="34" charset="0"/>
                          <a:sym typeface="Helvetica Neue Light"/>
                        </a:rPr>
                        <a:t> (</a:t>
                      </a:r>
                      <a:r>
                        <a:rPr lang="zh-CN" altLang="en-US" sz="2400" b="0" i="0" u="none" strike="noStrike" cap="none" spc="0" baseline="0" dirty="0">
                          <a:ln>
                            <a:noFill/>
                          </a:ln>
                          <a:solidFill>
                            <a:schemeClr val="tx1"/>
                          </a:solidFill>
                          <a:uFillTx/>
                          <a:latin typeface="Arial" panose="020B0604020202020204" pitchFamily="34" charset="0"/>
                          <a:ea typeface="Microsoft YaHei" charset="-122"/>
                          <a:cs typeface="Arial" panose="020B0604020202020204" pitchFamily="34" charset="0"/>
                          <a:sym typeface="Helvetica Neue Light"/>
                        </a:rPr>
                        <a:t>边缘避开</a:t>
                      </a:r>
                      <a:r>
                        <a:rPr lang="en-US" altLang="zh-CN" sz="2400" b="0" i="0" u="none" strike="noStrike" cap="none" spc="0" baseline="0" dirty="0">
                          <a:ln>
                            <a:noFill/>
                          </a:ln>
                          <a:solidFill>
                            <a:schemeClr val="tx1"/>
                          </a:solidFill>
                          <a:uFillTx/>
                          <a:latin typeface="Arial" panose="020B0604020202020204" pitchFamily="34" charset="0"/>
                          <a:ea typeface="Microsoft YaHei" charset="-122"/>
                          <a:cs typeface="Arial" panose="020B0604020202020204" pitchFamily="34" charset="0"/>
                          <a:sym typeface="Helvetica Neue Light"/>
                        </a:rPr>
                        <a:t>0.5</a:t>
                      </a:r>
                      <a:r>
                        <a:rPr lang="zh-CN" altLang="en-US" sz="2400" b="0" i="0" u="none" strike="noStrike" cap="none" spc="0" baseline="0" dirty="0">
                          <a:ln>
                            <a:noFill/>
                          </a:ln>
                          <a:solidFill>
                            <a:schemeClr val="tx1"/>
                          </a:solidFill>
                          <a:uFillTx/>
                          <a:latin typeface="Arial" panose="020B0604020202020204" pitchFamily="34" charset="0"/>
                          <a:ea typeface="Microsoft YaHei" charset="-122"/>
                          <a:cs typeface="Arial" panose="020B0604020202020204" pitchFamily="34" charset="0"/>
                          <a:sym typeface="Helvetica Neue Light"/>
                        </a:rPr>
                        <a:t>*</a:t>
                      </a:r>
                      <a:r>
                        <a:rPr lang="en-US" altLang="zh-CN" sz="2400" b="0" i="0" u="none" strike="noStrike" cap="none" spc="0" baseline="0" dirty="0">
                          <a:ln>
                            <a:noFill/>
                          </a:ln>
                          <a:solidFill>
                            <a:schemeClr val="tx1"/>
                          </a:solidFill>
                          <a:uFillTx/>
                          <a:latin typeface="Arial" panose="020B0604020202020204" pitchFamily="34" charset="0"/>
                          <a:ea typeface="Microsoft YaHei" charset="-122"/>
                          <a:cs typeface="Arial" panose="020B0604020202020204" pitchFamily="34" charset="0"/>
                          <a:sym typeface="Helvetica Neue Light"/>
                        </a:rPr>
                        <a:t>0.5mm);</a:t>
                      </a:r>
                    </a:p>
                    <a:p>
                      <a:pPr marL="457200" marR="0" indent="-457200" algn="l" defTabSz="409575" latinLnBrk="0">
                        <a:lnSpc>
                          <a:spcPct val="100000"/>
                        </a:lnSpc>
                        <a:spcBef>
                          <a:spcPts val="0"/>
                        </a:spcBef>
                        <a:spcAft>
                          <a:spcPts val="0"/>
                        </a:spcAft>
                        <a:buClrTx/>
                        <a:buSzPct val="100000"/>
                        <a:buFontTx/>
                        <a:buAutoNum type="alphaLcPeriod" startAt="3"/>
                        <a:tabLst/>
                        <a:defRPr sz="2400">
                          <a:latin typeface="Helvetica Neue Light"/>
                          <a:ea typeface="Helvetica Neue Light"/>
                          <a:cs typeface="Helvetica Neue Light"/>
                        </a:defRPr>
                      </a:pPr>
                      <a:r>
                        <a:rPr lang="zh-CN" altLang="en-US" sz="2400" b="0" i="0" u="none" strike="noStrike" cap="none" spc="0" baseline="0" dirty="0">
                          <a:ln>
                            <a:noFill/>
                          </a:ln>
                          <a:solidFill>
                            <a:schemeClr val="tx1"/>
                          </a:solidFill>
                          <a:uFillTx/>
                          <a:latin typeface="Arial" panose="020B0604020202020204" pitchFamily="34" charset="0"/>
                          <a:ea typeface="Microsoft YaHei" charset="-122"/>
                          <a:cs typeface="Arial" panose="020B0604020202020204" pitchFamily="34" charset="0"/>
                          <a:sym typeface="Helvetica Neue Light"/>
                        </a:rPr>
                        <a:t>在</a:t>
                      </a:r>
                      <a:r>
                        <a:rPr lang="en-US" altLang="zh-CN" sz="2400" b="0" i="0" u="none" strike="noStrike" cap="none" spc="0" baseline="0" dirty="0">
                          <a:ln>
                            <a:noFill/>
                          </a:ln>
                          <a:solidFill>
                            <a:schemeClr val="tx1"/>
                          </a:solidFill>
                          <a:uFillTx/>
                          <a:latin typeface="Arial" panose="020B0604020202020204" pitchFamily="34" charset="0"/>
                          <a:ea typeface="Microsoft YaHei" charset="-122"/>
                          <a:cs typeface="Arial" panose="020B0604020202020204" pitchFamily="34" charset="0"/>
                          <a:sym typeface="Helvetica Neue Light"/>
                        </a:rPr>
                        <a:t>L1</a:t>
                      </a:r>
                      <a:r>
                        <a:rPr lang="zh-CN" altLang="en-US" sz="2400" b="0" i="0" u="none" strike="noStrike" cap="none" spc="0" baseline="0" dirty="0">
                          <a:ln>
                            <a:noFill/>
                          </a:ln>
                          <a:solidFill>
                            <a:schemeClr val="tx1"/>
                          </a:solidFill>
                          <a:uFillTx/>
                          <a:latin typeface="Arial" panose="020B0604020202020204" pitchFamily="34" charset="0"/>
                          <a:ea typeface="Microsoft YaHei" charset="-122"/>
                          <a:cs typeface="Arial" panose="020B0604020202020204" pitchFamily="34" charset="0"/>
                          <a:sym typeface="Helvetica Neue Light"/>
                        </a:rPr>
                        <a:t>和</a:t>
                      </a:r>
                      <a:r>
                        <a:rPr lang="en-US" altLang="zh-CN" sz="2400" b="0" i="0" u="none" strike="noStrike" cap="none" spc="0" baseline="0" dirty="0">
                          <a:ln>
                            <a:noFill/>
                          </a:ln>
                          <a:solidFill>
                            <a:schemeClr val="tx1"/>
                          </a:solidFill>
                          <a:uFillTx/>
                          <a:latin typeface="Arial" panose="020B0604020202020204" pitchFamily="34" charset="0"/>
                          <a:ea typeface="Microsoft YaHei" charset="-122"/>
                          <a:cs typeface="Arial" panose="020B0604020202020204" pitchFamily="34" charset="0"/>
                          <a:sym typeface="Helvetica Neue Light"/>
                        </a:rPr>
                        <a:t>L2</a:t>
                      </a:r>
                      <a:r>
                        <a:rPr lang="zh-CN" altLang="en-US" sz="2400" b="0" i="0" u="none" strike="noStrike" cap="none" spc="0" baseline="0" dirty="0">
                          <a:ln>
                            <a:noFill/>
                          </a:ln>
                          <a:solidFill>
                            <a:schemeClr val="tx1"/>
                          </a:solidFill>
                          <a:uFillTx/>
                          <a:latin typeface="Arial" panose="020B0604020202020204" pitchFamily="34" charset="0"/>
                          <a:ea typeface="Microsoft YaHei" charset="-122"/>
                          <a:cs typeface="Arial" panose="020B0604020202020204" pitchFamily="34" charset="0"/>
                          <a:sym typeface="Helvetica Neue Light"/>
                        </a:rPr>
                        <a:t>两条线之间得到长度为</a:t>
                      </a:r>
                      <a:r>
                        <a:rPr lang="en-US" altLang="zh-CN" sz="2400" b="0" i="0" u="none" strike="noStrike" cap="none" spc="0" baseline="0" dirty="0">
                          <a:ln>
                            <a:noFill/>
                          </a:ln>
                          <a:solidFill>
                            <a:schemeClr val="tx1"/>
                          </a:solidFill>
                          <a:uFillTx/>
                          <a:latin typeface="Arial" panose="020B0604020202020204" pitchFamily="34" charset="0"/>
                          <a:ea typeface="Microsoft YaHei" charset="-122"/>
                          <a:cs typeface="Arial" panose="020B0604020202020204" pitchFamily="34" charset="0"/>
                          <a:sym typeface="Helvetica Neue Light"/>
                        </a:rPr>
                        <a:t>FAI1.</a:t>
                      </a:r>
                    </a:p>
                    <a:p>
                      <a:pPr marL="0" marR="0" indent="0" algn="l" defTabSz="821530" eaLnBrk="1" fontAlgn="auto" latinLnBrk="0" hangingPunct="1">
                        <a:lnSpc>
                          <a:spcPct val="100000"/>
                        </a:lnSpc>
                        <a:spcBef>
                          <a:spcPts val="0"/>
                        </a:spcBef>
                        <a:spcAft>
                          <a:spcPts val="0"/>
                        </a:spcAft>
                        <a:buClrTx/>
                        <a:buSzTx/>
                        <a:buFontTx/>
                        <a:buNone/>
                        <a:tabLst/>
                        <a:defRPr/>
                      </a:pPr>
                      <a:r>
                        <a:rPr lang="en-US" altLang="zh-CN" sz="2400" b="0" i="0" u="none" strike="noStrike" cap="none" spc="0" baseline="0" dirty="0">
                          <a:ln>
                            <a:noFill/>
                          </a:ln>
                          <a:solidFill>
                            <a:schemeClr val="tx1"/>
                          </a:solidFill>
                          <a:effectLst/>
                          <a:uFillTx/>
                          <a:latin typeface="Arial" panose="020B0604020202020204" pitchFamily="34" charset="0"/>
                          <a:ea typeface="+mn-ea"/>
                          <a:cs typeface="Arial" panose="020B0604020202020204" pitchFamily="34" charset="0"/>
                          <a:sym typeface="Helvetica Neue Light"/>
                        </a:rPr>
                        <a:t>a. Place the magnet with flat surface downwards;</a:t>
                      </a:r>
                    </a:p>
                    <a:p>
                      <a:pPr marL="0" marR="0" indent="0" algn="l" defTabSz="821530" latinLnBrk="0">
                        <a:lnSpc>
                          <a:spcPct val="100000"/>
                        </a:lnSpc>
                        <a:spcBef>
                          <a:spcPts val="0"/>
                        </a:spcBef>
                        <a:spcAft>
                          <a:spcPts val="0"/>
                        </a:spcAft>
                        <a:buClrTx/>
                        <a:buSzTx/>
                        <a:buFontTx/>
                        <a:buNone/>
                        <a:tabLst/>
                      </a:pPr>
                      <a:r>
                        <a:rPr lang="en-US" altLang="zh-CN" sz="2400" b="0" i="0" u="none" strike="noStrike" cap="none" spc="0" baseline="0" dirty="0">
                          <a:ln>
                            <a:noFill/>
                          </a:ln>
                          <a:solidFill>
                            <a:schemeClr val="tx1"/>
                          </a:solidFill>
                          <a:effectLst/>
                          <a:uFillTx/>
                          <a:latin typeface="Arial" panose="020B0604020202020204" pitchFamily="34" charset="0"/>
                          <a:ea typeface="+mn-ea"/>
                          <a:cs typeface="Arial" panose="020B0604020202020204" pitchFamily="34" charset="0"/>
                          <a:sym typeface="Helvetica Neue Light"/>
                        </a:rPr>
                        <a:t>b. Select the function of “line-line” , select two lines L1 and L2 automatically; (Edge avoid 0.5*0.5mm); </a:t>
                      </a:r>
                    </a:p>
                    <a:p>
                      <a:pPr algn="l"/>
                      <a:r>
                        <a:rPr lang="en-US" altLang="zh-CN" sz="2400" b="0" i="0" u="none" strike="noStrike" cap="none" spc="0" baseline="0" dirty="0">
                          <a:ln>
                            <a:noFill/>
                          </a:ln>
                          <a:solidFill>
                            <a:schemeClr val="tx1"/>
                          </a:solidFill>
                          <a:effectLst/>
                          <a:uFillTx/>
                          <a:latin typeface="Arial" panose="020B0604020202020204" pitchFamily="34" charset="0"/>
                          <a:ea typeface="+mn-ea"/>
                          <a:cs typeface="Arial" panose="020B0604020202020204" pitchFamily="34" charset="0"/>
                          <a:sym typeface="Helvetica Neue Light"/>
                        </a:rPr>
                        <a:t>c. The length between L1 and L2 is FAI1.</a:t>
                      </a:r>
                    </a:p>
                  </a:txBody>
                  <a:tcPr marL="12700" marR="12700" marT="12700" marB="12700" horzOverflow="overflow">
                    <a:lnL w="6350">
                      <a:solidFill>
                        <a:srgbClr val="000000"/>
                      </a:solidFill>
                    </a:lnL>
                    <a:lnR w="6350">
                      <a:solidFill>
                        <a:srgbClr val="000000"/>
                      </a:solidFill>
                    </a:lnR>
                    <a:lnT w="6350">
                      <a:solidFill>
                        <a:srgbClr val="000000"/>
                      </a:solidFill>
                    </a:lnT>
                    <a:lnB w="6350">
                      <a:solidFill>
                        <a:srgbClr val="000000"/>
                      </a:solidFill>
                    </a:lnB>
                  </a:tcPr>
                </a:tc>
                <a:tc>
                  <a:txBody>
                    <a:bodyPr/>
                    <a:lstStyle/>
                    <a:p>
                      <a:pPr marL="0" marR="0" indent="0" algn="l" defTabSz="409575" latinLnBrk="0">
                        <a:lnSpc>
                          <a:spcPct val="100000"/>
                        </a:lnSpc>
                        <a:spcBef>
                          <a:spcPts val="0"/>
                        </a:spcBef>
                        <a:spcAft>
                          <a:spcPts val="0"/>
                        </a:spcAft>
                        <a:buClrTx/>
                        <a:buSzTx/>
                        <a:buFontTx/>
                        <a:buNone/>
                        <a:tabLst/>
                        <a:defRPr sz="2600">
                          <a:sym typeface="Helvetica Neue Medium" panose="02000503000000020004"/>
                        </a:defRPr>
                      </a:pPr>
                      <a:r>
                        <a:rPr dirty="0">
                          <a:latin typeface="Arial" panose="020B0604020202020204" pitchFamily="34" charset="0"/>
                          <a:ea typeface="+mj-ea"/>
                          <a:cs typeface="Arial" panose="020B0604020202020204" pitchFamily="34" charset="0"/>
                        </a:rPr>
                        <a:t>1</a:t>
                      </a:r>
                      <a:r>
                        <a:rPr lang="en-US" dirty="0">
                          <a:latin typeface="Arial" panose="020B0604020202020204" pitchFamily="34" charset="0"/>
                          <a:ea typeface="+mj-ea"/>
                          <a:cs typeface="Arial" panose="020B0604020202020204" pitchFamily="34" charset="0"/>
                        </a:rPr>
                        <a:t>.</a:t>
                      </a:r>
                      <a:r>
                        <a:rPr lang="en-US" baseline="0" dirty="0">
                          <a:latin typeface="Arial" panose="020B0604020202020204" pitchFamily="34" charset="0"/>
                          <a:ea typeface="+mj-ea"/>
                          <a:cs typeface="Arial" panose="020B0604020202020204" pitchFamily="34" charset="0"/>
                        </a:rPr>
                        <a:t> </a:t>
                      </a:r>
                      <a:r>
                        <a:rPr dirty="0">
                          <a:latin typeface="Arial" panose="020B0604020202020204" pitchFamily="34" charset="0"/>
                          <a:ea typeface="+mj-ea"/>
                          <a:cs typeface="Arial" panose="020B0604020202020204" pitchFamily="34" charset="0"/>
                        </a:rPr>
                        <a:t> Measurement Method ：</a:t>
                      </a:r>
                      <a:r>
                        <a:rPr lang="en-US" altLang="zh-CN" sz="2600" b="0" i="0" u="none" strike="noStrike" cap="none" spc="0" baseline="0" dirty="0">
                          <a:ln>
                            <a:noFill/>
                          </a:ln>
                          <a:solidFill>
                            <a:schemeClr val="tx1"/>
                          </a:solidFill>
                          <a:uFillTx/>
                          <a:latin typeface="Arial" panose="020B0604020202020204" pitchFamily="34" charset="0"/>
                          <a:ea typeface="+mn-ea"/>
                          <a:cs typeface="Arial" panose="020B0604020202020204" pitchFamily="34" charset="0"/>
                          <a:sym typeface="Helvetica Neue Medium"/>
                        </a:rPr>
                        <a:t>Keyence</a:t>
                      </a:r>
                    </a:p>
                    <a:p>
                      <a:pPr algn="l" defTabSz="409575">
                        <a:defRPr sz="2600">
                          <a:sym typeface="Helvetica Neue Medium" panose="02000503000000020004"/>
                        </a:defRPr>
                      </a:pPr>
                      <a:r>
                        <a:rPr dirty="0">
                          <a:latin typeface="Arial" panose="020B0604020202020204" pitchFamily="34" charset="0"/>
                          <a:ea typeface="+mj-ea"/>
                          <a:cs typeface="Arial" panose="020B0604020202020204" pitchFamily="34" charset="0"/>
                        </a:rPr>
                        <a:t>2.  </a:t>
                      </a:r>
                      <a:r>
                        <a:rPr lang="en-US" dirty="0">
                          <a:latin typeface="Arial" panose="020B0604020202020204" pitchFamily="34" charset="0"/>
                          <a:ea typeface="+mj-ea"/>
                          <a:cs typeface="Arial" panose="020B0604020202020204" pitchFamily="34" charset="0"/>
                        </a:rPr>
                        <a:t>Fixture ：/</a:t>
                      </a:r>
                      <a:endParaRPr dirty="0">
                        <a:latin typeface="Arial" panose="020B0604020202020204" pitchFamily="34" charset="0"/>
                        <a:ea typeface="+mj-ea"/>
                        <a:cs typeface="Arial" panose="020B0604020202020204" pitchFamily="34" charset="0"/>
                      </a:endParaRPr>
                    </a:p>
                    <a:p>
                      <a:pPr algn="l" defTabSz="409575">
                        <a:defRPr sz="2600">
                          <a:sym typeface="Helvetica Neue Medium" panose="02000503000000020004"/>
                        </a:defRPr>
                      </a:pPr>
                      <a:r>
                        <a:rPr dirty="0">
                          <a:latin typeface="Arial" panose="020B0604020202020204" pitchFamily="34" charset="0"/>
                          <a:ea typeface="+mj-ea"/>
                          <a:cs typeface="Arial" panose="020B0604020202020204" pitchFamily="34" charset="0"/>
                        </a:rPr>
                        <a:t>3.  Measurement status ：</a:t>
                      </a:r>
                      <a:r>
                        <a:rPr lang="en-US" altLang="zh-CN" sz="2600" b="0" i="0" u="none" strike="noStrike" cap="none" spc="0" baseline="0" dirty="0">
                          <a:ln>
                            <a:noFill/>
                          </a:ln>
                          <a:solidFill>
                            <a:schemeClr val="tx1"/>
                          </a:solidFill>
                          <a:uFillTx/>
                          <a:latin typeface="Arial" panose="020B0604020202020204" pitchFamily="34" charset="0"/>
                          <a:ea typeface="+mn-ea"/>
                          <a:cs typeface="Arial" panose="020B0604020202020204" pitchFamily="34" charset="0"/>
                          <a:sym typeface="Helvetica Neue Medium" panose="02000503000000020004"/>
                        </a:rPr>
                        <a:t>Free</a:t>
                      </a:r>
                    </a:p>
                    <a:p>
                      <a:pPr algn="l" defTabSz="409575">
                        <a:defRPr sz="2600">
                          <a:sym typeface="Helvetica Neue Medium" panose="02000503000000020004"/>
                        </a:defRPr>
                      </a:pPr>
                      <a:r>
                        <a:rPr dirty="0">
                          <a:latin typeface="Arial" panose="020B0604020202020204" pitchFamily="34" charset="0"/>
                          <a:ea typeface="+mj-ea"/>
                          <a:cs typeface="Arial" panose="020B0604020202020204" pitchFamily="34" charset="0"/>
                        </a:rPr>
                        <a:t>4.  Measurement procedure ：</a:t>
                      </a:r>
                      <a:r>
                        <a:rPr lang="en-US" altLang="zh-CN" sz="2600" b="0" i="0" u="none" strike="noStrike" cap="none" spc="0" baseline="0" dirty="0">
                          <a:ln>
                            <a:noFill/>
                          </a:ln>
                          <a:solidFill>
                            <a:schemeClr val="tx1"/>
                          </a:solidFill>
                          <a:uFillTx/>
                          <a:latin typeface="Arial" panose="020B0604020202020204" pitchFamily="34" charset="0"/>
                          <a:ea typeface="+mn-ea"/>
                          <a:cs typeface="Arial" panose="020B0604020202020204" pitchFamily="34" charset="0"/>
                          <a:sym typeface="Helvetica Neue Thin" panose="02000503000000020004"/>
                        </a:rPr>
                        <a:t>Same as the CPK</a:t>
                      </a:r>
                      <a:endParaRPr dirty="0">
                        <a:latin typeface="Arial" panose="020B0604020202020204" pitchFamily="34" charset="0"/>
                        <a:ea typeface="+mj-ea"/>
                        <a:cs typeface="Arial" panose="020B0604020202020204" pitchFamily="34" charset="0"/>
                      </a:endParaRPr>
                    </a:p>
                  </a:txBody>
                  <a:tcPr marL="12700" marR="12700" marT="12700" marB="12700" horzOverflow="overflow">
                    <a:lnL w="6350">
                      <a:solidFill>
                        <a:srgbClr val="000000"/>
                      </a:solidFill>
                    </a:lnL>
                    <a:lnR w="6350">
                      <a:solidFill>
                        <a:srgbClr val="000000"/>
                      </a:solidFill>
                    </a:lnR>
                    <a:lnT w="6350">
                      <a:solidFill>
                        <a:srgbClr val="000000"/>
                      </a:solidFill>
                    </a:lnT>
                    <a:lnB w="6350">
                      <a:solidFill>
                        <a:srgbClr val="000000"/>
                      </a:solidFill>
                    </a:lnB>
                  </a:tcPr>
                </a:tc>
                <a:extLst>
                  <a:ext uri="{0D108BD9-81ED-4DB2-BD59-A6C34878D82A}">
                    <a16:rowId xmlns:a16="http://schemas.microsoft.com/office/drawing/2014/main" val="10002"/>
                  </a:ext>
                </a:extLst>
              </a:tr>
            </a:tbl>
          </a:graphicData>
        </a:graphic>
      </p:graphicFrame>
      <p:sp>
        <p:nvSpPr>
          <p:cNvPr id="4" name="灯片编号占位符 3"/>
          <p:cNvSpPr>
            <a:spLocks noGrp="1"/>
          </p:cNvSpPr>
          <p:nvPr>
            <p:ph type="sldNum" sz="quarter" idx="2"/>
          </p:nvPr>
        </p:nvSpPr>
        <p:spPr>
          <a:xfrm>
            <a:off x="11674704" y="13164267"/>
            <a:ext cx="466267" cy="477670"/>
          </a:xfrm>
        </p:spPr>
        <p:txBody>
          <a:bodyPr/>
          <a:lstStyle/>
          <a:p>
            <a:fld id="{86CB4B4D-7CA3-9044-876B-883B54F8677D}" type="slidenum">
              <a:rPr lang="en-US" altLang="zh-CN" smtClean="0"/>
              <a:t>16</a:t>
            </a:fld>
            <a:endParaRPr lang="zh-CN" altLang="en-US" dirty="0"/>
          </a:p>
        </p:txBody>
      </p:sp>
      <p:sp>
        <p:nvSpPr>
          <p:cNvPr id="32" name="MTD | X1335 Metrology Details-Magnet 160-02017-05 (Series)">
            <a:extLst>
              <a:ext uri="{FF2B5EF4-FFF2-40B4-BE49-F238E27FC236}">
                <a16:creationId xmlns:a16="http://schemas.microsoft.com/office/drawing/2014/main" id="{97E9F8AC-CB39-1B4D-BC63-0DDCCB87880A}"/>
              </a:ext>
            </a:extLst>
          </p:cNvPr>
          <p:cNvSpPr txBox="1">
            <a:spLocks/>
          </p:cNvSpPr>
          <p:nvPr/>
        </p:nvSpPr>
        <p:spPr>
          <a:xfrm>
            <a:off x="794874" y="1016000"/>
            <a:ext cx="14566555" cy="84420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noAutofit/>
          </a:bodyPr>
          <a:lstStyle>
            <a:lvl1pPr marL="0" marR="0" indent="0" algn="ctr" defTabSz="821530" rtl="0" latinLnBrk="0">
              <a:lnSpc>
                <a:spcPct val="100000"/>
              </a:lnSpc>
              <a:spcBef>
                <a:spcPts val="0"/>
              </a:spcBef>
              <a:spcAft>
                <a:spcPts val="0"/>
              </a:spcAft>
              <a:buClrTx/>
              <a:buSzTx/>
              <a:buFontTx/>
              <a:buNone/>
              <a:tabLst/>
              <a:defRPr sz="11200" b="0" i="0" u="none" strike="noStrike" cap="none" spc="0" baseline="0">
                <a:ln>
                  <a:noFill/>
                </a:ln>
                <a:solidFill>
                  <a:srgbClr val="000000"/>
                </a:solidFill>
                <a:uFillTx/>
                <a:latin typeface="+mj-lt"/>
                <a:ea typeface="+mj-ea"/>
                <a:cs typeface="+mj-cs"/>
                <a:sym typeface="Helvetica Neue Medium"/>
              </a:defRPr>
            </a:lvl1pPr>
            <a:lvl2pPr marL="0" marR="0" indent="0" algn="ctr" defTabSz="821530" rtl="0" latinLnBrk="0">
              <a:lnSpc>
                <a:spcPct val="100000"/>
              </a:lnSpc>
              <a:spcBef>
                <a:spcPts val="0"/>
              </a:spcBef>
              <a:spcAft>
                <a:spcPts val="0"/>
              </a:spcAft>
              <a:buClrTx/>
              <a:buSzTx/>
              <a:buFontTx/>
              <a:buNone/>
              <a:tabLst/>
              <a:defRPr sz="11200" b="0" i="0" u="none" strike="noStrike" cap="none" spc="0" baseline="0">
                <a:ln>
                  <a:noFill/>
                </a:ln>
                <a:solidFill>
                  <a:srgbClr val="000000"/>
                </a:solidFill>
                <a:uFillTx/>
                <a:latin typeface="+mj-lt"/>
                <a:ea typeface="+mj-ea"/>
                <a:cs typeface="+mj-cs"/>
                <a:sym typeface="Helvetica Neue Medium"/>
              </a:defRPr>
            </a:lvl2pPr>
            <a:lvl3pPr marL="0" marR="0" indent="0" algn="ctr" defTabSz="821530" rtl="0" latinLnBrk="0">
              <a:lnSpc>
                <a:spcPct val="100000"/>
              </a:lnSpc>
              <a:spcBef>
                <a:spcPts val="0"/>
              </a:spcBef>
              <a:spcAft>
                <a:spcPts val="0"/>
              </a:spcAft>
              <a:buClrTx/>
              <a:buSzTx/>
              <a:buFontTx/>
              <a:buNone/>
              <a:tabLst/>
              <a:defRPr sz="11200" b="0" i="0" u="none" strike="noStrike" cap="none" spc="0" baseline="0">
                <a:ln>
                  <a:noFill/>
                </a:ln>
                <a:solidFill>
                  <a:srgbClr val="000000"/>
                </a:solidFill>
                <a:uFillTx/>
                <a:latin typeface="+mj-lt"/>
                <a:ea typeface="+mj-ea"/>
                <a:cs typeface="+mj-cs"/>
                <a:sym typeface="Helvetica Neue Medium"/>
              </a:defRPr>
            </a:lvl3pPr>
            <a:lvl4pPr marL="0" marR="0" indent="0" algn="ctr" defTabSz="821530" rtl="0" latinLnBrk="0">
              <a:lnSpc>
                <a:spcPct val="100000"/>
              </a:lnSpc>
              <a:spcBef>
                <a:spcPts val="0"/>
              </a:spcBef>
              <a:spcAft>
                <a:spcPts val="0"/>
              </a:spcAft>
              <a:buClrTx/>
              <a:buSzTx/>
              <a:buFontTx/>
              <a:buNone/>
              <a:tabLst/>
              <a:defRPr sz="11200" b="0" i="0" u="none" strike="noStrike" cap="none" spc="0" baseline="0">
                <a:ln>
                  <a:noFill/>
                </a:ln>
                <a:solidFill>
                  <a:srgbClr val="000000"/>
                </a:solidFill>
                <a:uFillTx/>
                <a:latin typeface="+mj-lt"/>
                <a:ea typeface="+mj-ea"/>
                <a:cs typeface="+mj-cs"/>
                <a:sym typeface="Helvetica Neue Medium"/>
              </a:defRPr>
            </a:lvl4pPr>
            <a:lvl5pPr marL="0" marR="0" indent="0" algn="ctr" defTabSz="821530" rtl="0" latinLnBrk="0">
              <a:lnSpc>
                <a:spcPct val="100000"/>
              </a:lnSpc>
              <a:spcBef>
                <a:spcPts val="0"/>
              </a:spcBef>
              <a:spcAft>
                <a:spcPts val="0"/>
              </a:spcAft>
              <a:buClrTx/>
              <a:buSzTx/>
              <a:buFontTx/>
              <a:buNone/>
              <a:tabLst/>
              <a:defRPr sz="11200" b="0" i="0" u="none" strike="noStrike" cap="none" spc="0" baseline="0">
                <a:ln>
                  <a:noFill/>
                </a:ln>
                <a:solidFill>
                  <a:srgbClr val="000000"/>
                </a:solidFill>
                <a:uFillTx/>
                <a:latin typeface="+mj-lt"/>
                <a:ea typeface="+mj-ea"/>
                <a:cs typeface="+mj-cs"/>
                <a:sym typeface="Helvetica Neue Medium"/>
              </a:defRPr>
            </a:lvl5pPr>
            <a:lvl6pPr marL="0" marR="0" indent="0" algn="ctr" defTabSz="821530" rtl="0" latinLnBrk="0">
              <a:lnSpc>
                <a:spcPct val="100000"/>
              </a:lnSpc>
              <a:spcBef>
                <a:spcPts val="0"/>
              </a:spcBef>
              <a:spcAft>
                <a:spcPts val="0"/>
              </a:spcAft>
              <a:buClrTx/>
              <a:buSzTx/>
              <a:buFontTx/>
              <a:buNone/>
              <a:tabLst/>
              <a:defRPr sz="11200" b="0" i="0" u="none" strike="noStrike" cap="none" spc="0" baseline="0">
                <a:ln>
                  <a:noFill/>
                </a:ln>
                <a:solidFill>
                  <a:srgbClr val="000000"/>
                </a:solidFill>
                <a:uFillTx/>
                <a:latin typeface="+mj-lt"/>
                <a:ea typeface="+mj-ea"/>
                <a:cs typeface="+mj-cs"/>
                <a:sym typeface="Helvetica Neue Medium"/>
              </a:defRPr>
            </a:lvl6pPr>
            <a:lvl7pPr marL="0" marR="0" indent="0" algn="ctr" defTabSz="821530" rtl="0" latinLnBrk="0">
              <a:lnSpc>
                <a:spcPct val="100000"/>
              </a:lnSpc>
              <a:spcBef>
                <a:spcPts val="0"/>
              </a:spcBef>
              <a:spcAft>
                <a:spcPts val="0"/>
              </a:spcAft>
              <a:buClrTx/>
              <a:buSzTx/>
              <a:buFontTx/>
              <a:buNone/>
              <a:tabLst/>
              <a:defRPr sz="11200" b="0" i="0" u="none" strike="noStrike" cap="none" spc="0" baseline="0">
                <a:ln>
                  <a:noFill/>
                </a:ln>
                <a:solidFill>
                  <a:srgbClr val="000000"/>
                </a:solidFill>
                <a:uFillTx/>
                <a:latin typeface="+mj-lt"/>
                <a:ea typeface="+mj-ea"/>
                <a:cs typeface="+mj-cs"/>
                <a:sym typeface="Helvetica Neue Medium"/>
              </a:defRPr>
            </a:lvl7pPr>
            <a:lvl8pPr marL="0" marR="0" indent="0" algn="ctr" defTabSz="821530" rtl="0" latinLnBrk="0">
              <a:lnSpc>
                <a:spcPct val="100000"/>
              </a:lnSpc>
              <a:spcBef>
                <a:spcPts val="0"/>
              </a:spcBef>
              <a:spcAft>
                <a:spcPts val="0"/>
              </a:spcAft>
              <a:buClrTx/>
              <a:buSzTx/>
              <a:buFontTx/>
              <a:buNone/>
              <a:tabLst/>
              <a:defRPr sz="11200" b="0" i="0" u="none" strike="noStrike" cap="none" spc="0" baseline="0">
                <a:ln>
                  <a:noFill/>
                </a:ln>
                <a:solidFill>
                  <a:srgbClr val="000000"/>
                </a:solidFill>
                <a:uFillTx/>
                <a:latin typeface="+mj-lt"/>
                <a:ea typeface="+mj-ea"/>
                <a:cs typeface="+mj-cs"/>
                <a:sym typeface="Helvetica Neue Medium"/>
              </a:defRPr>
            </a:lvl8pPr>
            <a:lvl9pPr marL="0" marR="0" indent="0" algn="ctr" defTabSz="821530" rtl="0" latinLnBrk="0">
              <a:lnSpc>
                <a:spcPct val="100000"/>
              </a:lnSpc>
              <a:spcBef>
                <a:spcPts val="0"/>
              </a:spcBef>
              <a:spcAft>
                <a:spcPts val="0"/>
              </a:spcAft>
              <a:buClrTx/>
              <a:buSzTx/>
              <a:buFontTx/>
              <a:buNone/>
              <a:tabLst/>
              <a:defRPr sz="11200" b="0" i="0" u="none" strike="noStrike" cap="none" spc="0" baseline="0">
                <a:ln>
                  <a:noFill/>
                </a:ln>
                <a:solidFill>
                  <a:srgbClr val="000000"/>
                </a:solidFill>
                <a:uFillTx/>
                <a:latin typeface="+mj-lt"/>
                <a:ea typeface="+mj-ea"/>
                <a:cs typeface="+mj-cs"/>
                <a:sym typeface="Helvetica Neue Medium"/>
              </a:defRPr>
            </a:lvl9pPr>
          </a:lstStyle>
          <a:p>
            <a:pPr algn="l" defTabSz="212866" hangingPunct="1">
              <a:defRPr sz="4400">
                <a:solidFill>
                  <a:srgbClr val="024C90"/>
                </a:solidFill>
                <a:latin typeface="Helvetica Neue Light"/>
                <a:ea typeface="Helvetica Neue Light"/>
                <a:cs typeface="Helvetica Neue Light"/>
                <a:sym typeface="Helvetica Neue Light"/>
              </a:defRPr>
            </a:pPr>
            <a:r>
              <a:rPr lang="en" sz="4400" dirty="0">
                <a:solidFill>
                  <a:srgbClr val="024C90"/>
                </a:solidFill>
                <a:latin typeface="Arial" panose="020B0604020202020204" pitchFamily="34" charset="0"/>
                <a:ea typeface="Helvetica Neue Light"/>
                <a:cs typeface="Arial" panose="020B0604020202020204" pitchFamily="34" charset="0"/>
                <a:sym typeface="Helvetica Neue Light"/>
              </a:rPr>
              <a:t>MTD</a:t>
            </a:r>
            <a:r>
              <a:rPr lang="en" sz="4400" dirty="0">
                <a:latin typeface="Arial" panose="020B0604020202020204" pitchFamily="34" charset="0"/>
                <a:ea typeface="Helvetica Neue Light"/>
                <a:cs typeface="Arial" panose="020B0604020202020204" pitchFamily="34" charset="0"/>
                <a:sym typeface="Helvetica Neue Light"/>
              </a:rPr>
              <a:t> | </a:t>
            </a:r>
            <a:r>
              <a:rPr lang="en-US" sz="4400" dirty="0">
                <a:solidFill>
                  <a:schemeClr val="tx1"/>
                </a:solidFill>
                <a:latin typeface="Arial" panose="020B0604020202020204" pitchFamily="34" charset="0"/>
                <a:ea typeface="Helvetica Neue Light"/>
                <a:cs typeface="Arial" panose="020B0604020202020204" pitchFamily="34" charset="0"/>
                <a:sym typeface="Helvetica Neue Light"/>
              </a:rPr>
              <a:t>R240</a:t>
            </a:r>
            <a:r>
              <a:rPr lang="en" sz="4400" dirty="0">
                <a:latin typeface="Arial" panose="020B0604020202020204" pitchFamily="34" charset="0"/>
                <a:ea typeface="Helvetica Neue Light"/>
                <a:cs typeface="Arial" panose="020B0604020202020204" pitchFamily="34" charset="0"/>
                <a:sym typeface="Helvetica Neue Light"/>
              </a:rPr>
              <a:t> </a:t>
            </a:r>
            <a:r>
              <a:rPr lang="en" sz="4400" dirty="0">
                <a:solidFill>
                  <a:schemeClr val="tx1"/>
                </a:solidFill>
                <a:latin typeface="Arial" panose="020B0604020202020204" pitchFamily="34" charset="0"/>
                <a:ea typeface="Helvetica Neue Light"/>
                <a:cs typeface="Arial" panose="020B0604020202020204" pitchFamily="34" charset="0"/>
                <a:sym typeface="Helvetica Neue Light"/>
              </a:rPr>
              <a:t>Metrology Details-Magnet </a:t>
            </a:r>
            <a:r>
              <a:rPr lang="sv-SE" altLang="zh-CN" sz="4400" dirty="0">
                <a:solidFill>
                  <a:schemeClr val="tx1"/>
                </a:solidFill>
                <a:latin typeface="Arial" panose="020B0604020202020204" pitchFamily="34" charset="0"/>
                <a:ea typeface="Helvetica Neue Light"/>
                <a:cs typeface="Arial" panose="020B0604020202020204" pitchFamily="34" charset="0"/>
                <a:sym typeface="Helvetica Neue Light"/>
              </a:rPr>
              <a:t>099-53721-08</a:t>
            </a:r>
          </a:p>
        </p:txBody>
      </p:sp>
      <p:graphicFrame>
        <p:nvGraphicFramePr>
          <p:cNvPr id="38" name="表格 37"/>
          <p:cNvGraphicFramePr>
            <a:graphicFrameLocks noGrp="1"/>
          </p:cNvGraphicFramePr>
          <p:nvPr>
            <p:extLst>
              <p:ext uri="{D42A27DB-BD31-4B8C-83A1-F6EECF244321}">
                <p14:modId xmlns:p14="http://schemas.microsoft.com/office/powerpoint/2010/main" val="1484368758"/>
              </p:ext>
            </p:extLst>
          </p:nvPr>
        </p:nvGraphicFramePr>
        <p:xfrm>
          <a:off x="19615547" y="6327048"/>
          <a:ext cx="3768496" cy="6355080"/>
        </p:xfrm>
        <a:graphic>
          <a:graphicData uri="http://schemas.openxmlformats.org/drawingml/2006/table">
            <a:tbl>
              <a:tblPr/>
              <a:tblGrid>
                <a:gridCol w="556214">
                  <a:extLst>
                    <a:ext uri="{9D8B030D-6E8A-4147-A177-3AD203B41FA5}">
                      <a16:colId xmlns:a16="http://schemas.microsoft.com/office/drawing/2014/main" val="20000"/>
                    </a:ext>
                  </a:extLst>
                </a:gridCol>
                <a:gridCol w="1297757">
                  <a:extLst>
                    <a:ext uri="{9D8B030D-6E8A-4147-A177-3AD203B41FA5}">
                      <a16:colId xmlns:a16="http://schemas.microsoft.com/office/drawing/2014/main" val="20003"/>
                    </a:ext>
                  </a:extLst>
                </a:gridCol>
                <a:gridCol w="85725">
                  <a:extLst>
                    <a:ext uri="{9D8B030D-6E8A-4147-A177-3AD203B41FA5}">
                      <a16:colId xmlns:a16="http://schemas.microsoft.com/office/drawing/2014/main" val="20002"/>
                    </a:ext>
                  </a:extLst>
                </a:gridCol>
                <a:gridCol w="581426">
                  <a:extLst>
                    <a:ext uri="{9D8B030D-6E8A-4147-A177-3AD203B41FA5}">
                      <a16:colId xmlns:a16="http://schemas.microsoft.com/office/drawing/2014/main" val="20004"/>
                    </a:ext>
                  </a:extLst>
                </a:gridCol>
                <a:gridCol w="1247374">
                  <a:extLst>
                    <a:ext uri="{9D8B030D-6E8A-4147-A177-3AD203B41FA5}">
                      <a16:colId xmlns:a16="http://schemas.microsoft.com/office/drawing/2014/main" val="20005"/>
                    </a:ext>
                  </a:extLst>
                </a:gridCol>
              </a:tblGrid>
              <a:tr h="0">
                <a:tc>
                  <a:txBody>
                    <a:bodyPr/>
                    <a:lstStyle/>
                    <a:p>
                      <a:pPr algn="ctr" fontAlgn="ctr"/>
                      <a:r>
                        <a:rPr lang="en-US" sz="1800" b="0" i="0" u="none" strike="noStrike" dirty="0">
                          <a:solidFill>
                            <a:srgbClr val="000000"/>
                          </a:solidFill>
                          <a:effectLst/>
                          <a:latin typeface="Arial" panose="020B0604020202020204" pitchFamily="34" charset="0"/>
                          <a:ea typeface="Arial Unicode MS" panose="020B0604020202020204" pitchFamily="34" charset="-122"/>
                          <a:cs typeface="Arial" panose="020B0604020202020204" pitchFamily="34" charset="0"/>
                        </a:rPr>
                        <a:t>No.</a:t>
                      </a:r>
                    </a:p>
                  </a:txBody>
                  <a:tcPr marL="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56C1FF"/>
                    </a:solidFill>
                  </a:tcPr>
                </a:tc>
                <a:tc>
                  <a:txBody>
                    <a:bodyPr/>
                    <a:lstStyle/>
                    <a:p>
                      <a:pPr algn="ctr" fontAlgn="ctr"/>
                      <a:r>
                        <a:rPr lang="en-US" altLang="zh-CN" sz="1800" b="0" i="0" u="none" strike="noStrike" dirty="0">
                          <a:solidFill>
                            <a:srgbClr val="000000"/>
                          </a:solidFill>
                          <a:effectLst/>
                          <a:latin typeface="Arial" panose="020B0604020202020204" pitchFamily="34" charset="0"/>
                          <a:ea typeface="Arial Unicode MS" panose="020B0604020202020204" pitchFamily="34" charset="-122"/>
                          <a:cs typeface="Arial" panose="020B0604020202020204" pitchFamily="34" charset="0"/>
                        </a:rPr>
                        <a:t>FAI1/SPCA</a:t>
                      </a:r>
                    </a:p>
                  </a:txBody>
                  <a:tcPr marL="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56C1FF"/>
                    </a:solidFill>
                  </a:tcPr>
                </a:tc>
                <a:tc rowSpan="25">
                  <a:txBody>
                    <a:bodyPr/>
                    <a:lstStyle/>
                    <a:p>
                      <a:endParaRPr lang="zh-CN" altLang="en-US"/>
                    </a:p>
                  </a:txBody>
                  <a:tcPr marL="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algn="ctr" fontAlgn="ctr"/>
                      <a:r>
                        <a:rPr lang="en-US" sz="1800" b="0" i="0" u="none" strike="noStrike" dirty="0">
                          <a:solidFill>
                            <a:srgbClr val="000000"/>
                          </a:solidFill>
                          <a:effectLst/>
                          <a:latin typeface="Arial" panose="020B0604020202020204" pitchFamily="34" charset="0"/>
                          <a:ea typeface="Arial Unicode MS" panose="020B0604020202020204" pitchFamily="34" charset="-122"/>
                          <a:cs typeface="Arial" panose="020B0604020202020204" pitchFamily="34" charset="0"/>
                        </a:rPr>
                        <a:t>No.</a:t>
                      </a:r>
                    </a:p>
                  </a:txBody>
                  <a:tcPr marL="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56C1FF"/>
                    </a:solidFill>
                  </a:tcPr>
                </a:tc>
                <a:tc>
                  <a:txBody>
                    <a:bodyPr/>
                    <a:lstStyle/>
                    <a:p>
                      <a:pPr algn="ctr" fontAlgn="ctr"/>
                      <a:r>
                        <a:rPr lang="en-US" altLang="zh-CN" sz="1800" b="0" i="0" u="none" strike="noStrike" dirty="0">
                          <a:solidFill>
                            <a:srgbClr val="000000"/>
                          </a:solidFill>
                          <a:effectLst/>
                          <a:latin typeface="Arial" panose="020B0604020202020204" pitchFamily="34" charset="0"/>
                          <a:ea typeface="Arial Unicode MS" panose="020B0604020202020204" pitchFamily="34" charset="-122"/>
                          <a:cs typeface="Arial" panose="020B0604020202020204" pitchFamily="34" charset="0"/>
                        </a:rPr>
                        <a:t>FAI1/SPCA</a:t>
                      </a:r>
                    </a:p>
                  </a:txBody>
                  <a:tcPr marL="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56C1FF"/>
                    </a:solidFill>
                  </a:tcPr>
                </a:tc>
                <a:extLst>
                  <a:ext uri="{0D108BD9-81ED-4DB2-BD59-A6C34878D82A}">
                    <a16:rowId xmlns:a16="http://schemas.microsoft.com/office/drawing/2014/main" val="10000"/>
                  </a:ext>
                </a:extLst>
              </a:tr>
              <a:tr h="180000">
                <a:tc>
                  <a:txBody>
                    <a:bodyPr/>
                    <a:lstStyle/>
                    <a:p>
                      <a:pPr algn="ctr" fontAlgn="ctr"/>
                      <a:r>
                        <a:rPr lang="en-US" altLang="zh-CN" sz="1600" u="none" strike="noStrike" dirty="0">
                          <a:effectLst/>
                          <a:latin typeface="Arial" panose="020B0604020202020204" pitchFamily="34" charset="0"/>
                          <a:cs typeface="Arial" panose="020B0604020202020204" pitchFamily="34" charset="0"/>
                        </a:rPr>
                        <a:t>1</a:t>
                      </a:r>
                      <a:endParaRPr lang="en-US" altLang="zh-CN" sz="1600" b="0" i="0" u="none" strike="noStrike" dirty="0">
                        <a:solidFill>
                          <a:srgbClr val="000000"/>
                        </a:solidFill>
                        <a:effectLst/>
                        <a:latin typeface="Arial" panose="020B0604020202020204" pitchFamily="34" charset="0"/>
                        <a:ea typeface="微软雅黑" panose="020B0503020204020204" pitchFamily="34" charset="-122"/>
                        <a:cs typeface="Arial" panose="020B0604020202020204" pitchFamily="34" charset="0"/>
                      </a:endParaRPr>
                    </a:p>
                  </a:txBody>
                  <a:tcPr marL="7022" marR="7022" marT="7022"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fontAlgn="ctr"/>
                      <a:r>
                        <a:rPr lang="en-US" altLang="zh-CN" sz="1600" b="0" i="0" u="none" strike="noStrike" dirty="0">
                          <a:solidFill>
                            <a:srgbClr val="000000"/>
                          </a:solidFill>
                          <a:effectLst/>
                          <a:latin typeface="Arial" panose="020B0604020202020204" pitchFamily="34" charset="0"/>
                          <a:ea typeface="等线" panose="02010600030101010101" pitchFamily="2" charset="-122"/>
                        </a:rPr>
                        <a:t>10.17</a:t>
                      </a:r>
                    </a:p>
                  </a:txBody>
                  <a:tcPr marL="9525" marR="9525" marT="9525"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vMerge="1">
                  <a:txBody>
                    <a:bodyPr/>
                    <a:lstStyle/>
                    <a:p>
                      <a:pPr marL="0" marR="0" indent="0" algn="ctr" defTabSz="821530" eaLnBrk="1" fontAlgn="ctr" latinLnBrk="0" hangingPunct="1">
                        <a:lnSpc>
                          <a:spcPct val="100000"/>
                        </a:lnSpc>
                        <a:spcBef>
                          <a:spcPts val="0"/>
                        </a:spcBef>
                        <a:spcAft>
                          <a:spcPts val="0"/>
                        </a:spcAft>
                        <a:buClrTx/>
                        <a:buSzTx/>
                        <a:buFontTx/>
                        <a:buNone/>
                        <a:tabLst/>
                        <a:defRPr/>
                      </a:pPr>
                      <a:endParaRPr lang="en-US" altLang="zh-CN" sz="2000" b="0" i="0" u="none" strike="noStrike" cap="none" spc="0" baseline="0" dirty="0">
                        <a:ln>
                          <a:noFill/>
                        </a:ln>
                        <a:solidFill>
                          <a:schemeClr val="tx1"/>
                        </a:solidFill>
                        <a:effectLst/>
                        <a:uFillTx/>
                        <a:latin typeface="Arial" panose="020B0604020202020204" pitchFamily="34" charset="0"/>
                        <a:ea typeface="Arial Unicode MS" panose="020B0604020202020204" pitchFamily="34" charset="-122"/>
                        <a:cs typeface="Arial" panose="020B0604020202020204" pitchFamily="34" charset="0"/>
                        <a:sym typeface="Helvetica Neue Light"/>
                      </a:endParaRPr>
                    </a:p>
                  </a:txBody>
                  <a:tcPr marL="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fontAlgn="ctr"/>
                      <a:r>
                        <a:rPr lang="en-US" altLang="zh-CN" sz="1600" u="none" strike="noStrike" dirty="0">
                          <a:effectLst/>
                          <a:latin typeface="Arial" panose="020B0604020202020204" pitchFamily="34" charset="0"/>
                          <a:cs typeface="Arial" panose="020B0604020202020204" pitchFamily="34" charset="0"/>
                        </a:rPr>
                        <a:t>26</a:t>
                      </a:r>
                      <a:endParaRPr lang="en-US" altLang="zh-CN" sz="1600" b="0" i="0" u="none" strike="noStrike" dirty="0">
                        <a:solidFill>
                          <a:srgbClr val="000000"/>
                        </a:solidFill>
                        <a:effectLst/>
                        <a:latin typeface="Arial" panose="020B0604020202020204" pitchFamily="34" charset="0"/>
                        <a:ea typeface="微软雅黑" panose="020B0503020204020204" pitchFamily="34" charset="-122"/>
                        <a:cs typeface="Arial" panose="020B0604020202020204" pitchFamily="34" charset="0"/>
                      </a:endParaRPr>
                    </a:p>
                  </a:txBody>
                  <a:tcPr marL="7022" marR="7022" marT="7022"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fontAlgn="ctr"/>
                      <a:r>
                        <a:rPr lang="en-US" altLang="zh-CN" sz="1600" b="0" i="0" u="none" strike="noStrike" dirty="0">
                          <a:solidFill>
                            <a:srgbClr val="000000"/>
                          </a:solidFill>
                          <a:effectLst/>
                          <a:latin typeface="Arial" panose="020B0604020202020204" pitchFamily="34" charset="0"/>
                          <a:ea typeface="等线" panose="02010600030101010101" pitchFamily="2" charset="-122"/>
                        </a:rPr>
                        <a:t>11.2</a:t>
                      </a:r>
                    </a:p>
                  </a:txBody>
                  <a:tcPr marL="9525" marR="9525" marT="9525"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10530863"/>
                  </a:ext>
                </a:extLst>
              </a:tr>
              <a:tr h="180000">
                <a:tc>
                  <a:txBody>
                    <a:bodyPr/>
                    <a:lstStyle/>
                    <a:p>
                      <a:pPr algn="ctr" fontAlgn="ctr"/>
                      <a:r>
                        <a:rPr lang="en-US" altLang="zh-CN" sz="1600" u="none" strike="noStrike" dirty="0">
                          <a:effectLst/>
                          <a:latin typeface="Arial" panose="020B0604020202020204" pitchFamily="34" charset="0"/>
                          <a:cs typeface="Arial" panose="020B0604020202020204" pitchFamily="34" charset="0"/>
                        </a:rPr>
                        <a:t>2</a:t>
                      </a:r>
                      <a:endParaRPr lang="en-US" altLang="zh-CN" sz="1600" b="0" i="0" u="none" strike="noStrike" dirty="0">
                        <a:solidFill>
                          <a:srgbClr val="000000"/>
                        </a:solidFill>
                        <a:effectLst/>
                        <a:latin typeface="Arial" panose="020B0604020202020204" pitchFamily="34" charset="0"/>
                        <a:ea typeface="微软雅黑" panose="020B0503020204020204" pitchFamily="34" charset="-122"/>
                        <a:cs typeface="Arial" panose="020B0604020202020204" pitchFamily="34" charset="0"/>
                      </a:endParaRPr>
                    </a:p>
                  </a:txBody>
                  <a:tcPr marL="7022" marR="7022" marT="7022"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fontAlgn="ctr"/>
                      <a:r>
                        <a:rPr lang="en-US" altLang="zh-CN" sz="1600" b="0" i="0" u="none" strike="noStrike" dirty="0">
                          <a:solidFill>
                            <a:srgbClr val="000000"/>
                          </a:solidFill>
                          <a:effectLst/>
                          <a:latin typeface="Arial" panose="020B0604020202020204" pitchFamily="34" charset="0"/>
                          <a:ea typeface="等线" panose="02010600030101010101" pitchFamily="2" charset="-122"/>
                        </a:rPr>
                        <a:t>5.69</a:t>
                      </a:r>
                    </a:p>
                  </a:txBody>
                  <a:tcPr marL="9525" marR="9525" marT="9525"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vMerge="1">
                  <a:txBody>
                    <a:bodyPr/>
                    <a:lstStyle/>
                    <a:p>
                      <a:endParaRPr lang="zh-CN" altLang="en-US"/>
                    </a:p>
                  </a:txBody>
                  <a:tcPr/>
                </a:tc>
                <a:tc>
                  <a:txBody>
                    <a:bodyPr/>
                    <a:lstStyle/>
                    <a:p>
                      <a:pPr algn="ctr" fontAlgn="ctr"/>
                      <a:r>
                        <a:rPr lang="en-US" altLang="zh-CN" sz="1600" u="none" strike="noStrike" dirty="0">
                          <a:effectLst/>
                          <a:latin typeface="Arial" panose="020B0604020202020204" pitchFamily="34" charset="0"/>
                          <a:cs typeface="Arial" panose="020B0604020202020204" pitchFamily="34" charset="0"/>
                        </a:rPr>
                        <a:t>27</a:t>
                      </a:r>
                      <a:endParaRPr lang="en-US" altLang="zh-CN" sz="1600" b="0" i="0" u="none" strike="noStrike" dirty="0">
                        <a:solidFill>
                          <a:srgbClr val="000000"/>
                        </a:solidFill>
                        <a:effectLst/>
                        <a:latin typeface="Arial" panose="020B0604020202020204" pitchFamily="34" charset="0"/>
                        <a:ea typeface="微软雅黑" panose="020B0503020204020204" pitchFamily="34" charset="-122"/>
                        <a:cs typeface="Arial" panose="020B0604020202020204" pitchFamily="34" charset="0"/>
                      </a:endParaRPr>
                    </a:p>
                  </a:txBody>
                  <a:tcPr marL="7022" marR="7022" marT="7022"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fontAlgn="ctr"/>
                      <a:r>
                        <a:rPr lang="en-US" altLang="zh-CN" sz="1600" b="0" i="0" u="none" strike="noStrike" dirty="0">
                          <a:solidFill>
                            <a:srgbClr val="000000"/>
                          </a:solidFill>
                          <a:effectLst/>
                          <a:latin typeface="Arial" panose="020B0604020202020204" pitchFamily="34" charset="0"/>
                          <a:ea typeface="等线" panose="02010600030101010101" pitchFamily="2" charset="-122"/>
                        </a:rPr>
                        <a:t>12.56</a:t>
                      </a:r>
                    </a:p>
                  </a:txBody>
                  <a:tcPr marL="9525" marR="9525" marT="9525"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180000">
                <a:tc>
                  <a:txBody>
                    <a:bodyPr/>
                    <a:lstStyle/>
                    <a:p>
                      <a:pPr algn="ctr" fontAlgn="ctr"/>
                      <a:r>
                        <a:rPr lang="en-US" altLang="zh-CN" sz="1600" u="none" strike="noStrike" dirty="0">
                          <a:effectLst/>
                          <a:latin typeface="Arial" panose="020B0604020202020204" pitchFamily="34" charset="0"/>
                          <a:cs typeface="Arial" panose="020B0604020202020204" pitchFamily="34" charset="0"/>
                        </a:rPr>
                        <a:t>3</a:t>
                      </a:r>
                      <a:endParaRPr lang="en-US" altLang="zh-CN" sz="1600" b="0" i="0" u="none" strike="noStrike" dirty="0">
                        <a:solidFill>
                          <a:srgbClr val="000000"/>
                        </a:solidFill>
                        <a:effectLst/>
                        <a:latin typeface="Arial" panose="020B0604020202020204" pitchFamily="34" charset="0"/>
                        <a:ea typeface="微软雅黑" panose="020B0503020204020204" pitchFamily="34" charset="-122"/>
                        <a:cs typeface="Arial" panose="020B0604020202020204" pitchFamily="34" charset="0"/>
                      </a:endParaRPr>
                    </a:p>
                  </a:txBody>
                  <a:tcPr marL="7022" marR="7022" marT="7022"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fontAlgn="ctr"/>
                      <a:r>
                        <a:rPr lang="en-US" altLang="zh-CN" sz="1600" b="0" i="0" u="none" strike="noStrike" dirty="0">
                          <a:solidFill>
                            <a:srgbClr val="000000"/>
                          </a:solidFill>
                          <a:effectLst/>
                          <a:latin typeface="Arial" panose="020B0604020202020204" pitchFamily="34" charset="0"/>
                          <a:ea typeface="等线" panose="02010600030101010101" pitchFamily="2" charset="-122"/>
                        </a:rPr>
                        <a:t>5.96</a:t>
                      </a:r>
                    </a:p>
                  </a:txBody>
                  <a:tcPr marL="9525" marR="9525" marT="9525"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vMerge="1">
                  <a:txBody>
                    <a:bodyPr/>
                    <a:lstStyle/>
                    <a:p>
                      <a:endParaRPr lang="zh-CN" altLang="en-US"/>
                    </a:p>
                  </a:txBody>
                  <a:tcPr/>
                </a:tc>
                <a:tc>
                  <a:txBody>
                    <a:bodyPr/>
                    <a:lstStyle/>
                    <a:p>
                      <a:pPr algn="ctr" fontAlgn="ctr"/>
                      <a:r>
                        <a:rPr lang="en-US" altLang="zh-CN" sz="1600" b="0" i="0" u="none" strike="noStrike" dirty="0">
                          <a:solidFill>
                            <a:srgbClr val="000000"/>
                          </a:solidFill>
                          <a:effectLst/>
                          <a:latin typeface="微软雅黑" panose="020B0503020204020204" pitchFamily="34" charset="-122"/>
                          <a:ea typeface="微软雅黑" panose="020B0503020204020204" pitchFamily="34" charset="-122"/>
                        </a:rPr>
                        <a:t>28</a:t>
                      </a:r>
                    </a:p>
                  </a:txBody>
                  <a:tcPr marL="9525" marR="9525" marT="9525"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fontAlgn="ctr"/>
                      <a:r>
                        <a:rPr lang="en-US" altLang="zh-CN" sz="1600" b="0" i="0" u="none" strike="noStrike" dirty="0">
                          <a:solidFill>
                            <a:srgbClr val="000000"/>
                          </a:solidFill>
                          <a:effectLst/>
                          <a:latin typeface="微软雅黑" panose="020B0503020204020204" pitchFamily="34" charset="-122"/>
                          <a:ea typeface="微软雅黑" panose="020B0503020204020204" pitchFamily="34" charset="-122"/>
                        </a:rPr>
                        <a:t>11.41</a:t>
                      </a:r>
                    </a:p>
                  </a:txBody>
                  <a:tcPr marL="9525" marR="9525" marT="9525"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180000">
                <a:tc>
                  <a:txBody>
                    <a:bodyPr/>
                    <a:lstStyle/>
                    <a:p>
                      <a:pPr algn="ctr" fontAlgn="ctr"/>
                      <a:r>
                        <a:rPr lang="en-US" altLang="zh-CN" sz="1600" u="none" strike="noStrike" dirty="0">
                          <a:effectLst/>
                          <a:latin typeface="Arial" panose="020B0604020202020204" pitchFamily="34" charset="0"/>
                          <a:cs typeface="Arial" panose="020B0604020202020204" pitchFamily="34" charset="0"/>
                        </a:rPr>
                        <a:t>4</a:t>
                      </a:r>
                      <a:endParaRPr lang="en-US" altLang="zh-CN" sz="1600" b="0" i="0" u="none" strike="noStrike" dirty="0">
                        <a:solidFill>
                          <a:srgbClr val="000000"/>
                        </a:solidFill>
                        <a:effectLst/>
                        <a:latin typeface="Arial" panose="020B0604020202020204" pitchFamily="34" charset="0"/>
                        <a:ea typeface="微软雅黑" panose="020B0503020204020204" pitchFamily="34" charset="-122"/>
                        <a:cs typeface="Arial" panose="020B0604020202020204" pitchFamily="34" charset="0"/>
                      </a:endParaRPr>
                    </a:p>
                  </a:txBody>
                  <a:tcPr marL="7022" marR="7022" marT="7022"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fontAlgn="ctr"/>
                      <a:r>
                        <a:rPr lang="en-US" altLang="zh-CN" sz="1600" b="0" i="0" u="none" strike="noStrike" dirty="0">
                          <a:solidFill>
                            <a:srgbClr val="000000"/>
                          </a:solidFill>
                          <a:effectLst/>
                          <a:latin typeface="Arial" panose="020B0604020202020204" pitchFamily="34" charset="0"/>
                          <a:ea typeface="等线" panose="02010600030101010101" pitchFamily="2" charset="-122"/>
                        </a:rPr>
                        <a:t>12.38</a:t>
                      </a:r>
                    </a:p>
                  </a:txBody>
                  <a:tcPr marL="9525" marR="9525" marT="9525"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vMerge="1">
                  <a:txBody>
                    <a:bodyPr/>
                    <a:lstStyle/>
                    <a:p>
                      <a:endParaRPr lang="zh-CN" altLang="en-US"/>
                    </a:p>
                  </a:txBody>
                  <a:tcPr/>
                </a:tc>
                <a:tc>
                  <a:txBody>
                    <a:bodyPr/>
                    <a:lstStyle/>
                    <a:p>
                      <a:pPr algn="ctr" fontAlgn="ctr"/>
                      <a:r>
                        <a:rPr lang="en-US" altLang="zh-CN" sz="1600" b="0" i="0" u="none" strike="noStrike" dirty="0">
                          <a:solidFill>
                            <a:srgbClr val="000000"/>
                          </a:solidFill>
                          <a:effectLst/>
                          <a:latin typeface="微软雅黑" panose="020B0503020204020204" pitchFamily="34" charset="-122"/>
                          <a:ea typeface="微软雅黑" panose="020B0503020204020204" pitchFamily="34" charset="-122"/>
                        </a:rPr>
                        <a:t>29</a:t>
                      </a:r>
                    </a:p>
                  </a:txBody>
                  <a:tcPr marL="9525" marR="9525" marT="9525"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fontAlgn="ctr"/>
                      <a:r>
                        <a:rPr lang="en-US" altLang="zh-CN" sz="1600" b="0" i="0" u="none" strike="noStrike" dirty="0">
                          <a:solidFill>
                            <a:srgbClr val="000000"/>
                          </a:solidFill>
                          <a:effectLst/>
                          <a:latin typeface="微软雅黑" panose="020B0503020204020204" pitchFamily="34" charset="-122"/>
                          <a:ea typeface="微软雅黑" panose="020B0503020204020204" pitchFamily="34" charset="-122"/>
                        </a:rPr>
                        <a:t>11.85</a:t>
                      </a:r>
                    </a:p>
                  </a:txBody>
                  <a:tcPr marL="9525" marR="9525" marT="9525"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180000">
                <a:tc>
                  <a:txBody>
                    <a:bodyPr/>
                    <a:lstStyle/>
                    <a:p>
                      <a:pPr algn="ctr" fontAlgn="ctr"/>
                      <a:r>
                        <a:rPr lang="en-US" altLang="zh-CN" sz="1600" u="none" strike="noStrike" dirty="0">
                          <a:effectLst/>
                          <a:latin typeface="Arial" panose="020B0604020202020204" pitchFamily="34" charset="0"/>
                          <a:cs typeface="Arial" panose="020B0604020202020204" pitchFamily="34" charset="0"/>
                        </a:rPr>
                        <a:t>5</a:t>
                      </a:r>
                      <a:endParaRPr lang="en-US" altLang="zh-CN" sz="1600" b="0" i="0" u="none" strike="noStrike" dirty="0">
                        <a:solidFill>
                          <a:srgbClr val="000000"/>
                        </a:solidFill>
                        <a:effectLst/>
                        <a:latin typeface="Arial" panose="020B0604020202020204" pitchFamily="34" charset="0"/>
                        <a:ea typeface="微软雅黑" panose="020B0503020204020204" pitchFamily="34" charset="-122"/>
                        <a:cs typeface="Arial" panose="020B0604020202020204" pitchFamily="34" charset="0"/>
                      </a:endParaRPr>
                    </a:p>
                  </a:txBody>
                  <a:tcPr marL="7022" marR="7022" marT="7022"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fontAlgn="ctr"/>
                      <a:r>
                        <a:rPr lang="en-US" altLang="zh-CN" sz="1600" b="0" i="0" u="none" strike="noStrike" dirty="0">
                          <a:solidFill>
                            <a:srgbClr val="000000"/>
                          </a:solidFill>
                          <a:effectLst/>
                          <a:latin typeface="Arial" panose="020B0604020202020204" pitchFamily="34" charset="0"/>
                          <a:ea typeface="等线" panose="02010600030101010101" pitchFamily="2" charset="-122"/>
                        </a:rPr>
                        <a:t>5.18</a:t>
                      </a:r>
                    </a:p>
                  </a:txBody>
                  <a:tcPr marL="9525" marR="9525" marT="9525"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vMerge="1">
                  <a:txBody>
                    <a:bodyPr/>
                    <a:lstStyle/>
                    <a:p>
                      <a:endParaRPr lang="zh-CN" altLang="en-US"/>
                    </a:p>
                  </a:txBody>
                  <a:tcPr/>
                </a:tc>
                <a:tc>
                  <a:txBody>
                    <a:bodyPr/>
                    <a:lstStyle/>
                    <a:p>
                      <a:pPr algn="ctr" fontAlgn="ctr"/>
                      <a:r>
                        <a:rPr lang="en-US" altLang="zh-CN" sz="1600" b="0" i="0" u="none" strike="noStrike" dirty="0">
                          <a:solidFill>
                            <a:srgbClr val="000000"/>
                          </a:solidFill>
                          <a:effectLst/>
                          <a:latin typeface="微软雅黑" panose="020B0503020204020204" pitchFamily="34" charset="-122"/>
                          <a:ea typeface="微软雅黑" panose="020B0503020204020204" pitchFamily="34" charset="-122"/>
                        </a:rPr>
                        <a:t>30</a:t>
                      </a:r>
                    </a:p>
                  </a:txBody>
                  <a:tcPr marL="9525" marR="9525" marT="9525"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fontAlgn="ctr"/>
                      <a:r>
                        <a:rPr lang="en-US" altLang="zh-CN" sz="1600" b="0" i="0" u="none" strike="noStrike" dirty="0">
                          <a:solidFill>
                            <a:srgbClr val="000000"/>
                          </a:solidFill>
                          <a:effectLst/>
                          <a:latin typeface="微软雅黑" panose="020B0503020204020204" pitchFamily="34" charset="-122"/>
                          <a:ea typeface="微软雅黑" panose="020B0503020204020204" pitchFamily="34" charset="-122"/>
                        </a:rPr>
                        <a:t>7</a:t>
                      </a:r>
                    </a:p>
                  </a:txBody>
                  <a:tcPr marL="9525" marR="9525" marT="9525"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4"/>
                  </a:ext>
                </a:extLst>
              </a:tr>
              <a:tr h="180000">
                <a:tc>
                  <a:txBody>
                    <a:bodyPr/>
                    <a:lstStyle/>
                    <a:p>
                      <a:pPr algn="ctr" fontAlgn="ctr"/>
                      <a:r>
                        <a:rPr lang="en-US" altLang="zh-CN" sz="1600" u="none" strike="noStrike" dirty="0">
                          <a:effectLst/>
                          <a:latin typeface="Arial" panose="020B0604020202020204" pitchFamily="34" charset="0"/>
                          <a:cs typeface="Arial" panose="020B0604020202020204" pitchFamily="34" charset="0"/>
                        </a:rPr>
                        <a:t>6</a:t>
                      </a:r>
                      <a:endParaRPr lang="en-US" altLang="zh-CN" sz="1600" b="0" i="0" u="none" strike="noStrike" dirty="0">
                        <a:solidFill>
                          <a:srgbClr val="000000"/>
                        </a:solidFill>
                        <a:effectLst/>
                        <a:latin typeface="Arial" panose="020B0604020202020204" pitchFamily="34" charset="0"/>
                        <a:ea typeface="微软雅黑" panose="020B0503020204020204" pitchFamily="34" charset="-122"/>
                        <a:cs typeface="Arial" panose="020B0604020202020204" pitchFamily="34" charset="0"/>
                      </a:endParaRPr>
                    </a:p>
                  </a:txBody>
                  <a:tcPr marL="7022" marR="7022" marT="7022"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fontAlgn="ctr"/>
                      <a:r>
                        <a:rPr lang="en-US" altLang="zh-CN" sz="1600" b="0" i="0" u="none" strike="noStrike" dirty="0">
                          <a:solidFill>
                            <a:srgbClr val="000000"/>
                          </a:solidFill>
                          <a:effectLst/>
                          <a:latin typeface="Arial" panose="020B0604020202020204" pitchFamily="34" charset="0"/>
                          <a:ea typeface="等线" panose="02010600030101010101" pitchFamily="2" charset="-122"/>
                        </a:rPr>
                        <a:t>4.7</a:t>
                      </a:r>
                    </a:p>
                  </a:txBody>
                  <a:tcPr marL="9525" marR="9525" marT="9525"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vMerge="1">
                  <a:txBody>
                    <a:bodyPr/>
                    <a:lstStyle/>
                    <a:p>
                      <a:endParaRPr lang="zh-CN" altLang="en-US"/>
                    </a:p>
                  </a:txBody>
                  <a:tcPr/>
                </a:tc>
                <a:tc>
                  <a:txBody>
                    <a:bodyPr/>
                    <a:lstStyle/>
                    <a:p>
                      <a:pPr algn="ctr" fontAlgn="ctr"/>
                      <a:r>
                        <a:rPr lang="en-US" altLang="zh-CN" sz="1600" b="0" i="0" u="none" strike="noStrike">
                          <a:solidFill>
                            <a:srgbClr val="000000"/>
                          </a:solidFill>
                          <a:effectLst/>
                          <a:latin typeface="微软雅黑" panose="020B0503020204020204" pitchFamily="34" charset="-122"/>
                          <a:ea typeface="微软雅黑" panose="020B0503020204020204" pitchFamily="34" charset="-122"/>
                        </a:rPr>
                        <a:t>31</a:t>
                      </a:r>
                    </a:p>
                  </a:txBody>
                  <a:tcPr marL="9525" marR="9525" marT="9525"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fontAlgn="ctr"/>
                      <a:r>
                        <a:rPr lang="en-US" altLang="zh-CN" sz="1600" b="0" i="0" u="none" strike="noStrike" dirty="0">
                          <a:solidFill>
                            <a:srgbClr val="000000"/>
                          </a:solidFill>
                          <a:effectLst/>
                          <a:latin typeface="微软雅黑" panose="020B0503020204020204" pitchFamily="34" charset="-122"/>
                          <a:ea typeface="微软雅黑" panose="020B0503020204020204" pitchFamily="34" charset="-122"/>
                        </a:rPr>
                        <a:t>12</a:t>
                      </a:r>
                    </a:p>
                  </a:txBody>
                  <a:tcPr marL="9525" marR="9525" marT="9525"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5"/>
                  </a:ext>
                </a:extLst>
              </a:tr>
              <a:tr h="180000">
                <a:tc>
                  <a:txBody>
                    <a:bodyPr/>
                    <a:lstStyle/>
                    <a:p>
                      <a:pPr algn="ctr" fontAlgn="ctr"/>
                      <a:r>
                        <a:rPr lang="en-US" altLang="zh-CN" sz="1600" u="none" strike="noStrike" dirty="0">
                          <a:effectLst/>
                          <a:latin typeface="Arial" panose="020B0604020202020204" pitchFamily="34" charset="0"/>
                          <a:cs typeface="Arial" panose="020B0604020202020204" pitchFamily="34" charset="0"/>
                        </a:rPr>
                        <a:t>7</a:t>
                      </a:r>
                      <a:endParaRPr lang="en-US" altLang="zh-CN" sz="1600" b="0" i="0" u="none" strike="noStrike" dirty="0">
                        <a:solidFill>
                          <a:srgbClr val="000000"/>
                        </a:solidFill>
                        <a:effectLst/>
                        <a:latin typeface="Arial" panose="020B0604020202020204" pitchFamily="34" charset="0"/>
                        <a:ea typeface="微软雅黑" panose="020B0503020204020204" pitchFamily="34" charset="-122"/>
                        <a:cs typeface="Arial" panose="020B0604020202020204" pitchFamily="34" charset="0"/>
                      </a:endParaRPr>
                    </a:p>
                  </a:txBody>
                  <a:tcPr marL="7022" marR="7022" marT="7022"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fontAlgn="ctr"/>
                      <a:r>
                        <a:rPr lang="en-US" altLang="zh-CN" sz="1600" b="0" i="0" u="none" strike="noStrike" dirty="0">
                          <a:solidFill>
                            <a:srgbClr val="000000"/>
                          </a:solidFill>
                          <a:effectLst/>
                          <a:latin typeface="Arial" panose="020B0604020202020204" pitchFamily="34" charset="0"/>
                          <a:ea typeface="等线" panose="02010600030101010101" pitchFamily="2" charset="-122"/>
                        </a:rPr>
                        <a:t>11.2</a:t>
                      </a:r>
                    </a:p>
                  </a:txBody>
                  <a:tcPr marL="9525" marR="9525" marT="9525"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vMerge="1">
                  <a:txBody>
                    <a:bodyPr/>
                    <a:lstStyle/>
                    <a:p>
                      <a:endParaRPr lang="zh-CN" altLang="en-US"/>
                    </a:p>
                  </a:txBody>
                  <a:tcPr/>
                </a:tc>
                <a:tc>
                  <a:txBody>
                    <a:bodyPr/>
                    <a:lstStyle/>
                    <a:p>
                      <a:pPr algn="ctr" fontAlgn="ctr"/>
                      <a:r>
                        <a:rPr lang="en-US" altLang="zh-CN" sz="1600" b="0" i="0" u="none" strike="noStrike" dirty="0">
                          <a:solidFill>
                            <a:srgbClr val="000000"/>
                          </a:solidFill>
                          <a:effectLst/>
                          <a:latin typeface="微软雅黑" panose="020B0503020204020204" pitchFamily="34" charset="-122"/>
                          <a:ea typeface="微软雅黑" panose="020B0503020204020204" pitchFamily="34" charset="-122"/>
                        </a:rPr>
                        <a:t>32</a:t>
                      </a:r>
                    </a:p>
                  </a:txBody>
                  <a:tcPr marL="9525" marR="9525" marT="9525"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fontAlgn="ctr"/>
                      <a:r>
                        <a:rPr lang="en-US" altLang="zh-CN" sz="1600" b="0" i="0" u="none" strike="noStrike" dirty="0">
                          <a:solidFill>
                            <a:srgbClr val="000000"/>
                          </a:solidFill>
                          <a:effectLst/>
                          <a:latin typeface="微软雅黑" panose="020B0503020204020204" pitchFamily="34" charset="-122"/>
                          <a:ea typeface="微软雅黑" panose="020B0503020204020204" pitchFamily="34" charset="-122"/>
                        </a:rPr>
                        <a:t>3.5</a:t>
                      </a:r>
                    </a:p>
                  </a:txBody>
                  <a:tcPr marL="9525" marR="9525" marT="9525"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6"/>
                  </a:ext>
                </a:extLst>
              </a:tr>
              <a:tr h="180000">
                <a:tc>
                  <a:txBody>
                    <a:bodyPr/>
                    <a:lstStyle/>
                    <a:p>
                      <a:pPr algn="ctr" fontAlgn="ctr"/>
                      <a:r>
                        <a:rPr lang="en-US" altLang="zh-CN" sz="1600" u="none" strike="noStrike" dirty="0">
                          <a:effectLst/>
                          <a:latin typeface="Arial" panose="020B0604020202020204" pitchFamily="34" charset="0"/>
                          <a:cs typeface="Arial" panose="020B0604020202020204" pitchFamily="34" charset="0"/>
                        </a:rPr>
                        <a:t>8</a:t>
                      </a:r>
                      <a:endParaRPr lang="en-US" altLang="zh-CN" sz="1600" b="0" i="0" u="none" strike="noStrike" dirty="0">
                        <a:solidFill>
                          <a:srgbClr val="000000"/>
                        </a:solidFill>
                        <a:effectLst/>
                        <a:latin typeface="Arial" panose="020B0604020202020204" pitchFamily="34" charset="0"/>
                        <a:ea typeface="微软雅黑" panose="020B0503020204020204" pitchFamily="34" charset="-122"/>
                        <a:cs typeface="Arial" panose="020B0604020202020204" pitchFamily="34" charset="0"/>
                      </a:endParaRPr>
                    </a:p>
                  </a:txBody>
                  <a:tcPr marL="7022" marR="7022" marT="7022"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fontAlgn="ctr"/>
                      <a:r>
                        <a:rPr lang="en-US" altLang="zh-CN" sz="1600" b="0" i="0" u="none" strike="noStrike" dirty="0">
                          <a:solidFill>
                            <a:srgbClr val="000000"/>
                          </a:solidFill>
                          <a:effectLst/>
                          <a:latin typeface="Arial" panose="020B0604020202020204" pitchFamily="34" charset="0"/>
                          <a:ea typeface="等线" panose="02010600030101010101" pitchFamily="2" charset="-122"/>
                        </a:rPr>
                        <a:t>12.56</a:t>
                      </a:r>
                    </a:p>
                  </a:txBody>
                  <a:tcPr marL="9525" marR="9525" marT="9525"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vMerge="1">
                  <a:txBody>
                    <a:bodyPr/>
                    <a:lstStyle/>
                    <a:p>
                      <a:endParaRPr lang="zh-CN" altLang="en-US"/>
                    </a:p>
                  </a:txBody>
                  <a:tcPr/>
                </a:tc>
                <a:tc>
                  <a:txBody>
                    <a:bodyPr/>
                    <a:lstStyle/>
                    <a:p>
                      <a:pPr algn="ctr" fontAlgn="ctr"/>
                      <a:r>
                        <a:rPr lang="en-US" altLang="zh-CN" sz="1600" b="0" i="0" u="none" strike="noStrike" dirty="0">
                          <a:solidFill>
                            <a:srgbClr val="000000"/>
                          </a:solidFill>
                          <a:effectLst/>
                          <a:latin typeface="微软雅黑" panose="020B0503020204020204" pitchFamily="34" charset="-122"/>
                          <a:ea typeface="微软雅黑" panose="020B0503020204020204" pitchFamily="34" charset="-122"/>
                        </a:rPr>
                        <a:t>33</a:t>
                      </a:r>
                    </a:p>
                  </a:txBody>
                  <a:tcPr marL="9525" marR="9525" marT="9525"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fontAlgn="ctr"/>
                      <a:r>
                        <a:rPr lang="en-US" altLang="zh-CN" sz="1600" b="0" i="0" u="none" strike="noStrike" dirty="0">
                          <a:solidFill>
                            <a:srgbClr val="000000"/>
                          </a:solidFill>
                          <a:effectLst/>
                          <a:latin typeface="微软雅黑" panose="020B0503020204020204" pitchFamily="34" charset="-122"/>
                          <a:ea typeface="微软雅黑" panose="020B0503020204020204" pitchFamily="34" charset="-122"/>
                        </a:rPr>
                        <a:t>9.35</a:t>
                      </a:r>
                    </a:p>
                  </a:txBody>
                  <a:tcPr marL="9525" marR="9525" marT="9525"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7"/>
                  </a:ext>
                </a:extLst>
              </a:tr>
              <a:tr h="180000">
                <a:tc>
                  <a:txBody>
                    <a:bodyPr/>
                    <a:lstStyle/>
                    <a:p>
                      <a:pPr algn="ctr" fontAlgn="ctr"/>
                      <a:r>
                        <a:rPr lang="en-US" altLang="zh-CN" sz="1600" u="none" strike="noStrike" dirty="0">
                          <a:effectLst/>
                          <a:latin typeface="Arial" panose="020B0604020202020204" pitchFamily="34" charset="0"/>
                          <a:cs typeface="Arial" panose="020B0604020202020204" pitchFamily="34" charset="0"/>
                        </a:rPr>
                        <a:t>9</a:t>
                      </a:r>
                      <a:endParaRPr lang="en-US" altLang="zh-CN" sz="1600" b="0" i="0" u="none" strike="noStrike" dirty="0">
                        <a:solidFill>
                          <a:srgbClr val="000000"/>
                        </a:solidFill>
                        <a:effectLst/>
                        <a:latin typeface="Arial" panose="020B0604020202020204" pitchFamily="34" charset="0"/>
                        <a:ea typeface="微软雅黑" panose="020B0503020204020204" pitchFamily="34" charset="-122"/>
                        <a:cs typeface="Arial" panose="020B0604020202020204" pitchFamily="34" charset="0"/>
                      </a:endParaRPr>
                    </a:p>
                  </a:txBody>
                  <a:tcPr marL="7022" marR="7022" marT="7022"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fontAlgn="ctr"/>
                      <a:r>
                        <a:rPr lang="en-US" altLang="zh-CN" sz="1600" b="0" i="0" u="none" strike="noStrike" dirty="0">
                          <a:solidFill>
                            <a:srgbClr val="000000"/>
                          </a:solidFill>
                          <a:effectLst/>
                          <a:latin typeface="Arial" panose="020B0604020202020204" pitchFamily="34" charset="0"/>
                          <a:ea typeface="等线" panose="02010600030101010101" pitchFamily="2" charset="-122"/>
                        </a:rPr>
                        <a:t>11.41</a:t>
                      </a:r>
                    </a:p>
                  </a:txBody>
                  <a:tcPr marL="9525" marR="9525" marT="9525"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vMerge="1">
                  <a:txBody>
                    <a:bodyPr/>
                    <a:lstStyle/>
                    <a:p>
                      <a:endParaRPr lang="zh-CN" altLang="en-US"/>
                    </a:p>
                  </a:txBody>
                  <a:tcPr/>
                </a:tc>
                <a:tc>
                  <a:txBody>
                    <a:bodyPr/>
                    <a:lstStyle/>
                    <a:p>
                      <a:pPr algn="ctr" fontAlgn="ctr"/>
                      <a:r>
                        <a:rPr lang="en-US" altLang="zh-CN" sz="1600" b="0" i="0" u="none" strike="noStrike" dirty="0">
                          <a:solidFill>
                            <a:srgbClr val="000000"/>
                          </a:solidFill>
                          <a:effectLst/>
                          <a:latin typeface="微软雅黑" panose="020B0503020204020204" pitchFamily="34" charset="-122"/>
                          <a:ea typeface="微软雅黑" panose="020B0503020204020204" pitchFamily="34" charset="-122"/>
                        </a:rPr>
                        <a:t>34</a:t>
                      </a:r>
                    </a:p>
                  </a:txBody>
                  <a:tcPr marL="9525" marR="9525" marT="9525"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fontAlgn="ctr"/>
                      <a:r>
                        <a:rPr lang="en-US" altLang="zh-CN" sz="1600" b="0" i="0" u="none" strike="noStrike" dirty="0">
                          <a:solidFill>
                            <a:srgbClr val="000000"/>
                          </a:solidFill>
                          <a:effectLst/>
                          <a:latin typeface="微软雅黑" panose="020B0503020204020204" pitchFamily="34" charset="-122"/>
                          <a:ea typeface="微软雅黑" panose="020B0503020204020204" pitchFamily="34" charset="-122"/>
                        </a:rPr>
                        <a:t>9</a:t>
                      </a:r>
                    </a:p>
                  </a:txBody>
                  <a:tcPr marL="9525" marR="9525" marT="9525"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8"/>
                  </a:ext>
                </a:extLst>
              </a:tr>
              <a:tr h="180000">
                <a:tc>
                  <a:txBody>
                    <a:bodyPr/>
                    <a:lstStyle/>
                    <a:p>
                      <a:pPr algn="ctr" fontAlgn="ctr"/>
                      <a:r>
                        <a:rPr lang="en-US" altLang="zh-CN" sz="1600" u="none" strike="noStrike" dirty="0">
                          <a:effectLst/>
                          <a:latin typeface="Arial" panose="020B0604020202020204" pitchFamily="34" charset="0"/>
                          <a:cs typeface="Arial" panose="020B0604020202020204" pitchFamily="34" charset="0"/>
                        </a:rPr>
                        <a:t>10</a:t>
                      </a:r>
                      <a:endParaRPr lang="en-US" altLang="zh-CN" sz="1600" b="0" i="0" u="none" strike="noStrike" dirty="0">
                        <a:solidFill>
                          <a:srgbClr val="000000"/>
                        </a:solidFill>
                        <a:effectLst/>
                        <a:latin typeface="Arial" panose="020B0604020202020204" pitchFamily="34" charset="0"/>
                        <a:ea typeface="微软雅黑" panose="020B0503020204020204" pitchFamily="34" charset="-122"/>
                        <a:cs typeface="Arial" panose="020B0604020202020204" pitchFamily="34" charset="0"/>
                      </a:endParaRPr>
                    </a:p>
                  </a:txBody>
                  <a:tcPr marL="7022" marR="7022" marT="7022"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fontAlgn="ctr"/>
                      <a:r>
                        <a:rPr lang="en-US" altLang="zh-CN" sz="1600" b="0" i="0" u="none" strike="noStrike" dirty="0">
                          <a:solidFill>
                            <a:srgbClr val="000000"/>
                          </a:solidFill>
                          <a:effectLst/>
                          <a:latin typeface="Arial" panose="020B0604020202020204" pitchFamily="34" charset="0"/>
                          <a:ea typeface="等线" panose="02010600030101010101" pitchFamily="2" charset="-122"/>
                        </a:rPr>
                        <a:t>8.7</a:t>
                      </a:r>
                    </a:p>
                  </a:txBody>
                  <a:tcPr marL="9525" marR="9525" marT="9525"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vMerge="1">
                  <a:txBody>
                    <a:bodyPr/>
                    <a:lstStyle/>
                    <a:p>
                      <a:endParaRPr lang="zh-CN" altLang="en-US"/>
                    </a:p>
                  </a:txBody>
                  <a:tcPr/>
                </a:tc>
                <a:tc>
                  <a:txBody>
                    <a:bodyPr/>
                    <a:lstStyle/>
                    <a:p>
                      <a:pPr algn="ctr" fontAlgn="ctr"/>
                      <a:r>
                        <a:rPr lang="en-US" altLang="zh-CN" sz="1600" b="0" i="0" u="none" strike="noStrike" dirty="0">
                          <a:solidFill>
                            <a:srgbClr val="000000"/>
                          </a:solidFill>
                          <a:effectLst/>
                          <a:latin typeface="微软雅黑" panose="020B0503020204020204" pitchFamily="34" charset="-122"/>
                          <a:ea typeface="微软雅黑" panose="020B0503020204020204" pitchFamily="34" charset="-122"/>
                        </a:rPr>
                        <a:t>35</a:t>
                      </a:r>
                    </a:p>
                  </a:txBody>
                  <a:tcPr marL="9525" marR="9525" marT="9525"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fontAlgn="ctr"/>
                      <a:r>
                        <a:rPr lang="en-US" altLang="zh-CN" sz="1600" b="0" i="0" u="none" strike="noStrike" dirty="0">
                          <a:solidFill>
                            <a:srgbClr val="000000"/>
                          </a:solidFill>
                          <a:effectLst/>
                          <a:latin typeface="微软雅黑" panose="020B0503020204020204" pitchFamily="34" charset="-122"/>
                          <a:ea typeface="微软雅黑" panose="020B0503020204020204" pitchFamily="34" charset="-122"/>
                        </a:rPr>
                        <a:t>9</a:t>
                      </a:r>
                    </a:p>
                  </a:txBody>
                  <a:tcPr marL="9525" marR="9525" marT="9525"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9"/>
                  </a:ext>
                </a:extLst>
              </a:tr>
              <a:tr h="180000">
                <a:tc>
                  <a:txBody>
                    <a:bodyPr/>
                    <a:lstStyle/>
                    <a:p>
                      <a:pPr algn="ctr" fontAlgn="ctr"/>
                      <a:r>
                        <a:rPr lang="en-US" altLang="zh-CN" sz="1600" u="none" strike="noStrike" dirty="0">
                          <a:effectLst/>
                          <a:latin typeface="Arial" panose="020B0604020202020204" pitchFamily="34" charset="0"/>
                          <a:cs typeface="Arial" panose="020B0604020202020204" pitchFamily="34" charset="0"/>
                        </a:rPr>
                        <a:t>11</a:t>
                      </a:r>
                      <a:endParaRPr lang="en-US" altLang="zh-CN" sz="1600" b="0" i="0" u="none" strike="noStrike" dirty="0">
                        <a:solidFill>
                          <a:srgbClr val="000000"/>
                        </a:solidFill>
                        <a:effectLst/>
                        <a:latin typeface="Arial" panose="020B0604020202020204" pitchFamily="34" charset="0"/>
                        <a:ea typeface="微软雅黑" panose="020B0503020204020204" pitchFamily="34" charset="-122"/>
                        <a:cs typeface="Arial" panose="020B0604020202020204" pitchFamily="34" charset="0"/>
                      </a:endParaRPr>
                    </a:p>
                  </a:txBody>
                  <a:tcPr marL="7022" marR="7022" marT="7022"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fontAlgn="ctr"/>
                      <a:r>
                        <a:rPr lang="en-US" altLang="zh-CN" sz="1600" b="0" i="0" u="none" strike="noStrike" dirty="0">
                          <a:solidFill>
                            <a:srgbClr val="000000"/>
                          </a:solidFill>
                          <a:effectLst/>
                          <a:latin typeface="Arial" panose="020B0604020202020204" pitchFamily="34" charset="0"/>
                          <a:ea typeface="等线" panose="02010600030101010101" pitchFamily="2" charset="-122"/>
                        </a:rPr>
                        <a:t>9</a:t>
                      </a:r>
                    </a:p>
                  </a:txBody>
                  <a:tcPr marL="9525" marR="9525" marT="9525"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vMerge="1">
                  <a:txBody>
                    <a:bodyPr/>
                    <a:lstStyle/>
                    <a:p>
                      <a:endParaRPr lang="zh-CN" altLang="en-US"/>
                    </a:p>
                  </a:txBody>
                  <a:tcPr/>
                </a:tc>
                <a:tc>
                  <a:txBody>
                    <a:bodyPr/>
                    <a:lstStyle/>
                    <a:p>
                      <a:pPr algn="ctr" fontAlgn="ctr"/>
                      <a:r>
                        <a:rPr lang="en-US" altLang="zh-CN" sz="1600" b="0" i="0" u="none" strike="noStrike" dirty="0">
                          <a:solidFill>
                            <a:srgbClr val="000000"/>
                          </a:solidFill>
                          <a:effectLst/>
                          <a:latin typeface="微软雅黑" panose="020B0503020204020204" pitchFamily="34" charset="-122"/>
                          <a:ea typeface="微软雅黑" panose="020B0503020204020204" pitchFamily="34" charset="-122"/>
                        </a:rPr>
                        <a:t>38</a:t>
                      </a:r>
                    </a:p>
                  </a:txBody>
                  <a:tcPr marL="9525" marR="9525" marT="9525"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fontAlgn="ctr"/>
                      <a:r>
                        <a:rPr lang="en-US" altLang="zh-CN" sz="1600" b="0" i="0" u="none" strike="noStrike" dirty="0">
                          <a:solidFill>
                            <a:srgbClr val="000000"/>
                          </a:solidFill>
                          <a:effectLst/>
                          <a:latin typeface="微软雅黑" panose="020B0503020204020204" pitchFamily="34" charset="-122"/>
                          <a:ea typeface="微软雅黑" panose="020B0503020204020204" pitchFamily="34" charset="-122"/>
                        </a:rPr>
                        <a:t>8.7</a:t>
                      </a:r>
                    </a:p>
                  </a:txBody>
                  <a:tcPr marL="9525" marR="9525" marT="9525"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20"/>
                  </a:ext>
                </a:extLst>
              </a:tr>
              <a:tr h="180000">
                <a:tc>
                  <a:txBody>
                    <a:bodyPr/>
                    <a:lstStyle/>
                    <a:p>
                      <a:pPr algn="ctr" fontAlgn="ctr"/>
                      <a:r>
                        <a:rPr lang="en-US" altLang="zh-CN" sz="1600" u="none" strike="noStrike" dirty="0">
                          <a:effectLst/>
                          <a:latin typeface="Arial" panose="020B0604020202020204" pitchFamily="34" charset="0"/>
                          <a:cs typeface="Arial" panose="020B0604020202020204" pitchFamily="34" charset="0"/>
                        </a:rPr>
                        <a:t>13</a:t>
                      </a:r>
                      <a:endParaRPr lang="en-US" altLang="zh-CN" sz="1600" b="0" i="0" u="none" strike="noStrike" dirty="0">
                        <a:solidFill>
                          <a:srgbClr val="000000"/>
                        </a:solidFill>
                        <a:effectLst/>
                        <a:latin typeface="Arial" panose="020B0604020202020204" pitchFamily="34" charset="0"/>
                        <a:ea typeface="微软雅黑" panose="020B0503020204020204" pitchFamily="34" charset="-122"/>
                        <a:cs typeface="Arial" panose="020B0604020202020204" pitchFamily="34" charset="0"/>
                      </a:endParaRPr>
                    </a:p>
                  </a:txBody>
                  <a:tcPr marL="7022" marR="7022" marT="7022"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fontAlgn="ctr"/>
                      <a:r>
                        <a:rPr lang="en-US" altLang="zh-CN" sz="1600" b="0" i="0" u="none" strike="noStrike" dirty="0">
                          <a:solidFill>
                            <a:srgbClr val="000000"/>
                          </a:solidFill>
                          <a:effectLst/>
                          <a:latin typeface="Arial" panose="020B0604020202020204" pitchFamily="34" charset="0"/>
                          <a:ea typeface="等线" panose="02010600030101010101" pitchFamily="2" charset="-122"/>
                        </a:rPr>
                        <a:t>6.86</a:t>
                      </a:r>
                    </a:p>
                  </a:txBody>
                  <a:tcPr marL="9525" marR="9525" marT="9525"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vMerge="1">
                  <a:txBody>
                    <a:bodyPr/>
                    <a:lstStyle/>
                    <a:p>
                      <a:pPr marL="0" marR="0" indent="0" algn="ctr" defTabSz="821530" eaLnBrk="1" fontAlgn="ctr" latinLnBrk="0" hangingPunct="1">
                        <a:lnSpc>
                          <a:spcPct val="100000"/>
                        </a:lnSpc>
                        <a:spcBef>
                          <a:spcPts val="0"/>
                        </a:spcBef>
                        <a:spcAft>
                          <a:spcPts val="0"/>
                        </a:spcAft>
                        <a:buClrTx/>
                        <a:buSzTx/>
                        <a:buFontTx/>
                        <a:buNone/>
                        <a:tabLst/>
                        <a:defRPr/>
                      </a:pPr>
                      <a:endParaRPr lang="en-US" altLang="zh-CN" sz="2000" b="0" i="0" u="none" strike="noStrike" cap="none" spc="0" baseline="0" dirty="0">
                        <a:ln>
                          <a:noFill/>
                        </a:ln>
                        <a:solidFill>
                          <a:schemeClr val="tx1"/>
                        </a:solidFill>
                        <a:effectLst/>
                        <a:uFillTx/>
                        <a:latin typeface="Arial" panose="020B0604020202020204" pitchFamily="34" charset="0"/>
                        <a:ea typeface="Arial Unicode MS" panose="020B0604020202020204" pitchFamily="34" charset="-122"/>
                        <a:cs typeface="Arial" panose="020B0604020202020204" pitchFamily="34" charset="0"/>
                        <a:sym typeface="Helvetica Neue Light"/>
                      </a:endParaRPr>
                    </a:p>
                  </a:txBody>
                  <a:tcPr marL="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fontAlgn="ctr"/>
                      <a:r>
                        <a:rPr lang="en-US" altLang="zh-CN" sz="1600" b="0" i="0" u="none" strike="noStrike" dirty="0">
                          <a:solidFill>
                            <a:srgbClr val="000000"/>
                          </a:solidFill>
                          <a:effectLst/>
                          <a:latin typeface="微软雅黑" panose="020B0503020204020204" pitchFamily="34" charset="-122"/>
                          <a:ea typeface="微软雅黑" panose="020B0503020204020204" pitchFamily="34" charset="-122"/>
                        </a:rPr>
                        <a:t>39</a:t>
                      </a:r>
                    </a:p>
                  </a:txBody>
                  <a:tcPr marL="9525" marR="9525" marT="9525"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fontAlgn="ctr"/>
                      <a:r>
                        <a:rPr lang="en-US" altLang="zh-CN" sz="1600" b="0" i="0" u="none" strike="noStrike" dirty="0">
                          <a:solidFill>
                            <a:srgbClr val="000000"/>
                          </a:solidFill>
                          <a:effectLst/>
                          <a:latin typeface="微软雅黑" panose="020B0503020204020204" pitchFamily="34" charset="-122"/>
                          <a:ea typeface="微软雅黑" panose="020B0503020204020204" pitchFamily="34" charset="-122"/>
                        </a:rPr>
                        <a:t>6.86</a:t>
                      </a:r>
                    </a:p>
                  </a:txBody>
                  <a:tcPr marL="9525" marR="9525" marT="9525"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21"/>
                  </a:ext>
                </a:extLst>
              </a:tr>
              <a:tr h="180000">
                <a:tc>
                  <a:txBody>
                    <a:bodyPr/>
                    <a:lstStyle/>
                    <a:p>
                      <a:pPr algn="ctr" fontAlgn="ctr"/>
                      <a:r>
                        <a:rPr lang="en-US" altLang="zh-CN" sz="1600" u="none" strike="noStrike" dirty="0">
                          <a:effectLst/>
                          <a:latin typeface="Arial" panose="020B0604020202020204" pitchFamily="34" charset="0"/>
                          <a:cs typeface="Arial" panose="020B0604020202020204" pitchFamily="34" charset="0"/>
                        </a:rPr>
                        <a:t>14</a:t>
                      </a:r>
                      <a:endParaRPr lang="en-US" altLang="zh-CN" sz="1600" b="0" i="0" u="none" strike="noStrike" dirty="0">
                        <a:solidFill>
                          <a:srgbClr val="000000"/>
                        </a:solidFill>
                        <a:effectLst/>
                        <a:latin typeface="Arial" panose="020B0604020202020204" pitchFamily="34" charset="0"/>
                        <a:ea typeface="微软雅黑" panose="020B0503020204020204" pitchFamily="34" charset="-122"/>
                        <a:cs typeface="Arial" panose="020B0604020202020204" pitchFamily="34" charset="0"/>
                      </a:endParaRPr>
                    </a:p>
                  </a:txBody>
                  <a:tcPr marL="7022" marR="7022" marT="7022"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fontAlgn="ctr"/>
                      <a:r>
                        <a:rPr lang="en-US" altLang="zh-CN" sz="1600" b="0" i="0" u="none" strike="noStrike" dirty="0">
                          <a:solidFill>
                            <a:srgbClr val="000000"/>
                          </a:solidFill>
                          <a:effectLst/>
                          <a:latin typeface="Arial" panose="020B0604020202020204" pitchFamily="34" charset="0"/>
                          <a:ea typeface="等线" panose="02010600030101010101" pitchFamily="2" charset="-122"/>
                        </a:rPr>
                        <a:t>4.06</a:t>
                      </a:r>
                    </a:p>
                  </a:txBody>
                  <a:tcPr marL="9525" marR="9525" marT="9525"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vMerge="1">
                  <a:txBody>
                    <a:bodyPr/>
                    <a:lstStyle/>
                    <a:p>
                      <a:pPr marL="0" marR="0" indent="0" algn="ctr" defTabSz="821530" eaLnBrk="1" fontAlgn="ctr" latinLnBrk="0" hangingPunct="1">
                        <a:lnSpc>
                          <a:spcPct val="100000"/>
                        </a:lnSpc>
                        <a:spcBef>
                          <a:spcPts val="0"/>
                        </a:spcBef>
                        <a:spcAft>
                          <a:spcPts val="0"/>
                        </a:spcAft>
                        <a:buClrTx/>
                        <a:buSzTx/>
                        <a:buFontTx/>
                        <a:buNone/>
                        <a:tabLst/>
                        <a:defRPr/>
                      </a:pPr>
                      <a:endParaRPr lang="en-US" altLang="zh-CN" sz="2000" b="0" i="0" u="none" strike="noStrike" cap="none" spc="0" baseline="0" dirty="0">
                        <a:ln>
                          <a:noFill/>
                        </a:ln>
                        <a:solidFill>
                          <a:schemeClr val="tx1"/>
                        </a:solidFill>
                        <a:effectLst/>
                        <a:uFillTx/>
                        <a:latin typeface="Arial" panose="020B0604020202020204" pitchFamily="34" charset="0"/>
                        <a:ea typeface="Arial Unicode MS" panose="020B0604020202020204" pitchFamily="34" charset="-122"/>
                        <a:cs typeface="Arial" panose="020B0604020202020204" pitchFamily="34" charset="0"/>
                        <a:sym typeface="Helvetica Neue Light"/>
                      </a:endParaRPr>
                    </a:p>
                  </a:txBody>
                  <a:tcPr marL="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fontAlgn="ctr"/>
                      <a:r>
                        <a:rPr lang="en-US" altLang="zh-CN" sz="1600" b="0" i="0" u="none" strike="noStrike" dirty="0">
                          <a:solidFill>
                            <a:srgbClr val="000000"/>
                          </a:solidFill>
                          <a:effectLst/>
                          <a:latin typeface="微软雅黑" panose="020B0503020204020204" pitchFamily="34" charset="-122"/>
                          <a:ea typeface="微软雅黑" panose="020B0503020204020204" pitchFamily="34" charset="-122"/>
                        </a:rPr>
                        <a:t>40</a:t>
                      </a:r>
                    </a:p>
                  </a:txBody>
                  <a:tcPr marL="9525" marR="9525" marT="9525"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fontAlgn="ctr"/>
                      <a:r>
                        <a:rPr lang="en-US" altLang="zh-CN" sz="1600" b="0" i="0" u="none" strike="noStrike" dirty="0">
                          <a:solidFill>
                            <a:srgbClr val="000000"/>
                          </a:solidFill>
                          <a:effectLst/>
                          <a:latin typeface="微软雅黑" panose="020B0503020204020204" pitchFamily="34" charset="-122"/>
                          <a:ea typeface="微软雅黑" panose="020B0503020204020204" pitchFamily="34" charset="-122"/>
                        </a:rPr>
                        <a:t>4.06</a:t>
                      </a:r>
                    </a:p>
                  </a:txBody>
                  <a:tcPr marL="9525" marR="9525" marT="9525"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22"/>
                  </a:ext>
                </a:extLst>
              </a:tr>
              <a:tr h="180000">
                <a:tc>
                  <a:txBody>
                    <a:bodyPr/>
                    <a:lstStyle/>
                    <a:p>
                      <a:pPr algn="ctr" fontAlgn="ctr"/>
                      <a:r>
                        <a:rPr lang="en-US" altLang="zh-CN" sz="1600" u="none" strike="noStrike" dirty="0">
                          <a:effectLst/>
                          <a:latin typeface="Arial" panose="020B0604020202020204" pitchFamily="34" charset="0"/>
                          <a:cs typeface="Arial" panose="020B0604020202020204" pitchFamily="34" charset="0"/>
                        </a:rPr>
                        <a:t>15</a:t>
                      </a:r>
                      <a:endParaRPr lang="en-US" altLang="zh-CN" sz="1600" b="0" i="0" u="none" strike="noStrike" dirty="0">
                        <a:solidFill>
                          <a:srgbClr val="000000"/>
                        </a:solidFill>
                        <a:effectLst/>
                        <a:latin typeface="Arial" panose="020B0604020202020204" pitchFamily="34" charset="0"/>
                        <a:ea typeface="微软雅黑" panose="020B0503020204020204" pitchFamily="34" charset="-122"/>
                        <a:cs typeface="Arial" panose="020B0604020202020204" pitchFamily="34" charset="0"/>
                      </a:endParaRPr>
                    </a:p>
                  </a:txBody>
                  <a:tcPr marL="7022" marR="7022" marT="7022"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fontAlgn="ctr"/>
                      <a:r>
                        <a:rPr lang="en-US" altLang="zh-CN" sz="1600" b="0" i="0" u="none" strike="noStrike" dirty="0">
                          <a:solidFill>
                            <a:srgbClr val="000000"/>
                          </a:solidFill>
                          <a:effectLst/>
                          <a:latin typeface="Arial" panose="020B0604020202020204" pitchFamily="34" charset="0"/>
                          <a:ea typeface="等线" panose="02010600030101010101" pitchFamily="2" charset="-122"/>
                        </a:rPr>
                        <a:t>12</a:t>
                      </a:r>
                    </a:p>
                  </a:txBody>
                  <a:tcPr marL="9525" marR="9525" marT="9525"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vMerge="1">
                  <a:txBody>
                    <a:bodyPr/>
                    <a:lstStyle/>
                    <a:p>
                      <a:pPr marL="0" marR="0" indent="0" algn="ctr" defTabSz="821530" eaLnBrk="1" fontAlgn="ctr" latinLnBrk="0" hangingPunct="1">
                        <a:lnSpc>
                          <a:spcPct val="100000"/>
                        </a:lnSpc>
                        <a:spcBef>
                          <a:spcPts val="0"/>
                        </a:spcBef>
                        <a:spcAft>
                          <a:spcPts val="0"/>
                        </a:spcAft>
                        <a:buClrTx/>
                        <a:buSzTx/>
                        <a:buFontTx/>
                        <a:buNone/>
                        <a:tabLst/>
                        <a:defRPr/>
                      </a:pPr>
                      <a:endParaRPr lang="en-US" altLang="zh-CN" sz="2000" b="0" i="0" u="none" strike="noStrike" cap="none" spc="0" baseline="0" dirty="0">
                        <a:ln>
                          <a:noFill/>
                        </a:ln>
                        <a:solidFill>
                          <a:schemeClr val="tx1"/>
                        </a:solidFill>
                        <a:effectLst/>
                        <a:uFillTx/>
                        <a:latin typeface="Arial" panose="020B0604020202020204" pitchFamily="34" charset="0"/>
                        <a:ea typeface="Arial Unicode MS" panose="020B0604020202020204" pitchFamily="34" charset="-122"/>
                        <a:cs typeface="Arial" panose="020B0604020202020204" pitchFamily="34" charset="0"/>
                        <a:sym typeface="Helvetica Neue Light"/>
                      </a:endParaRPr>
                    </a:p>
                  </a:txBody>
                  <a:tcPr marL="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fontAlgn="ctr"/>
                      <a:r>
                        <a:rPr lang="en-US" altLang="zh-CN" sz="1600" b="0" i="0" u="none" strike="noStrike" dirty="0">
                          <a:solidFill>
                            <a:srgbClr val="000000"/>
                          </a:solidFill>
                          <a:effectLst/>
                          <a:latin typeface="微软雅黑" panose="020B0503020204020204" pitchFamily="34" charset="-122"/>
                          <a:ea typeface="微软雅黑" panose="020B0503020204020204" pitchFamily="34" charset="-122"/>
                        </a:rPr>
                        <a:t>41</a:t>
                      </a:r>
                    </a:p>
                  </a:txBody>
                  <a:tcPr marL="9525" marR="9525" marT="9525"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fontAlgn="ctr"/>
                      <a:r>
                        <a:rPr lang="en-US" altLang="zh-CN" sz="1600" b="0" i="0" u="none" strike="noStrike" dirty="0">
                          <a:solidFill>
                            <a:srgbClr val="000000"/>
                          </a:solidFill>
                          <a:effectLst/>
                          <a:latin typeface="微软雅黑" panose="020B0503020204020204" pitchFamily="34" charset="-122"/>
                          <a:ea typeface="微软雅黑" panose="020B0503020204020204" pitchFamily="34" charset="-122"/>
                        </a:rPr>
                        <a:t>2.3</a:t>
                      </a:r>
                    </a:p>
                  </a:txBody>
                  <a:tcPr marL="9525" marR="9525" marT="9525"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23"/>
                  </a:ext>
                </a:extLst>
              </a:tr>
              <a:tr h="180000">
                <a:tc>
                  <a:txBody>
                    <a:bodyPr/>
                    <a:lstStyle/>
                    <a:p>
                      <a:pPr algn="ctr" fontAlgn="ctr"/>
                      <a:r>
                        <a:rPr lang="en-US" altLang="zh-CN" sz="1600" u="none" strike="noStrike" dirty="0">
                          <a:effectLst/>
                          <a:latin typeface="Arial" panose="020B0604020202020204" pitchFamily="34" charset="0"/>
                          <a:cs typeface="Arial" panose="020B0604020202020204" pitchFamily="34" charset="0"/>
                        </a:rPr>
                        <a:t>16</a:t>
                      </a:r>
                      <a:endParaRPr lang="en-US" altLang="zh-CN" sz="1600" b="0" i="0" u="none" strike="noStrike" dirty="0">
                        <a:solidFill>
                          <a:srgbClr val="000000"/>
                        </a:solidFill>
                        <a:effectLst/>
                        <a:latin typeface="Arial" panose="020B0604020202020204" pitchFamily="34" charset="0"/>
                        <a:ea typeface="微软雅黑" panose="020B0503020204020204" pitchFamily="34" charset="-122"/>
                        <a:cs typeface="Arial" panose="020B0604020202020204" pitchFamily="34" charset="0"/>
                      </a:endParaRPr>
                    </a:p>
                  </a:txBody>
                  <a:tcPr marL="7022" marR="7022" marT="7022"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fontAlgn="ctr"/>
                      <a:r>
                        <a:rPr lang="en-US" altLang="zh-CN" sz="1600" b="0" i="0" u="none" strike="noStrike" dirty="0">
                          <a:solidFill>
                            <a:srgbClr val="000000"/>
                          </a:solidFill>
                          <a:effectLst/>
                          <a:latin typeface="Arial" panose="020B0604020202020204" pitchFamily="34" charset="0"/>
                          <a:ea typeface="等线" panose="02010600030101010101" pitchFamily="2" charset="-122"/>
                        </a:rPr>
                        <a:t>8</a:t>
                      </a:r>
                    </a:p>
                  </a:txBody>
                  <a:tcPr marL="9525" marR="9525" marT="9525"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vMerge="1">
                  <a:txBody>
                    <a:bodyPr/>
                    <a:lstStyle/>
                    <a:p>
                      <a:pPr marL="0" marR="0" indent="0" algn="ctr" defTabSz="821530" eaLnBrk="1" fontAlgn="ctr" latinLnBrk="0" hangingPunct="1">
                        <a:lnSpc>
                          <a:spcPct val="100000"/>
                        </a:lnSpc>
                        <a:spcBef>
                          <a:spcPts val="0"/>
                        </a:spcBef>
                        <a:spcAft>
                          <a:spcPts val="0"/>
                        </a:spcAft>
                        <a:buClrTx/>
                        <a:buSzTx/>
                        <a:buFontTx/>
                        <a:buNone/>
                        <a:tabLst/>
                        <a:defRPr/>
                      </a:pPr>
                      <a:endParaRPr lang="en-US" altLang="zh-CN" sz="2000" b="0" i="0" u="none" strike="noStrike" cap="none" spc="0" baseline="0" dirty="0">
                        <a:ln>
                          <a:noFill/>
                        </a:ln>
                        <a:solidFill>
                          <a:schemeClr val="tx1"/>
                        </a:solidFill>
                        <a:effectLst/>
                        <a:uFillTx/>
                        <a:latin typeface="Arial" panose="020B0604020202020204" pitchFamily="34" charset="0"/>
                        <a:ea typeface="Arial Unicode MS" panose="020B0604020202020204" pitchFamily="34" charset="-122"/>
                        <a:cs typeface="Arial" panose="020B0604020202020204" pitchFamily="34" charset="0"/>
                        <a:sym typeface="Helvetica Neue Light"/>
                      </a:endParaRPr>
                    </a:p>
                  </a:txBody>
                  <a:tcPr marL="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fontAlgn="ctr"/>
                      <a:r>
                        <a:rPr lang="en-US" altLang="zh-CN" sz="1600" b="0" i="0" u="none" strike="noStrike" dirty="0">
                          <a:solidFill>
                            <a:srgbClr val="000000"/>
                          </a:solidFill>
                          <a:effectLst/>
                          <a:latin typeface="微软雅黑" panose="020B0503020204020204" pitchFamily="34" charset="-122"/>
                          <a:ea typeface="微软雅黑" panose="020B0503020204020204" pitchFamily="34" charset="-122"/>
                        </a:rPr>
                        <a:t>42</a:t>
                      </a:r>
                    </a:p>
                  </a:txBody>
                  <a:tcPr marL="9525" marR="9525" marT="9525"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fontAlgn="ctr"/>
                      <a:r>
                        <a:rPr lang="en-US" altLang="zh-CN" sz="1600" b="0" i="0" u="none" strike="noStrike" dirty="0">
                          <a:solidFill>
                            <a:srgbClr val="000000"/>
                          </a:solidFill>
                          <a:effectLst/>
                          <a:latin typeface="微软雅黑" panose="020B0503020204020204" pitchFamily="34" charset="-122"/>
                          <a:ea typeface="微软雅黑" panose="020B0503020204020204" pitchFamily="34" charset="-122"/>
                        </a:rPr>
                        <a:t>5.46</a:t>
                      </a:r>
                    </a:p>
                  </a:txBody>
                  <a:tcPr marL="9525" marR="9525" marT="9525"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24"/>
                  </a:ext>
                </a:extLst>
              </a:tr>
              <a:tr h="180000">
                <a:tc>
                  <a:txBody>
                    <a:bodyPr/>
                    <a:lstStyle/>
                    <a:p>
                      <a:pPr algn="ctr" fontAlgn="ctr"/>
                      <a:r>
                        <a:rPr lang="en-US" altLang="zh-CN" sz="1600" u="none" strike="noStrike" dirty="0">
                          <a:effectLst/>
                          <a:latin typeface="Arial" panose="020B0604020202020204" pitchFamily="34" charset="0"/>
                          <a:cs typeface="Arial" panose="020B0604020202020204" pitchFamily="34" charset="0"/>
                        </a:rPr>
                        <a:t>17</a:t>
                      </a:r>
                      <a:endParaRPr lang="en-US" altLang="zh-CN" sz="1600" b="0" i="0" u="none" strike="noStrike" dirty="0">
                        <a:solidFill>
                          <a:srgbClr val="000000"/>
                        </a:solidFill>
                        <a:effectLst/>
                        <a:latin typeface="Arial" panose="020B0604020202020204" pitchFamily="34" charset="0"/>
                        <a:ea typeface="微软雅黑" panose="020B0503020204020204" pitchFamily="34" charset="-122"/>
                        <a:cs typeface="Arial" panose="020B0604020202020204" pitchFamily="34" charset="0"/>
                      </a:endParaRPr>
                    </a:p>
                  </a:txBody>
                  <a:tcPr marL="7022" marR="7022" marT="7022"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fontAlgn="ctr"/>
                      <a:r>
                        <a:rPr lang="en-US" altLang="zh-CN" sz="1600" b="0" i="0" u="none" strike="noStrike" dirty="0">
                          <a:solidFill>
                            <a:srgbClr val="000000"/>
                          </a:solidFill>
                          <a:effectLst/>
                          <a:latin typeface="Arial" panose="020B0604020202020204" pitchFamily="34" charset="0"/>
                          <a:ea typeface="等线" panose="02010600030101010101" pitchFamily="2" charset="-122"/>
                        </a:rPr>
                        <a:t>5.46</a:t>
                      </a:r>
                    </a:p>
                  </a:txBody>
                  <a:tcPr marL="9525" marR="9525" marT="9525"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vMerge="1">
                  <a:txBody>
                    <a:bodyPr/>
                    <a:lstStyle/>
                    <a:p>
                      <a:pPr marL="0" marR="0" indent="0" algn="ctr" defTabSz="821530" eaLnBrk="1" fontAlgn="ctr" latinLnBrk="0" hangingPunct="1">
                        <a:lnSpc>
                          <a:spcPct val="100000"/>
                        </a:lnSpc>
                        <a:spcBef>
                          <a:spcPts val="0"/>
                        </a:spcBef>
                        <a:spcAft>
                          <a:spcPts val="0"/>
                        </a:spcAft>
                        <a:buClrTx/>
                        <a:buSzTx/>
                        <a:buFontTx/>
                        <a:buNone/>
                        <a:tabLst/>
                        <a:defRPr/>
                      </a:pPr>
                      <a:endParaRPr lang="en-US" altLang="zh-CN" sz="2000" b="0" i="0" u="none" strike="noStrike" cap="none" spc="0" baseline="0" dirty="0">
                        <a:ln>
                          <a:noFill/>
                        </a:ln>
                        <a:solidFill>
                          <a:schemeClr val="tx1"/>
                        </a:solidFill>
                        <a:effectLst/>
                        <a:uFillTx/>
                        <a:latin typeface="Arial" panose="020B0604020202020204" pitchFamily="34" charset="0"/>
                        <a:ea typeface="Arial Unicode MS" panose="020B0604020202020204" pitchFamily="34" charset="-122"/>
                        <a:cs typeface="Arial" panose="020B0604020202020204" pitchFamily="34" charset="0"/>
                        <a:sym typeface="Helvetica Neue Light"/>
                      </a:endParaRPr>
                    </a:p>
                  </a:txBody>
                  <a:tcPr marL="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fontAlgn="ctr"/>
                      <a:r>
                        <a:rPr lang="en-US" altLang="zh-CN" sz="1600" b="0" i="0" u="none" strike="noStrike" dirty="0">
                          <a:solidFill>
                            <a:srgbClr val="000000"/>
                          </a:solidFill>
                          <a:effectLst/>
                          <a:latin typeface="微软雅黑" panose="020B0503020204020204" pitchFamily="34" charset="-122"/>
                          <a:ea typeface="微软雅黑" panose="020B0503020204020204" pitchFamily="34" charset="-122"/>
                        </a:rPr>
                        <a:t>43</a:t>
                      </a:r>
                    </a:p>
                  </a:txBody>
                  <a:tcPr marL="9525" marR="9525" marT="9525"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fontAlgn="ctr"/>
                      <a:r>
                        <a:rPr lang="en-US" altLang="zh-CN" sz="1600" b="0" i="0" u="none" strike="noStrike" dirty="0">
                          <a:solidFill>
                            <a:srgbClr val="000000"/>
                          </a:solidFill>
                          <a:effectLst/>
                          <a:latin typeface="微软雅黑" panose="020B0503020204020204" pitchFamily="34" charset="-122"/>
                          <a:ea typeface="微软雅黑" panose="020B0503020204020204" pitchFamily="34" charset="-122"/>
                        </a:rPr>
                        <a:t>8</a:t>
                      </a:r>
                    </a:p>
                  </a:txBody>
                  <a:tcPr marL="9525" marR="9525" marT="9525"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25"/>
                  </a:ext>
                </a:extLst>
              </a:tr>
              <a:tr h="180000">
                <a:tc>
                  <a:txBody>
                    <a:bodyPr/>
                    <a:lstStyle/>
                    <a:p>
                      <a:pPr algn="ctr" fontAlgn="ctr"/>
                      <a:r>
                        <a:rPr lang="en-US" altLang="zh-CN" sz="1600" u="none" strike="noStrike" dirty="0">
                          <a:effectLst/>
                          <a:latin typeface="Arial" panose="020B0604020202020204" pitchFamily="34" charset="0"/>
                          <a:cs typeface="Arial" panose="020B0604020202020204" pitchFamily="34" charset="0"/>
                        </a:rPr>
                        <a:t>18</a:t>
                      </a:r>
                      <a:endParaRPr lang="en-US" altLang="zh-CN" sz="1600" b="0" i="0" u="none" strike="noStrike" dirty="0">
                        <a:solidFill>
                          <a:srgbClr val="000000"/>
                        </a:solidFill>
                        <a:effectLst/>
                        <a:latin typeface="Arial" panose="020B0604020202020204" pitchFamily="34" charset="0"/>
                        <a:ea typeface="微软雅黑" panose="020B0503020204020204" pitchFamily="34" charset="-122"/>
                        <a:cs typeface="Arial" panose="020B0604020202020204" pitchFamily="34" charset="0"/>
                      </a:endParaRPr>
                    </a:p>
                  </a:txBody>
                  <a:tcPr marL="7022" marR="7022" marT="7022"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fontAlgn="ctr"/>
                      <a:r>
                        <a:rPr lang="en-US" altLang="zh-CN" sz="1600" b="0" i="0" u="none" strike="noStrike" dirty="0">
                          <a:solidFill>
                            <a:srgbClr val="000000"/>
                          </a:solidFill>
                          <a:effectLst/>
                          <a:latin typeface="Arial" panose="020B0604020202020204" pitchFamily="34" charset="0"/>
                          <a:ea typeface="等线" panose="02010600030101010101" pitchFamily="2" charset="-122"/>
                        </a:rPr>
                        <a:t>15.58</a:t>
                      </a:r>
                    </a:p>
                  </a:txBody>
                  <a:tcPr marL="9525" marR="9525" marT="9525"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vMerge="1">
                  <a:txBody>
                    <a:bodyPr/>
                    <a:lstStyle/>
                    <a:p>
                      <a:pPr marL="0" marR="0" indent="0" algn="ctr" defTabSz="821530" eaLnBrk="1" fontAlgn="ctr" latinLnBrk="0" hangingPunct="1">
                        <a:lnSpc>
                          <a:spcPct val="100000"/>
                        </a:lnSpc>
                        <a:spcBef>
                          <a:spcPts val="0"/>
                        </a:spcBef>
                        <a:spcAft>
                          <a:spcPts val="0"/>
                        </a:spcAft>
                        <a:buClrTx/>
                        <a:buSzTx/>
                        <a:buFontTx/>
                        <a:buNone/>
                        <a:tabLst/>
                        <a:defRPr/>
                      </a:pPr>
                      <a:endParaRPr lang="en-US" altLang="zh-CN" sz="2000" b="0" i="0" u="none" strike="noStrike" cap="none" spc="0" baseline="0" dirty="0">
                        <a:ln>
                          <a:noFill/>
                        </a:ln>
                        <a:solidFill>
                          <a:schemeClr val="tx1"/>
                        </a:solidFill>
                        <a:effectLst/>
                        <a:uFillTx/>
                        <a:latin typeface="Arial" panose="020B0604020202020204" pitchFamily="34" charset="0"/>
                        <a:ea typeface="Arial Unicode MS" panose="020B0604020202020204" pitchFamily="34" charset="-122"/>
                        <a:cs typeface="Arial" panose="020B0604020202020204" pitchFamily="34" charset="0"/>
                        <a:sym typeface="Helvetica Neue Light"/>
                      </a:endParaRPr>
                    </a:p>
                  </a:txBody>
                  <a:tcPr marL="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fontAlgn="ctr"/>
                      <a:r>
                        <a:rPr lang="en-US" altLang="zh-CN" sz="1600" b="0" i="0" u="none" strike="noStrike" dirty="0">
                          <a:solidFill>
                            <a:srgbClr val="000000"/>
                          </a:solidFill>
                          <a:effectLst/>
                          <a:latin typeface="微软雅黑" panose="020B0503020204020204" pitchFamily="34" charset="-122"/>
                          <a:ea typeface="微软雅黑" panose="020B0503020204020204" pitchFamily="34" charset="-122"/>
                        </a:rPr>
                        <a:t>44</a:t>
                      </a:r>
                    </a:p>
                  </a:txBody>
                  <a:tcPr marL="9525" marR="9525" marT="9525"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fontAlgn="ctr"/>
                      <a:r>
                        <a:rPr lang="en-US" altLang="zh-CN" sz="1600" b="0" i="0" u="none" strike="noStrike" dirty="0">
                          <a:solidFill>
                            <a:srgbClr val="000000"/>
                          </a:solidFill>
                          <a:effectLst/>
                          <a:latin typeface="微软雅黑" panose="020B0503020204020204" pitchFamily="34" charset="-122"/>
                          <a:ea typeface="微软雅黑" panose="020B0503020204020204" pitchFamily="34" charset="-122"/>
                        </a:rPr>
                        <a:t>4.5</a:t>
                      </a:r>
                    </a:p>
                  </a:txBody>
                  <a:tcPr marL="9525" marR="9525" marT="9525"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26"/>
                  </a:ext>
                </a:extLst>
              </a:tr>
              <a:tr h="180000">
                <a:tc>
                  <a:txBody>
                    <a:bodyPr/>
                    <a:lstStyle/>
                    <a:p>
                      <a:pPr algn="ctr" fontAlgn="ctr"/>
                      <a:r>
                        <a:rPr lang="en-US" altLang="zh-CN" sz="1600" u="none" strike="noStrike" dirty="0">
                          <a:effectLst/>
                          <a:latin typeface="Arial" panose="020B0604020202020204" pitchFamily="34" charset="0"/>
                          <a:cs typeface="Arial" panose="020B0604020202020204" pitchFamily="34" charset="0"/>
                        </a:rPr>
                        <a:t>19</a:t>
                      </a:r>
                      <a:endParaRPr lang="en-US" altLang="zh-CN" sz="1600" b="0" i="0" u="none" strike="noStrike" dirty="0">
                        <a:solidFill>
                          <a:srgbClr val="000000"/>
                        </a:solidFill>
                        <a:effectLst/>
                        <a:latin typeface="Arial" panose="020B0604020202020204" pitchFamily="34" charset="0"/>
                        <a:ea typeface="微软雅黑" panose="020B0503020204020204" pitchFamily="34" charset="-122"/>
                        <a:cs typeface="Arial" panose="020B0604020202020204" pitchFamily="34" charset="0"/>
                      </a:endParaRPr>
                    </a:p>
                  </a:txBody>
                  <a:tcPr marL="7022" marR="7022" marT="7022"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fontAlgn="ctr"/>
                      <a:r>
                        <a:rPr lang="en-US" altLang="zh-CN" sz="1600" b="0" i="0" u="none" strike="noStrike" dirty="0">
                          <a:solidFill>
                            <a:srgbClr val="000000"/>
                          </a:solidFill>
                          <a:effectLst/>
                          <a:latin typeface="Arial" panose="020B0604020202020204" pitchFamily="34" charset="0"/>
                          <a:ea typeface="等线" panose="02010600030101010101" pitchFamily="2" charset="-122"/>
                        </a:rPr>
                        <a:t>20.79</a:t>
                      </a:r>
                    </a:p>
                  </a:txBody>
                  <a:tcPr marL="9525" marR="9525" marT="9525"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vMerge="1">
                  <a:txBody>
                    <a:bodyPr/>
                    <a:lstStyle/>
                    <a:p>
                      <a:pPr marL="0" marR="0" indent="0" algn="ctr" defTabSz="821530" eaLnBrk="1" fontAlgn="ctr" latinLnBrk="0" hangingPunct="1">
                        <a:lnSpc>
                          <a:spcPct val="100000"/>
                        </a:lnSpc>
                        <a:spcBef>
                          <a:spcPts val="0"/>
                        </a:spcBef>
                        <a:spcAft>
                          <a:spcPts val="0"/>
                        </a:spcAft>
                        <a:buClrTx/>
                        <a:buSzTx/>
                        <a:buFontTx/>
                        <a:buNone/>
                        <a:tabLst/>
                        <a:defRPr/>
                      </a:pPr>
                      <a:endParaRPr lang="en-US" altLang="zh-CN" sz="2000" b="0" i="0" u="none" strike="noStrike" cap="none" spc="0" baseline="0" dirty="0">
                        <a:ln>
                          <a:noFill/>
                        </a:ln>
                        <a:solidFill>
                          <a:schemeClr val="tx1"/>
                        </a:solidFill>
                        <a:effectLst/>
                        <a:uFillTx/>
                        <a:latin typeface="Arial" panose="020B0604020202020204" pitchFamily="34" charset="0"/>
                        <a:ea typeface="Arial Unicode MS" panose="020B0604020202020204" pitchFamily="34" charset="-122"/>
                        <a:cs typeface="Arial" panose="020B0604020202020204" pitchFamily="34" charset="0"/>
                        <a:sym typeface="Helvetica Neue Light"/>
                      </a:endParaRPr>
                    </a:p>
                  </a:txBody>
                  <a:tcPr marL="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fontAlgn="ctr"/>
                      <a:r>
                        <a:rPr lang="en-US" altLang="zh-CN" sz="1600" b="0" i="0" u="none" strike="noStrike" dirty="0">
                          <a:solidFill>
                            <a:srgbClr val="000000"/>
                          </a:solidFill>
                          <a:effectLst/>
                          <a:latin typeface="微软雅黑" panose="020B0503020204020204" pitchFamily="34" charset="-122"/>
                          <a:ea typeface="微软雅黑" panose="020B0503020204020204" pitchFamily="34" charset="-122"/>
                        </a:rPr>
                        <a:t>45</a:t>
                      </a:r>
                    </a:p>
                  </a:txBody>
                  <a:tcPr marL="9525" marR="9525" marT="9525"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fontAlgn="ctr"/>
                      <a:r>
                        <a:rPr lang="en-US" altLang="zh-CN" sz="1600" b="0" i="0" u="none" strike="noStrike" dirty="0">
                          <a:solidFill>
                            <a:srgbClr val="000000"/>
                          </a:solidFill>
                          <a:effectLst/>
                          <a:latin typeface="微软雅黑" panose="020B0503020204020204" pitchFamily="34" charset="-122"/>
                          <a:ea typeface="微软雅黑" panose="020B0503020204020204" pitchFamily="34" charset="-122"/>
                        </a:rPr>
                        <a:t>7</a:t>
                      </a:r>
                    </a:p>
                  </a:txBody>
                  <a:tcPr marL="9525" marR="9525" marT="9525"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27"/>
                  </a:ext>
                </a:extLst>
              </a:tr>
              <a:tr h="180000">
                <a:tc>
                  <a:txBody>
                    <a:bodyPr/>
                    <a:lstStyle/>
                    <a:p>
                      <a:pPr algn="ctr" fontAlgn="ctr"/>
                      <a:r>
                        <a:rPr lang="en-US" altLang="zh-CN" sz="1600" u="none" strike="noStrike" dirty="0">
                          <a:effectLst/>
                          <a:latin typeface="Arial" panose="020B0604020202020204" pitchFamily="34" charset="0"/>
                          <a:cs typeface="Arial" panose="020B0604020202020204" pitchFamily="34" charset="0"/>
                        </a:rPr>
                        <a:t>20</a:t>
                      </a:r>
                      <a:endParaRPr lang="en-US" altLang="zh-CN" sz="1600" b="0" i="0" u="none" strike="noStrike" dirty="0">
                        <a:solidFill>
                          <a:srgbClr val="000000"/>
                        </a:solidFill>
                        <a:effectLst/>
                        <a:latin typeface="Arial" panose="020B0604020202020204" pitchFamily="34" charset="0"/>
                        <a:ea typeface="微软雅黑" panose="020B0503020204020204" pitchFamily="34" charset="-122"/>
                        <a:cs typeface="Arial" panose="020B0604020202020204" pitchFamily="34" charset="0"/>
                      </a:endParaRPr>
                    </a:p>
                  </a:txBody>
                  <a:tcPr marL="7022" marR="7022" marT="7022"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fontAlgn="ctr"/>
                      <a:r>
                        <a:rPr lang="en-US" altLang="zh-CN" sz="1600" b="0" i="0" u="none" strike="noStrike" dirty="0">
                          <a:solidFill>
                            <a:srgbClr val="000000"/>
                          </a:solidFill>
                          <a:effectLst/>
                          <a:latin typeface="Arial" panose="020B0604020202020204" pitchFamily="34" charset="0"/>
                          <a:ea typeface="等线" panose="02010600030101010101" pitchFamily="2" charset="-122"/>
                        </a:rPr>
                        <a:t>9.15</a:t>
                      </a:r>
                    </a:p>
                  </a:txBody>
                  <a:tcPr marL="9525" marR="9525" marT="9525"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vMerge="1">
                  <a:txBody>
                    <a:bodyPr/>
                    <a:lstStyle/>
                    <a:p>
                      <a:pPr marL="0" marR="0" indent="0" algn="ctr" defTabSz="821530" eaLnBrk="1" fontAlgn="ctr" latinLnBrk="0" hangingPunct="1">
                        <a:lnSpc>
                          <a:spcPct val="100000"/>
                        </a:lnSpc>
                        <a:spcBef>
                          <a:spcPts val="0"/>
                        </a:spcBef>
                        <a:spcAft>
                          <a:spcPts val="0"/>
                        </a:spcAft>
                        <a:buClrTx/>
                        <a:buSzTx/>
                        <a:buFontTx/>
                        <a:buNone/>
                        <a:tabLst/>
                        <a:defRPr/>
                      </a:pPr>
                      <a:endParaRPr lang="en-US" altLang="zh-CN" sz="2000" b="0" i="0" u="none" strike="noStrike" cap="none" spc="0" baseline="0" dirty="0">
                        <a:ln>
                          <a:noFill/>
                        </a:ln>
                        <a:solidFill>
                          <a:schemeClr val="tx1"/>
                        </a:solidFill>
                        <a:effectLst/>
                        <a:uFillTx/>
                        <a:latin typeface="Arial" panose="020B0604020202020204" pitchFamily="34" charset="0"/>
                        <a:ea typeface="Arial Unicode MS" panose="020B0604020202020204" pitchFamily="34" charset="-122"/>
                        <a:cs typeface="Arial" panose="020B0604020202020204" pitchFamily="34" charset="0"/>
                        <a:sym typeface="Helvetica Neue Light"/>
                      </a:endParaRPr>
                    </a:p>
                  </a:txBody>
                  <a:tcPr marL="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fontAlgn="ctr"/>
                      <a:r>
                        <a:rPr lang="en-US" altLang="zh-CN" sz="1600" b="0" i="0" u="none" strike="noStrike" dirty="0">
                          <a:solidFill>
                            <a:srgbClr val="000000"/>
                          </a:solidFill>
                          <a:effectLst/>
                          <a:latin typeface="微软雅黑" panose="020B0503020204020204" pitchFamily="34" charset="-122"/>
                          <a:ea typeface="微软雅黑" panose="020B0503020204020204" pitchFamily="34" charset="-122"/>
                        </a:rPr>
                        <a:t>46</a:t>
                      </a:r>
                    </a:p>
                  </a:txBody>
                  <a:tcPr marL="9525" marR="9525" marT="9525"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fontAlgn="ctr"/>
                      <a:r>
                        <a:rPr lang="en-US" altLang="zh-CN" sz="1600" b="0" i="0" u="none" strike="noStrike" dirty="0">
                          <a:solidFill>
                            <a:srgbClr val="000000"/>
                          </a:solidFill>
                          <a:effectLst/>
                          <a:latin typeface="微软雅黑" panose="020B0503020204020204" pitchFamily="34" charset="-122"/>
                          <a:ea typeface="微软雅黑" panose="020B0503020204020204" pitchFamily="34" charset="-122"/>
                        </a:rPr>
                        <a:t>2.8</a:t>
                      </a:r>
                    </a:p>
                  </a:txBody>
                  <a:tcPr marL="9525" marR="9525" marT="9525"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28"/>
                  </a:ext>
                </a:extLst>
              </a:tr>
              <a:tr h="180000">
                <a:tc>
                  <a:txBody>
                    <a:bodyPr/>
                    <a:lstStyle/>
                    <a:p>
                      <a:pPr algn="ctr" fontAlgn="ctr"/>
                      <a:r>
                        <a:rPr lang="en-US" altLang="zh-CN" sz="1600" u="none" strike="noStrike" dirty="0">
                          <a:effectLst/>
                          <a:latin typeface="Arial" panose="020B0604020202020204" pitchFamily="34" charset="0"/>
                          <a:cs typeface="Arial" panose="020B0604020202020204" pitchFamily="34" charset="0"/>
                        </a:rPr>
                        <a:t>21</a:t>
                      </a:r>
                      <a:endParaRPr lang="en-US" altLang="zh-CN" sz="1600" b="0" i="0" u="none" strike="noStrike" dirty="0">
                        <a:solidFill>
                          <a:srgbClr val="000000"/>
                        </a:solidFill>
                        <a:effectLst/>
                        <a:latin typeface="Arial" panose="020B0604020202020204" pitchFamily="34" charset="0"/>
                        <a:ea typeface="微软雅黑" panose="020B0503020204020204" pitchFamily="34" charset="-122"/>
                        <a:cs typeface="Arial" panose="020B0604020202020204" pitchFamily="34" charset="0"/>
                      </a:endParaRPr>
                    </a:p>
                  </a:txBody>
                  <a:tcPr marL="7022" marR="7022" marT="7022"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fontAlgn="ctr"/>
                      <a:r>
                        <a:rPr lang="en-US" altLang="zh-CN" sz="1600" b="0" i="0" u="none" strike="noStrike" dirty="0">
                          <a:solidFill>
                            <a:srgbClr val="000000"/>
                          </a:solidFill>
                          <a:effectLst/>
                          <a:latin typeface="Arial" panose="020B0604020202020204" pitchFamily="34" charset="0"/>
                          <a:ea typeface="等线" panose="02010600030101010101" pitchFamily="2" charset="-122"/>
                        </a:rPr>
                        <a:t>5.69</a:t>
                      </a:r>
                    </a:p>
                  </a:txBody>
                  <a:tcPr marL="9525" marR="9525" marT="9525"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vMerge="1">
                  <a:txBody>
                    <a:bodyPr/>
                    <a:lstStyle/>
                    <a:p>
                      <a:pPr marL="0" marR="0" indent="0" algn="ctr" defTabSz="821530" eaLnBrk="1" fontAlgn="ctr" latinLnBrk="0" hangingPunct="1">
                        <a:lnSpc>
                          <a:spcPct val="100000"/>
                        </a:lnSpc>
                        <a:spcBef>
                          <a:spcPts val="0"/>
                        </a:spcBef>
                        <a:spcAft>
                          <a:spcPts val="0"/>
                        </a:spcAft>
                        <a:buClrTx/>
                        <a:buSzTx/>
                        <a:buFontTx/>
                        <a:buNone/>
                        <a:tabLst/>
                        <a:defRPr/>
                      </a:pPr>
                      <a:endParaRPr lang="en-US" altLang="zh-CN" sz="2000" b="0" i="0" u="none" strike="noStrike" cap="none" spc="0" baseline="0" dirty="0">
                        <a:ln>
                          <a:noFill/>
                        </a:ln>
                        <a:solidFill>
                          <a:schemeClr val="tx1"/>
                        </a:solidFill>
                        <a:effectLst/>
                        <a:uFillTx/>
                        <a:latin typeface="Arial" panose="020B0604020202020204" pitchFamily="34" charset="0"/>
                        <a:ea typeface="Arial Unicode MS" panose="020B0604020202020204" pitchFamily="34" charset="-122"/>
                        <a:cs typeface="Arial" panose="020B0604020202020204" pitchFamily="34" charset="0"/>
                        <a:sym typeface="Helvetica Neue Light"/>
                      </a:endParaRPr>
                    </a:p>
                  </a:txBody>
                  <a:tcPr marL="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fontAlgn="ctr"/>
                      <a:r>
                        <a:rPr lang="en-US" altLang="zh-CN" sz="1600" b="0" i="0" u="none" strike="noStrike" dirty="0">
                          <a:solidFill>
                            <a:srgbClr val="000000"/>
                          </a:solidFill>
                          <a:effectLst/>
                          <a:latin typeface="微软雅黑" panose="020B0503020204020204" pitchFamily="34" charset="-122"/>
                          <a:ea typeface="微软雅黑" panose="020B0503020204020204" pitchFamily="34" charset="-122"/>
                        </a:rPr>
                        <a:t>47</a:t>
                      </a:r>
                    </a:p>
                  </a:txBody>
                  <a:tcPr marL="9525" marR="9525" marT="9525"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fontAlgn="ctr"/>
                      <a:r>
                        <a:rPr lang="en-US" altLang="zh-CN" sz="1600" b="0" i="0" u="none" strike="noStrike" dirty="0">
                          <a:solidFill>
                            <a:srgbClr val="000000"/>
                          </a:solidFill>
                          <a:effectLst/>
                          <a:latin typeface="微软雅黑" panose="020B0503020204020204" pitchFamily="34" charset="-122"/>
                          <a:ea typeface="微软雅黑" panose="020B0503020204020204" pitchFamily="34" charset="-122"/>
                        </a:rPr>
                        <a:t>10.5</a:t>
                      </a:r>
                    </a:p>
                  </a:txBody>
                  <a:tcPr marL="9525" marR="9525" marT="9525"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29508736"/>
                  </a:ext>
                </a:extLst>
              </a:tr>
              <a:tr h="180000">
                <a:tc>
                  <a:txBody>
                    <a:bodyPr/>
                    <a:lstStyle/>
                    <a:p>
                      <a:pPr algn="ctr" fontAlgn="ctr"/>
                      <a:r>
                        <a:rPr lang="en-US" altLang="zh-CN" sz="1600" u="none" strike="noStrike" dirty="0">
                          <a:effectLst/>
                          <a:latin typeface="Arial" panose="020B0604020202020204" pitchFamily="34" charset="0"/>
                          <a:cs typeface="Arial" panose="020B0604020202020204" pitchFamily="34" charset="0"/>
                        </a:rPr>
                        <a:t>22</a:t>
                      </a:r>
                      <a:endParaRPr lang="en-US" altLang="zh-CN" sz="1600" b="0" i="0" u="none" strike="noStrike" dirty="0">
                        <a:solidFill>
                          <a:srgbClr val="000000"/>
                        </a:solidFill>
                        <a:effectLst/>
                        <a:latin typeface="Arial" panose="020B0604020202020204" pitchFamily="34" charset="0"/>
                        <a:ea typeface="微软雅黑" panose="020B0503020204020204" pitchFamily="34" charset="-122"/>
                        <a:cs typeface="Arial" panose="020B0604020202020204" pitchFamily="34" charset="0"/>
                      </a:endParaRPr>
                    </a:p>
                  </a:txBody>
                  <a:tcPr marL="7022" marR="7022" marT="7022"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fontAlgn="ctr"/>
                      <a:r>
                        <a:rPr lang="en-US" altLang="zh-CN" sz="1600" b="0" i="0" u="none" strike="noStrike" dirty="0">
                          <a:solidFill>
                            <a:srgbClr val="000000"/>
                          </a:solidFill>
                          <a:effectLst/>
                          <a:latin typeface="Arial" panose="020B0604020202020204" pitchFamily="34" charset="0"/>
                          <a:ea typeface="等线" panose="02010600030101010101" pitchFamily="2" charset="-122"/>
                        </a:rPr>
                        <a:t>5.95</a:t>
                      </a:r>
                    </a:p>
                  </a:txBody>
                  <a:tcPr marL="9525" marR="9525" marT="9525"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vMerge="1">
                  <a:txBody>
                    <a:bodyPr/>
                    <a:lstStyle/>
                    <a:p>
                      <a:pPr marL="0" marR="0" indent="0" algn="ctr" defTabSz="821530" eaLnBrk="1" fontAlgn="ctr" latinLnBrk="0" hangingPunct="1">
                        <a:lnSpc>
                          <a:spcPct val="100000"/>
                        </a:lnSpc>
                        <a:spcBef>
                          <a:spcPts val="0"/>
                        </a:spcBef>
                        <a:spcAft>
                          <a:spcPts val="0"/>
                        </a:spcAft>
                        <a:buClrTx/>
                        <a:buSzTx/>
                        <a:buFontTx/>
                        <a:buNone/>
                        <a:tabLst/>
                        <a:defRPr/>
                      </a:pPr>
                      <a:endParaRPr lang="en-US" altLang="zh-CN" sz="2000" b="0" i="0" u="none" strike="noStrike" cap="none" spc="0" baseline="0" dirty="0">
                        <a:ln>
                          <a:noFill/>
                        </a:ln>
                        <a:solidFill>
                          <a:schemeClr val="tx1"/>
                        </a:solidFill>
                        <a:effectLst/>
                        <a:uFillTx/>
                        <a:latin typeface="Arial" panose="020B0604020202020204" pitchFamily="34" charset="0"/>
                        <a:ea typeface="Arial Unicode MS" panose="020B0604020202020204" pitchFamily="34" charset="-122"/>
                        <a:cs typeface="Arial" panose="020B0604020202020204" pitchFamily="34" charset="0"/>
                        <a:sym typeface="Helvetica Neue Light"/>
                      </a:endParaRPr>
                    </a:p>
                  </a:txBody>
                  <a:tcPr marL="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fontAlgn="ctr"/>
                      <a:r>
                        <a:rPr lang="en-US" altLang="zh-CN" sz="1600" b="0" i="0" u="none" strike="noStrike" dirty="0">
                          <a:solidFill>
                            <a:srgbClr val="000000"/>
                          </a:solidFill>
                          <a:effectLst/>
                          <a:latin typeface="微软雅黑" panose="020B0503020204020204" pitchFamily="34" charset="-122"/>
                          <a:ea typeface="微软雅黑" panose="020B0503020204020204" pitchFamily="34" charset="-122"/>
                        </a:rPr>
                        <a:t>48</a:t>
                      </a:r>
                    </a:p>
                  </a:txBody>
                  <a:tcPr marL="9525" marR="9525" marT="9525"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fontAlgn="ctr"/>
                      <a:r>
                        <a:rPr lang="en-US" altLang="zh-CN" sz="1600" b="0" i="0" u="none" strike="noStrike" dirty="0">
                          <a:solidFill>
                            <a:srgbClr val="000000"/>
                          </a:solidFill>
                          <a:effectLst/>
                          <a:latin typeface="微软雅黑" panose="020B0503020204020204" pitchFamily="34" charset="-122"/>
                          <a:ea typeface="微软雅黑" panose="020B0503020204020204" pitchFamily="34" charset="-122"/>
                        </a:rPr>
                        <a:t>11</a:t>
                      </a:r>
                    </a:p>
                  </a:txBody>
                  <a:tcPr marL="9525" marR="9525" marT="9525"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36444517"/>
                  </a:ext>
                </a:extLst>
              </a:tr>
              <a:tr h="180000">
                <a:tc>
                  <a:txBody>
                    <a:bodyPr/>
                    <a:lstStyle/>
                    <a:p>
                      <a:pPr algn="ctr" fontAlgn="ctr"/>
                      <a:r>
                        <a:rPr lang="en-US" altLang="zh-CN" sz="1600" u="none" strike="noStrike" dirty="0">
                          <a:effectLst/>
                          <a:latin typeface="Arial" panose="020B0604020202020204" pitchFamily="34" charset="0"/>
                          <a:cs typeface="Arial" panose="020B0604020202020204" pitchFamily="34" charset="0"/>
                        </a:rPr>
                        <a:t>23</a:t>
                      </a:r>
                      <a:endParaRPr lang="en-US" altLang="zh-CN" sz="1600" b="0" i="0" u="none" strike="noStrike" dirty="0">
                        <a:solidFill>
                          <a:srgbClr val="000000"/>
                        </a:solidFill>
                        <a:effectLst/>
                        <a:latin typeface="Arial" panose="020B0604020202020204" pitchFamily="34" charset="0"/>
                        <a:ea typeface="微软雅黑" panose="020B0503020204020204" pitchFamily="34" charset="-122"/>
                        <a:cs typeface="Arial" panose="020B0604020202020204" pitchFamily="34" charset="0"/>
                      </a:endParaRPr>
                    </a:p>
                  </a:txBody>
                  <a:tcPr marL="7022" marR="7022" marT="7022"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fontAlgn="ctr"/>
                      <a:r>
                        <a:rPr lang="en-US" altLang="zh-CN" sz="1600" b="0" i="0" u="none" strike="noStrike" dirty="0">
                          <a:solidFill>
                            <a:srgbClr val="000000"/>
                          </a:solidFill>
                          <a:effectLst/>
                          <a:latin typeface="Arial" panose="020B0604020202020204" pitchFamily="34" charset="0"/>
                          <a:ea typeface="等线" panose="02010600030101010101" pitchFamily="2" charset="-122"/>
                        </a:rPr>
                        <a:t>12.38</a:t>
                      </a:r>
                    </a:p>
                  </a:txBody>
                  <a:tcPr marL="9525" marR="9525" marT="9525"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vMerge="1">
                  <a:txBody>
                    <a:bodyPr/>
                    <a:lstStyle/>
                    <a:p>
                      <a:pPr marL="0" marR="0" indent="0" algn="ctr" defTabSz="821530" eaLnBrk="1" fontAlgn="ctr" latinLnBrk="0" hangingPunct="1">
                        <a:lnSpc>
                          <a:spcPct val="100000"/>
                        </a:lnSpc>
                        <a:spcBef>
                          <a:spcPts val="0"/>
                        </a:spcBef>
                        <a:spcAft>
                          <a:spcPts val="0"/>
                        </a:spcAft>
                        <a:buClrTx/>
                        <a:buSzTx/>
                        <a:buFontTx/>
                        <a:buNone/>
                        <a:tabLst/>
                        <a:defRPr/>
                      </a:pPr>
                      <a:endParaRPr lang="en-US" altLang="zh-CN" sz="2000" b="0" i="0" u="none" strike="noStrike" cap="none" spc="0" baseline="0" dirty="0">
                        <a:ln>
                          <a:noFill/>
                        </a:ln>
                        <a:solidFill>
                          <a:schemeClr val="tx1"/>
                        </a:solidFill>
                        <a:effectLst/>
                        <a:uFillTx/>
                        <a:latin typeface="Arial" panose="020B0604020202020204" pitchFamily="34" charset="0"/>
                        <a:ea typeface="Arial Unicode MS" panose="020B0604020202020204" pitchFamily="34" charset="-122"/>
                        <a:cs typeface="Arial" panose="020B0604020202020204" pitchFamily="34" charset="0"/>
                        <a:sym typeface="Helvetica Neue Light"/>
                      </a:endParaRPr>
                    </a:p>
                  </a:txBody>
                  <a:tcPr marL="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fontAlgn="ctr"/>
                      <a:r>
                        <a:rPr lang="en-US" altLang="zh-CN" sz="1600" b="0" i="0" u="none" strike="noStrike" dirty="0">
                          <a:solidFill>
                            <a:srgbClr val="000000"/>
                          </a:solidFill>
                          <a:effectLst/>
                          <a:latin typeface="微软雅黑" panose="020B0503020204020204" pitchFamily="34" charset="-122"/>
                          <a:ea typeface="微软雅黑" panose="020B0503020204020204" pitchFamily="34" charset="-122"/>
                        </a:rPr>
                        <a:t>49</a:t>
                      </a:r>
                    </a:p>
                  </a:txBody>
                  <a:tcPr marL="9525" marR="9525" marT="9525"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fontAlgn="ctr"/>
                      <a:r>
                        <a:rPr lang="en-US" altLang="zh-CN" sz="1600" b="0" i="0" u="none" strike="noStrike" dirty="0">
                          <a:solidFill>
                            <a:srgbClr val="000000"/>
                          </a:solidFill>
                          <a:effectLst/>
                          <a:latin typeface="微软雅黑" panose="020B0503020204020204" pitchFamily="34" charset="-122"/>
                          <a:ea typeface="微软雅黑" panose="020B0503020204020204" pitchFamily="34" charset="-122"/>
                        </a:rPr>
                        <a:t>3.5</a:t>
                      </a:r>
                    </a:p>
                  </a:txBody>
                  <a:tcPr marL="9525" marR="9525" marT="9525"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40134711"/>
                  </a:ext>
                </a:extLst>
              </a:tr>
              <a:tr h="180000">
                <a:tc>
                  <a:txBody>
                    <a:bodyPr/>
                    <a:lstStyle/>
                    <a:p>
                      <a:pPr algn="ctr" fontAlgn="ctr"/>
                      <a:r>
                        <a:rPr lang="en-US" altLang="zh-CN" sz="1600" u="none" strike="noStrike" dirty="0">
                          <a:effectLst/>
                          <a:latin typeface="Arial" panose="020B0604020202020204" pitchFamily="34" charset="0"/>
                          <a:cs typeface="Arial" panose="020B0604020202020204" pitchFamily="34" charset="0"/>
                        </a:rPr>
                        <a:t>24</a:t>
                      </a:r>
                      <a:endParaRPr lang="en-US" altLang="zh-CN" sz="1600" b="0" i="0" u="none" strike="noStrike" dirty="0">
                        <a:solidFill>
                          <a:srgbClr val="000000"/>
                        </a:solidFill>
                        <a:effectLst/>
                        <a:latin typeface="Arial" panose="020B0604020202020204" pitchFamily="34" charset="0"/>
                        <a:ea typeface="微软雅黑" panose="020B0503020204020204" pitchFamily="34" charset="-122"/>
                        <a:cs typeface="Arial" panose="020B0604020202020204" pitchFamily="34" charset="0"/>
                      </a:endParaRPr>
                    </a:p>
                  </a:txBody>
                  <a:tcPr marL="7022" marR="7022" marT="7022"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fontAlgn="ctr"/>
                      <a:r>
                        <a:rPr lang="en-US" altLang="zh-CN" sz="1600" b="0" i="0" u="none" strike="noStrike" dirty="0">
                          <a:solidFill>
                            <a:srgbClr val="000000"/>
                          </a:solidFill>
                          <a:effectLst/>
                          <a:latin typeface="Arial" panose="020B0604020202020204" pitchFamily="34" charset="0"/>
                          <a:ea typeface="等线" panose="02010600030101010101" pitchFamily="2" charset="-122"/>
                        </a:rPr>
                        <a:t>5.18</a:t>
                      </a:r>
                    </a:p>
                  </a:txBody>
                  <a:tcPr marL="9525" marR="9525" marT="9525"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vMerge="1">
                  <a:txBody>
                    <a:bodyPr/>
                    <a:lstStyle/>
                    <a:p>
                      <a:pPr marL="0" marR="0" indent="0" algn="ctr" defTabSz="821530" eaLnBrk="1" fontAlgn="ctr" latinLnBrk="0" hangingPunct="1">
                        <a:lnSpc>
                          <a:spcPct val="100000"/>
                        </a:lnSpc>
                        <a:spcBef>
                          <a:spcPts val="0"/>
                        </a:spcBef>
                        <a:spcAft>
                          <a:spcPts val="0"/>
                        </a:spcAft>
                        <a:buClrTx/>
                        <a:buSzTx/>
                        <a:buFontTx/>
                        <a:buNone/>
                        <a:tabLst/>
                        <a:defRPr/>
                      </a:pPr>
                      <a:endParaRPr lang="en-US" altLang="zh-CN" sz="2000" b="0" i="0" u="none" strike="noStrike" cap="none" spc="0" baseline="0" dirty="0">
                        <a:ln>
                          <a:noFill/>
                        </a:ln>
                        <a:solidFill>
                          <a:schemeClr val="tx1"/>
                        </a:solidFill>
                        <a:effectLst/>
                        <a:uFillTx/>
                        <a:latin typeface="Arial" panose="020B0604020202020204" pitchFamily="34" charset="0"/>
                        <a:ea typeface="Arial Unicode MS" panose="020B0604020202020204" pitchFamily="34" charset="-122"/>
                        <a:cs typeface="Arial" panose="020B0604020202020204" pitchFamily="34" charset="0"/>
                        <a:sym typeface="Helvetica Neue Light"/>
                      </a:endParaRPr>
                    </a:p>
                  </a:txBody>
                  <a:tcPr marL="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fontAlgn="ctr"/>
                      <a:r>
                        <a:rPr lang="en-US" altLang="zh-CN" sz="1600" b="0" i="0" u="none" strike="noStrike" dirty="0">
                          <a:solidFill>
                            <a:srgbClr val="000000"/>
                          </a:solidFill>
                          <a:effectLst/>
                          <a:latin typeface="微软雅黑" panose="020B0503020204020204" pitchFamily="34" charset="-122"/>
                          <a:ea typeface="微软雅黑" panose="020B0503020204020204" pitchFamily="34" charset="-122"/>
                        </a:rPr>
                        <a:t>50</a:t>
                      </a:r>
                    </a:p>
                  </a:txBody>
                  <a:tcPr marL="9525" marR="9525" marT="9525"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fontAlgn="ctr"/>
                      <a:r>
                        <a:rPr lang="en-US" altLang="zh-CN" sz="1600" b="0" i="0" u="none" strike="noStrike" dirty="0">
                          <a:solidFill>
                            <a:srgbClr val="000000"/>
                          </a:solidFill>
                          <a:effectLst/>
                          <a:latin typeface="微软雅黑" panose="020B0503020204020204" pitchFamily="34" charset="-122"/>
                          <a:ea typeface="微软雅黑" panose="020B0503020204020204" pitchFamily="34" charset="-122"/>
                        </a:rPr>
                        <a:t>3.5</a:t>
                      </a:r>
                    </a:p>
                  </a:txBody>
                  <a:tcPr marL="9525" marR="9525" marT="9525"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r h="180000">
                <a:tc>
                  <a:txBody>
                    <a:bodyPr/>
                    <a:lstStyle/>
                    <a:p>
                      <a:pPr algn="ctr" fontAlgn="ctr"/>
                      <a:r>
                        <a:rPr lang="en-US" altLang="zh-CN" sz="1600" u="none" strike="noStrike" dirty="0">
                          <a:effectLst/>
                          <a:latin typeface="Arial" panose="020B0604020202020204" pitchFamily="34" charset="0"/>
                          <a:cs typeface="Arial" panose="020B0604020202020204" pitchFamily="34" charset="0"/>
                        </a:rPr>
                        <a:t>25</a:t>
                      </a:r>
                      <a:endParaRPr lang="en-US" altLang="zh-CN" sz="1600" b="0" i="0" u="none" strike="noStrike" dirty="0">
                        <a:solidFill>
                          <a:srgbClr val="000000"/>
                        </a:solidFill>
                        <a:effectLst/>
                        <a:latin typeface="Arial" panose="020B0604020202020204" pitchFamily="34" charset="0"/>
                        <a:ea typeface="微软雅黑" panose="020B0503020204020204" pitchFamily="34" charset="-122"/>
                        <a:cs typeface="Arial" panose="020B0604020202020204" pitchFamily="34" charset="0"/>
                      </a:endParaRPr>
                    </a:p>
                  </a:txBody>
                  <a:tcPr marL="7022" marR="7022" marT="7022"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fontAlgn="ctr"/>
                      <a:r>
                        <a:rPr lang="en-US" altLang="zh-CN" sz="1600" b="0" i="0" u="none" strike="noStrike" dirty="0">
                          <a:solidFill>
                            <a:srgbClr val="000000"/>
                          </a:solidFill>
                          <a:effectLst/>
                          <a:latin typeface="Arial" panose="020B0604020202020204" pitchFamily="34" charset="0"/>
                          <a:ea typeface="等线" panose="02010600030101010101" pitchFamily="2" charset="-122"/>
                        </a:rPr>
                        <a:t>4.7</a:t>
                      </a:r>
                    </a:p>
                  </a:txBody>
                  <a:tcPr marL="9525" marR="9525" marT="9525"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vMerge="1">
                  <a:txBody>
                    <a:bodyPr/>
                    <a:lstStyle/>
                    <a:p>
                      <a:pPr marL="0" marR="0" indent="0" algn="ctr" defTabSz="821530" eaLnBrk="1" fontAlgn="ctr" latinLnBrk="0" hangingPunct="1">
                        <a:lnSpc>
                          <a:spcPct val="100000"/>
                        </a:lnSpc>
                        <a:spcBef>
                          <a:spcPts val="0"/>
                        </a:spcBef>
                        <a:spcAft>
                          <a:spcPts val="0"/>
                        </a:spcAft>
                        <a:buClrTx/>
                        <a:buSzTx/>
                        <a:buFontTx/>
                        <a:buNone/>
                        <a:tabLst/>
                        <a:defRPr/>
                      </a:pPr>
                      <a:endParaRPr lang="en-US" altLang="zh-CN" sz="2000" b="0" i="0" u="none" strike="noStrike" cap="none" spc="0" baseline="0" dirty="0">
                        <a:ln>
                          <a:noFill/>
                        </a:ln>
                        <a:solidFill>
                          <a:schemeClr val="tx1"/>
                        </a:solidFill>
                        <a:effectLst/>
                        <a:uFillTx/>
                        <a:latin typeface="Arial" panose="020B0604020202020204" pitchFamily="34" charset="0"/>
                        <a:ea typeface="Arial Unicode MS" panose="020B0604020202020204" pitchFamily="34" charset="-122"/>
                        <a:cs typeface="Arial" panose="020B0604020202020204" pitchFamily="34" charset="0"/>
                        <a:sym typeface="Helvetica Neue Light"/>
                      </a:endParaRPr>
                    </a:p>
                  </a:txBody>
                  <a:tcPr marL="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lvl="0" indent="0" algn="ctr" defTabSz="821530" eaLnBrk="1" fontAlgn="ctr" latinLnBrk="0" hangingPunct="1">
                        <a:lnSpc>
                          <a:spcPct val="100000"/>
                        </a:lnSpc>
                        <a:spcBef>
                          <a:spcPts val="0"/>
                        </a:spcBef>
                        <a:spcAft>
                          <a:spcPts val="0"/>
                        </a:spcAft>
                        <a:buClrTx/>
                        <a:buSzTx/>
                        <a:buFontTx/>
                        <a:buNone/>
                        <a:tabLst/>
                        <a:defRPr/>
                      </a:pPr>
                      <a:r>
                        <a:rPr lang="en-US" altLang="zh-CN" sz="1600" b="0" i="0" u="none" strike="noStrike" dirty="0">
                          <a:solidFill>
                            <a:srgbClr val="000000"/>
                          </a:solidFill>
                          <a:effectLst/>
                          <a:latin typeface="微软雅黑" panose="020B0503020204020204" pitchFamily="34" charset="-122"/>
                          <a:ea typeface="微软雅黑" panose="020B0503020204020204" pitchFamily="34" charset="-122"/>
                        </a:rPr>
                        <a:t>51</a:t>
                      </a:r>
                    </a:p>
                  </a:txBody>
                  <a:tcPr marL="9525" marR="9525" marT="9525"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fontAlgn="ctr"/>
                      <a:r>
                        <a:rPr lang="en-US" altLang="zh-CN" sz="1600" b="0" i="0" u="none" strike="noStrike" dirty="0">
                          <a:solidFill>
                            <a:srgbClr val="000000"/>
                          </a:solidFill>
                          <a:effectLst/>
                          <a:latin typeface="微软雅黑" panose="020B0503020204020204" pitchFamily="34" charset="-122"/>
                          <a:ea typeface="微软雅黑" panose="020B0503020204020204" pitchFamily="34" charset="-122"/>
                        </a:rPr>
                        <a:t>9.35</a:t>
                      </a:r>
                    </a:p>
                  </a:txBody>
                  <a:tcPr marL="9525" marR="9525" marT="9525"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grpSp>
        <p:nvGrpSpPr>
          <p:cNvPr id="2" name="组合 1"/>
          <p:cNvGrpSpPr/>
          <p:nvPr/>
        </p:nvGrpSpPr>
        <p:grpSpPr>
          <a:xfrm>
            <a:off x="2691827" y="9148428"/>
            <a:ext cx="6984204" cy="3721857"/>
            <a:chOff x="2691827" y="9148428"/>
            <a:chExt cx="6984204" cy="3721857"/>
          </a:xfrm>
        </p:grpSpPr>
        <p:pic>
          <p:nvPicPr>
            <p:cNvPr id="8" name="图片 7"/>
            <p:cNvPicPr>
              <a:picLocks noChangeAspect="1"/>
            </p:cNvPicPr>
            <p:nvPr/>
          </p:nvPicPr>
          <p:blipFill>
            <a:blip r:embed="rId2"/>
            <a:stretch>
              <a:fillRect/>
            </a:stretch>
          </p:blipFill>
          <p:spPr>
            <a:xfrm>
              <a:off x="3554832" y="9148428"/>
              <a:ext cx="5204324" cy="3721857"/>
            </a:xfrm>
            <a:prstGeom prst="rect">
              <a:avLst/>
            </a:prstGeom>
          </p:spPr>
        </p:pic>
        <p:sp>
          <p:nvSpPr>
            <p:cNvPr id="33" name="L1">
              <a:extLst>
                <a:ext uri="{FF2B5EF4-FFF2-40B4-BE49-F238E27FC236}">
                  <a16:creationId xmlns:a16="http://schemas.microsoft.com/office/drawing/2014/main" id="{16B8E210-42F5-2F42-BBDA-DEFED43D0865}"/>
                </a:ext>
              </a:extLst>
            </p:cNvPr>
            <p:cNvSpPr txBox="1"/>
            <p:nvPr/>
          </p:nvSpPr>
          <p:spPr>
            <a:xfrm>
              <a:off x="8777518" y="10758262"/>
              <a:ext cx="458459" cy="48731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lvl1pPr>
                <a:defRPr sz="2500"/>
              </a:lvl1pPr>
            </a:lstStyle>
            <a:p>
              <a:r>
                <a:rPr dirty="0">
                  <a:latin typeface="Arial" panose="020B0604020202020204" pitchFamily="34" charset="0"/>
                  <a:cs typeface="Arial" panose="020B0604020202020204" pitchFamily="34" charset="0"/>
                </a:rPr>
                <a:t>L</a:t>
              </a:r>
              <a:r>
                <a:rPr lang="en-US" dirty="0">
                  <a:latin typeface="Arial" panose="020B0604020202020204" pitchFamily="34" charset="0"/>
                  <a:cs typeface="Arial" panose="020B0604020202020204" pitchFamily="34" charset="0"/>
                </a:rPr>
                <a:t>2</a:t>
              </a:r>
              <a:endParaRPr dirty="0">
                <a:latin typeface="Arial" panose="020B0604020202020204" pitchFamily="34" charset="0"/>
                <a:cs typeface="Arial" panose="020B0604020202020204" pitchFamily="34" charset="0"/>
              </a:endParaRPr>
            </a:p>
          </p:txBody>
        </p:sp>
        <p:sp>
          <p:nvSpPr>
            <p:cNvPr id="34" name="L2">
              <a:extLst>
                <a:ext uri="{FF2B5EF4-FFF2-40B4-BE49-F238E27FC236}">
                  <a16:creationId xmlns:a16="http://schemas.microsoft.com/office/drawing/2014/main" id="{9265BBE7-7921-4F48-94CE-8A375090721E}"/>
                </a:ext>
              </a:extLst>
            </p:cNvPr>
            <p:cNvSpPr txBox="1"/>
            <p:nvPr/>
          </p:nvSpPr>
          <p:spPr>
            <a:xfrm>
              <a:off x="3135852" y="10758261"/>
              <a:ext cx="458459" cy="48731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lvl1pPr>
                <a:defRPr sz="2500"/>
              </a:lvl1pPr>
            </a:lstStyle>
            <a:p>
              <a:r>
                <a:rPr dirty="0">
                  <a:latin typeface="Arial" panose="020B0604020202020204" pitchFamily="34" charset="0"/>
                  <a:cs typeface="Arial" panose="020B0604020202020204" pitchFamily="34" charset="0"/>
                </a:rPr>
                <a:t>L</a:t>
              </a:r>
              <a:r>
                <a:rPr lang="en-US" dirty="0">
                  <a:latin typeface="Arial" panose="020B0604020202020204" pitchFamily="34" charset="0"/>
                  <a:cs typeface="Arial" panose="020B0604020202020204" pitchFamily="34" charset="0"/>
                </a:rPr>
                <a:t>1</a:t>
              </a:r>
              <a:endParaRPr dirty="0">
                <a:latin typeface="Arial" panose="020B0604020202020204" pitchFamily="34" charset="0"/>
                <a:cs typeface="Arial" panose="020B0604020202020204" pitchFamily="34" charset="0"/>
              </a:endParaRPr>
            </a:p>
          </p:txBody>
        </p:sp>
        <p:sp>
          <p:nvSpPr>
            <p:cNvPr id="43" name="线条">
              <a:extLst>
                <a:ext uri="{FF2B5EF4-FFF2-40B4-BE49-F238E27FC236}">
                  <a16:creationId xmlns:a16="http://schemas.microsoft.com/office/drawing/2014/main" id="{A0C52E22-75FB-E84E-93AA-0B2B6DD9F5A4}"/>
                </a:ext>
              </a:extLst>
            </p:cNvPr>
            <p:cNvSpPr/>
            <p:nvPr/>
          </p:nvSpPr>
          <p:spPr>
            <a:xfrm flipH="1" flipV="1">
              <a:off x="3607911" y="9554829"/>
              <a:ext cx="0" cy="2880000"/>
            </a:xfrm>
            <a:prstGeom prst="line">
              <a:avLst/>
            </a:prstGeom>
            <a:ln w="50800">
              <a:solidFill>
                <a:srgbClr val="000000"/>
              </a:solidFill>
            </a:ln>
          </p:spPr>
          <p:txBody>
            <a:bodyPr lIns="0" tIns="0" rIns="0" bIns="0"/>
            <a:lstStyle/>
            <a:p>
              <a:endParaRPr>
                <a:latin typeface="Arial" panose="020B0604020202020204" pitchFamily="34" charset="0"/>
                <a:cs typeface="Arial" panose="020B0604020202020204" pitchFamily="34" charset="0"/>
              </a:endParaRPr>
            </a:p>
          </p:txBody>
        </p:sp>
        <p:grpSp>
          <p:nvGrpSpPr>
            <p:cNvPr id="49" name="组合 48">
              <a:extLst>
                <a:ext uri="{FF2B5EF4-FFF2-40B4-BE49-F238E27FC236}">
                  <a16:creationId xmlns:a16="http://schemas.microsoft.com/office/drawing/2014/main" id="{B9A6199C-4AE8-0A4E-A035-992F291EC3BE}"/>
                </a:ext>
              </a:extLst>
            </p:cNvPr>
            <p:cNvGrpSpPr/>
            <p:nvPr/>
          </p:nvGrpSpPr>
          <p:grpSpPr>
            <a:xfrm rot="16200000" flipH="1" flipV="1">
              <a:off x="8888572" y="8771584"/>
              <a:ext cx="393480" cy="1173013"/>
              <a:chOff x="2551624" y="11456615"/>
              <a:chExt cx="568740" cy="1423893"/>
            </a:xfrm>
          </p:grpSpPr>
          <p:sp>
            <p:nvSpPr>
              <p:cNvPr id="50" name="线条">
                <a:extLst>
                  <a:ext uri="{FF2B5EF4-FFF2-40B4-BE49-F238E27FC236}">
                    <a16:creationId xmlns:a16="http://schemas.microsoft.com/office/drawing/2014/main" id="{1A65E8C0-8F1D-3D40-BEA3-4568BDB85712}"/>
                  </a:ext>
                </a:extLst>
              </p:cNvPr>
              <p:cNvSpPr/>
              <p:nvPr/>
            </p:nvSpPr>
            <p:spPr>
              <a:xfrm flipV="1">
                <a:off x="2551624" y="12016506"/>
                <a:ext cx="1" cy="864002"/>
              </a:xfrm>
              <a:prstGeom prst="line">
                <a:avLst/>
              </a:prstGeom>
              <a:ln w="50800">
                <a:solidFill>
                  <a:schemeClr val="accent6">
                    <a:satOff val="-15798"/>
                    <a:lumOff val="-17517"/>
                  </a:schemeClr>
                </a:solidFill>
              </a:ln>
            </p:spPr>
            <p:txBody>
              <a:bodyPr lIns="0" tIns="0" rIns="0" bIns="0"/>
              <a:lstStyle/>
              <a:p>
                <a:endParaRPr>
                  <a:latin typeface="Arial" panose="020B0604020202020204" pitchFamily="34" charset="0"/>
                  <a:cs typeface="Arial" panose="020B0604020202020204" pitchFamily="34" charset="0"/>
                </a:endParaRPr>
              </a:p>
            </p:txBody>
          </p:sp>
          <p:sp>
            <p:nvSpPr>
              <p:cNvPr id="51" name="0.5mm">
                <a:extLst>
                  <a:ext uri="{FF2B5EF4-FFF2-40B4-BE49-F238E27FC236}">
                    <a16:creationId xmlns:a16="http://schemas.microsoft.com/office/drawing/2014/main" id="{C53B907E-E432-5E43-9CB2-B9074E7A8E8B}"/>
                  </a:ext>
                </a:extLst>
              </p:cNvPr>
              <p:cNvSpPr txBox="1"/>
              <p:nvPr/>
            </p:nvSpPr>
            <p:spPr>
              <a:xfrm rot="5400000" flipV="1">
                <a:off x="2429755" y="11600287"/>
                <a:ext cx="788069" cy="50072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lvl1pPr>
                  <a:defRPr sz="1300"/>
                </a:lvl1pPr>
              </a:lstStyle>
              <a:p>
                <a:r>
                  <a:rPr lang="en-US" sz="1400" dirty="0">
                    <a:latin typeface="Arial" panose="020B0604020202020204" pitchFamily="34" charset="0"/>
                    <a:cs typeface="Arial" panose="020B0604020202020204" pitchFamily="34" charset="0"/>
                  </a:rPr>
                  <a:t>0.5mm</a:t>
                </a:r>
                <a:endParaRPr sz="1400" dirty="0">
                  <a:latin typeface="Arial" panose="020B0604020202020204" pitchFamily="34" charset="0"/>
                  <a:cs typeface="Arial" panose="020B0604020202020204" pitchFamily="34" charset="0"/>
                </a:endParaRPr>
              </a:p>
            </p:txBody>
          </p:sp>
          <p:sp>
            <p:nvSpPr>
              <p:cNvPr id="52" name="线条">
                <a:extLst>
                  <a:ext uri="{FF2B5EF4-FFF2-40B4-BE49-F238E27FC236}">
                    <a16:creationId xmlns:a16="http://schemas.microsoft.com/office/drawing/2014/main" id="{98683D5A-98BF-CA4B-8829-34E19BD262E9}"/>
                  </a:ext>
                </a:extLst>
              </p:cNvPr>
              <p:cNvSpPr/>
              <p:nvPr/>
            </p:nvSpPr>
            <p:spPr>
              <a:xfrm flipV="1">
                <a:off x="3120363" y="12195448"/>
                <a:ext cx="1" cy="431999"/>
              </a:xfrm>
              <a:prstGeom prst="line">
                <a:avLst/>
              </a:prstGeom>
              <a:ln w="50800">
                <a:solidFill>
                  <a:schemeClr val="accent6">
                    <a:satOff val="-15798"/>
                    <a:lumOff val="-17517"/>
                  </a:schemeClr>
                </a:solidFill>
              </a:ln>
            </p:spPr>
            <p:txBody>
              <a:bodyPr lIns="0" tIns="0" rIns="0" bIns="0"/>
              <a:lstStyle/>
              <a:p>
                <a:endParaRPr>
                  <a:latin typeface="Arial" panose="020B0604020202020204" pitchFamily="34" charset="0"/>
                  <a:cs typeface="Arial" panose="020B0604020202020204" pitchFamily="34" charset="0"/>
                </a:endParaRPr>
              </a:p>
            </p:txBody>
          </p:sp>
          <p:sp>
            <p:nvSpPr>
              <p:cNvPr id="53" name="线条">
                <a:extLst>
                  <a:ext uri="{FF2B5EF4-FFF2-40B4-BE49-F238E27FC236}">
                    <a16:creationId xmlns:a16="http://schemas.microsoft.com/office/drawing/2014/main" id="{BC6457F6-5F22-1149-AD94-D54C2DD2B500}"/>
                  </a:ext>
                </a:extLst>
              </p:cNvPr>
              <p:cNvSpPr/>
              <p:nvPr/>
            </p:nvSpPr>
            <p:spPr>
              <a:xfrm flipH="1">
                <a:off x="2565848" y="12412639"/>
                <a:ext cx="540000" cy="1"/>
              </a:xfrm>
              <a:prstGeom prst="line">
                <a:avLst/>
              </a:prstGeom>
              <a:ln w="50800">
                <a:solidFill>
                  <a:schemeClr val="accent6">
                    <a:satOff val="-15798"/>
                    <a:lumOff val="-17517"/>
                  </a:schemeClr>
                </a:solidFill>
                <a:headEnd type="triangle"/>
                <a:tailEnd type="triangle"/>
              </a:ln>
            </p:spPr>
            <p:txBody>
              <a:bodyPr lIns="0" tIns="0" rIns="0" bIns="0"/>
              <a:lstStyle/>
              <a:p>
                <a:endParaRPr>
                  <a:latin typeface="Arial" panose="020B0604020202020204" pitchFamily="34" charset="0"/>
                  <a:cs typeface="Arial" panose="020B0604020202020204" pitchFamily="34" charset="0"/>
                </a:endParaRPr>
              </a:p>
            </p:txBody>
          </p:sp>
        </p:grpSp>
        <p:grpSp>
          <p:nvGrpSpPr>
            <p:cNvPr id="54" name="组合 53">
              <a:extLst>
                <a:ext uri="{FF2B5EF4-FFF2-40B4-BE49-F238E27FC236}">
                  <a16:creationId xmlns:a16="http://schemas.microsoft.com/office/drawing/2014/main" id="{24292583-876E-DE46-AB9C-D1B667ABAAC3}"/>
                </a:ext>
              </a:extLst>
            </p:cNvPr>
            <p:cNvGrpSpPr/>
            <p:nvPr/>
          </p:nvGrpSpPr>
          <p:grpSpPr>
            <a:xfrm rot="5400000" flipV="1">
              <a:off x="3072034" y="8781142"/>
              <a:ext cx="362107" cy="1122521"/>
              <a:chOff x="2550252" y="8765181"/>
              <a:chExt cx="570109" cy="1362604"/>
            </a:xfrm>
          </p:grpSpPr>
          <p:sp>
            <p:nvSpPr>
              <p:cNvPr id="55" name="线条">
                <a:extLst>
                  <a:ext uri="{FF2B5EF4-FFF2-40B4-BE49-F238E27FC236}">
                    <a16:creationId xmlns:a16="http://schemas.microsoft.com/office/drawing/2014/main" id="{2F7F380D-9C04-8844-A410-72091F3C402C}"/>
                  </a:ext>
                </a:extLst>
              </p:cNvPr>
              <p:cNvSpPr/>
              <p:nvPr/>
            </p:nvSpPr>
            <p:spPr>
              <a:xfrm flipV="1">
                <a:off x="2551624" y="9263785"/>
                <a:ext cx="1" cy="864000"/>
              </a:xfrm>
              <a:prstGeom prst="line">
                <a:avLst/>
              </a:prstGeom>
              <a:ln w="50800">
                <a:solidFill>
                  <a:schemeClr val="accent6">
                    <a:satOff val="-15798"/>
                    <a:lumOff val="-17517"/>
                  </a:schemeClr>
                </a:solidFill>
              </a:ln>
            </p:spPr>
            <p:txBody>
              <a:bodyPr lIns="0" tIns="0" rIns="0" bIns="0"/>
              <a:lstStyle/>
              <a:p>
                <a:endParaRPr>
                  <a:latin typeface="Arial" panose="020B0604020202020204" pitchFamily="34" charset="0"/>
                  <a:cs typeface="Arial" panose="020B0604020202020204" pitchFamily="34" charset="0"/>
                </a:endParaRPr>
              </a:p>
            </p:txBody>
          </p:sp>
          <p:sp>
            <p:nvSpPr>
              <p:cNvPr id="56" name="线条">
                <a:extLst>
                  <a:ext uri="{FF2B5EF4-FFF2-40B4-BE49-F238E27FC236}">
                    <a16:creationId xmlns:a16="http://schemas.microsoft.com/office/drawing/2014/main" id="{73BDF24B-3555-FD40-8B44-60C8D1E3305C}"/>
                  </a:ext>
                </a:extLst>
              </p:cNvPr>
              <p:cNvSpPr/>
              <p:nvPr/>
            </p:nvSpPr>
            <p:spPr>
              <a:xfrm flipV="1">
                <a:off x="3120360" y="9442719"/>
                <a:ext cx="1" cy="432000"/>
              </a:xfrm>
              <a:prstGeom prst="line">
                <a:avLst/>
              </a:prstGeom>
              <a:ln w="50800">
                <a:solidFill>
                  <a:schemeClr val="accent6">
                    <a:satOff val="-15798"/>
                    <a:lumOff val="-17517"/>
                  </a:schemeClr>
                </a:solidFill>
              </a:ln>
            </p:spPr>
            <p:txBody>
              <a:bodyPr lIns="0" tIns="0" rIns="0" bIns="0"/>
              <a:lstStyle/>
              <a:p>
                <a:endParaRPr>
                  <a:latin typeface="Arial" panose="020B0604020202020204" pitchFamily="34" charset="0"/>
                  <a:cs typeface="Arial" panose="020B0604020202020204" pitchFamily="34" charset="0"/>
                </a:endParaRPr>
              </a:p>
            </p:txBody>
          </p:sp>
          <p:sp>
            <p:nvSpPr>
              <p:cNvPr id="57" name="线条">
                <a:extLst>
                  <a:ext uri="{FF2B5EF4-FFF2-40B4-BE49-F238E27FC236}">
                    <a16:creationId xmlns:a16="http://schemas.microsoft.com/office/drawing/2014/main" id="{89933F70-2E67-574C-B291-162CC61764F3}"/>
                  </a:ext>
                </a:extLst>
              </p:cNvPr>
              <p:cNvSpPr/>
              <p:nvPr/>
            </p:nvSpPr>
            <p:spPr>
              <a:xfrm flipH="1">
                <a:off x="2565846" y="9659917"/>
                <a:ext cx="540000" cy="1"/>
              </a:xfrm>
              <a:prstGeom prst="line">
                <a:avLst/>
              </a:prstGeom>
              <a:ln w="50800">
                <a:solidFill>
                  <a:schemeClr val="accent6">
                    <a:satOff val="-15798"/>
                    <a:lumOff val="-17517"/>
                  </a:schemeClr>
                </a:solidFill>
                <a:headEnd type="triangle"/>
                <a:tailEnd type="triangle"/>
              </a:ln>
            </p:spPr>
            <p:txBody>
              <a:bodyPr lIns="0" tIns="0" rIns="0" bIns="0"/>
              <a:lstStyle/>
              <a:p>
                <a:endParaRPr>
                  <a:latin typeface="Arial" panose="020B0604020202020204" pitchFamily="34" charset="0"/>
                  <a:cs typeface="Arial" panose="020B0604020202020204" pitchFamily="34" charset="0"/>
                </a:endParaRPr>
              </a:p>
            </p:txBody>
          </p:sp>
          <p:sp>
            <p:nvSpPr>
              <p:cNvPr id="58" name="0.5mm">
                <a:extLst>
                  <a:ext uri="{FF2B5EF4-FFF2-40B4-BE49-F238E27FC236}">
                    <a16:creationId xmlns:a16="http://schemas.microsoft.com/office/drawing/2014/main" id="{3E873807-8D91-A54F-A06B-1D9029715490}"/>
                  </a:ext>
                </a:extLst>
              </p:cNvPr>
              <p:cNvSpPr txBox="1"/>
              <p:nvPr/>
            </p:nvSpPr>
            <p:spPr>
              <a:xfrm rot="16200000">
                <a:off x="2406577" y="8908856"/>
                <a:ext cx="788071" cy="50072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lvl1pPr>
                  <a:defRPr sz="1300"/>
                </a:lvl1pPr>
              </a:lstStyle>
              <a:p>
                <a:r>
                  <a:rPr lang="en-US" sz="1400" dirty="0">
                    <a:latin typeface="Arial" panose="020B0604020202020204" pitchFamily="34" charset="0"/>
                    <a:cs typeface="Arial" panose="020B0604020202020204" pitchFamily="34" charset="0"/>
                  </a:rPr>
                  <a:t>0.5mm</a:t>
                </a:r>
                <a:endParaRPr sz="1400" dirty="0">
                  <a:latin typeface="Arial" panose="020B0604020202020204" pitchFamily="34" charset="0"/>
                  <a:cs typeface="Arial" panose="020B0604020202020204" pitchFamily="34" charset="0"/>
                </a:endParaRPr>
              </a:p>
            </p:txBody>
          </p:sp>
        </p:grpSp>
        <p:sp>
          <p:nvSpPr>
            <p:cNvPr id="60" name="线条">
              <a:extLst>
                <a:ext uri="{FF2B5EF4-FFF2-40B4-BE49-F238E27FC236}">
                  <a16:creationId xmlns:a16="http://schemas.microsoft.com/office/drawing/2014/main" id="{A0C52E22-75FB-E84E-93AA-0B2B6DD9F5A4}"/>
                </a:ext>
              </a:extLst>
            </p:cNvPr>
            <p:cNvSpPr/>
            <p:nvPr/>
          </p:nvSpPr>
          <p:spPr>
            <a:xfrm flipH="1" flipV="1">
              <a:off x="8740077" y="9564699"/>
              <a:ext cx="0" cy="2880000"/>
            </a:xfrm>
            <a:prstGeom prst="line">
              <a:avLst/>
            </a:prstGeom>
            <a:ln w="50800">
              <a:solidFill>
                <a:srgbClr val="000000"/>
              </a:solidFill>
            </a:ln>
          </p:spPr>
          <p:txBody>
            <a:bodyPr lIns="0" tIns="0" rIns="0" bIns="0"/>
            <a:lstStyle/>
            <a:p>
              <a:endParaRPr>
                <a:latin typeface="Arial" panose="020B0604020202020204" pitchFamily="34" charset="0"/>
                <a:cs typeface="Arial" panose="020B0604020202020204" pitchFamily="34" charset="0"/>
              </a:endParaRPr>
            </a:p>
          </p:txBody>
        </p:sp>
        <p:grpSp>
          <p:nvGrpSpPr>
            <p:cNvPr id="37" name="组合 36">
              <a:extLst>
                <a:ext uri="{FF2B5EF4-FFF2-40B4-BE49-F238E27FC236}">
                  <a16:creationId xmlns:a16="http://schemas.microsoft.com/office/drawing/2014/main" id="{6B0B4348-499C-6D47-A15B-BE3A96B87588}"/>
                </a:ext>
              </a:extLst>
            </p:cNvPr>
            <p:cNvGrpSpPr/>
            <p:nvPr/>
          </p:nvGrpSpPr>
          <p:grpSpPr>
            <a:xfrm rot="16200000">
              <a:off x="3103770" y="12151291"/>
              <a:ext cx="361236" cy="1015762"/>
              <a:chOff x="2551624" y="8829256"/>
              <a:chExt cx="568737" cy="1298529"/>
            </a:xfrm>
          </p:grpSpPr>
          <p:sp>
            <p:nvSpPr>
              <p:cNvPr id="39" name="线条">
                <a:extLst>
                  <a:ext uri="{FF2B5EF4-FFF2-40B4-BE49-F238E27FC236}">
                    <a16:creationId xmlns:a16="http://schemas.microsoft.com/office/drawing/2014/main" id="{A9C4845D-BAAE-4B46-9BE0-8474EFAFD2F4}"/>
                  </a:ext>
                </a:extLst>
              </p:cNvPr>
              <p:cNvSpPr/>
              <p:nvPr/>
            </p:nvSpPr>
            <p:spPr>
              <a:xfrm flipV="1">
                <a:off x="2551624" y="9263785"/>
                <a:ext cx="1" cy="864000"/>
              </a:xfrm>
              <a:prstGeom prst="line">
                <a:avLst/>
              </a:prstGeom>
              <a:ln w="50800">
                <a:solidFill>
                  <a:schemeClr val="accent6">
                    <a:satOff val="-15798"/>
                    <a:lumOff val="-17517"/>
                  </a:schemeClr>
                </a:solidFill>
              </a:ln>
            </p:spPr>
            <p:txBody>
              <a:bodyPr lIns="0" tIns="0" rIns="0" bIns="0"/>
              <a:lstStyle/>
              <a:p>
                <a:endParaRPr>
                  <a:latin typeface="Arial" panose="020B0604020202020204" pitchFamily="34" charset="0"/>
                  <a:cs typeface="Arial" panose="020B0604020202020204" pitchFamily="34" charset="0"/>
                </a:endParaRPr>
              </a:p>
            </p:txBody>
          </p:sp>
          <p:sp>
            <p:nvSpPr>
              <p:cNvPr id="40" name="线条">
                <a:extLst>
                  <a:ext uri="{FF2B5EF4-FFF2-40B4-BE49-F238E27FC236}">
                    <a16:creationId xmlns:a16="http://schemas.microsoft.com/office/drawing/2014/main" id="{D6BA8778-CAF7-4349-8FF9-EEC8FB6EE8EE}"/>
                  </a:ext>
                </a:extLst>
              </p:cNvPr>
              <p:cNvSpPr/>
              <p:nvPr/>
            </p:nvSpPr>
            <p:spPr>
              <a:xfrm flipV="1">
                <a:off x="3120360" y="9442719"/>
                <a:ext cx="1" cy="432000"/>
              </a:xfrm>
              <a:prstGeom prst="line">
                <a:avLst/>
              </a:prstGeom>
              <a:ln w="50800">
                <a:solidFill>
                  <a:schemeClr val="accent6">
                    <a:satOff val="-15798"/>
                    <a:lumOff val="-17517"/>
                  </a:schemeClr>
                </a:solidFill>
              </a:ln>
            </p:spPr>
            <p:txBody>
              <a:bodyPr lIns="0" tIns="0" rIns="0" bIns="0"/>
              <a:lstStyle/>
              <a:p>
                <a:endParaRPr>
                  <a:latin typeface="Arial" panose="020B0604020202020204" pitchFamily="34" charset="0"/>
                  <a:cs typeface="Arial" panose="020B0604020202020204" pitchFamily="34" charset="0"/>
                </a:endParaRPr>
              </a:p>
            </p:txBody>
          </p:sp>
          <p:sp>
            <p:nvSpPr>
              <p:cNvPr id="41" name="线条">
                <a:extLst>
                  <a:ext uri="{FF2B5EF4-FFF2-40B4-BE49-F238E27FC236}">
                    <a16:creationId xmlns:a16="http://schemas.microsoft.com/office/drawing/2014/main" id="{C1FD8E60-D8BF-6044-A71D-1E9B78FBFE73}"/>
                  </a:ext>
                </a:extLst>
              </p:cNvPr>
              <p:cNvSpPr/>
              <p:nvPr/>
            </p:nvSpPr>
            <p:spPr>
              <a:xfrm flipH="1">
                <a:off x="2565846" y="9659917"/>
                <a:ext cx="540000" cy="1"/>
              </a:xfrm>
              <a:prstGeom prst="line">
                <a:avLst/>
              </a:prstGeom>
              <a:ln w="50800">
                <a:solidFill>
                  <a:schemeClr val="accent6">
                    <a:satOff val="-15798"/>
                    <a:lumOff val="-17517"/>
                  </a:schemeClr>
                </a:solidFill>
                <a:headEnd type="triangle"/>
                <a:tailEnd type="triangle"/>
              </a:ln>
            </p:spPr>
            <p:txBody>
              <a:bodyPr lIns="0" tIns="0" rIns="0" bIns="0"/>
              <a:lstStyle/>
              <a:p>
                <a:endParaRPr>
                  <a:latin typeface="Arial" panose="020B0604020202020204" pitchFamily="34" charset="0"/>
                  <a:cs typeface="Arial" panose="020B0604020202020204" pitchFamily="34" charset="0"/>
                </a:endParaRPr>
              </a:p>
            </p:txBody>
          </p:sp>
          <p:sp>
            <p:nvSpPr>
              <p:cNvPr id="42" name="0.5mm">
                <a:extLst>
                  <a:ext uri="{FF2B5EF4-FFF2-40B4-BE49-F238E27FC236}">
                    <a16:creationId xmlns:a16="http://schemas.microsoft.com/office/drawing/2014/main" id="{8D5469FF-EBD9-1140-8132-84FC3CADDBC7}"/>
                  </a:ext>
                </a:extLst>
              </p:cNvPr>
              <p:cNvSpPr txBox="1"/>
              <p:nvPr/>
            </p:nvSpPr>
            <p:spPr>
              <a:xfrm rot="5400000">
                <a:off x="2442211" y="8993868"/>
                <a:ext cx="829945" cy="50072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lvl1pPr>
                  <a:defRPr sz="1300"/>
                </a:lvl1pPr>
              </a:lstStyle>
              <a:p>
                <a:r>
                  <a:rPr lang="en-US" sz="1400" dirty="0">
                    <a:latin typeface="Arial" panose="020B0604020202020204" pitchFamily="34" charset="0"/>
                    <a:cs typeface="Arial" panose="020B0604020202020204" pitchFamily="34" charset="0"/>
                  </a:rPr>
                  <a:t>0.5mm</a:t>
                </a:r>
                <a:endParaRPr sz="1400" dirty="0">
                  <a:latin typeface="Arial" panose="020B0604020202020204" pitchFamily="34" charset="0"/>
                  <a:cs typeface="Arial" panose="020B0604020202020204" pitchFamily="34" charset="0"/>
                </a:endParaRPr>
              </a:p>
            </p:txBody>
          </p:sp>
        </p:grpSp>
        <p:grpSp>
          <p:nvGrpSpPr>
            <p:cNvPr id="44" name="组合 43">
              <a:extLst>
                <a:ext uri="{FF2B5EF4-FFF2-40B4-BE49-F238E27FC236}">
                  <a16:creationId xmlns:a16="http://schemas.microsoft.com/office/drawing/2014/main" id="{8B4D513B-330B-AC47-B879-50D9B8D00EB9}"/>
                </a:ext>
              </a:extLst>
            </p:cNvPr>
            <p:cNvGrpSpPr/>
            <p:nvPr/>
          </p:nvGrpSpPr>
          <p:grpSpPr>
            <a:xfrm rot="5400000" flipH="1">
              <a:off x="8911939" y="12060692"/>
              <a:ext cx="375758" cy="1152427"/>
              <a:chOff x="2551623" y="11553542"/>
              <a:chExt cx="591602" cy="1473238"/>
            </a:xfrm>
          </p:grpSpPr>
          <p:sp>
            <p:nvSpPr>
              <p:cNvPr id="45" name="线条">
                <a:extLst>
                  <a:ext uri="{FF2B5EF4-FFF2-40B4-BE49-F238E27FC236}">
                    <a16:creationId xmlns:a16="http://schemas.microsoft.com/office/drawing/2014/main" id="{8B428E0B-19CD-2D44-AD12-096F188A05F7}"/>
                  </a:ext>
                </a:extLst>
              </p:cNvPr>
              <p:cNvSpPr/>
              <p:nvPr/>
            </p:nvSpPr>
            <p:spPr>
              <a:xfrm flipV="1">
                <a:off x="2551623" y="12162780"/>
                <a:ext cx="1" cy="864000"/>
              </a:xfrm>
              <a:prstGeom prst="line">
                <a:avLst/>
              </a:prstGeom>
              <a:ln w="50800">
                <a:solidFill>
                  <a:schemeClr val="accent6">
                    <a:satOff val="-15798"/>
                    <a:lumOff val="-17517"/>
                  </a:schemeClr>
                </a:solidFill>
              </a:ln>
            </p:spPr>
            <p:txBody>
              <a:bodyPr lIns="0" tIns="0" rIns="0" bIns="0"/>
              <a:lstStyle/>
              <a:p>
                <a:endParaRPr>
                  <a:latin typeface="Arial" panose="020B0604020202020204" pitchFamily="34" charset="0"/>
                  <a:cs typeface="Arial" panose="020B0604020202020204" pitchFamily="34" charset="0"/>
                </a:endParaRPr>
              </a:p>
            </p:txBody>
          </p:sp>
          <p:sp>
            <p:nvSpPr>
              <p:cNvPr id="46" name="线条">
                <a:extLst>
                  <a:ext uri="{FF2B5EF4-FFF2-40B4-BE49-F238E27FC236}">
                    <a16:creationId xmlns:a16="http://schemas.microsoft.com/office/drawing/2014/main" id="{071E1362-2BDD-1643-A6CB-BC97A3B3995B}"/>
                  </a:ext>
                </a:extLst>
              </p:cNvPr>
              <p:cNvSpPr/>
              <p:nvPr/>
            </p:nvSpPr>
            <p:spPr>
              <a:xfrm flipV="1">
                <a:off x="3120359" y="12341714"/>
                <a:ext cx="1" cy="432000"/>
              </a:xfrm>
              <a:prstGeom prst="line">
                <a:avLst/>
              </a:prstGeom>
              <a:ln w="50800">
                <a:solidFill>
                  <a:schemeClr val="accent6">
                    <a:satOff val="-15798"/>
                    <a:lumOff val="-17517"/>
                  </a:schemeClr>
                </a:solidFill>
              </a:ln>
            </p:spPr>
            <p:txBody>
              <a:bodyPr lIns="0" tIns="0" rIns="0" bIns="0"/>
              <a:lstStyle/>
              <a:p>
                <a:endParaRPr>
                  <a:latin typeface="Arial" panose="020B0604020202020204" pitchFamily="34" charset="0"/>
                  <a:cs typeface="Arial" panose="020B0604020202020204" pitchFamily="34" charset="0"/>
                </a:endParaRPr>
              </a:p>
            </p:txBody>
          </p:sp>
          <p:sp>
            <p:nvSpPr>
              <p:cNvPr id="47" name="线条">
                <a:extLst>
                  <a:ext uri="{FF2B5EF4-FFF2-40B4-BE49-F238E27FC236}">
                    <a16:creationId xmlns:a16="http://schemas.microsoft.com/office/drawing/2014/main" id="{45E0D5DA-FEFD-B147-9522-0B0828306DEA}"/>
                  </a:ext>
                </a:extLst>
              </p:cNvPr>
              <p:cNvSpPr/>
              <p:nvPr/>
            </p:nvSpPr>
            <p:spPr>
              <a:xfrm flipH="1">
                <a:off x="2565844" y="12558910"/>
                <a:ext cx="540000" cy="1"/>
              </a:xfrm>
              <a:prstGeom prst="line">
                <a:avLst/>
              </a:prstGeom>
              <a:ln w="50800">
                <a:solidFill>
                  <a:schemeClr val="accent6">
                    <a:satOff val="-15798"/>
                    <a:lumOff val="-17517"/>
                  </a:schemeClr>
                </a:solidFill>
                <a:headEnd type="triangle"/>
                <a:tailEnd type="triangle"/>
              </a:ln>
            </p:spPr>
            <p:txBody>
              <a:bodyPr lIns="0" tIns="0" rIns="0" bIns="0"/>
              <a:lstStyle/>
              <a:p>
                <a:endParaRPr>
                  <a:latin typeface="Arial" panose="020B0604020202020204" pitchFamily="34" charset="0"/>
                  <a:cs typeface="Arial" panose="020B0604020202020204" pitchFamily="34" charset="0"/>
                </a:endParaRPr>
              </a:p>
            </p:txBody>
          </p:sp>
          <p:sp>
            <p:nvSpPr>
              <p:cNvPr id="48" name="0.5mm">
                <a:extLst>
                  <a:ext uri="{FF2B5EF4-FFF2-40B4-BE49-F238E27FC236}">
                    <a16:creationId xmlns:a16="http://schemas.microsoft.com/office/drawing/2014/main" id="{E5B6F72C-8082-144E-8B56-2F1D33837CBC}"/>
                  </a:ext>
                </a:extLst>
              </p:cNvPr>
              <p:cNvSpPr txBox="1"/>
              <p:nvPr/>
            </p:nvSpPr>
            <p:spPr>
              <a:xfrm rot="5400000">
                <a:off x="2477891" y="11718154"/>
                <a:ext cx="829945" cy="50072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lvl1pPr>
                  <a:defRPr sz="1300"/>
                </a:lvl1pPr>
              </a:lstStyle>
              <a:p>
                <a:r>
                  <a:rPr lang="en-US" sz="1400" dirty="0">
                    <a:latin typeface="Arial" panose="020B0604020202020204" pitchFamily="34" charset="0"/>
                    <a:cs typeface="Arial" panose="020B0604020202020204" pitchFamily="34" charset="0"/>
                  </a:rPr>
                  <a:t>0.5mm</a:t>
                </a:r>
                <a:endParaRPr sz="1400" dirty="0">
                  <a:latin typeface="Arial" panose="020B0604020202020204" pitchFamily="34" charset="0"/>
                  <a:cs typeface="Arial" panose="020B0604020202020204" pitchFamily="34" charset="0"/>
                </a:endParaRPr>
              </a:p>
            </p:txBody>
          </p:sp>
        </p:grpSp>
      </p:grpSp>
      <p:grpSp>
        <p:nvGrpSpPr>
          <p:cNvPr id="10" name="组合 9"/>
          <p:cNvGrpSpPr/>
          <p:nvPr/>
        </p:nvGrpSpPr>
        <p:grpSpPr>
          <a:xfrm>
            <a:off x="14181513" y="8511718"/>
            <a:ext cx="4836642" cy="4838522"/>
            <a:chOff x="14330738" y="8140243"/>
            <a:chExt cx="4836642" cy="4838522"/>
          </a:xfrm>
        </p:grpSpPr>
        <p:pic>
          <p:nvPicPr>
            <p:cNvPr id="9" name="图片 8"/>
            <p:cNvPicPr>
              <a:picLocks noChangeAspect="1"/>
            </p:cNvPicPr>
            <p:nvPr/>
          </p:nvPicPr>
          <p:blipFill rotWithShape="1">
            <a:blip r:embed="rId3" cstate="email">
              <a:extLst>
                <a:ext uri="{28A0092B-C50C-407E-A947-70E740481C1C}">
                  <a14:useLocalDpi xmlns:a14="http://schemas.microsoft.com/office/drawing/2010/main"/>
                </a:ext>
              </a:extLst>
            </a:blip>
            <a:srcRect b="-3885"/>
            <a:stretch/>
          </p:blipFill>
          <p:spPr>
            <a:xfrm>
              <a:off x="14330738" y="8159198"/>
              <a:ext cx="4836642" cy="4819567"/>
            </a:xfrm>
            <a:prstGeom prst="rect">
              <a:avLst/>
            </a:prstGeom>
          </p:spPr>
        </p:pic>
        <p:sp>
          <p:nvSpPr>
            <p:cNvPr id="3" name="矩形 2"/>
            <p:cNvSpPr/>
            <p:nvPr/>
          </p:nvSpPr>
          <p:spPr>
            <a:xfrm>
              <a:off x="15254779" y="8140243"/>
              <a:ext cx="3271258" cy="636710"/>
            </a:xfrm>
            <a:prstGeom prst="rect">
              <a:avLst/>
            </a:prstGeom>
            <a:solidFill>
              <a:schemeClr val="bg1"/>
            </a:solidFill>
            <a:ln w="25400" cap="flat">
              <a:solidFill>
                <a:srgbClr val="FF0000"/>
              </a:solid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71436" tIns="71436" rIns="71436" bIns="71436" numCol="1" spcCol="38100" rtlCol="0" anchor="ctr">
              <a:spAutoFit/>
            </a:bodyPr>
            <a:lstStyle/>
            <a:p>
              <a:pPr fontAlgn="ctr"/>
              <a:r>
                <a:rPr lang="en-US" altLang="zh-CN" dirty="0">
                  <a:latin typeface="Arial" panose="020B0604020202020204" pitchFamily="34" charset="0"/>
                  <a:ea typeface="Arial Unicode MS" panose="020B0604020202020204" pitchFamily="34" charset="-122"/>
                  <a:cs typeface="Arial" panose="020B0604020202020204" pitchFamily="34" charset="0"/>
                  <a:sym typeface="Helvetica Neue Light"/>
                </a:rPr>
                <a:t>FAI1/SPCA</a:t>
              </a:r>
              <a:r>
                <a:rPr lang="en-US" altLang="zh-CN" dirty="0">
                  <a:latin typeface="Arial" panose="020B0604020202020204" pitchFamily="34" charset="0"/>
                  <a:ea typeface="Arial Unicode MS" panose="020B0604020202020204" pitchFamily="34" charset="-122"/>
                  <a:cs typeface="Arial" panose="020B0604020202020204" pitchFamily="34" charset="0"/>
                </a:rPr>
                <a:t>±0.05</a:t>
              </a:r>
            </a:p>
          </p:txBody>
        </p:sp>
      </p:grpSp>
    </p:spTree>
    <p:extLst>
      <p:ext uri="{BB962C8B-B14F-4D97-AF65-F5344CB8AC3E}">
        <p14:creationId xmlns:p14="http://schemas.microsoft.com/office/powerpoint/2010/main" val="3743268858"/>
      </p:ext>
    </p:extLst>
  </p:cSld>
  <p:clrMapOvr>
    <a:masterClrMapping/>
  </p:clrMapOvr>
  <p:transition spd="me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6" name="表格">
            <a:extLst>
              <a:ext uri="{FF2B5EF4-FFF2-40B4-BE49-F238E27FC236}">
                <a16:creationId xmlns:a16="http://schemas.microsoft.com/office/drawing/2014/main" id="{8AC19111-E39B-7B4D-A4B9-4A12961432EE}"/>
              </a:ext>
            </a:extLst>
          </p:cNvPr>
          <p:cNvGraphicFramePr/>
          <p:nvPr>
            <p:extLst>
              <p:ext uri="{D42A27DB-BD31-4B8C-83A1-F6EECF244321}">
                <p14:modId xmlns:p14="http://schemas.microsoft.com/office/powerpoint/2010/main" val="4246304766"/>
              </p:ext>
            </p:extLst>
          </p:nvPr>
        </p:nvGraphicFramePr>
        <p:xfrm>
          <a:off x="855324" y="1933265"/>
          <a:ext cx="22807908" cy="11782736"/>
        </p:xfrm>
        <a:graphic>
          <a:graphicData uri="http://schemas.openxmlformats.org/drawingml/2006/table">
            <a:tbl>
              <a:tblPr/>
              <a:tblGrid>
                <a:gridCol w="11666876">
                  <a:extLst>
                    <a:ext uri="{9D8B030D-6E8A-4147-A177-3AD203B41FA5}">
                      <a16:colId xmlns:a16="http://schemas.microsoft.com/office/drawing/2014/main" val="20000"/>
                    </a:ext>
                  </a:extLst>
                </a:gridCol>
                <a:gridCol w="11141032">
                  <a:extLst>
                    <a:ext uri="{9D8B030D-6E8A-4147-A177-3AD203B41FA5}">
                      <a16:colId xmlns:a16="http://schemas.microsoft.com/office/drawing/2014/main" val="20001"/>
                    </a:ext>
                  </a:extLst>
                </a:gridCol>
              </a:tblGrid>
              <a:tr h="648655">
                <a:tc gridSpan="2">
                  <a:txBody>
                    <a:bodyPr/>
                    <a:lstStyle/>
                    <a:p>
                      <a:pPr marL="0" marR="0" lvl="0" indent="0" algn="l" defTabSz="409575" rtl="0" eaLnBrk="1" fontAlgn="auto" latinLnBrk="0" hangingPunct="1">
                        <a:lnSpc>
                          <a:spcPct val="100000"/>
                        </a:lnSpc>
                        <a:spcBef>
                          <a:spcPts val="0"/>
                        </a:spcBef>
                        <a:spcAft>
                          <a:spcPts val="0"/>
                        </a:spcAft>
                        <a:buClrTx/>
                        <a:buSzTx/>
                        <a:buFontTx/>
                        <a:buNone/>
                        <a:tabLst/>
                        <a:defRPr sz="1800"/>
                      </a:pPr>
                      <a:r>
                        <a:rPr lang="en-US" altLang="zh-CN" sz="3200" b="0" i="0" u="none" strike="noStrike" cap="none" spc="0" baseline="0" dirty="0">
                          <a:ln>
                            <a:noFill/>
                          </a:ln>
                          <a:solidFill>
                            <a:schemeClr val="tx1"/>
                          </a:solidFill>
                          <a:uFillTx/>
                          <a:latin typeface="Arial" panose="020B0604020202020204" pitchFamily="34" charset="0"/>
                          <a:ea typeface="+mn-ea"/>
                          <a:cs typeface="Arial" panose="020B0604020202020204" pitchFamily="34" charset="0"/>
                          <a:sym typeface="Helvetica Neue Medium" panose="02000503000000020004"/>
                        </a:rPr>
                        <a:t>MAGNET Distance: </a:t>
                      </a:r>
                      <a:r>
                        <a:rPr lang="en-US" altLang="zh-CN" sz="3200" b="0" i="0" u="none" strike="noStrike" dirty="0">
                          <a:solidFill>
                            <a:srgbClr val="000000"/>
                          </a:solidFill>
                          <a:effectLst/>
                          <a:latin typeface="Arial" panose="020B0604020202020204" pitchFamily="34" charset="0"/>
                          <a:ea typeface="Arial Unicode MS" panose="020B0604020202020204" pitchFamily="34" charset="-122"/>
                          <a:cs typeface="Arial" panose="020B0604020202020204" pitchFamily="34" charset="0"/>
                        </a:rPr>
                        <a:t>FAI2/SPCB</a:t>
                      </a:r>
                      <a:r>
                        <a:rPr lang="en-US" altLang="zh-CN" sz="3200" b="0" i="0" u="none" strike="noStrike" cap="none" spc="0" baseline="0" dirty="0">
                          <a:ln>
                            <a:noFill/>
                          </a:ln>
                          <a:solidFill>
                            <a:schemeClr val="tx1"/>
                          </a:solidFill>
                          <a:uFillTx/>
                          <a:latin typeface="Arial" panose="020B0604020202020204" pitchFamily="34" charset="0"/>
                          <a:ea typeface="Arial Unicode MS" panose="020B0604020202020204" pitchFamily="34" charset="-122"/>
                          <a:cs typeface="Arial" panose="020B0604020202020204" pitchFamily="34" charset="0"/>
                          <a:sym typeface="Helvetica Neue Medium"/>
                        </a:rPr>
                        <a:t>±0.05</a:t>
                      </a:r>
                    </a:p>
                  </a:txBody>
                  <a:tcPr marL="12700" marR="12700" marT="12700" marB="12700" anchor="ctr" horzOverflow="overflow">
                    <a:lnL w="6350">
                      <a:solidFill>
                        <a:srgbClr val="000000"/>
                      </a:solidFill>
                    </a:lnL>
                    <a:lnR w="6350">
                      <a:solidFill>
                        <a:srgbClr val="000000"/>
                      </a:solidFill>
                    </a:lnR>
                    <a:lnT w="6350">
                      <a:solidFill>
                        <a:srgbClr val="000000"/>
                      </a:solidFill>
                    </a:lnT>
                    <a:lnB w="6350">
                      <a:solidFill>
                        <a:srgbClr val="000000"/>
                      </a:solidFill>
                    </a:lnB>
                    <a:solidFill>
                      <a:srgbClr val="C1E1FE"/>
                    </a:solidFill>
                  </a:tcPr>
                </a:tc>
                <a:tc hMerge="1">
                  <a:txBody>
                    <a:bodyPr/>
                    <a:lstStyle/>
                    <a:p>
                      <a:endParaRPr lang="zh-CN"/>
                    </a:p>
                  </a:txBody>
                  <a:tcPr/>
                </a:tc>
                <a:extLst>
                  <a:ext uri="{0D108BD9-81ED-4DB2-BD59-A6C34878D82A}">
                    <a16:rowId xmlns:a16="http://schemas.microsoft.com/office/drawing/2014/main" val="10000"/>
                  </a:ext>
                </a:extLst>
              </a:tr>
              <a:tr h="639381">
                <a:tc>
                  <a:txBody>
                    <a:bodyPr/>
                    <a:lstStyle/>
                    <a:p>
                      <a:pPr defTabSz="409575">
                        <a:defRPr sz="1800"/>
                      </a:pPr>
                      <a:r>
                        <a:rPr lang="en-US" sz="3000" dirty="0">
                          <a:latin typeface="Arial" panose="020B0604020202020204" pitchFamily="34" charset="0"/>
                          <a:ea typeface="+mj-ea"/>
                          <a:cs typeface="Arial" panose="020B0604020202020204" pitchFamily="34" charset="0"/>
                          <a:sym typeface="Helvetica Neue Medium" panose="02000503000000020004"/>
                        </a:rPr>
                        <a:t>CPK</a:t>
                      </a:r>
                    </a:p>
                  </a:txBody>
                  <a:tcPr marL="12700" marR="12700" marT="12700" marB="12700" anchor="ctr" horzOverflow="overflow">
                    <a:lnL w="6350">
                      <a:solidFill>
                        <a:srgbClr val="000000"/>
                      </a:solidFill>
                    </a:lnL>
                    <a:lnR w="6350">
                      <a:solidFill>
                        <a:srgbClr val="000000"/>
                      </a:solidFill>
                    </a:lnR>
                    <a:lnT w="6350">
                      <a:solidFill>
                        <a:srgbClr val="000000"/>
                      </a:solidFill>
                    </a:lnT>
                    <a:lnB w="6350">
                      <a:solidFill>
                        <a:srgbClr val="000000"/>
                      </a:solidFill>
                    </a:lnB>
                    <a:solidFill>
                      <a:srgbClr val="C1E1FE"/>
                    </a:solidFill>
                  </a:tcPr>
                </a:tc>
                <a:tc>
                  <a:txBody>
                    <a:bodyPr/>
                    <a:lstStyle/>
                    <a:p>
                      <a:pPr defTabSz="409575">
                        <a:defRPr sz="1800"/>
                      </a:pPr>
                      <a:r>
                        <a:rPr lang="en-US" sz="3000" dirty="0">
                          <a:latin typeface="Arial" panose="020B0604020202020204" pitchFamily="34" charset="0"/>
                          <a:ea typeface="+mj-ea"/>
                          <a:cs typeface="Arial" panose="020B0604020202020204" pitchFamily="34" charset="0"/>
                          <a:sym typeface="Helvetica Neue Medium" panose="02000503000000020004"/>
                        </a:rPr>
                        <a:t>In-process</a:t>
                      </a:r>
                    </a:p>
                  </a:txBody>
                  <a:tcPr marL="12700" marR="12700" marT="12700" marB="12700" anchor="ctr" horzOverflow="overflow">
                    <a:lnL w="6350">
                      <a:solidFill>
                        <a:srgbClr val="000000"/>
                      </a:solidFill>
                    </a:lnL>
                    <a:lnR w="6350">
                      <a:solidFill>
                        <a:srgbClr val="000000"/>
                      </a:solidFill>
                    </a:lnR>
                    <a:lnT w="6350">
                      <a:solidFill>
                        <a:srgbClr val="000000"/>
                      </a:solidFill>
                    </a:lnT>
                    <a:lnB w="6350">
                      <a:solidFill>
                        <a:srgbClr val="000000"/>
                      </a:solidFill>
                    </a:lnB>
                    <a:solidFill>
                      <a:srgbClr val="C1E1FE"/>
                    </a:solidFill>
                  </a:tcPr>
                </a:tc>
                <a:extLst>
                  <a:ext uri="{0D108BD9-81ED-4DB2-BD59-A6C34878D82A}">
                    <a16:rowId xmlns:a16="http://schemas.microsoft.com/office/drawing/2014/main" val="10001"/>
                  </a:ext>
                </a:extLst>
              </a:tr>
              <a:tr h="10494700">
                <a:tc>
                  <a:txBody>
                    <a:bodyPr/>
                    <a:lstStyle/>
                    <a:p>
                      <a:pPr marL="0" marR="0" indent="0" algn="l" defTabSz="409575" latinLnBrk="0">
                        <a:lnSpc>
                          <a:spcPct val="100000"/>
                        </a:lnSpc>
                        <a:spcBef>
                          <a:spcPts val="0"/>
                        </a:spcBef>
                        <a:spcAft>
                          <a:spcPts val="0"/>
                        </a:spcAft>
                        <a:buClrTx/>
                        <a:buSzTx/>
                        <a:buFontTx/>
                        <a:buNone/>
                        <a:tabLst/>
                        <a:defRPr sz="2600">
                          <a:sym typeface="Helvetica Neue Medium" panose="02000503000000020004"/>
                        </a:defRPr>
                      </a:pPr>
                      <a:r>
                        <a:rPr lang="en-US" sz="2600" b="0" i="0" u="none" strike="noStrike" cap="none" spc="0" baseline="0" dirty="0">
                          <a:ln>
                            <a:noFill/>
                          </a:ln>
                          <a:solidFill>
                            <a:schemeClr val="tx1"/>
                          </a:solidFill>
                          <a:uFillTx/>
                          <a:latin typeface="Arial" panose="020B0604020202020204" pitchFamily="34" charset="0"/>
                          <a:ea typeface="+mj-ea"/>
                          <a:cs typeface="Arial" panose="020B0604020202020204" pitchFamily="34" charset="0"/>
                          <a:sym typeface="Helvetica Neue Light"/>
                        </a:rPr>
                        <a:t>1.  Measurement method ：</a:t>
                      </a:r>
                      <a:r>
                        <a:rPr lang="en-US" altLang="zh-CN" sz="2600" b="0" i="0" u="none" strike="noStrike" cap="none" spc="0" baseline="0" dirty="0">
                          <a:ln>
                            <a:noFill/>
                          </a:ln>
                          <a:solidFill>
                            <a:schemeClr val="tx1"/>
                          </a:solidFill>
                          <a:uFillTx/>
                          <a:latin typeface="Arial" panose="020B0604020202020204" pitchFamily="34" charset="0"/>
                          <a:ea typeface="+mj-ea"/>
                          <a:cs typeface="Arial" panose="020B0604020202020204" pitchFamily="34" charset="0"/>
                          <a:sym typeface="Helvetica Neue Medium"/>
                        </a:rPr>
                        <a:t>Keyence</a:t>
                      </a:r>
                    </a:p>
                    <a:p>
                      <a:pPr algn="l" defTabSz="409575">
                        <a:defRPr sz="2600">
                          <a:sym typeface="Helvetica Neue Medium" panose="02000503000000020004"/>
                        </a:defRPr>
                      </a:pPr>
                      <a:r>
                        <a:rPr lang="en-US" dirty="0">
                          <a:latin typeface="Arial" panose="020B0604020202020204" pitchFamily="34" charset="0"/>
                          <a:ea typeface="+mj-ea"/>
                          <a:cs typeface="Arial" panose="020B0604020202020204" pitchFamily="34" charset="0"/>
                        </a:rPr>
                        <a:t>2.  Fixture ：/</a:t>
                      </a:r>
                    </a:p>
                    <a:p>
                      <a:pPr algn="l" defTabSz="409575">
                        <a:defRPr sz="2600">
                          <a:sym typeface="Helvetica Neue Medium" panose="02000503000000020004"/>
                        </a:defRPr>
                      </a:pPr>
                      <a:r>
                        <a:rPr lang="en-US" dirty="0">
                          <a:latin typeface="Arial" panose="020B0604020202020204" pitchFamily="34" charset="0"/>
                          <a:ea typeface="+mj-ea"/>
                          <a:cs typeface="Arial" panose="020B0604020202020204" pitchFamily="34" charset="0"/>
                        </a:rPr>
                        <a:t>3.  Measurement status ：Free</a:t>
                      </a:r>
                    </a:p>
                    <a:p>
                      <a:pPr algn="l" defTabSz="409575">
                        <a:defRPr sz="2600">
                          <a:sym typeface="Helvetica Neue Medium" panose="02000503000000020004"/>
                        </a:defRPr>
                      </a:pPr>
                      <a:r>
                        <a:rPr lang="en-US" dirty="0">
                          <a:latin typeface="Arial" panose="020B0604020202020204" pitchFamily="34" charset="0"/>
                          <a:ea typeface="+mj-ea"/>
                          <a:cs typeface="Arial" panose="020B0604020202020204" pitchFamily="34" charset="0"/>
                        </a:rPr>
                        <a:t>4.  Measurement procedure</a:t>
                      </a:r>
                      <a:r>
                        <a:rPr lang="zh-CN" altLang="en-US" dirty="0">
                          <a:latin typeface="Arial" panose="020B0604020202020204" pitchFamily="34" charset="0"/>
                          <a:ea typeface="+mj-ea"/>
                          <a:cs typeface="Arial" panose="020B0604020202020204" pitchFamily="34" charset="0"/>
                        </a:rPr>
                        <a:t>：</a:t>
                      </a:r>
                      <a:endParaRPr lang="en-US" sz="2400" dirty="0">
                        <a:latin typeface="Arial" panose="020B0604020202020204" pitchFamily="34" charset="0"/>
                        <a:cs typeface="Arial" panose="020B0604020202020204" pitchFamily="34" charset="0"/>
                      </a:endParaRPr>
                    </a:p>
                    <a:p>
                      <a:pPr marL="444500" marR="0" indent="-444500" algn="l" defTabSz="409575" latinLnBrk="0">
                        <a:lnSpc>
                          <a:spcPct val="100000"/>
                        </a:lnSpc>
                        <a:spcBef>
                          <a:spcPts val="0"/>
                        </a:spcBef>
                        <a:spcAft>
                          <a:spcPts val="0"/>
                        </a:spcAft>
                        <a:buClrTx/>
                        <a:buSzPct val="100000"/>
                        <a:buFontTx/>
                        <a:buAutoNum type="alphaLcPeriod"/>
                        <a:tabLst/>
                        <a:defRPr sz="2400">
                          <a:latin typeface="Helvetica Neue Light"/>
                          <a:ea typeface="Helvetica Neue Light"/>
                          <a:cs typeface="Helvetica Neue Light"/>
                        </a:defRPr>
                      </a:pPr>
                      <a:r>
                        <a:rPr lang="zh-CN" altLang="en-US" sz="2400" b="0" i="0" u="none" strike="noStrike" cap="none" spc="0" baseline="0" dirty="0">
                          <a:ln>
                            <a:noFill/>
                          </a:ln>
                          <a:solidFill>
                            <a:schemeClr val="tx1"/>
                          </a:solidFill>
                          <a:uFillTx/>
                          <a:latin typeface="Arial" panose="020B0604020202020204" pitchFamily="34" charset="0"/>
                          <a:ea typeface="Microsoft YaHei" charset="-122"/>
                          <a:cs typeface="Arial" panose="020B0604020202020204" pitchFamily="34" charset="0"/>
                          <a:sym typeface="Helvetica" panose="020B0604020202030204"/>
                        </a:rPr>
                        <a:t>将磁钢平面朝下摆放</a:t>
                      </a:r>
                      <a:r>
                        <a:rPr lang="en-US" altLang="zh-CN" sz="2400" b="0" i="0" u="none" strike="noStrike" cap="none" spc="0" baseline="0" dirty="0">
                          <a:ln>
                            <a:noFill/>
                          </a:ln>
                          <a:solidFill>
                            <a:schemeClr val="tx1"/>
                          </a:solidFill>
                          <a:uFillTx/>
                          <a:latin typeface="Arial" panose="020B0604020202020204" pitchFamily="34" charset="0"/>
                          <a:ea typeface="Microsoft YaHei" charset="-122"/>
                          <a:cs typeface="Arial" panose="020B0604020202020204" pitchFamily="34" charset="0"/>
                          <a:sym typeface="Helvetica Neue Thin" panose="02000503000000020004"/>
                        </a:rPr>
                        <a:t>;</a:t>
                      </a:r>
                      <a:endParaRPr lang="en-US" altLang="zh-CN" sz="2400" b="0" i="0" u="none" strike="noStrike" cap="none" spc="0" baseline="0" dirty="0">
                        <a:ln>
                          <a:noFill/>
                        </a:ln>
                        <a:solidFill>
                          <a:schemeClr val="tx1"/>
                        </a:solidFill>
                        <a:uFillTx/>
                        <a:latin typeface="Arial" panose="020B0604020202020204" pitchFamily="34" charset="0"/>
                        <a:ea typeface="Microsoft YaHei" charset="-122"/>
                        <a:cs typeface="Arial" panose="020B0604020202020204" pitchFamily="34" charset="0"/>
                        <a:sym typeface="Helvetica Neue Light"/>
                      </a:endParaRPr>
                    </a:p>
                    <a:p>
                      <a:pPr marL="444500" marR="0" indent="-444500" algn="l" defTabSz="409575" latinLnBrk="0">
                        <a:lnSpc>
                          <a:spcPct val="100000"/>
                        </a:lnSpc>
                        <a:spcBef>
                          <a:spcPts val="0"/>
                        </a:spcBef>
                        <a:spcAft>
                          <a:spcPts val="0"/>
                        </a:spcAft>
                        <a:buClrTx/>
                        <a:buSzPct val="100000"/>
                        <a:buFontTx/>
                        <a:buAutoNum type="alphaLcPeriod"/>
                        <a:tabLst/>
                        <a:defRPr sz="2400">
                          <a:latin typeface="Helvetica Neue Light"/>
                          <a:ea typeface="Helvetica Neue Light"/>
                          <a:cs typeface="Helvetica Neue Light"/>
                        </a:defRPr>
                      </a:pPr>
                      <a:r>
                        <a:rPr lang="zh-CN" altLang="en-US" sz="2400" b="0" i="0" u="none" strike="noStrike" cap="none" spc="0" baseline="0" dirty="0">
                          <a:ln>
                            <a:noFill/>
                          </a:ln>
                          <a:solidFill>
                            <a:schemeClr val="tx1"/>
                          </a:solidFill>
                          <a:uFillTx/>
                          <a:latin typeface="Arial" panose="020B0604020202020204" pitchFamily="34" charset="0"/>
                          <a:ea typeface="Microsoft YaHei" charset="-122"/>
                          <a:cs typeface="Arial" panose="020B0604020202020204" pitchFamily="34" charset="0"/>
                          <a:sym typeface="Helvetica" panose="020B0604020202030204"/>
                        </a:rPr>
                        <a:t>选择“线</a:t>
                      </a:r>
                      <a:r>
                        <a:rPr lang="en-US" altLang="zh-CN" sz="2400" b="0" i="0" u="none" strike="noStrike" cap="none" spc="0" baseline="0" dirty="0">
                          <a:ln>
                            <a:noFill/>
                          </a:ln>
                          <a:solidFill>
                            <a:schemeClr val="tx1"/>
                          </a:solidFill>
                          <a:uFillTx/>
                          <a:latin typeface="Arial" panose="020B0604020202020204" pitchFamily="34" charset="0"/>
                          <a:ea typeface="Microsoft YaHei" charset="-122"/>
                          <a:cs typeface="Arial" panose="020B0604020202020204" pitchFamily="34" charset="0"/>
                          <a:sym typeface="Helvetica" panose="020B0604020202030204"/>
                        </a:rPr>
                        <a:t>-</a:t>
                      </a:r>
                      <a:r>
                        <a:rPr lang="zh-CN" altLang="en-US" sz="2400" b="0" i="0" u="none" strike="noStrike" cap="none" spc="0" baseline="0" dirty="0">
                          <a:ln>
                            <a:noFill/>
                          </a:ln>
                          <a:solidFill>
                            <a:schemeClr val="tx1"/>
                          </a:solidFill>
                          <a:uFillTx/>
                          <a:latin typeface="Arial" panose="020B0604020202020204" pitchFamily="34" charset="0"/>
                          <a:ea typeface="Microsoft YaHei" charset="-122"/>
                          <a:cs typeface="Arial" panose="020B0604020202020204" pitchFamily="34" charset="0"/>
                          <a:sym typeface="Helvetica" panose="020B0604020202030204"/>
                        </a:rPr>
                        <a:t>线距离”功能，自动选取直线</a:t>
                      </a:r>
                      <a:r>
                        <a:rPr lang="en-US" altLang="zh-CN" sz="2400" b="0" i="0" u="none" strike="noStrike" cap="none" spc="0" baseline="0" dirty="0">
                          <a:ln>
                            <a:noFill/>
                          </a:ln>
                          <a:solidFill>
                            <a:schemeClr val="tx1"/>
                          </a:solidFill>
                          <a:uFillTx/>
                          <a:latin typeface="Arial" panose="020B0604020202020204" pitchFamily="34" charset="0"/>
                          <a:ea typeface="Microsoft YaHei" charset="-122"/>
                          <a:cs typeface="Arial" panose="020B0604020202020204" pitchFamily="34" charset="0"/>
                          <a:sym typeface="Helvetica" panose="020B0604020202030204"/>
                        </a:rPr>
                        <a:t>L3</a:t>
                      </a:r>
                      <a:r>
                        <a:rPr lang="zh-CN" altLang="en-US" sz="2400" b="0" i="0" u="none" strike="noStrike" cap="none" spc="0" baseline="0" dirty="0">
                          <a:ln>
                            <a:noFill/>
                          </a:ln>
                          <a:solidFill>
                            <a:schemeClr val="tx1"/>
                          </a:solidFill>
                          <a:uFillTx/>
                          <a:latin typeface="Arial" panose="020B0604020202020204" pitchFamily="34" charset="0"/>
                          <a:ea typeface="Microsoft YaHei" charset="-122"/>
                          <a:cs typeface="Arial" panose="020B0604020202020204" pitchFamily="34" charset="0"/>
                          <a:sym typeface="Helvetica" panose="020B0604020202030204"/>
                        </a:rPr>
                        <a:t>和</a:t>
                      </a:r>
                      <a:r>
                        <a:rPr lang="en-US" altLang="zh-CN" sz="2400" b="0" i="0" u="none" strike="noStrike" cap="none" spc="0" baseline="0" dirty="0">
                          <a:ln>
                            <a:noFill/>
                          </a:ln>
                          <a:solidFill>
                            <a:schemeClr val="tx1"/>
                          </a:solidFill>
                          <a:uFillTx/>
                          <a:latin typeface="Arial" panose="020B0604020202020204" pitchFamily="34" charset="0"/>
                          <a:ea typeface="Microsoft YaHei" charset="-122"/>
                          <a:cs typeface="Arial" panose="020B0604020202020204" pitchFamily="34" charset="0"/>
                          <a:sym typeface="Helvetica" panose="020B0604020202030204"/>
                        </a:rPr>
                        <a:t>L4</a:t>
                      </a:r>
                      <a:r>
                        <a:rPr lang="zh-CN" altLang="en-US" sz="2400" b="0" i="0" u="none" strike="noStrike" cap="none" spc="0" baseline="0" dirty="0">
                          <a:ln>
                            <a:noFill/>
                          </a:ln>
                          <a:solidFill>
                            <a:schemeClr val="tx1"/>
                          </a:solidFill>
                          <a:uFillTx/>
                          <a:latin typeface="Arial" panose="020B0604020202020204" pitchFamily="34" charset="0"/>
                          <a:ea typeface="Microsoft YaHei" charset="-122"/>
                          <a:cs typeface="Arial" panose="020B0604020202020204" pitchFamily="34" charset="0"/>
                          <a:sym typeface="Helvetica Neue Light"/>
                        </a:rPr>
                        <a:t>；</a:t>
                      </a:r>
                      <a:r>
                        <a:rPr lang="en-US" altLang="zh-CN" sz="2400" b="0" i="0" u="none" strike="noStrike" cap="none" spc="0" baseline="0" dirty="0">
                          <a:ln>
                            <a:noFill/>
                          </a:ln>
                          <a:solidFill>
                            <a:schemeClr val="tx1"/>
                          </a:solidFill>
                          <a:uFillTx/>
                          <a:latin typeface="Arial" panose="020B0604020202020204" pitchFamily="34" charset="0"/>
                          <a:ea typeface="Microsoft YaHei" charset="-122"/>
                          <a:cs typeface="Arial" panose="020B0604020202020204" pitchFamily="34" charset="0"/>
                          <a:sym typeface="Helvetica Neue Light"/>
                        </a:rPr>
                        <a:t> (</a:t>
                      </a:r>
                      <a:r>
                        <a:rPr lang="zh-CN" altLang="en-US" sz="2400" b="0" i="0" u="none" strike="noStrike" cap="none" spc="0" baseline="0" dirty="0">
                          <a:ln>
                            <a:noFill/>
                          </a:ln>
                          <a:solidFill>
                            <a:schemeClr val="tx1"/>
                          </a:solidFill>
                          <a:uFillTx/>
                          <a:latin typeface="Arial" panose="020B0604020202020204" pitchFamily="34" charset="0"/>
                          <a:ea typeface="Microsoft YaHei" charset="-122"/>
                          <a:cs typeface="Arial" panose="020B0604020202020204" pitchFamily="34" charset="0"/>
                          <a:sym typeface="Helvetica Neue Light"/>
                        </a:rPr>
                        <a:t>边缘避开</a:t>
                      </a:r>
                      <a:r>
                        <a:rPr lang="en-US" altLang="zh-CN" sz="2400" b="0" i="0" u="none" strike="noStrike" cap="none" spc="0" baseline="0" dirty="0">
                          <a:ln>
                            <a:noFill/>
                          </a:ln>
                          <a:solidFill>
                            <a:schemeClr val="tx1"/>
                          </a:solidFill>
                          <a:uFillTx/>
                          <a:latin typeface="Arial" panose="020B0604020202020204" pitchFamily="34" charset="0"/>
                          <a:ea typeface="Microsoft YaHei" charset="-122"/>
                          <a:cs typeface="Arial" panose="020B0604020202020204" pitchFamily="34" charset="0"/>
                          <a:sym typeface="Helvetica Neue Light"/>
                        </a:rPr>
                        <a:t>0.5</a:t>
                      </a:r>
                      <a:r>
                        <a:rPr lang="zh-CN" altLang="en-US" sz="2400" b="0" i="0" u="none" strike="noStrike" cap="none" spc="0" baseline="0" dirty="0">
                          <a:ln>
                            <a:noFill/>
                          </a:ln>
                          <a:solidFill>
                            <a:schemeClr val="tx1"/>
                          </a:solidFill>
                          <a:uFillTx/>
                          <a:latin typeface="Arial" panose="020B0604020202020204" pitchFamily="34" charset="0"/>
                          <a:ea typeface="Microsoft YaHei" charset="-122"/>
                          <a:cs typeface="Arial" panose="020B0604020202020204" pitchFamily="34" charset="0"/>
                          <a:sym typeface="Helvetica Neue Light"/>
                        </a:rPr>
                        <a:t>*</a:t>
                      </a:r>
                      <a:r>
                        <a:rPr lang="en-US" altLang="zh-CN" sz="2400" b="0" i="0" u="none" strike="noStrike" cap="none" spc="0" baseline="0" dirty="0">
                          <a:ln>
                            <a:noFill/>
                          </a:ln>
                          <a:solidFill>
                            <a:schemeClr val="tx1"/>
                          </a:solidFill>
                          <a:uFillTx/>
                          <a:latin typeface="Arial" panose="020B0604020202020204" pitchFamily="34" charset="0"/>
                          <a:ea typeface="Microsoft YaHei" charset="-122"/>
                          <a:cs typeface="Arial" panose="020B0604020202020204" pitchFamily="34" charset="0"/>
                          <a:sym typeface="Helvetica Neue Light"/>
                        </a:rPr>
                        <a:t>0.5mm);</a:t>
                      </a:r>
                    </a:p>
                    <a:p>
                      <a:pPr marL="457200" marR="0" indent="-457200" algn="l" defTabSz="409575" latinLnBrk="0">
                        <a:lnSpc>
                          <a:spcPct val="100000"/>
                        </a:lnSpc>
                        <a:spcBef>
                          <a:spcPts val="0"/>
                        </a:spcBef>
                        <a:spcAft>
                          <a:spcPts val="0"/>
                        </a:spcAft>
                        <a:buClrTx/>
                        <a:buSzPct val="100000"/>
                        <a:buFontTx/>
                        <a:buAutoNum type="alphaLcPeriod" startAt="3"/>
                        <a:tabLst/>
                        <a:defRPr sz="2400">
                          <a:latin typeface="Helvetica Neue Light"/>
                          <a:ea typeface="Helvetica Neue Light"/>
                          <a:cs typeface="Helvetica Neue Light"/>
                        </a:defRPr>
                      </a:pPr>
                      <a:r>
                        <a:rPr lang="zh-CN" altLang="en-US" sz="2400" b="0" i="0" u="none" strike="noStrike" cap="none" spc="0" baseline="0" dirty="0">
                          <a:ln>
                            <a:noFill/>
                          </a:ln>
                          <a:solidFill>
                            <a:schemeClr val="tx1"/>
                          </a:solidFill>
                          <a:uFillTx/>
                          <a:latin typeface="Arial" panose="020B0604020202020204" pitchFamily="34" charset="0"/>
                          <a:ea typeface="Microsoft YaHei" charset="-122"/>
                          <a:cs typeface="Arial" panose="020B0604020202020204" pitchFamily="34" charset="0"/>
                          <a:sym typeface="Helvetica Neue Light"/>
                        </a:rPr>
                        <a:t>在</a:t>
                      </a:r>
                      <a:r>
                        <a:rPr lang="en-US" altLang="zh-CN" sz="2400" b="0" i="0" u="none" strike="noStrike" cap="none" spc="0" baseline="0" dirty="0">
                          <a:ln>
                            <a:noFill/>
                          </a:ln>
                          <a:solidFill>
                            <a:schemeClr val="tx1"/>
                          </a:solidFill>
                          <a:uFillTx/>
                          <a:latin typeface="Arial" panose="020B0604020202020204" pitchFamily="34" charset="0"/>
                          <a:ea typeface="Microsoft YaHei" charset="-122"/>
                          <a:cs typeface="Arial" panose="020B0604020202020204" pitchFamily="34" charset="0"/>
                          <a:sym typeface="Helvetica Neue Light"/>
                        </a:rPr>
                        <a:t>L3</a:t>
                      </a:r>
                      <a:r>
                        <a:rPr lang="zh-CN" altLang="en-US" sz="2400" b="0" i="0" u="none" strike="noStrike" cap="none" spc="0" baseline="0" dirty="0">
                          <a:ln>
                            <a:noFill/>
                          </a:ln>
                          <a:solidFill>
                            <a:schemeClr val="tx1"/>
                          </a:solidFill>
                          <a:uFillTx/>
                          <a:latin typeface="Arial" panose="020B0604020202020204" pitchFamily="34" charset="0"/>
                          <a:ea typeface="Microsoft YaHei" charset="-122"/>
                          <a:cs typeface="Arial" panose="020B0604020202020204" pitchFamily="34" charset="0"/>
                          <a:sym typeface="Helvetica Neue Light"/>
                        </a:rPr>
                        <a:t>和</a:t>
                      </a:r>
                      <a:r>
                        <a:rPr lang="en-US" altLang="zh-CN" sz="2400" b="0" i="0" u="none" strike="noStrike" cap="none" spc="0" baseline="0" dirty="0">
                          <a:ln>
                            <a:noFill/>
                          </a:ln>
                          <a:solidFill>
                            <a:schemeClr val="tx1"/>
                          </a:solidFill>
                          <a:uFillTx/>
                          <a:latin typeface="Arial" panose="020B0604020202020204" pitchFamily="34" charset="0"/>
                          <a:ea typeface="Microsoft YaHei" charset="-122"/>
                          <a:cs typeface="Arial" panose="020B0604020202020204" pitchFamily="34" charset="0"/>
                          <a:sym typeface="Helvetica Neue Light"/>
                        </a:rPr>
                        <a:t>L4</a:t>
                      </a:r>
                      <a:r>
                        <a:rPr lang="zh-CN" altLang="en-US" sz="2400" b="0" i="0" u="none" strike="noStrike" cap="none" spc="0" baseline="0" dirty="0">
                          <a:ln>
                            <a:noFill/>
                          </a:ln>
                          <a:solidFill>
                            <a:schemeClr val="tx1"/>
                          </a:solidFill>
                          <a:uFillTx/>
                          <a:latin typeface="Arial" panose="020B0604020202020204" pitchFamily="34" charset="0"/>
                          <a:ea typeface="Microsoft YaHei" charset="-122"/>
                          <a:cs typeface="Arial" panose="020B0604020202020204" pitchFamily="34" charset="0"/>
                          <a:sym typeface="Helvetica Neue Light"/>
                        </a:rPr>
                        <a:t>两条线之间得到宽度为</a:t>
                      </a:r>
                      <a:r>
                        <a:rPr lang="en-US" altLang="zh-CN" sz="2400" b="0" i="0" u="none" strike="noStrike" cap="none" spc="0" baseline="0" dirty="0">
                          <a:ln>
                            <a:noFill/>
                          </a:ln>
                          <a:solidFill>
                            <a:schemeClr val="tx1"/>
                          </a:solidFill>
                          <a:uFillTx/>
                          <a:latin typeface="Arial" panose="020B0604020202020204" pitchFamily="34" charset="0"/>
                          <a:ea typeface="Microsoft YaHei" charset="-122"/>
                          <a:cs typeface="Arial" panose="020B0604020202020204" pitchFamily="34" charset="0"/>
                          <a:sym typeface="Helvetica Neue Light"/>
                        </a:rPr>
                        <a:t>FAI2.</a:t>
                      </a:r>
                    </a:p>
                    <a:p>
                      <a:pPr marL="0" marR="0" indent="0" algn="l" defTabSz="821530" eaLnBrk="1" fontAlgn="auto" latinLnBrk="0" hangingPunct="1">
                        <a:lnSpc>
                          <a:spcPct val="100000"/>
                        </a:lnSpc>
                        <a:spcBef>
                          <a:spcPts val="0"/>
                        </a:spcBef>
                        <a:spcAft>
                          <a:spcPts val="0"/>
                        </a:spcAft>
                        <a:buClrTx/>
                        <a:buSzTx/>
                        <a:buFontTx/>
                        <a:buNone/>
                        <a:tabLst/>
                        <a:defRPr/>
                      </a:pPr>
                      <a:r>
                        <a:rPr lang="en-US" altLang="zh-CN" sz="2400" b="0" i="0" u="none" strike="noStrike" cap="none" spc="0" baseline="0" dirty="0">
                          <a:ln>
                            <a:noFill/>
                          </a:ln>
                          <a:solidFill>
                            <a:schemeClr val="tx1"/>
                          </a:solidFill>
                          <a:effectLst/>
                          <a:uFillTx/>
                          <a:latin typeface="Arial" panose="020B0604020202020204" pitchFamily="34" charset="0"/>
                          <a:ea typeface="+mn-ea"/>
                          <a:cs typeface="Arial" panose="020B0604020202020204" pitchFamily="34" charset="0"/>
                          <a:sym typeface="Helvetica Neue Light"/>
                        </a:rPr>
                        <a:t>a. Place the magnet with flat surface downwards;</a:t>
                      </a:r>
                    </a:p>
                    <a:p>
                      <a:pPr marL="0" marR="0" indent="0" algn="l" defTabSz="821530" latinLnBrk="0">
                        <a:lnSpc>
                          <a:spcPct val="100000"/>
                        </a:lnSpc>
                        <a:spcBef>
                          <a:spcPts val="0"/>
                        </a:spcBef>
                        <a:spcAft>
                          <a:spcPts val="0"/>
                        </a:spcAft>
                        <a:buClrTx/>
                        <a:buSzTx/>
                        <a:buFontTx/>
                        <a:buNone/>
                        <a:tabLst/>
                      </a:pPr>
                      <a:r>
                        <a:rPr lang="en-US" altLang="zh-CN" sz="2400" b="0" i="0" u="none" strike="noStrike" cap="none" spc="0" baseline="0" dirty="0">
                          <a:ln>
                            <a:noFill/>
                          </a:ln>
                          <a:solidFill>
                            <a:schemeClr val="tx1"/>
                          </a:solidFill>
                          <a:effectLst/>
                          <a:uFillTx/>
                          <a:latin typeface="Arial" panose="020B0604020202020204" pitchFamily="34" charset="0"/>
                          <a:ea typeface="+mn-ea"/>
                          <a:cs typeface="Arial" panose="020B0604020202020204" pitchFamily="34" charset="0"/>
                          <a:sym typeface="Helvetica Neue Light"/>
                        </a:rPr>
                        <a:t>b. Select the function of “line-line” , select two lines L3 and L4 automatically; (Edge avoid 0.5*0.5mm); </a:t>
                      </a:r>
                    </a:p>
                    <a:p>
                      <a:pPr algn="l"/>
                      <a:r>
                        <a:rPr lang="en-US" altLang="zh-CN" sz="2400" b="0" i="0" u="none" strike="noStrike" cap="none" spc="0" baseline="0" dirty="0">
                          <a:ln>
                            <a:noFill/>
                          </a:ln>
                          <a:solidFill>
                            <a:schemeClr val="tx1"/>
                          </a:solidFill>
                          <a:effectLst/>
                          <a:uFillTx/>
                          <a:latin typeface="Arial" panose="020B0604020202020204" pitchFamily="34" charset="0"/>
                          <a:ea typeface="+mn-ea"/>
                          <a:cs typeface="Arial" panose="020B0604020202020204" pitchFamily="34" charset="0"/>
                          <a:sym typeface="Helvetica Neue Light"/>
                        </a:rPr>
                        <a:t>c. The width between L3 and L4 is FAI2.</a:t>
                      </a:r>
                    </a:p>
                    <a:p>
                      <a:pPr algn="l" defTabSz="409575">
                        <a:defRPr sz="2600">
                          <a:sym typeface="Helvetica Neue Medium" panose="02000503000000020004"/>
                        </a:defRPr>
                      </a:pPr>
                      <a:endParaRPr lang="en-US" dirty="0">
                        <a:latin typeface="Arial" panose="020B0604020202020204" pitchFamily="34" charset="0"/>
                        <a:ea typeface="Helvetica"/>
                        <a:cs typeface="Arial" panose="020B0604020202020204" pitchFamily="34" charset="0"/>
                        <a:sym typeface="Helvetica"/>
                      </a:endParaRPr>
                    </a:p>
                  </a:txBody>
                  <a:tcPr marL="12700" marR="12700" marT="12700" marB="12700" horzOverflow="overflow">
                    <a:lnL w="6350">
                      <a:solidFill>
                        <a:srgbClr val="000000"/>
                      </a:solidFill>
                    </a:lnL>
                    <a:lnR w="6350">
                      <a:solidFill>
                        <a:srgbClr val="000000"/>
                      </a:solidFill>
                    </a:lnR>
                    <a:lnT w="6350">
                      <a:solidFill>
                        <a:srgbClr val="000000"/>
                      </a:solidFill>
                    </a:lnT>
                    <a:lnB w="6350">
                      <a:solidFill>
                        <a:srgbClr val="000000"/>
                      </a:solidFill>
                    </a:lnB>
                  </a:tcPr>
                </a:tc>
                <a:tc>
                  <a:txBody>
                    <a:bodyPr/>
                    <a:lstStyle/>
                    <a:p>
                      <a:pPr marL="0" marR="0" indent="0" algn="l" defTabSz="409575" latinLnBrk="0">
                        <a:lnSpc>
                          <a:spcPct val="100000"/>
                        </a:lnSpc>
                        <a:spcBef>
                          <a:spcPts val="0"/>
                        </a:spcBef>
                        <a:spcAft>
                          <a:spcPts val="0"/>
                        </a:spcAft>
                        <a:buClrTx/>
                        <a:buSzTx/>
                        <a:buFontTx/>
                        <a:buNone/>
                        <a:tabLst/>
                        <a:defRPr sz="2600">
                          <a:sym typeface="Helvetica Neue Medium" panose="02000503000000020004"/>
                        </a:defRPr>
                      </a:pPr>
                      <a:r>
                        <a:rPr lang="en-US" dirty="0">
                          <a:latin typeface="Arial" panose="020B0604020202020204" pitchFamily="34" charset="0"/>
                          <a:ea typeface="+mj-ea"/>
                          <a:cs typeface="Arial" panose="020B0604020202020204" pitchFamily="34" charset="0"/>
                        </a:rPr>
                        <a:t>1.</a:t>
                      </a:r>
                      <a:r>
                        <a:rPr lang="en-US" baseline="0" dirty="0">
                          <a:latin typeface="Arial" panose="020B0604020202020204" pitchFamily="34" charset="0"/>
                          <a:ea typeface="+mj-ea"/>
                          <a:cs typeface="Arial" panose="020B0604020202020204" pitchFamily="34" charset="0"/>
                        </a:rPr>
                        <a:t> </a:t>
                      </a:r>
                      <a:r>
                        <a:rPr lang="en-US" dirty="0">
                          <a:latin typeface="Arial" panose="020B0604020202020204" pitchFamily="34" charset="0"/>
                          <a:ea typeface="+mj-ea"/>
                          <a:cs typeface="Arial" panose="020B0604020202020204" pitchFamily="34" charset="0"/>
                        </a:rPr>
                        <a:t> Measurement method ：</a:t>
                      </a:r>
                      <a:r>
                        <a:rPr lang="en-US" altLang="zh-CN" sz="2600" b="0" i="0" u="none" strike="noStrike" cap="none" spc="0" baseline="0" dirty="0">
                          <a:ln>
                            <a:noFill/>
                          </a:ln>
                          <a:solidFill>
                            <a:schemeClr val="tx1"/>
                          </a:solidFill>
                          <a:uFillTx/>
                          <a:latin typeface="Arial" panose="020B0604020202020204" pitchFamily="34" charset="0"/>
                          <a:ea typeface="+mn-ea"/>
                          <a:cs typeface="Arial" panose="020B0604020202020204" pitchFamily="34" charset="0"/>
                          <a:sym typeface="Helvetica Neue Medium"/>
                        </a:rPr>
                        <a:t>Keyence</a:t>
                      </a:r>
                    </a:p>
                    <a:p>
                      <a:pPr algn="l" defTabSz="409575">
                        <a:defRPr sz="2600">
                          <a:sym typeface="Helvetica Neue Medium" panose="02000503000000020004"/>
                        </a:defRPr>
                      </a:pPr>
                      <a:r>
                        <a:rPr lang="en-US" dirty="0">
                          <a:latin typeface="Arial" panose="020B0604020202020204" pitchFamily="34" charset="0"/>
                          <a:ea typeface="+mj-ea"/>
                          <a:cs typeface="Arial" panose="020B0604020202020204" pitchFamily="34" charset="0"/>
                        </a:rPr>
                        <a:t>2.  Fixture ：/</a:t>
                      </a:r>
                    </a:p>
                    <a:p>
                      <a:pPr algn="l" defTabSz="409575">
                        <a:defRPr sz="2600">
                          <a:sym typeface="Helvetica Neue Medium" panose="02000503000000020004"/>
                        </a:defRPr>
                      </a:pPr>
                      <a:r>
                        <a:rPr lang="en-US" dirty="0">
                          <a:latin typeface="Arial" panose="020B0604020202020204" pitchFamily="34" charset="0"/>
                          <a:ea typeface="+mj-ea"/>
                          <a:cs typeface="Arial" panose="020B0604020202020204" pitchFamily="34" charset="0"/>
                        </a:rPr>
                        <a:t>3.  Measurement status ：</a:t>
                      </a:r>
                      <a:r>
                        <a:rPr lang="en-US" altLang="zh-CN" sz="2600" b="0" i="0" u="none" strike="noStrike" cap="none" spc="0" baseline="0" dirty="0">
                          <a:ln>
                            <a:noFill/>
                          </a:ln>
                          <a:solidFill>
                            <a:schemeClr val="tx1"/>
                          </a:solidFill>
                          <a:uFillTx/>
                          <a:latin typeface="Arial" panose="020B0604020202020204" pitchFamily="34" charset="0"/>
                          <a:ea typeface="+mn-ea"/>
                          <a:cs typeface="Arial" panose="020B0604020202020204" pitchFamily="34" charset="0"/>
                          <a:sym typeface="Helvetica Neue Medium" panose="02000503000000020004"/>
                        </a:rPr>
                        <a:t>Free</a:t>
                      </a:r>
                    </a:p>
                    <a:p>
                      <a:pPr algn="l" defTabSz="409575">
                        <a:defRPr sz="2600">
                          <a:sym typeface="Helvetica Neue Medium" panose="02000503000000020004"/>
                        </a:defRPr>
                      </a:pPr>
                      <a:r>
                        <a:rPr lang="en-US" dirty="0">
                          <a:latin typeface="Arial" panose="020B0604020202020204" pitchFamily="34" charset="0"/>
                          <a:ea typeface="+mj-ea"/>
                          <a:cs typeface="Arial" panose="020B0604020202020204" pitchFamily="34" charset="0"/>
                        </a:rPr>
                        <a:t>4.  Measurement procedure ：</a:t>
                      </a:r>
                      <a:r>
                        <a:rPr lang="en-US" altLang="zh-CN" sz="2600" b="0" i="0" u="none" strike="noStrike" cap="none" spc="0" baseline="0" dirty="0">
                          <a:ln>
                            <a:noFill/>
                          </a:ln>
                          <a:solidFill>
                            <a:schemeClr val="tx1"/>
                          </a:solidFill>
                          <a:uFillTx/>
                          <a:latin typeface="Arial" panose="020B0604020202020204" pitchFamily="34" charset="0"/>
                          <a:ea typeface="+mn-ea"/>
                          <a:cs typeface="Arial" panose="020B0604020202020204" pitchFamily="34" charset="0"/>
                          <a:sym typeface="Helvetica Neue Thin" panose="02000503000000020004"/>
                        </a:rPr>
                        <a:t>same as the CPK</a:t>
                      </a:r>
                      <a:endParaRPr lang="en-US" dirty="0">
                        <a:latin typeface="Arial" panose="020B0604020202020204" pitchFamily="34" charset="0"/>
                        <a:ea typeface="+mj-ea"/>
                        <a:cs typeface="Arial" panose="020B0604020202020204" pitchFamily="34" charset="0"/>
                      </a:endParaRPr>
                    </a:p>
                  </a:txBody>
                  <a:tcPr marL="12700" marR="12700" marT="12700" marB="12700" horzOverflow="overflow">
                    <a:lnL w="6350">
                      <a:solidFill>
                        <a:srgbClr val="000000"/>
                      </a:solidFill>
                    </a:lnL>
                    <a:lnR w="6350">
                      <a:solidFill>
                        <a:srgbClr val="000000"/>
                      </a:solidFill>
                    </a:lnR>
                    <a:lnT w="6350">
                      <a:solidFill>
                        <a:srgbClr val="000000"/>
                      </a:solidFill>
                    </a:lnT>
                    <a:lnB w="6350">
                      <a:solidFill>
                        <a:srgbClr val="000000"/>
                      </a:solidFill>
                    </a:lnB>
                  </a:tcPr>
                </a:tc>
                <a:extLst>
                  <a:ext uri="{0D108BD9-81ED-4DB2-BD59-A6C34878D82A}">
                    <a16:rowId xmlns:a16="http://schemas.microsoft.com/office/drawing/2014/main" val="10002"/>
                  </a:ext>
                </a:extLst>
              </a:tr>
            </a:tbl>
          </a:graphicData>
        </a:graphic>
      </p:graphicFrame>
      <p:sp>
        <p:nvSpPr>
          <p:cNvPr id="32" name="灯片编号占位符 3"/>
          <p:cNvSpPr>
            <a:spLocks noGrp="1"/>
          </p:cNvSpPr>
          <p:nvPr>
            <p:ph type="sldNum" sz="quarter" idx="2"/>
          </p:nvPr>
        </p:nvSpPr>
        <p:spPr>
          <a:xfrm>
            <a:off x="11645194" y="13174662"/>
            <a:ext cx="474487" cy="482821"/>
          </a:xfrm>
        </p:spPr>
        <p:txBody>
          <a:bodyPr/>
          <a:lstStyle/>
          <a:p>
            <a:r>
              <a:rPr lang="en-US" altLang="zh-CN" dirty="0"/>
              <a:t>17</a:t>
            </a:r>
            <a:endParaRPr lang="zh-CN" altLang="en-US" dirty="0"/>
          </a:p>
        </p:txBody>
      </p:sp>
      <p:sp>
        <p:nvSpPr>
          <p:cNvPr id="33" name="MTD | X1335 Metrology Details-Magnet 160-02017-05 (Series)">
            <a:extLst>
              <a:ext uri="{FF2B5EF4-FFF2-40B4-BE49-F238E27FC236}">
                <a16:creationId xmlns:a16="http://schemas.microsoft.com/office/drawing/2014/main" id="{97E9F8AC-CB39-1B4D-BC63-0DDCCB87880A}"/>
              </a:ext>
            </a:extLst>
          </p:cNvPr>
          <p:cNvSpPr txBox="1">
            <a:spLocks/>
          </p:cNvSpPr>
          <p:nvPr/>
        </p:nvSpPr>
        <p:spPr>
          <a:xfrm>
            <a:off x="851245" y="959195"/>
            <a:ext cx="14439555" cy="84420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noAutofit/>
          </a:bodyPr>
          <a:lstStyle>
            <a:lvl1pPr marL="0" marR="0" indent="0" algn="ctr" defTabSz="821530" rtl="0" latinLnBrk="0">
              <a:lnSpc>
                <a:spcPct val="100000"/>
              </a:lnSpc>
              <a:spcBef>
                <a:spcPts val="0"/>
              </a:spcBef>
              <a:spcAft>
                <a:spcPts val="0"/>
              </a:spcAft>
              <a:buClrTx/>
              <a:buSzTx/>
              <a:buFontTx/>
              <a:buNone/>
              <a:tabLst/>
              <a:defRPr sz="11200" b="0" i="0" u="none" strike="noStrike" cap="none" spc="0" baseline="0">
                <a:ln>
                  <a:noFill/>
                </a:ln>
                <a:solidFill>
                  <a:srgbClr val="000000"/>
                </a:solidFill>
                <a:uFillTx/>
                <a:latin typeface="+mj-lt"/>
                <a:ea typeface="+mj-ea"/>
                <a:cs typeface="+mj-cs"/>
                <a:sym typeface="Helvetica Neue Medium"/>
              </a:defRPr>
            </a:lvl1pPr>
            <a:lvl2pPr marL="0" marR="0" indent="0" algn="ctr" defTabSz="821530" rtl="0" latinLnBrk="0">
              <a:lnSpc>
                <a:spcPct val="100000"/>
              </a:lnSpc>
              <a:spcBef>
                <a:spcPts val="0"/>
              </a:spcBef>
              <a:spcAft>
                <a:spcPts val="0"/>
              </a:spcAft>
              <a:buClrTx/>
              <a:buSzTx/>
              <a:buFontTx/>
              <a:buNone/>
              <a:tabLst/>
              <a:defRPr sz="11200" b="0" i="0" u="none" strike="noStrike" cap="none" spc="0" baseline="0">
                <a:ln>
                  <a:noFill/>
                </a:ln>
                <a:solidFill>
                  <a:srgbClr val="000000"/>
                </a:solidFill>
                <a:uFillTx/>
                <a:latin typeface="+mj-lt"/>
                <a:ea typeface="+mj-ea"/>
                <a:cs typeface="+mj-cs"/>
                <a:sym typeface="Helvetica Neue Medium"/>
              </a:defRPr>
            </a:lvl2pPr>
            <a:lvl3pPr marL="0" marR="0" indent="0" algn="ctr" defTabSz="821530" rtl="0" latinLnBrk="0">
              <a:lnSpc>
                <a:spcPct val="100000"/>
              </a:lnSpc>
              <a:spcBef>
                <a:spcPts val="0"/>
              </a:spcBef>
              <a:spcAft>
                <a:spcPts val="0"/>
              </a:spcAft>
              <a:buClrTx/>
              <a:buSzTx/>
              <a:buFontTx/>
              <a:buNone/>
              <a:tabLst/>
              <a:defRPr sz="11200" b="0" i="0" u="none" strike="noStrike" cap="none" spc="0" baseline="0">
                <a:ln>
                  <a:noFill/>
                </a:ln>
                <a:solidFill>
                  <a:srgbClr val="000000"/>
                </a:solidFill>
                <a:uFillTx/>
                <a:latin typeface="+mj-lt"/>
                <a:ea typeface="+mj-ea"/>
                <a:cs typeface="+mj-cs"/>
                <a:sym typeface="Helvetica Neue Medium"/>
              </a:defRPr>
            </a:lvl3pPr>
            <a:lvl4pPr marL="0" marR="0" indent="0" algn="ctr" defTabSz="821530" rtl="0" latinLnBrk="0">
              <a:lnSpc>
                <a:spcPct val="100000"/>
              </a:lnSpc>
              <a:spcBef>
                <a:spcPts val="0"/>
              </a:spcBef>
              <a:spcAft>
                <a:spcPts val="0"/>
              </a:spcAft>
              <a:buClrTx/>
              <a:buSzTx/>
              <a:buFontTx/>
              <a:buNone/>
              <a:tabLst/>
              <a:defRPr sz="11200" b="0" i="0" u="none" strike="noStrike" cap="none" spc="0" baseline="0">
                <a:ln>
                  <a:noFill/>
                </a:ln>
                <a:solidFill>
                  <a:srgbClr val="000000"/>
                </a:solidFill>
                <a:uFillTx/>
                <a:latin typeface="+mj-lt"/>
                <a:ea typeface="+mj-ea"/>
                <a:cs typeface="+mj-cs"/>
                <a:sym typeface="Helvetica Neue Medium"/>
              </a:defRPr>
            </a:lvl4pPr>
            <a:lvl5pPr marL="0" marR="0" indent="0" algn="ctr" defTabSz="821530" rtl="0" latinLnBrk="0">
              <a:lnSpc>
                <a:spcPct val="100000"/>
              </a:lnSpc>
              <a:spcBef>
                <a:spcPts val="0"/>
              </a:spcBef>
              <a:spcAft>
                <a:spcPts val="0"/>
              </a:spcAft>
              <a:buClrTx/>
              <a:buSzTx/>
              <a:buFontTx/>
              <a:buNone/>
              <a:tabLst/>
              <a:defRPr sz="11200" b="0" i="0" u="none" strike="noStrike" cap="none" spc="0" baseline="0">
                <a:ln>
                  <a:noFill/>
                </a:ln>
                <a:solidFill>
                  <a:srgbClr val="000000"/>
                </a:solidFill>
                <a:uFillTx/>
                <a:latin typeface="+mj-lt"/>
                <a:ea typeface="+mj-ea"/>
                <a:cs typeface="+mj-cs"/>
                <a:sym typeface="Helvetica Neue Medium"/>
              </a:defRPr>
            </a:lvl5pPr>
            <a:lvl6pPr marL="0" marR="0" indent="0" algn="ctr" defTabSz="821530" rtl="0" latinLnBrk="0">
              <a:lnSpc>
                <a:spcPct val="100000"/>
              </a:lnSpc>
              <a:spcBef>
                <a:spcPts val="0"/>
              </a:spcBef>
              <a:spcAft>
                <a:spcPts val="0"/>
              </a:spcAft>
              <a:buClrTx/>
              <a:buSzTx/>
              <a:buFontTx/>
              <a:buNone/>
              <a:tabLst/>
              <a:defRPr sz="11200" b="0" i="0" u="none" strike="noStrike" cap="none" spc="0" baseline="0">
                <a:ln>
                  <a:noFill/>
                </a:ln>
                <a:solidFill>
                  <a:srgbClr val="000000"/>
                </a:solidFill>
                <a:uFillTx/>
                <a:latin typeface="+mj-lt"/>
                <a:ea typeface="+mj-ea"/>
                <a:cs typeface="+mj-cs"/>
                <a:sym typeface="Helvetica Neue Medium"/>
              </a:defRPr>
            </a:lvl6pPr>
            <a:lvl7pPr marL="0" marR="0" indent="0" algn="ctr" defTabSz="821530" rtl="0" latinLnBrk="0">
              <a:lnSpc>
                <a:spcPct val="100000"/>
              </a:lnSpc>
              <a:spcBef>
                <a:spcPts val="0"/>
              </a:spcBef>
              <a:spcAft>
                <a:spcPts val="0"/>
              </a:spcAft>
              <a:buClrTx/>
              <a:buSzTx/>
              <a:buFontTx/>
              <a:buNone/>
              <a:tabLst/>
              <a:defRPr sz="11200" b="0" i="0" u="none" strike="noStrike" cap="none" spc="0" baseline="0">
                <a:ln>
                  <a:noFill/>
                </a:ln>
                <a:solidFill>
                  <a:srgbClr val="000000"/>
                </a:solidFill>
                <a:uFillTx/>
                <a:latin typeface="+mj-lt"/>
                <a:ea typeface="+mj-ea"/>
                <a:cs typeface="+mj-cs"/>
                <a:sym typeface="Helvetica Neue Medium"/>
              </a:defRPr>
            </a:lvl7pPr>
            <a:lvl8pPr marL="0" marR="0" indent="0" algn="ctr" defTabSz="821530" rtl="0" latinLnBrk="0">
              <a:lnSpc>
                <a:spcPct val="100000"/>
              </a:lnSpc>
              <a:spcBef>
                <a:spcPts val="0"/>
              </a:spcBef>
              <a:spcAft>
                <a:spcPts val="0"/>
              </a:spcAft>
              <a:buClrTx/>
              <a:buSzTx/>
              <a:buFontTx/>
              <a:buNone/>
              <a:tabLst/>
              <a:defRPr sz="11200" b="0" i="0" u="none" strike="noStrike" cap="none" spc="0" baseline="0">
                <a:ln>
                  <a:noFill/>
                </a:ln>
                <a:solidFill>
                  <a:srgbClr val="000000"/>
                </a:solidFill>
                <a:uFillTx/>
                <a:latin typeface="+mj-lt"/>
                <a:ea typeface="+mj-ea"/>
                <a:cs typeface="+mj-cs"/>
                <a:sym typeface="Helvetica Neue Medium"/>
              </a:defRPr>
            </a:lvl8pPr>
            <a:lvl9pPr marL="0" marR="0" indent="0" algn="ctr" defTabSz="821530" rtl="0" latinLnBrk="0">
              <a:lnSpc>
                <a:spcPct val="100000"/>
              </a:lnSpc>
              <a:spcBef>
                <a:spcPts val="0"/>
              </a:spcBef>
              <a:spcAft>
                <a:spcPts val="0"/>
              </a:spcAft>
              <a:buClrTx/>
              <a:buSzTx/>
              <a:buFontTx/>
              <a:buNone/>
              <a:tabLst/>
              <a:defRPr sz="11200" b="0" i="0" u="none" strike="noStrike" cap="none" spc="0" baseline="0">
                <a:ln>
                  <a:noFill/>
                </a:ln>
                <a:solidFill>
                  <a:srgbClr val="000000"/>
                </a:solidFill>
                <a:uFillTx/>
                <a:latin typeface="+mj-lt"/>
                <a:ea typeface="+mj-ea"/>
                <a:cs typeface="+mj-cs"/>
                <a:sym typeface="Helvetica Neue Medium"/>
              </a:defRPr>
            </a:lvl9pPr>
          </a:lstStyle>
          <a:p>
            <a:pPr algn="l" defTabSz="212866" hangingPunct="1">
              <a:defRPr sz="4400">
                <a:solidFill>
                  <a:srgbClr val="024C90"/>
                </a:solidFill>
                <a:latin typeface="Helvetica Neue Light"/>
                <a:ea typeface="Helvetica Neue Light"/>
                <a:cs typeface="Helvetica Neue Light"/>
                <a:sym typeface="Helvetica Neue Light"/>
              </a:defRPr>
            </a:pPr>
            <a:r>
              <a:rPr lang="en" sz="4400" dirty="0">
                <a:solidFill>
                  <a:srgbClr val="024C90"/>
                </a:solidFill>
                <a:latin typeface="Arial" panose="020B0604020202020204" pitchFamily="34" charset="0"/>
                <a:ea typeface="Helvetica Neue Light"/>
                <a:cs typeface="Arial" panose="020B0604020202020204" pitchFamily="34" charset="0"/>
                <a:sym typeface="Helvetica Neue Light"/>
              </a:rPr>
              <a:t>MTD</a:t>
            </a:r>
            <a:r>
              <a:rPr lang="en" sz="4400" dirty="0">
                <a:latin typeface="Arial" panose="020B0604020202020204" pitchFamily="34" charset="0"/>
                <a:ea typeface="Helvetica Neue Light"/>
                <a:cs typeface="Arial" panose="020B0604020202020204" pitchFamily="34" charset="0"/>
                <a:sym typeface="Helvetica Neue Light"/>
              </a:rPr>
              <a:t> | </a:t>
            </a:r>
            <a:r>
              <a:rPr lang="en-US" sz="4400" dirty="0">
                <a:solidFill>
                  <a:schemeClr val="tx1"/>
                </a:solidFill>
                <a:latin typeface="Arial" panose="020B0604020202020204" pitchFamily="34" charset="0"/>
                <a:ea typeface="Helvetica Neue Light"/>
                <a:cs typeface="Arial" panose="020B0604020202020204" pitchFamily="34" charset="0"/>
                <a:sym typeface="Helvetica Neue Light"/>
              </a:rPr>
              <a:t>R240</a:t>
            </a:r>
            <a:r>
              <a:rPr lang="en" sz="4400" dirty="0">
                <a:latin typeface="Arial" panose="020B0604020202020204" pitchFamily="34" charset="0"/>
                <a:ea typeface="Helvetica Neue Light"/>
                <a:cs typeface="Arial" panose="020B0604020202020204" pitchFamily="34" charset="0"/>
                <a:sym typeface="Helvetica Neue Light"/>
              </a:rPr>
              <a:t> </a:t>
            </a:r>
            <a:r>
              <a:rPr lang="en" sz="4400" dirty="0">
                <a:solidFill>
                  <a:schemeClr val="tx1"/>
                </a:solidFill>
                <a:latin typeface="Arial" panose="020B0604020202020204" pitchFamily="34" charset="0"/>
                <a:ea typeface="Helvetica Neue Light"/>
                <a:cs typeface="Arial" panose="020B0604020202020204" pitchFamily="34" charset="0"/>
                <a:sym typeface="Helvetica Neue Light"/>
              </a:rPr>
              <a:t>Metrology Details-Magnet </a:t>
            </a:r>
            <a:r>
              <a:rPr lang="sv-SE" altLang="zh-CN" sz="4400" dirty="0">
                <a:solidFill>
                  <a:schemeClr val="tx1"/>
                </a:solidFill>
                <a:latin typeface="Arial" panose="020B0604020202020204" pitchFamily="34" charset="0"/>
                <a:ea typeface="Helvetica Neue Light"/>
                <a:cs typeface="Arial" panose="020B0604020202020204" pitchFamily="34" charset="0"/>
                <a:sym typeface="Helvetica Neue Light"/>
              </a:rPr>
              <a:t>099-53721-08</a:t>
            </a:r>
          </a:p>
        </p:txBody>
      </p:sp>
      <p:pic>
        <p:nvPicPr>
          <p:cNvPr id="47" name="图片 46"/>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a:off x="12598172" y="9576262"/>
            <a:ext cx="6569208" cy="3323985"/>
          </a:xfrm>
          <a:prstGeom prst="rect">
            <a:avLst/>
          </a:prstGeom>
        </p:spPr>
      </p:pic>
      <p:sp>
        <p:nvSpPr>
          <p:cNvPr id="48" name="矩形 47"/>
          <p:cNvSpPr/>
          <p:nvPr/>
        </p:nvSpPr>
        <p:spPr>
          <a:xfrm>
            <a:off x="10901691" y="11009356"/>
            <a:ext cx="3392961" cy="636710"/>
          </a:xfrm>
          <a:prstGeom prst="rect">
            <a:avLst/>
          </a:prstGeom>
          <a:solidFill>
            <a:schemeClr val="bg1"/>
          </a:solidFill>
          <a:ln w="25400" cap="flat">
            <a:solidFill>
              <a:srgbClr val="FF0000"/>
            </a:solid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71436" tIns="71436" rIns="71436" bIns="71436" numCol="1" spcCol="38100" rtlCol="0" anchor="ctr">
            <a:spAutoFit/>
          </a:bodyPr>
          <a:lstStyle/>
          <a:p>
            <a:pPr fontAlgn="ctr"/>
            <a:r>
              <a:rPr lang="en-US" altLang="zh-CN" dirty="0">
                <a:latin typeface="Arial" panose="020B0604020202020204" pitchFamily="34" charset="0"/>
                <a:ea typeface="Arial Unicode MS" panose="020B0604020202020204" pitchFamily="34" charset="-122"/>
                <a:cs typeface="Arial" panose="020B0604020202020204" pitchFamily="34" charset="0"/>
              </a:rPr>
              <a:t>FAI2/SPCB±0.05</a:t>
            </a:r>
          </a:p>
        </p:txBody>
      </p:sp>
      <p:grpSp>
        <p:nvGrpSpPr>
          <p:cNvPr id="3" name="组合 2"/>
          <p:cNvGrpSpPr/>
          <p:nvPr/>
        </p:nvGrpSpPr>
        <p:grpSpPr>
          <a:xfrm>
            <a:off x="3450603" y="8450650"/>
            <a:ext cx="5308553" cy="5017852"/>
            <a:chOff x="3450603" y="8450650"/>
            <a:chExt cx="5308553" cy="5017852"/>
          </a:xfrm>
        </p:grpSpPr>
        <p:pic>
          <p:nvPicPr>
            <p:cNvPr id="35" name="图片 34"/>
            <p:cNvPicPr>
              <a:picLocks noChangeAspect="1"/>
            </p:cNvPicPr>
            <p:nvPr/>
          </p:nvPicPr>
          <p:blipFill>
            <a:blip r:embed="rId4"/>
            <a:stretch>
              <a:fillRect/>
            </a:stretch>
          </p:blipFill>
          <p:spPr>
            <a:xfrm>
              <a:off x="3554832" y="9148428"/>
              <a:ext cx="5204324" cy="3721857"/>
            </a:xfrm>
            <a:prstGeom prst="rect">
              <a:avLst/>
            </a:prstGeom>
          </p:spPr>
        </p:pic>
        <p:sp>
          <p:nvSpPr>
            <p:cNvPr id="38" name="L1">
              <a:extLst>
                <a:ext uri="{FF2B5EF4-FFF2-40B4-BE49-F238E27FC236}">
                  <a16:creationId xmlns:a16="http://schemas.microsoft.com/office/drawing/2014/main" id="{16B8E210-42F5-2F42-BBDA-DEFED43D0865}"/>
                </a:ext>
              </a:extLst>
            </p:cNvPr>
            <p:cNvSpPr txBox="1"/>
            <p:nvPr/>
          </p:nvSpPr>
          <p:spPr>
            <a:xfrm>
              <a:off x="6054207" y="12842266"/>
              <a:ext cx="458460" cy="48731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lvl1pPr>
                <a:defRPr sz="2500"/>
              </a:lvl1pPr>
            </a:lstStyle>
            <a:p>
              <a:r>
                <a:rPr dirty="0">
                  <a:latin typeface="Arial" panose="020B0604020202020204" pitchFamily="34" charset="0"/>
                  <a:cs typeface="Arial" panose="020B0604020202020204" pitchFamily="34" charset="0"/>
                </a:rPr>
                <a:t>L</a:t>
              </a:r>
              <a:r>
                <a:rPr lang="en-US" dirty="0">
                  <a:latin typeface="Arial" panose="020B0604020202020204" pitchFamily="34" charset="0"/>
                  <a:cs typeface="Arial" panose="020B0604020202020204" pitchFamily="34" charset="0"/>
                </a:rPr>
                <a:t>4</a:t>
              </a:r>
              <a:endParaRPr dirty="0">
                <a:latin typeface="Arial" panose="020B0604020202020204" pitchFamily="34" charset="0"/>
                <a:cs typeface="Arial" panose="020B0604020202020204" pitchFamily="34" charset="0"/>
              </a:endParaRPr>
            </a:p>
          </p:txBody>
        </p:sp>
        <p:sp>
          <p:nvSpPr>
            <p:cNvPr id="39" name="L2">
              <a:extLst>
                <a:ext uri="{FF2B5EF4-FFF2-40B4-BE49-F238E27FC236}">
                  <a16:creationId xmlns:a16="http://schemas.microsoft.com/office/drawing/2014/main" id="{9265BBE7-7921-4F48-94CE-8A375090721E}"/>
                </a:ext>
              </a:extLst>
            </p:cNvPr>
            <p:cNvSpPr txBox="1"/>
            <p:nvPr/>
          </p:nvSpPr>
          <p:spPr>
            <a:xfrm>
              <a:off x="6043479" y="8716189"/>
              <a:ext cx="458460" cy="48731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lvl1pPr>
                <a:defRPr sz="2500"/>
              </a:lvl1pPr>
            </a:lstStyle>
            <a:p>
              <a:r>
                <a:rPr dirty="0">
                  <a:latin typeface="Arial" panose="020B0604020202020204" pitchFamily="34" charset="0"/>
                  <a:cs typeface="Arial" panose="020B0604020202020204" pitchFamily="34" charset="0"/>
                </a:rPr>
                <a:t>L</a:t>
              </a:r>
              <a:r>
                <a:rPr lang="en-US" dirty="0">
                  <a:latin typeface="Arial" panose="020B0604020202020204" pitchFamily="34" charset="0"/>
                  <a:cs typeface="Arial" panose="020B0604020202020204" pitchFamily="34" charset="0"/>
                </a:rPr>
                <a:t>3</a:t>
              </a:r>
              <a:endParaRPr dirty="0">
                <a:latin typeface="Arial" panose="020B0604020202020204" pitchFamily="34" charset="0"/>
                <a:cs typeface="Arial" panose="020B0604020202020204" pitchFamily="34" charset="0"/>
              </a:endParaRPr>
            </a:p>
          </p:txBody>
        </p:sp>
        <p:grpSp>
          <p:nvGrpSpPr>
            <p:cNvPr id="41" name="组合 40">
              <a:extLst>
                <a:ext uri="{FF2B5EF4-FFF2-40B4-BE49-F238E27FC236}">
                  <a16:creationId xmlns:a16="http://schemas.microsoft.com/office/drawing/2014/main" id="{6B0B4348-499C-6D47-A15B-BE3A96B87588}"/>
                </a:ext>
              </a:extLst>
            </p:cNvPr>
            <p:cNvGrpSpPr/>
            <p:nvPr/>
          </p:nvGrpSpPr>
          <p:grpSpPr>
            <a:xfrm>
              <a:off x="3595093" y="12697864"/>
              <a:ext cx="634866" cy="760619"/>
              <a:chOff x="2551624" y="9263785"/>
              <a:chExt cx="1075325" cy="972359"/>
            </a:xfrm>
          </p:grpSpPr>
          <p:sp>
            <p:nvSpPr>
              <p:cNvPr id="76" name="线条">
                <a:extLst>
                  <a:ext uri="{FF2B5EF4-FFF2-40B4-BE49-F238E27FC236}">
                    <a16:creationId xmlns:a16="http://schemas.microsoft.com/office/drawing/2014/main" id="{A9C4845D-BAAE-4B46-9BE0-8474EFAFD2F4}"/>
                  </a:ext>
                </a:extLst>
              </p:cNvPr>
              <p:cNvSpPr/>
              <p:nvPr/>
            </p:nvSpPr>
            <p:spPr>
              <a:xfrm flipV="1">
                <a:off x="2551624" y="9263785"/>
                <a:ext cx="1" cy="864000"/>
              </a:xfrm>
              <a:prstGeom prst="line">
                <a:avLst/>
              </a:prstGeom>
              <a:ln w="50800">
                <a:solidFill>
                  <a:schemeClr val="accent6">
                    <a:satOff val="-15798"/>
                    <a:lumOff val="-17517"/>
                  </a:schemeClr>
                </a:solidFill>
              </a:ln>
            </p:spPr>
            <p:txBody>
              <a:bodyPr lIns="0" tIns="0" rIns="0" bIns="0"/>
              <a:lstStyle/>
              <a:p>
                <a:endParaRPr>
                  <a:latin typeface="Arial" panose="020B0604020202020204" pitchFamily="34" charset="0"/>
                  <a:cs typeface="Arial" panose="020B0604020202020204" pitchFamily="34" charset="0"/>
                </a:endParaRPr>
              </a:p>
            </p:txBody>
          </p:sp>
          <p:sp>
            <p:nvSpPr>
              <p:cNvPr id="77" name="线条">
                <a:extLst>
                  <a:ext uri="{FF2B5EF4-FFF2-40B4-BE49-F238E27FC236}">
                    <a16:creationId xmlns:a16="http://schemas.microsoft.com/office/drawing/2014/main" id="{D6BA8778-CAF7-4349-8FF9-EEC8FB6EE8EE}"/>
                  </a:ext>
                </a:extLst>
              </p:cNvPr>
              <p:cNvSpPr/>
              <p:nvPr/>
            </p:nvSpPr>
            <p:spPr>
              <a:xfrm flipV="1">
                <a:off x="3120360" y="9442719"/>
                <a:ext cx="1" cy="432000"/>
              </a:xfrm>
              <a:prstGeom prst="line">
                <a:avLst/>
              </a:prstGeom>
              <a:ln w="50800">
                <a:solidFill>
                  <a:schemeClr val="accent6">
                    <a:satOff val="-15798"/>
                    <a:lumOff val="-17517"/>
                  </a:schemeClr>
                </a:solidFill>
              </a:ln>
            </p:spPr>
            <p:txBody>
              <a:bodyPr lIns="0" tIns="0" rIns="0" bIns="0"/>
              <a:lstStyle/>
              <a:p>
                <a:endParaRPr>
                  <a:latin typeface="Arial" panose="020B0604020202020204" pitchFamily="34" charset="0"/>
                  <a:cs typeface="Arial" panose="020B0604020202020204" pitchFamily="34" charset="0"/>
                </a:endParaRPr>
              </a:p>
            </p:txBody>
          </p:sp>
          <p:sp>
            <p:nvSpPr>
              <p:cNvPr id="78" name="线条">
                <a:extLst>
                  <a:ext uri="{FF2B5EF4-FFF2-40B4-BE49-F238E27FC236}">
                    <a16:creationId xmlns:a16="http://schemas.microsoft.com/office/drawing/2014/main" id="{C1FD8E60-D8BF-6044-A71D-1E9B78FBFE73}"/>
                  </a:ext>
                </a:extLst>
              </p:cNvPr>
              <p:cNvSpPr/>
              <p:nvPr/>
            </p:nvSpPr>
            <p:spPr>
              <a:xfrm flipH="1">
                <a:off x="2565846" y="9659917"/>
                <a:ext cx="540000" cy="1"/>
              </a:xfrm>
              <a:prstGeom prst="line">
                <a:avLst/>
              </a:prstGeom>
              <a:ln w="50800">
                <a:solidFill>
                  <a:schemeClr val="accent6">
                    <a:satOff val="-15798"/>
                    <a:lumOff val="-17517"/>
                  </a:schemeClr>
                </a:solidFill>
                <a:headEnd type="triangle"/>
                <a:tailEnd type="triangle"/>
              </a:ln>
            </p:spPr>
            <p:txBody>
              <a:bodyPr lIns="0" tIns="0" rIns="0" bIns="0"/>
              <a:lstStyle/>
              <a:p>
                <a:endParaRPr>
                  <a:latin typeface="Arial" panose="020B0604020202020204" pitchFamily="34" charset="0"/>
                  <a:cs typeface="Arial" panose="020B0604020202020204" pitchFamily="34" charset="0"/>
                </a:endParaRPr>
              </a:p>
            </p:txBody>
          </p:sp>
          <p:sp>
            <p:nvSpPr>
              <p:cNvPr id="79" name="0.5mm">
                <a:extLst>
                  <a:ext uri="{FF2B5EF4-FFF2-40B4-BE49-F238E27FC236}">
                    <a16:creationId xmlns:a16="http://schemas.microsoft.com/office/drawing/2014/main" id="{8D5469FF-EBD9-1140-8132-84FC3CADDBC7}"/>
                  </a:ext>
                </a:extLst>
              </p:cNvPr>
              <p:cNvSpPr txBox="1"/>
              <p:nvPr/>
            </p:nvSpPr>
            <p:spPr>
              <a:xfrm>
                <a:off x="2601300" y="9829574"/>
                <a:ext cx="1025649" cy="40657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lvl1pPr>
                  <a:defRPr sz="1300"/>
                </a:lvl1pPr>
              </a:lstStyle>
              <a:p>
                <a:r>
                  <a:rPr lang="en-US" sz="1400" dirty="0">
                    <a:latin typeface="Arial" panose="020B0604020202020204" pitchFamily="34" charset="0"/>
                    <a:cs typeface="Arial" panose="020B0604020202020204" pitchFamily="34" charset="0"/>
                  </a:rPr>
                  <a:t>0.5mm</a:t>
                </a:r>
                <a:endParaRPr sz="1400" dirty="0">
                  <a:latin typeface="Arial" panose="020B0604020202020204" pitchFamily="34" charset="0"/>
                  <a:cs typeface="Arial" panose="020B0604020202020204" pitchFamily="34" charset="0"/>
                </a:endParaRPr>
              </a:p>
            </p:txBody>
          </p:sp>
        </p:grpSp>
        <p:grpSp>
          <p:nvGrpSpPr>
            <p:cNvPr id="42" name="组合 41">
              <a:extLst>
                <a:ext uri="{FF2B5EF4-FFF2-40B4-BE49-F238E27FC236}">
                  <a16:creationId xmlns:a16="http://schemas.microsoft.com/office/drawing/2014/main" id="{8B4D513B-330B-AC47-B879-50D9B8D00EB9}"/>
                </a:ext>
              </a:extLst>
            </p:cNvPr>
            <p:cNvGrpSpPr/>
            <p:nvPr/>
          </p:nvGrpSpPr>
          <p:grpSpPr>
            <a:xfrm rot="10800000">
              <a:off x="8087313" y="12650373"/>
              <a:ext cx="643933" cy="818129"/>
              <a:chOff x="2551623" y="11980901"/>
              <a:chExt cx="1112606" cy="1045879"/>
            </a:xfrm>
          </p:grpSpPr>
          <p:sp>
            <p:nvSpPr>
              <p:cNvPr id="72" name="线条">
                <a:extLst>
                  <a:ext uri="{FF2B5EF4-FFF2-40B4-BE49-F238E27FC236}">
                    <a16:creationId xmlns:a16="http://schemas.microsoft.com/office/drawing/2014/main" id="{8B428E0B-19CD-2D44-AD12-096F188A05F7}"/>
                  </a:ext>
                </a:extLst>
              </p:cNvPr>
              <p:cNvSpPr/>
              <p:nvPr/>
            </p:nvSpPr>
            <p:spPr>
              <a:xfrm flipV="1">
                <a:off x="2551623" y="12162780"/>
                <a:ext cx="1" cy="864000"/>
              </a:xfrm>
              <a:prstGeom prst="line">
                <a:avLst/>
              </a:prstGeom>
              <a:ln w="50800">
                <a:solidFill>
                  <a:schemeClr val="accent6">
                    <a:satOff val="-15798"/>
                    <a:lumOff val="-17517"/>
                  </a:schemeClr>
                </a:solidFill>
              </a:ln>
            </p:spPr>
            <p:txBody>
              <a:bodyPr lIns="0" tIns="0" rIns="0" bIns="0"/>
              <a:lstStyle/>
              <a:p>
                <a:endParaRPr>
                  <a:latin typeface="Arial" panose="020B0604020202020204" pitchFamily="34" charset="0"/>
                  <a:cs typeface="Arial" panose="020B0604020202020204" pitchFamily="34" charset="0"/>
                </a:endParaRPr>
              </a:p>
            </p:txBody>
          </p:sp>
          <p:sp>
            <p:nvSpPr>
              <p:cNvPr id="73" name="线条">
                <a:extLst>
                  <a:ext uri="{FF2B5EF4-FFF2-40B4-BE49-F238E27FC236}">
                    <a16:creationId xmlns:a16="http://schemas.microsoft.com/office/drawing/2014/main" id="{071E1362-2BDD-1643-A6CB-BC97A3B3995B}"/>
                  </a:ext>
                </a:extLst>
              </p:cNvPr>
              <p:cNvSpPr/>
              <p:nvPr/>
            </p:nvSpPr>
            <p:spPr>
              <a:xfrm flipV="1">
                <a:off x="3120359" y="12341714"/>
                <a:ext cx="1" cy="432000"/>
              </a:xfrm>
              <a:prstGeom prst="line">
                <a:avLst/>
              </a:prstGeom>
              <a:ln w="50800">
                <a:solidFill>
                  <a:schemeClr val="accent6">
                    <a:satOff val="-15798"/>
                    <a:lumOff val="-17517"/>
                  </a:schemeClr>
                </a:solidFill>
              </a:ln>
            </p:spPr>
            <p:txBody>
              <a:bodyPr lIns="0" tIns="0" rIns="0" bIns="0"/>
              <a:lstStyle/>
              <a:p>
                <a:endParaRPr>
                  <a:latin typeface="Arial" panose="020B0604020202020204" pitchFamily="34" charset="0"/>
                  <a:cs typeface="Arial" panose="020B0604020202020204" pitchFamily="34" charset="0"/>
                </a:endParaRPr>
              </a:p>
            </p:txBody>
          </p:sp>
          <p:sp>
            <p:nvSpPr>
              <p:cNvPr id="74" name="线条">
                <a:extLst>
                  <a:ext uri="{FF2B5EF4-FFF2-40B4-BE49-F238E27FC236}">
                    <a16:creationId xmlns:a16="http://schemas.microsoft.com/office/drawing/2014/main" id="{45E0D5DA-FEFD-B147-9522-0B0828306DEA}"/>
                  </a:ext>
                </a:extLst>
              </p:cNvPr>
              <p:cNvSpPr/>
              <p:nvPr/>
            </p:nvSpPr>
            <p:spPr>
              <a:xfrm flipH="1">
                <a:off x="2565844" y="12558910"/>
                <a:ext cx="540000" cy="1"/>
              </a:xfrm>
              <a:prstGeom prst="line">
                <a:avLst/>
              </a:prstGeom>
              <a:ln w="50800">
                <a:solidFill>
                  <a:schemeClr val="accent6">
                    <a:satOff val="-15798"/>
                    <a:lumOff val="-17517"/>
                  </a:schemeClr>
                </a:solidFill>
                <a:headEnd type="triangle"/>
                <a:tailEnd type="triangle"/>
              </a:ln>
            </p:spPr>
            <p:txBody>
              <a:bodyPr lIns="0" tIns="0" rIns="0" bIns="0"/>
              <a:lstStyle/>
              <a:p>
                <a:endParaRPr>
                  <a:latin typeface="Arial" panose="020B0604020202020204" pitchFamily="34" charset="0"/>
                  <a:cs typeface="Arial" panose="020B0604020202020204" pitchFamily="34" charset="0"/>
                </a:endParaRPr>
              </a:p>
            </p:txBody>
          </p:sp>
          <p:sp>
            <p:nvSpPr>
              <p:cNvPr id="75" name="0.5mm">
                <a:extLst>
                  <a:ext uri="{FF2B5EF4-FFF2-40B4-BE49-F238E27FC236}">
                    <a16:creationId xmlns:a16="http://schemas.microsoft.com/office/drawing/2014/main" id="{E5B6F72C-8082-144E-8B56-2F1D33837CBC}"/>
                  </a:ext>
                </a:extLst>
              </p:cNvPr>
              <p:cNvSpPr txBox="1"/>
              <p:nvPr/>
            </p:nvSpPr>
            <p:spPr>
              <a:xfrm rot="10800000">
                <a:off x="2638581" y="11980901"/>
                <a:ext cx="1025648" cy="40657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lvl1pPr>
                  <a:defRPr sz="1300"/>
                </a:lvl1pPr>
              </a:lstStyle>
              <a:p>
                <a:r>
                  <a:rPr lang="en-US" sz="1400" dirty="0">
                    <a:latin typeface="Arial" panose="020B0604020202020204" pitchFamily="34" charset="0"/>
                    <a:cs typeface="Arial" panose="020B0604020202020204" pitchFamily="34" charset="0"/>
                  </a:rPr>
                  <a:t>0.5mm</a:t>
                </a:r>
                <a:endParaRPr sz="1400" dirty="0">
                  <a:latin typeface="Arial" panose="020B0604020202020204" pitchFamily="34" charset="0"/>
                  <a:cs typeface="Arial" panose="020B0604020202020204" pitchFamily="34" charset="0"/>
                </a:endParaRPr>
              </a:p>
            </p:txBody>
          </p:sp>
        </p:grpSp>
        <p:grpSp>
          <p:nvGrpSpPr>
            <p:cNvPr id="43" name="组合 42">
              <a:extLst>
                <a:ext uri="{FF2B5EF4-FFF2-40B4-BE49-F238E27FC236}">
                  <a16:creationId xmlns:a16="http://schemas.microsoft.com/office/drawing/2014/main" id="{B9A6199C-4AE8-0A4E-A035-992F291EC3BE}"/>
                </a:ext>
              </a:extLst>
            </p:cNvPr>
            <p:cNvGrpSpPr/>
            <p:nvPr/>
          </p:nvGrpSpPr>
          <p:grpSpPr>
            <a:xfrm flipH="1" flipV="1">
              <a:off x="8186199" y="8477864"/>
              <a:ext cx="570445" cy="871604"/>
              <a:chOff x="2506536" y="12016506"/>
              <a:chExt cx="1025655" cy="1058020"/>
            </a:xfrm>
          </p:grpSpPr>
          <p:sp>
            <p:nvSpPr>
              <p:cNvPr id="68" name="线条">
                <a:extLst>
                  <a:ext uri="{FF2B5EF4-FFF2-40B4-BE49-F238E27FC236}">
                    <a16:creationId xmlns:a16="http://schemas.microsoft.com/office/drawing/2014/main" id="{1A65E8C0-8F1D-3D40-BEA3-4568BDB85712}"/>
                  </a:ext>
                </a:extLst>
              </p:cNvPr>
              <p:cNvSpPr/>
              <p:nvPr/>
            </p:nvSpPr>
            <p:spPr>
              <a:xfrm flipV="1">
                <a:off x="2551624" y="12016506"/>
                <a:ext cx="1" cy="864002"/>
              </a:xfrm>
              <a:prstGeom prst="line">
                <a:avLst/>
              </a:prstGeom>
              <a:ln w="50800">
                <a:solidFill>
                  <a:schemeClr val="accent6">
                    <a:satOff val="-15798"/>
                    <a:lumOff val="-17517"/>
                  </a:schemeClr>
                </a:solidFill>
              </a:ln>
            </p:spPr>
            <p:txBody>
              <a:bodyPr lIns="0" tIns="0" rIns="0" bIns="0"/>
              <a:lstStyle/>
              <a:p>
                <a:endParaRPr>
                  <a:latin typeface="Arial" panose="020B0604020202020204" pitchFamily="34" charset="0"/>
                  <a:cs typeface="Arial" panose="020B0604020202020204" pitchFamily="34" charset="0"/>
                </a:endParaRPr>
              </a:p>
            </p:txBody>
          </p:sp>
          <p:sp>
            <p:nvSpPr>
              <p:cNvPr id="69" name="0.5mm">
                <a:extLst>
                  <a:ext uri="{FF2B5EF4-FFF2-40B4-BE49-F238E27FC236}">
                    <a16:creationId xmlns:a16="http://schemas.microsoft.com/office/drawing/2014/main" id="{C53B907E-E432-5E43-9CB2-B9074E7A8E8B}"/>
                  </a:ext>
                </a:extLst>
              </p:cNvPr>
              <p:cNvSpPr txBox="1"/>
              <p:nvPr/>
            </p:nvSpPr>
            <p:spPr>
              <a:xfrm flipV="1">
                <a:off x="2506536" y="12688469"/>
                <a:ext cx="1025655" cy="38605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lvl1pPr>
                  <a:defRPr sz="1300"/>
                </a:lvl1pPr>
              </a:lstStyle>
              <a:p>
                <a:r>
                  <a:rPr lang="en-US" sz="1400" dirty="0">
                    <a:latin typeface="Arial" panose="020B0604020202020204" pitchFamily="34" charset="0"/>
                    <a:cs typeface="Arial" panose="020B0604020202020204" pitchFamily="34" charset="0"/>
                  </a:rPr>
                  <a:t>0.5mm</a:t>
                </a:r>
                <a:endParaRPr sz="1400" dirty="0">
                  <a:latin typeface="Arial" panose="020B0604020202020204" pitchFamily="34" charset="0"/>
                  <a:cs typeface="Arial" panose="020B0604020202020204" pitchFamily="34" charset="0"/>
                </a:endParaRPr>
              </a:p>
            </p:txBody>
          </p:sp>
          <p:sp>
            <p:nvSpPr>
              <p:cNvPr id="70" name="线条">
                <a:extLst>
                  <a:ext uri="{FF2B5EF4-FFF2-40B4-BE49-F238E27FC236}">
                    <a16:creationId xmlns:a16="http://schemas.microsoft.com/office/drawing/2014/main" id="{98683D5A-98BF-CA4B-8829-34E19BD262E9}"/>
                  </a:ext>
                </a:extLst>
              </p:cNvPr>
              <p:cNvSpPr/>
              <p:nvPr/>
            </p:nvSpPr>
            <p:spPr>
              <a:xfrm flipV="1">
                <a:off x="3120363" y="12195448"/>
                <a:ext cx="1" cy="431999"/>
              </a:xfrm>
              <a:prstGeom prst="line">
                <a:avLst/>
              </a:prstGeom>
              <a:ln w="50800">
                <a:solidFill>
                  <a:schemeClr val="accent6">
                    <a:satOff val="-15798"/>
                    <a:lumOff val="-17517"/>
                  </a:schemeClr>
                </a:solidFill>
              </a:ln>
            </p:spPr>
            <p:txBody>
              <a:bodyPr lIns="0" tIns="0" rIns="0" bIns="0"/>
              <a:lstStyle/>
              <a:p>
                <a:endParaRPr>
                  <a:latin typeface="Arial" panose="020B0604020202020204" pitchFamily="34" charset="0"/>
                  <a:cs typeface="Arial" panose="020B0604020202020204" pitchFamily="34" charset="0"/>
                </a:endParaRPr>
              </a:p>
            </p:txBody>
          </p:sp>
          <p:sp>
            <p:nvSpPr>
              <p:cNvPr id="71" name="线条">
                <a:extLst>
                  <a:ext uri="{FF2B5EF4-FFF2-40B4-BE49-F238E27FC236}">
                    <a16:creationId xmlns:a16="http://schemas.microsoft.com/office/drawing/2014/main" id="{BC6457F6-5F22-1149-AD94-D54C2DD2B500}"/>
                  </a:ext>
                </a:extLst>
              </p:cNvPr>
              <p:cNvSpPr/>
              <p:nvPr/>
            </p:nvSpPr>
            <p:spPr>
              <a:xfrm flipH="1">
                <a:off x="2565848" y="12412639"/>
                <a:ext cx="540000" cy="1"/>
              </a:xfrm>
              <a:prstGeom prst="line">
                <a:avLst/>
              </a:prstGeom>
              <a:ln w="50800">
                <a:solidFill>
                  <a:schemeClr val="accent6">
                    <a:satOff val="-15798"/>
                    <a:lumOff val="-17517"/>
                  </a:schemeClr>
                </a:solidFill>
                <a:headEnd type="triangle"/>
                <a:tailEnd type="triangle"/>
              </a:ln>
            </p:spPr>
            <p:txBody>
              <a:bodyPr lIns="0" tIns="0" rIns="0" bIns="0"/>
              <a:lstStyle/>
              <a:p>
                <a:endParaRPr>
                  <a:latin typeface="Arial" panose="020B0604020202020204" pitchFamily="34" charset="0"/>
                  <a:cs typeface="Arial" panose="020B0604020202020204" pitchFamily="34" charset="0"/>
                </a:endParaRPr>
              </a:p>
            </p:txBody>
          </p:sp>
        </p:grpSp>
        <p:grpSp>
          <p:nvGrpSpPr>
            <p:cNvPr id="44" name="组合 43">
              <a:extLst>
                <a:ext uri="{FF2B5EF4-FFF2-40B4-BE49-F238E27FC236}">
                  <a16:creationId xmlns:a16="http://schemas.microsoft.com/office/drawing/2014/main" id="{24292583-876E-DE46-AB9C-D1B667ABAAC3}"/>
                </a:ext>
              </a:extLst>
            </p:cNvPr>
            <p:cNvGrpSpPr/>
            <p:nvPr/>
          </p:nvGrpSpPr>
          <p:grpSpPr>
            <a:xfrm rot="10800000" flipH="1" flipV="1">
              <a:off x="3450603" y="8450650"/>
              <a:ext cx="605537" cy="956930"/>
              <a:chOff x="2287785" y="8966188"/>
              <a:chExt cx="1025649" cy="1161597"/>
            </a:xfrm>
          </p:grpSpPr>
          <p:sp>
            <p:nvSpPr>
              <p:cNvPr id="55" name="线条">
                <a:extLst>
                  <a:ext uri="{FF2B5EF4-FFF2-40B4-BE49-F238E27FC236}">
                    <a16:creationId xmlns:a16="http://schemas.microsoft.com/office/drawing/2014/main" id="{2F7F380D-9C04-8844-A410-72091F3C402C}"/>
                  </a:ext>
                </a:extLst>
              </p:cNvPr>
              <p:cNvSpPr/>
              <p:nvPr/>
            </p:nvSpPr>
            <p:spPr>
              <a:xfrm flipV="1">
                <a:off x="2551624" y="9263785"/>
                <a:ext cx="1" cy="864000"/>
              </a:xfrm>
              <a:prstGeom prst="line">
                <a:avLst/>
              </a:prstGeom>
              <a:ln w="50800">
                <a:solidFill>
                  <a:schemeClr val="accent6">
                    <a:satOff val="-15798"/>
                    <a:lumOff val="-17517"/>
                  </a:schemeClr>
                </a:solidFill>
              </a:ln>
            </p:spPr>
            <p:txBody>
              <a:bodyPr lIns="0" tIns="0" rIns="0" bIns="0"/>
              <a:lstStyle/>
              <a:p>
                <a:endParaRPr>
                  <a:latin typeface="Arial" panose="020B0604020202020204" pitchFamily="34" charset="0"/>
                  <a:cs typeface="Arial" panose="020B0604020202020204" pitchFamily="34" charset="0"/>
                </a:endParaRPr>
              </a:p>
            </p:txBody>
          </p:sp>
          <p:sp>
            <p:nvSpPr>
              <p:cNvPr id="65" name="线条">
                <a:extLst>
                  <a:ext uri="{FF2B5EF4-FFF2-40B4-BE49-F238E27FC236}">
                    <a16:creationId xmlns:a16="http://schemas.microsoft.com/office/drawing/2014/main" id="{73BDF24B-3555-FD40-8B44-60C8D1E3305C}"/>
                  </a:ext>
                </a:extLst>
              </p:cNvPr>
              <p:cNvSpPr/>
              <p:nvPr/>
            </p:nvSpPr>
            <p:spPr>
              <a:xfrm flipV="1">
                <a:off x="3120360" y="9442719"/>
                <a:ext cx="1" cy="432000"/>
              </a:xfrm>
              <a:prstGeom prst="line">
                <a:avLst/>
              </a:prstGeom>
              <a:ln w="50800">
                <a:solidFill>
                  <a:schemeClr val="accent6">
                    <a:satOff val="-15798"/>
                    <a:lumOff val="-17517"/>
                  </a:schemeClr>
                </a:solidFill>
              </a:ln>
            </p:spPr>
            <p:txBody>
              <a:bodyPr lIns="0" tIns="0" rIns="0" bIns="0"/>
              <a:lstStyle/>
              <a:p>
                <a:endParaRPr>
                  <a:latin typeface="Arial" panose="020B0604020202020204" pitchFamily="34" charset="0"/>
                  <a:cs typeface="Arial" panose="020B0604020202020204" pitchFamily="34" charset="0"/>
                </a:endParaRPr>
              </a:p>
            </p:txBody>
          </p:sp>
          <p:sp>
            <p:nvSpPr>
              <p:cNvPr id="66" name="线条">
                <a:extLst>
                  <a:ext uri="{FF2B5EF4-FFF2-40B4-BE49-F238E27FC236}">
                    <a16:creationId xmlns:a16="http://schemas.microsoft.com/office/drawing/2014/main" id="{89933F70-2E67-574C-B291-162CC61764F3}"/>
                  </a:ext>
                </a:extLst>
              </p:cNvPr>
              <p:cNvSpPr/>
              <p:nvPr/>
            </p:nvSpPr>
            <p:spPr>
              <a:xfrm flipH="1">
                <a:off x="2565846" y="9659917"/>
                <a:ext cx="540000" cy="1"/>
              </a:xfrm>
              <a:prstGeom prst="line">
                <a:avLst/>
              </a:prstGeom>
              <a:ln w="50800">
                <a:solidFill>
                  <a:schemeClr val="accent6">
                    <a:satOff val="-15798"/>
                    <a:lumOff val="-17517"/>
                  </a:schemeClr>
                </a:solidFill>
                <a:headEnd type="triangle"/>
                <a:tailEnd type="triangle"/>
              </a:ln>
            </p:spPr>
            <p:txBody>
              <a:bodyPr lIns="0" tIns="0" rIns="0" bIns="0"/>
              <a:lstStyle/>
              <a:p>
                <a:endParaRPr>
                  <a:latin typeface="Arial" panose="020B0604020202020204" pitchFamily="34" charset="0"/>
                  <a:cs typeface="Arial" panose="020B0604020202020204" pitchFamily="34" charset="0"/>
                </a:endParaRPr>
              </a:p>
            </p:txBody>
          </p:sp>
          <p:sp>
            <p:nvSpPr>
              <p:cNvPr id="67" name="0.5mm">
                <a:extLst>
                  <a:ext uri="{FF2B5EF4-FFF2-40B4-BE49-F238E27FC236}">
                    <a16:creationId xmlns:a16="http://schemas.microsoft.com/office/drawing/2014/main" id="{3E873807-8D91-A54F-A06B-1D9029715490}"/>
                  </a:ext>
                </a:extLst>
              </p:cNvPr>
              <p:cNvSpPr txBox="1"/>
              <p:nvPr/>
            </p:nvSpPr>
            <p:spPr>
              <a:xfrm>
                <a:off x="2287785" y="8966188"/>
                <a:ext cx="1025649" cy="38605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lvl1pPr>
                  <a:defRPr sz="1300"/>
                </a:lvl1pPr>
              </a:lstStyle>
              <a:p>
                <a:r>
                  <a:rPr lang="en-US" sz="1400" dirty="0">
                    <a:latin typeface="Arial" panose="020B0604020202020204" pitchFamily="34" charset="0"/>
                    <a:cs typeface="Arial" panose="020B0604020202020204" pitchFamily="34" charset="0"/>
                  </a:rPr>
                  <a:t>0.5mm</a:t>
                </a:r>
                <a:endParaRPr sz="1400" dirty="0">
                  <a:latin typeface="Arial" panose="020B0604020202020204" pitchFamily="34" charset="0"/>
                  <a:cs typeface="Arial" panose="020B0604020202020204" pitchFamily="34" charset="0"/>
                </a:endParaRPr>
              </a:p>
            </p:txBody>
          </p:sp>
        </p:grpSp>
        <p:sp>
          <p:nvSpPr>
            <p:cNvPr id="46" name="线条">
              <a:extLst>
                <a:ext uri="{FF2B5EF4-FFF2-40B4-BE49-F238E27FC236}">
                  <a16:creationId xmlns:a16="http://schemas.microsoft.com/office/drawing/2014/main" id="{A0C52E22-75FB-E84E-93AA-0B2B6DD9F5A4}"/>
                </a:ext>
              </a:extLst>
            </p:cNvPr>
            <p:cNvSpPr/>
            <p:nvPr/>
          </p:nvSpPr>
          <p:spPr>
            <a:xfrm rot="5400000" flipH="1" flipV="1">
              <a:off x="6157415" y="10659731"/>
              <a:ext cx="0" cy="4428000"/>
            </a:xfrm>
            <a:prstGeom prst="line">
              <a:avLst/>
            </a:prstGeom>
            <a:ln w="50800">
              <a:solidFill>
                <a:srgbClr val="000000"/>
              </a:solidFill>
            </a:ln>
          </p:spPr>
          <p:txBody>
            <a:bodyPr lIns="0" tIns="0" rIns="0" bIns="0"/>
            <a:lstStyle/>
            <a:p>
              <a:endParaRPr/>
            </a:p>
          </p:txBody>
        </p:sp>
        <p:sp>
          <p:nvSpPr>
            <p:cNvPr id="56" name="线条">
              <a:extLst>
                <a:ext uri="{FF2B5EF4-FFF2-40B4-BE49-F238E27FC236}">
                  <a16:creationId xmlns:a16="http://schemas.microsoft.com/office/drawing/2014/main" id="{A0C52E22-75FB-E84E-93AA-0B2B6DD9F5A4}"/>
                </a:ext>
              </a:extLst>
            </p:cNvPr>
            <p:cNvSpPr/>
            <p:nvPr/>
          </p:nvSpPr>
          <p:spPr>
            <a:xfrm rot="5400000" flipH="1" flipV="1">
              <a:off x="6170702" y="6930017"/>
              <a:ext cx="0" cy="4428000"/>
            </a:xfrm>
            <a:prstGeom prst="line">
              <a:avLst/>
            </a:prstGeom>
            <a:ln w="50800">
              <a:solidFill>
                <a:srgbClr val="000000"/>
              </a:solidFill>
            </a:ln>
          </p:spPr>
          <p:txBody>
            <a:bodyPr lIns="0" tIns="0" rIns="0" bIns="0"/>
            <a:lstStyle/>
            <a:p>
              <a:endParaRPr/>
            </a:p>
          </p:txBody>
        </p:sp>
      </p:grpSp>
      <p:graphicFrame>
        <p:nvGraphicFramePr>
          <p:cNvPr id="34" name="表格 33"/>
          <p:cNvGraphicFramePr>
            <a:graphicFrameLocks noGrp="1"/>
          </p:cNvGraphicFramePr>
          <p:nvPr>
            <p:extLst>
              <p:ext uri="{D42A27DB-BD31-4B8C-83A1-F6EECF244321}">
                <p14:modId xmlns:p14="http://schemas.microsoft.com/office/powerpoint/2010/main" val="654248531"/>
              </p:ext>
            </p:extLst>
          </p:nvPr>
        </p:nvGraphicFramePr>
        <p:xfrm>
          <a:off x="19582890" y="6780256"/>
          <a:ext cx="3768496" cy="6355080"/>
        </p:xfrm>
        <a:graphic>
          <a:graphicData uri="http://schemas.openxmlformats.org/drawingml/2006/table">
            <a:tbl>
              <a:tblPr/>
              <a:tblGrid>
                <a:gridCol w="556214">
                  <a:extLst>
                    <a:ext uri="{9D8B030D-6E8A-4147-A177-3AD203B41FA5}">
                      <a16:colId xmlns:a16="http://schemas.microsoft.com/office/drawing/2014/main" val="20000"/>
                    </a:ext>
                  </a:extLst>
                </a:gridCol>
                <a:gridCol w="1297757">
                  <a:extLst>
                    <a:ext uri="{9D8B030D-6E8A-4147-A177-3AD203B41FA5}">
                      <a16:colId xmlns:a16="http://schemas.microsoft.com/office/drawing/2014/main" val="20003"/>
                    </a:ext>
                  </a:extLst>
                </a:gridCol>
                <a:gridCol w="85725">
                  <a:extLst>
                    <a:ext uri="{9D8B030D-6E8A-4147-A177-3AD203B41FA5}">
                      <a16:colId xmlns:a16="http://schemas.microsoft.com/office/drawing/2014/main" val="20002"/>
                    </a:ext>
                  </a:extLst>
                </a:gridCol>
                <a:gridCol w="573139">
                  <a:extLst>
                    <a:ext uri="{9D8B030D-6E8A-4147-A177-3AD203B41FA5}">
                      <a16:colId xmlns:a16="http://schemas.microsoft.com/office/drawing/2014/main" val="20004"/>
                    </a:ext>
                  </a:extLst>
                </a:gridCol>
                <a:gridCol w="1255661">
                  <a:extLst>
                    <a:ext uri="{9D8B030D-6E8A-4147-A177-3AD203B41FA5}">
                      <a16:colId xmlns:a16="http://schemas.microsoft.com/office/drawing/2014/main" val="20005"/>
                    </a:ext>
                  </a:extLst>
                </a:gridCol>
              </a:tblGrid>
              <a:tr h="180000">
                <a:tc>
                  <a:txBody>
                    <a:bodyPr/>
                    <a:lstStyle/>
                    <a:p>
                      <a:pPr algn="ctr" fontAlgn="ctr"/>
                      <a:r>
                        <a:rPr lang="en-US" sz="1800" b="0" i="0" u="none" strike="noStrike" dirty="0">
                          <a:solidFill>
                            <a:srgbClr val="000000"/>
                          </a:solidFill>
                          <a:effectLst/>
                          <a:latin typeface="Arial" panose="020B0604020202020204" pitchFamily="34" charset="0"/>
                          <a:ea typeface="Arial Unicode MS" panose="020B0604020202020204" pitchFamily="34" charset="-122"/>
                          <a:cs typeface="Arial" panose="020B0604020202020204" pitchFamily="34" charset="0"/>
                        </a:rPr>
                        <a:t>No.</a:t>
                      </a:r>
                    </a:p>
                  </a:txBody>
                  <a:tcPr marL="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56C1FF"/>
                    </a:solidFill>
                  </a:tcPr>
                </a:tc>
                <a:tc>
                  <a:txBody>
                    <a:bodyPr/>
                    <a:lstStyle/>
                    <a:p>
                      <a:pPr algn="ctr" fontAlgn="ctr"/>
                      <a:r>
                        <a:rPr lang="en-US" altLang="zh-CN" sz="1800" b="0" i="0" u="none" strike="noStrike" dirty="0">
                          <a:solidFill>
                            <a:srgbClr val="000000"/>
                          </a:solidFill>
                          <a:effectLst/>
                          <a:latin typeface="Arial" panose="020B0604020202020204" pitchFamily="34" charset="0"/>
                          <a:ea typeface="Arial Unicode MS" panose="020B0604020202020204" pitchFamily="34" charset="-122"/>
                          <a:cs typeface="Arial" panose="020B0604020202020204" pitchFamily="34" charset="0"/>
                        </a:rPr>
                        <a:t>FAI2/SPCB</a:t>
                      </a:r>
                    </a:p>
                  </a:txBody>
                  <a:tcPr marL="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56C1FF"/>
                    </a:solidFill>
                  </a:tcPr>
                </a:tc>
                <a:tc>
                  <a:txBody>
                    <a:bodyPr/>
                    <a:lstStyle/>
                    <a:p>
                      <a:pPr marL="0" marR="0" lvl="0" indent="0" algn="ctr" defTabSz="821530" eaLnBrk="1" fontAlgn="ctr" latinLnBrk="0" hangingPunct="1">
                        <a:lnSpc>
                          <a:spcPct val="100000"/>
                        </a:lnSpc>
                        <a:spcBef>
                          <a:spcPts val="0"/>
                        </a:spcBef>
                        <a:spcAft>
                          <a:spcPts val="0"/>
                        </a:spcAft>
                        <a:buClrTx/>
                        <a:buSzTx/>
                        <a:buFontTx/>
                        <a:buNone/>
                        <a:tabLst/>
                        <a:defRPr/>
                      </a:pPr>
                      <a:endParaRPr lang="en-US" sz="1800" b="0" i="0" u="none" strike="noStrike" cap="none" spc="0" baseline="0" dirty="0">
                        <a:ln>
                          <a:noFill/>
                        </a:ln>
                        <a:solidFill>
                          <a:schemeClr val="tx1"/>
                        </a:solidFill>
                        <a:effectLst/>
                        <a:uFillTx/>
                        <a:latin typeface="Arial" panose="020B0604020202020204" pitchFamily="34" charset="0"/>
                        <a:ea typeface="Arial Unicode MS" panose="020B0604020202020204" pitchFamily="34" charset="-122"/>
                        <a:cs typeface="Arial" panose="020B0604020202020204" pitchFamily="34" charset="0"/>
                        <a:sym typeface="Helvetica Neue Light"/>
                      </a:endParaRPr>
                    </a:p>
                  </a:txBody>
                  <a:tcPr marL="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algn="ctr" fontAlgn="ctr"/>
                      <a:r>
                        <a:rPr lang="en-US" sz="1800" b="0" i="0" u="none" strike="noStrike" dirty="0">
                          <a:solidFill>
                            <a:srgbClr val="000000"/>
                          </a:solidFill>
                          <a:effectLst/>
                          <a:latin typeface="Arial" panose="020B0604020202020204" pitchFamily="34" charset="0"/>
                          <a:ea typeface="Arial Unicode MS" panose="020B0604020202020204" pitchFamily="34" charset="-122"/>
                          <a:cs typeface="Arial" panose="020B0604020202020204" pitchFamily="34" charset="0"/>
                        </a:rPr>
                        <a:t>No.</a:t>
                      </a:r>
                    </a:p>
                  </a:txBody>
                  <a:tcPr marL="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56C1FF"/>
                    </a:solidFill>
                  </a:tcPr>
                </a:tc>
                <a:tc>
                  <a:txBody>
                    <a:bodyPr/>
                    <a:lstStyle/>
                    <a:p>
                      <a:pPr algn="ctr" fontAlgn="ctr"/>
                      <a:r>
                        <a:rPr lang="en-US" altLang="zh-CN" sz="1800" b="0" i="0" u="none" strike="noStrike" dirty="0">
                          <a:solidFill>
                            <a:srgbClr val="000000"/>
                          </a:solidFill>
                          <a:effectLst/>
                          <a:latin typeface="Arial" panose="020B0604020202020204" pitchFamily="34" charset="0"/>
                          <a:ea typeface="Arial Unicode MS" panose="020B0604020202020204" pitchFamily="34" charset="-122"/>
                          <a:cs typeface="Arial" panose="020B0604020202020204" pitchFamily="34" charset="0"/>
                        </a:rPr>
                        <a:t>FAI2/SPCB</a:t>
                      </a:r>
                    </a:p>
                  </a:txBody>
                  <a:tcPr marL="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56C1FF"/>
                    </a:solidFill>
                  </a:tcPr>
                </a:tc>
                <a:extLst>
                  <a:ext uri="{0D108BD9-81ED-4DB2-BD59-A6C34878D82A}">
                    <a16:rowId xmlns:a16="http://schemas.microsoft.com/office/drawing/2014/main" val="10000"/>
                  </a:ext>
                </a:extLst>
              </a:tr>
              <a:tr h="180000">
                <a:tc>
                  <a:txBody>
                    <a:bodyPr/>
                    <a:lstStyle/>
                    <a:p>
                      <a:pPr algn="ctr" fontAlgn="ctr"/>
                      <a:r>
                        <a:rPr lang="en-US" altLang="zh-CN" sz="1600" u="none" strike="noStrike" dirty="0">
                          <a:effectLst/>
                          <a:latin typeface="Arial" panose="020B0604020202020204" pitchFamily="34" charset="0"/>
                          <a:cs typeface="Arial" panose="020B0604020202020204" pitchFamily="34" charset="0"/>
                        </a:rPr>
                        <a:t>1</a:t>
                      </a:r>
                      <a:endParaRPr lang="en-US" altLang="zh-CN" sz="1600" b="0" i="0" u="none" strike="noStrike" dirty="0">
                        <a:solidFill>
                          <a:srgbClr val="000000"/>
                        </a:solidFill>
                        <a:effectLst/>
                        <a:latin typeface="Arial" panose="020B0604020202020204" pitchFamily="34" charset="0"/>
                        <a:ea typeface="微软雅黑" panose="020B0503020204020204" pitchFamily="34" charset="-122"/>
                        <a:cs typeface="Arial" panose="020B0604020202020204" pitchFamily="34" charset="0"/>
                      </a:endParaRPr>
                    </a:p>
                  </a:txBody>
                  <a:tcPr marL="7022" marR="7022" marT="7022"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fontAlgn="ctr"/>
                      <a:r>
                        <a:rPr lang="en-US" altLang="zh-CN" sz="1600" b="0" i="0" u="none" strike="noStrike" dirty="0">
                          <a:solidFill>
                            <a:srgbClr val="000000"/>
                          </a:solidFill>
                          <a:effectLst/>
                          <a:latin typeface="Arial" panose="020B0604020202020204" pitchFamily="34" charset="0"/>
                          <a:ea typeface="等线" panose="02010600030101010101" pitchFamily="2" charset="-122"/>
                        </a:rPr>
                        <a:t>4.55</a:t>
                      </a:r>
                    </a:p>
                  </a:txBody>
                  <a:tcPr marL="9525" marR="9525" marT="9525"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rowSpan="24">
                  <a:txBody>
                    <a:bodyPr/>
                    <a:lstStyle/>
                    <a:p>
                      <a:pPr marL="0" marR="0" indent="0" algn="ctr" defTabSz="821530" eaLnBrk="1" fontAlgn="ctr" latinLnBrk="0" hangingPunct="1">
                        <a:lnSpc>
                          <a:spcPct val="100000"/>
                        </a:lnSpc>
                        <a:spcBef>
                          <a:spcPts val="0"/>
                        </a:spcBef>
                        <a:spcAft>
                          <a:spcPts val="0"/>
                        </a:spcAft>
                        <a:buClrTx/>
                        <a:buSzTx/>
                        <a:buFontTx/>
                        <a:buNone/>
                        <a:tabLst/>
                        <a:defRPr/>
                      </a:pPr>
                      <a:endParaRPr lang="en-US" altLang="zh-CN" sz="1800" b="0" i="0" u="none" strike="noStrike" cap="none" spc="0" baseline="0" dirty="0">
                        <a:ln>
                          <a:noFill/>
                        </a:ln>
                        <a:solidFill>
                          <a:schemeClr val="tx1"/>
                        </a:solidFill>
                        <a:effectLst/>
                        <a:uFillTx/>
                        <a:latin typeface="Arial" panose="020B0604020202020204" pitchFamily="34" charset="0"/>
                        <a:ea typeface="+mn-ea"/>
                        <a:cs typeface="Arial" panose="020B0604020202020204" pitchFamily="34" charset="0"/>
                        <a:sym typeface="Helvetica Neue Light"/>
                      </a:endParaRPr>
                    </a:p>
                  </a:txBody>
                  <a:tcPr marL="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fontAlgn="ctr"/>
                      <a:r>
                        <a:rPr lang="en-US" altLang="zh-CN" sz="1600" u="none" strike="noStrike" dirty="0">
                          <a:effectLst/>
                          <a:latin typeface="Arial" panose="020B0604020202020204" pitchFamily="34" charset="0"/>
                          <a:cs typeface="Arial" panose="020B0604020202020204" pitchFamily="34" charset="0"/>
                        </a:rPr>
                        <a:t>26</a:t>
                      </a:r>
                      <a:endParaRPr lang="en-US" altLang="zh-CN" sz="1600" b="0" i="0" u="none" strike="noStrike" dirty="0">
                        <a:solidFill>
                          <a:srgbClr val="000000"/>
                        </a:solidFill>
                        <a:effectLst/>
                        <a:latin typeface="Arial" panose="020B0604020202020204" pitchFamily="34" charset="0"/>
                        <a:ea typeface="微软雅黑" panose="020B0503020204020204" pitchFamily="34" charset="-122"/>
                        <a:cs typeface="Arial" panose="020B0604020202020204" pitchFamily="34" charset="0"/>
                      </a:endParaRPr>
                    </a:p>
                  </a:txBody>
                  <a:tcPr marL="7022" marR="7022" marT="7022"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fontAlgn="ctr"/>
                      <a:r>
                        <a:rPr lang="en-US" altLang="zh-CN" sz="1600" b="0" i="0" u="none" strike="noStrike" dirty="0">
                          <a:solidFill>
                            <a:srgbClr val="000000"/>
                          </a:solidFill>
                          <a:effectLst/>
                          <a:latin typeface="Arial" panose="020B0604020202020204" pitchFamily="34" charset="0"/>
                          <a:ea typeface="等线" panose="02010600030101010101" pitchFamily="2" charset="-122"/>
                        </a:rPr>
                        <a:t>6.2</a:t>
                      </a:r>
                    </a:p>
                  </a:txBody>
                  <a:tcPr marL="9525" marR="9525" marT="9525"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10530863"/>
                  </a:ext>
                </a:extLst>
              </a:tr>
              <a:tr h="180000">
                <a:tc>
                  <a:txBody>
                    <a:bodyPr/>
                    <a:lstStyle/>
                    <a:p>
                      <a:pPr algn="ctr" fontAlgn="ctr"/>
                      <a:r>
                        <a:rPr lang="en-US" altLang="zh-CN" sz="1600" u="none" strike="noStrike" dirty="0">
                          <a:effectLst/>
                          <a:latin typeface="Arial" panose="020B0604020202020204" pitchFamily="34" charset="0"/>
                          <a:cs typeface="Arial" panose="020B0604020202020204" pitchFamily="34" charset="0"/>
                        </a:rPr>
                        <a:t>2</a:t>
                      </a:r>
                      <a:endParaRPr lang="en-US" altLang="zh-CN" sz="1600" b="0" i="0" u="none" strike="noStrike" dirty="0">
                        <a:solidFill>
                          <a:srgbClr val="000000"/>
                        </a:solidFill>
                        <a:effectLst/>
                        <a:latin typeface="Arial" panose="020B0604020202020204" pitchFamily="34" charset="0"/>
                        <a:ea typeface="微软雅黑" panose="020B0503020204020204" pitchFamily="34" charset="-122"/>
                        <a:cs typeface="Arial" panose="020B0604020202020204" pitchFamily="34" charset="0"/>
                      </a:endParaRPr>
                    </a:p>
                  </a:txBody>
                  <a:tcPr marL="7022" marR="7022" marT="7022"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fontAlgn="ctr"/>
                      <a:r>
                        <a:rPr lang="en-US" altLang="zh-CN" sz="1600" b="0" i="0" u="none" strike="noStrike">
                          <a:solidFill>
                            <a:srgbClr val="000000"/>
                          </a:solidFill>
                          <a:effectLst/>
                          <a:latin typeface="Arial" panose="020B0604020202020204" pitchFamily="34" charset="0"/>
                          <a:ea typeface="等线" panose="02010600030101010101" pitchFamily="2" charset="-122"/>
                        </a:rPr>
                        <a:t>5.8</a:t>
                      </a:r>
                    </a:p>
                  </a:txBody>
                  <a:tcPr marL="9525" marR="9525" marT="9525"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vMerge="1">
                  <a:txBody>
                    <a:bodyPr/>
                    <a:lstStyle/>
                    <a:p>
                      <a:endParaRPr lang="zh-CN" altLang="en-US"/>
                    </a:p>
                  </a:txBody>
                  <a:tcPr/>
                </a:tc>
                <a:tc>
                  <a:txBody>
                    <a:bodyPr/>
                    <a:lstStyle/>
                    <a:p>
                      <a:pPr algn="ctr" fontAlgn="ctr"/>
                      <a:r>
                        <a:rPr lang="en-US" altLang="zh-CN" sz="1600" u="none" strike="noStrike" dirty="0">
                          <a:effectLst/>
                          <a:latin typeface="Arial" panose="020B0604020202020204" pitchFamily="34" charset="0"/>
                          <a:cs typeface="Arial" panose="020B0604020202020204" pitchFamily="34" charset="0"/>
                        </a:rPr>
                        <a:t>27</a:t>
                      </a:r>
                      <a:endParaRPr lang="en-US" altLang="zh-CN" sz="1600" b="0" i="0" u="none" strike="noStrike" dirty="0">
                        <a:solidFill>
                          <a:srgbClr val="000000"/>
                        </a:solidFill>
                        <a:effectLst/>
                        <a:latin typeface="Arial" panose="020B0604020202020204" pitchFamily="34" charset="0"/>
                        <a:ea typeface="微软雅黑" panose="020B0503020204020204" pitchFamily="34" charset="-122"/>
                        <a:cs typeface="Arial" panose="020B0604020202020204" pitchFamily="34" charset="0"/>
                      </a:endParaRPr>
                    </a:p>
                  </a:txBody>
                  <a:tcPr marL="7022" marR="7022" marT="7022"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fontAlgn="ctr"/>
                      <a:r>
                        <a:rPr lang="en-US" altLang="zh-CN" sz="1600" b="0" i="0" u="none" strike="noStrike" dirty="0">
                          <a:solidFill>
                            <a:srgbClr val="000000"/>
                          </a:solidFill>
                          <a:effectLst/>
                          <a:latin typeface="Arial" panose="020B0604020202020204" pitchFamily="34" charset="0"/>
                          <a:ea typeface="等线" panose="02010600030101010101" pitchFamily="2" charset="-122"/>
                        </a:rPr>
                        <a:t>6.2</a:t>
                      </a:r>
                    </a:p>
                  </a:txBody>
                  <a:tcPr marL="9525" marR="9525" marT="9525"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180000">
                <a:tc>
                  <a:txBody>
                    <a:bodyPr/>
                    <a:lstStyle/>
                    <a:p>
                      <a:pPr algn="ctr" fontAlgn="ctr"/>
                      <a:r>
                        <a:rPr lang="en-US" altLang="zh-CN" sz="1600" u="none" strike="noStrike" dirty="0">
                          <a:effectLst/>
                          <a:latin typeface="Arial" panose="020B0604020202020204" pitchFamily="34" charset="0"/>
                          <a:cs typeface="Arial" panose="020B0604020202020204" pitchFamily="34" charset="0"/>
                        </a:rPr>
                        <a:t>3</a:t>
                      </a:r>
                      <a:endParaRPr lang="en-US" altLang="zh-CN" sz="1600" b="0" i="0" u="none" strike="noStrike" dirty="0">
                        <a:solidFill>
                          <a:srgbClr val="000000"/>
                        </a:solidFill>
                        <a:effectLst/>
                        <a:latin typeface="Arial" panose="020B0604020202020204" pitchFamily="34" charset="0"/>
                        <a:ea typeface="微软雅黑" panose="020B0503020204020204" pitchFamily="34" charset="-122"/>
                        <a:cs typeface="Arial" panose="020B0604020202020204" pitchFamily="34" charset="0"/>
                      </a:endParaRPr>
                    </a:p>
                  </a:txBody>
                  <a:tcPr marL="7022" marR="7022" marT="7022"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fontAlgn="ctr"/>
                      <a:r>
                        <a:rPr lang="en-US" altLang="zh-CN" sz="1600" b="0" i="0" u="none" strike="noStrike" dirty="0">
                          <a:solidFill>
                            <a:srgbClr val="000000"/>
                          </a:solidFill>
                          <a:effectLst/>
                          <a:latin typeface="Arial" panose="020B0604020202020204" pitchFamily="34" charset="0"/>
                          <a:ea typeface="等线" panose="02010600030101010101" pitchFamily="2" charset="-122"/>
                        </a:rPr>
                        <a:t>4.55</a:t>
                      </a:r>
                    </a:p>
                  </a:txBody>
                  <a:tcPr marL="9525" marR="9525" marT="9525"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vMerge="1">
                  <a:txBody>
                    <a:bodyPr/>
                    <a:lstStyle/>
                    <a:p>
                      <a:endParaRPr lang="zh-CN" altLang="en-US"/>
                    </a:p>
                  </a:txBody>
                  <a:tcPr/>
                </a:tc>
                <a:tc>
                  <a:txBody>
                    <a:bodyPr/>
                    <a:lstStyle/>
                    <a:p>
                      <a:pPr algn="ctr" fontAlgn="ctr"/>
                      <a:r>
                        <a:rPr lang="en-US" altLang="zh-CN" sz="1600" b="0" i="0" u="none" strike="noStrike" dirty="0">
                          <a:solidFill>
                            <a:srgbClr val="000000"/>
                          </a:solidFill>
                          <a:effectLst/>
                          <a:latin typeface="微软雅黑" panose="020B0503020204020204" pitchFamily="34" charset="-122"/>
                          <a:ea typeface="微软雅黑" panose="020B0503020204020204" pitchFamily="34" charset="-122"/>
                        </a:rPr>
                        <a:t>28</a:t>
                      </a:r>
                    </a:p>
                  </a:txBody>
                  <a:tcPr marL="9525" marR="9525" marT="9525"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fontAlgn="ctr"/>
                      <a:r>
                        <a:rPr lang="en-US" altLang="zh-CN" sz="1600" b="0" i="0" u="none" strike="noStrike" dirty="0">
                          <a:solidFill>
                            <a:srgbClr val="000000"/>
                          </a:solidFill>
                          <a:effectLst/>
                          <a:latin typeface="微软雅黑" panose="020B0503020204020204" pitchFamily="34" charset="-122"/>
                          <a:ea typeface="微软雅黑" panose="020B0503020204020204" pitchFamily="34" charset="-122"/>
                        </a:rPr>
                        <a:t>3.67</a:t>
                      </a:r>
                    </a:p>
                  </a:txBody>
                  <a:tcPr marL="9525" marR="9525" marT="9525"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180000">
                <a:tc>
                  <a:txBody>
                    <a:bodyPr/>
                    <a:lstStyle/>
                    <a:p>
                      <a:pPr algn="ctr" fontAlgn="ctr"/>
                      <a:r>
                        <a:rPr lang="en-US" altLang="zh-CN" sz="1600" u="none" strike="noStrike" dirty="0">
                          <a:effectLst/>
                          <a:latin typeface="Arial" panose="020B0604020202020204" pitchFamily="34" charset="0"/>
                          <a:cs typeface="Arial" panose="020B0604020202020204" pitchFamily="34" charset="0"/>
                        </a:rPr>
                        <a:t>4</a:t>
                      </a:r>
                      <a:endParaRPr lang="en-US" altLang="zh-CN" sz="1600" b="0" i="0" u="none" strike="noStrike" dirty="0">
                        <a:solidFill>
                          <a:srgbClr val="000000"/>
                        </a:solidFill>
                        <a:effectLst/>
                        <a:latin typeface="Arial" panose="020B0604020202020204" pitchFamily="34" charset="0"/>
                        <a:ea typeface="微软雅黑" panose="020B0503020204020204" pitchFamily="34" charset="-122"/>
                        <a:cs typeface="Arial" panose="020B0604020202020204" pitchFamily="34" charset="0"/>
                      </a:endParaRPr>
                    </a:p>
                  </a:txBody>
                  <a:tcPr marL="7022" marR="7022" marT="7022"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fontAlgn="ctr"/>
                      <a:r>
                        <a:rPr lang="en-US" altLang="zh-CN" sz="1600" b="0" i="0" u="none" strike="noStrike" dirty="0">
                          <a:solidFill>
                            <a:srgbClr val="000000"/>
                          </a:solidFill>
                          <a:effectLst/>
                          <a:latin typeface="Arial" panose="020B0604020202020204" pitchFamily="34" charset="0"/>
                          <a:ea typeface="等线" panose="02010600030101010101" pitchFamily="2" charset="-122"/>
                        </a:rPr>
                        <a:t>4.55</a:t>
                      </a:r>
                    </a:p>
                  </a:txBody>
                  <a:tcPr marL="9525" marR="9525" marT="9525"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vMerge="1">
                  <a:txBody>
                    <a:bodyPr/>
                    <a:lstStyle/>
                    <a:p>
                      <a:endParaRPr lang="zh-CN" altLang="en-US"/>
                    </a:p>
                  </a:txBody>
                  <a:tcPr/>
                </a:tc>
                <a:tc>
                  <a:txBody>
                    <a:bodyPr/>
                    <a:lstStyle/>
                    <a:p>
                      <a:pPr algn="ctr" fontAlgn="ctr"/>
                      <a:r>
                        <a:rPr lang="en-US" altLang="zh-CN" sz="1600" b="0" i="0" u="none" strike="noStrike">
                          <a:solidFill>
                            <a:srgbClr val="000000"/>
                          </a:solidFill>
                          <a:effectLst/>
                          <a:latin typeface="微软雅黑" panose="020B0503020204020204" pitchFamily="34" charset="-122"/>
                          <a:ea typeface="微软雅黑" panose="020B0503020204020204" pitchFamily="34" charset="-122"/>
                        </a:rPr>
                        <a:t>29</a:t>
                      </a:r>
                    </a:p>
                  </a:txBody>
                  <a:tcPr marL="9525" marR="9525" marT="9525"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fontAlgn="ctr"/>
                      <a:r>
                        <a:rPr lang="en-US" altLang="zh-CN" sz="1600" b="0" i="0" u="none" strike="noStrike" dirty="0">
                          <a:solidFill>
                            <a:srgbClr val="000000"/>
                          </a:solidFill>
                          <a:effectLst/>
                          <a:latin typeface="微软雅黑" panose="020B0503020204020204" pitchFamily="34" charset="-122"/>
                          <a:ea typeface="微软雅黑" panose="020B0503020204020204" pitchFamily="34" charset="-122"/>
                        </a:rPr>
                        <a:t>3.8</a:t>
                      </a:r>
                    </a:p>
                  </a:txBody>
                  <a:tcPr marL="9525" marR="9525" marT="9525"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180000">
                <a:tc>
                  <a:txBody>
                    <a:bodyPr/>
                    <a:lstStyle/>
                    <a:p>
                      <a:pPr algn="ctr" fontAlgn="ctr"/>
                      <a:r>
                        <a:rPr lang="en-US" altLang="zh-CN" sz="1600" u="none" strike="noStrike" dirty="0">
                          <a:effectLst/>
                          <a:latin typeface="Arial" panose="020B0604020202020204" pitchFamily="34" charset="0"/>
                          <a:cs typeface="Arial" panose="020B0604020202020204" pitchFamily="34" charset="0"/>
                        </a:rPr>
                        <a:t>5</a:t>
                      </a:r>
                      <a:endParaRPr lang="en-US" altLang="zh-CN" sz="1600" b="0" i="0" u="none" strike="noStrike" dirty="0">
                        <a:solidFill>
                          <a:srgbClr val="000000"/>
                        </a:solidFill>
                        <a:effectLst/>
                        <a:latin typeface="Arial" panose="020B0604020202020204" pitchFamily="34" charset="0"/>
                        <a:ea typeface="微软雅黑" panose="020B0503020204020204" pitchFamily="34" charset="-122"/>
                        <a:cs typeface="Arial" panose="020B0604020202020204" pitchFamily="34" charset="0"/>
                      </a:endParaRPr>
                    </a:p>
                  </a:txBody>
                  <a:tcPr marL="7022" marR="7022" marT="7022"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fontAlgn="ctr"/>
                      <a:r>
                        <a:rPr lang="en-US" altLang="zh-CN" sz="1600" b="0" i="0" u="none" strike="noStrike">
                          <a:solidFill>
                            <a:srgbClr val="000000"/>
                          </a:solidFill>
                          <a:effectLst/>
                          <a:latin typeface="Arial" panose="020B0604020202020204" pitchFamily="34" charset="0"/>
                          <a:ea typeface="等线" panose="02010600030101010101" pitchFamily="2" charset="-122"/>
                        </a:rPr>
                        <a:t>5.8</a:t>
                      </a:r>
                    </a:p>
                  </a:txBody>
                  <a:tcPr marL="9525" marR="9525" marT="9525"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vMerge="1">
                  <a:txBody>
                    <a:bodyPr/>
                    <a:lstStyle/>
                    <a:p>
                      <a:endParaRPr lang="zh-CN" altLang="en-US"/>
                    </a:p>
                  </a:txBody>
                  <a:tcPr/>
                </a:tc>
                <a:tc>
                  <a:txBody>
                    <a:bodyPr/>
                    <a:lstStyle/>
                    <a:p>
                      <a:pPr algn="ctr" fontAlgn="ctr"/>
                      <a:r>
                        <a:rPr lang="en-US" altLang="zh-CN" sz="1600" b="0" i="0" u="none" strike="noStrike" dirty="0">
                          <a:solidFill>
                            <a:srgbClr val="000000"/>
                          </a:solidFill>
                          <a:effectLst/>
                          <a:latin typeface="微软雅黑" panose="020B0503020204020204" pitchFamily="34" charset="-122"/>
                          <a:ea typeface="微软雅黑" panose="020B0503020204020204" pitchFamily="34" charset="-122"/>
                        </a:rPr>
                        <a:t>30</a:t>
                      </a:r>
                    </a:p>
                  </a:txBody>
                  <a:tcPr marL="9525" marR="9525" marT="9525"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fontAlgn="ctr"/>
                      <a:r>
                        <a:rPr lang="en-US" altLang="zh-CN" sz="1600" b="0" i="0" u="none" strike="noStrike" dirty="0">
                          <a:solidFill>
                            <a:srgbClr val="000000"/>
                          </a:solidFill>
                          <a:effectLst/>
                          <a:latin typeface="微软雅黑" panose="020B0503020204020204" pitchFamily="34" charset="-122"/>
                          <a:ea typeface="微软雅黑" panose="020B0503020204020204" pitchFamily="34" charset="-122"/>
                        </a:rPr>
                        <a:t>4</a:t>
                      </a:r>
                    </a:p>
                  </a:txBody>
                  <a:tcPr marL="9525" marR="9525" marT="9525"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4"/>
                  </a:ext>
                </a:extLst>
              </a:tr>
              <a:tr h="180000">
                <a:tc>
                  <a:txBody>
                    <a:bodyPr/>
                    <a:lstStyle/>
                    <a:p>
                      <a:pPr algn="ctr" fontAlgn="ctr"/>
                      <a:r>
                        <a:rPr lang="en-US" altLang="zh-CN" sz="1600" u="none" strike="noStrike" dirty="0">
                          <a:effectLst/>
                          <a:latin typeface="Arial" panose="020B0604020202020204" pitchFamily="34" charset="0"/>
                          <a:cs typeface="Arial" panose="020B0604020202020204" pitchFamily="34" charset="0"/>
                        </a:rPr>
                        <a:t>6</a:t>
                      </a:r>
                      <a:endParaRPr lang="en-US" altLang="zh-CN" sz="1600" b="0" i="0" u="none" strike="noStrike" dirty="0">
                        <a:solidFill>
                          <a:srgbClr val="000000"/>
                        </a:solidFill>
                        <a:effectLst/>
                        <a:latin typeface="Arial" panose="020B0604020202020204" pitchFamily="34" charset="0"/>
                        <a:ea typeface="微软雅黑" panose="020B0503020204020204" pitchFamily="34" charset="-122"/>
                        <a:cs typeface="Arial" panose="020B0604020202020204" pitchFamily="34" charset="0"/>
                      </a:endParaRPr>
                    </a:p>
                  </a:txBody>
                  <a:tcPr marL="7022" marR="7022" marT="7022"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fontAlgn="ctr"/>
                      <a:r>
                        <a:rPr lang="en-US" altLang="zh-CN" sz="1600" b="0" i="0" u="none" strike="noStrike" dirty="0">
                          <a:solidFill>
                            <a:srgbClr val="000000"/>
                          </a:solidFill>
                          <a:effectLst/>
                          <a:latin typeface="Arial" panose="020B0604020202020204" pitchFamily="34" charset="0"/>
                          <a:ea typeface="等线" panose="02010600030101010101" pitchFamily="2" charset="-122"/>
                        </a:rPr>
                        <a:t>5.8</a:t>
                      </a:r>
                    </a:p>
                  </a:txBody>
                  <a:tcPr marL="9525" marR="9525" marT="9525"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vMerge="1">
                  <a:txBody>
                    <a:bodyPr/>
                    <a:lstStyle/>
                    <a:p>
                      <a:endParaRPr lang="zh-CN" altLang="en-US"/>
                    </a:p>
                  </a:txBody>
                  <a:tcPr/>
                </a:tc>
                <a:tc>
                  <a:txBody>
                    <a:bodyPr/>
                    <a:lstStyle/>
                    <a:p>
                      <a:pPr algn="ctr" fontAlgn="ctr"/>
                      <a:r>
                        <a:rPr lang="en-US" altLang="zh-CN" sz="1600" b="0" i="0" u="none" strike="noStrike">
                          <a:solidFill>
                            <a:srgbClr val="000000"/>
                          </a:solidFill>
                          <a:effectLst/>
                          <a:latin typeface="微软雅黑" panose="020B0503020204020204" pitchFamily="34" charset="-122"/>
                          <a:ea typeface="微软雅黑" panose="020B0503020204020204" pitchFamily="34" charset="-122"/>
                        </a:rPr>
                        <a:t>31</a:t>
                      </a:r>
                    </a:p>
                  </a:txBody>
                  <a:tcPr marL="9525" marR="9525" marT="9525"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fontAlgn="ctr"/>
                      <a:r>
                        <a:rPr lang="en-US" altLang="zh-CN" sz="1600" b="0" i="0" u="none" strike="noStrike" dirty="0">
                          <a:solidFill>
                            <a:srgbClr val="000000"/>
                          </a:solidFill>
                          <a:effectLst/>
                          <a:latin typeface="微软雅黑" panose="020B0503020204020204" pitchFamily="34" charset="-122"/>
                          <a:ea typeface="微软雅黑" panose="020B0503020204020204" pitchFamily="34" charset="-122"/>
                        </a:rPr>
                        <a:t>11</a:t>
                      </a:r>
                    </a:p>
                  </a:txBody>
                  <a:tcPr marL="9525" marR="9525" marT="9525"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5"/>
                  </a:ext>
                </a:extLst>
              </a:tr>
              <a:tr h="180000">
                <a:tc>
                  <a:txBody>
                    <a:bodyPr/>
                    <a:lstStyle/>
                    <a:p>
                      <a:pPr algn="ctr" fontAlgn="ctr"/>
                      <a:r>
                        <a:rPr lang="en-US" altLang="zh-CN" sz="1600" u="none" strike="noStrike" dirty="0">
                          <a:effectLst/>
                          <a:latin typeface="Arial" panose="020B0604020202020204" pitchFamily="34" charset="0"/>
                          <a:cs typeface="Arial" panose="020B0604020202020204" pitchFamily="34" charset="0"/>
                        </a:rPr>
                        <a:t>7</a:t>
                      </a:r>
                      <a:endParaRPr lang="en-US" altLang="zh-CN" sz="1600" b="0" i="0" u="none" strike="noStrike" dirty="0">
                        <a:solidFill>
                          <a:srgbClr val="000000"/>
                        </a:solidFill>
                        <a:effectLst/>
                        <a:latin typeface="Arial" panose="020B0604020202020204" pitchFamily="34" charset="0"/>
                        <a:ea typeface="微软雅黑" panose="020B0503020204020204" pitchFamily="34" charset="-122"/>
                        <a:cs typeface="Arial" panose="020B0604020202020204" pitchFamily="34" charset="0"/>
                      </a:endParaRPr>
                    </a:p>
                  </a:txBody>
                  <a:tcPr marL="7022" marR="7022" marT="7022"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fontAlgn="ctr"/>
                      <a:r>
                        <a:rPr lang="en-US" altLang="zh-CN" sz="1600" b="0" i="0" u="none" strike="noStrike" dirty="0">
                          <a:solidFill>
                            <a:srgbClr val="000000"/>
                          </a:solidFill>
                          <a:effectLst/>
                          <a:latin typeface="Arial" panose="020B0604020202020204" pitchFamily="34" charset="0"/>
                          <a:ea typeface="等线" panose="02010600030101010101" pitchFamily="2" charset="-122"/>
                        </a:rPr>
                        <a:t>5.8</a:t>
                      </a:r>
                    </a:p>
                  </a:txBody>
                  <a:tcPr marL="9525" marR="9525" marT="9525"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vMerge="1">
                  <a:txBody>
                    <a:bodyPr/>
                    <a:lstStyle/>
                    <a:p>
                      <a:endParaRPr lang="zh-CN" altLang="en-US"/>
                    </a:p>
                  </a:txBody>
                  <a:tcPr/>
                </a:tc>
                <a:tc>
                  <a:txBody>
                    <a:bodyPr/>
                    <a:lstStyle/>
                    <a:p>
                      <a:pPr algn="ctr" fontAlgn="ctr"/>
                      <a:r>
                        <a:rPr lang="en-US" altLang="zh-CN" sz="1600" b="0" i="0" u="none" strike="noStrike" dirty="0">
                          <a:solidFill>
                            <a:srgbClr val="000000"/>
                          </a:solidFill>
                          <a:effectLst/>
                          <a:latin typeface="微软雅黑" panose="020B0503020204020204" pitchFamily="34" charset="-122"/>
                          <a:ea typeface="微软雅黑" panose="020B0503020204020204" pitchFamily="34" charset="-122"/>
                        </a:rPr>
                        <a:t>32</a:t>
                      </a:r>
                    </a:p>
                  </a:txBody>
                  <a:tcPr marL="9525" marR="9525" marT="9525"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fontAlgn="ctr"/>
                      <a:r>
                        <a:rPr lang="en-US" altLang="zh-CN" sz="1600" b="0" i="0" u="none" strike="noStrike" dirty="0">
                          <a:solidFill>
                            <a:srgbClr val="000000"/>
                          </a:solidFill>
                          <a:effectLst/>
                          <a:latin typeface="微软雅黑" panose="020B0503020204020204" pitchFamily="34" charset="-122"/>
                          <a:ea typeface="微软雅黑" panose="020B0503020204020204" pitchFamily="34" charset="-122"/>
                        </a:rPr>
                        <a:t>12.85</a:t>
                      </a:r>
                    </a:p>
                  </a:txBody>
                  <a:tcPr marL="9525" marR="9525" marT="9525"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6"/>
                  </a:ext>
                </a:extLst>
              </a:tr>
              <a:tr h="180000">
                <a:tc>
                  <a:txBody>
                    <a:bodyPr/>
                    <a:lstStyle/>
                    <a:p>
                      <a:pPr algn="ctr" fontAlgn="ctr"/>
                      <a:r>
                        <a:rPr lang="en-US" altLang="zh-CN" sz="1600" u="none" strike="noStrike" dirty="0">
                          <a:effectLst/>
                          <a:latin typeface="Arial" panose="020B0604020202020204" pitchFamily="34" charset="0"/>
                          <a:cs typeface="Arial" panose="020B0604020202020204" pitchFamily="34" charset="0"/>
                        </a:rPr>
                        <a:t>8</a:t>
                      </a:r>
                      <a:endParaRPr lang="en-US" altLang="zh-CN" sz="1600" b="0" i="0" u="none" strike="noStrike" dirty="0">
                        <a:solidFill>
                          <a:srgbClr val="000000"/>
                        </a:solidFill>
                        <a:effectLst/>
                        <a:latin typeface="Arial" panose="020B0604020202020204" pitchFamily="34" charset="0"/>
                        <a:ea typeface="微软雅黑" panose="020B0503020204020204" pitchFamily="34" charset="-122"/>
                        <a:cs typeface="Arial" panose="020B0604020202020204" pitchFamily="34" charset="0"/>
                      </a:endParaRPr>
                    </a:p>
                  </a:txBody>
                  <a:tcPr marL="7022" marR="7022" marT="7022"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fontAlgn="ctr"/>
                      <a:r>
                        <a:rPr lang="en-US" altLang="zh-CN" sz="1600" b="0" i="0" u="none" strike="noStrike" dirty="0">
                          <a:solidFill>
                            <a:srgbClr val="000000"/>
                          </a:solidFill>
                          <a:effectLst/>
                          <a:latin typeface="Arial" panose="020B0604020202020204" pitchFamily="34" charset="0"/>
                          <a:ea typeface="等线" panose="02010600030101010101" pitchFamily="2" charset="-122"/>
                        </a:rPr>
                        <a:t>4.55</a:t>
                      </a:r>
                    </a:p>
                  </a:txBody>
                  <a:tcPr marL="9525" marR="9525" marT="9525"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vMerge="1">
                  <a:txBody>
                    <a:bodyPr/>
                    <a:lstStyle/>
                    <a:p>
                      <a:endParaRPr lang="zh-CN" altLang="en-US"/>
                    </a:p>
                  </a:txBody>
                  <a:tcPr/>
                </a:tc>
                <a:tc>
                  <a:txBody>
                    <a:bodyPr/>
                    <a:lstStyle/>
                    <a:p>
                      <a:pPr algn="ctr" fontAlgn="ctr"/>
                      <a:r>
                        <a:rPr lang="en-US" altLang="zh-CN" sz="1600" b="0" i="0" u="none" strike="noStrike">
                          <a:solidFill>
                            <a:srgbClr val="000000"/>
                          </a:solidFill>
                          <a:effectLst/>
                          <a:latin typeface="微软雅黑" panose="020B0503020204020204" pitchFamily="34" charset="-122"/>
                          <a:ea typeface="微软雅黑" panose="020B0503020204020204" pitchFamily="34" charset="-122"/>
                        </a:rPr>
                        <a:t>33</a:t>
                      </a:r>
                    </a:p>
                  </a:txBody>
                  <a:tcPr marL="9525" marR="9525" marT="9525"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fontAlgn="ctr"/>
                      <a:r>
                        <a:rPr lang="en-US" altLang="zh-CN" sz="1600" b="0" i="0" u="none" strike="noStrike" dirty="0">
                          <a:solidFill>
                            <a:srgbClr val="000000"/>
                          </a:solidFill>
                          <a:effectLst/>
                          <a:latin typeface="微软雅黑" panose="020B0503020204020204" pitchFamily="34" charset="-122"/>
                          <a:ea typeface="微软雅黑" panose="020B0503020204020204" pitchFamily="34" charset="-122"/>
                        </a:rPr>
                        <a:t>5.5</a:t>
                      </a:r>
                    </a:p>
                  </a:txBody>
                  <a:tcPr marL="9525" marR="9525" marT="9525"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7"/>
                  </a:ext>
                </a:extLst>
              </a:tr>
              <a:tr h="180000">
                <a:tc>
                  <a:txBody>
                    <a:bodyPr/>
                    <a:lstStyle/>
                    <a:p>
                      <a:pPr algn="ctr" fontAlgn="ctr"/>
                      <a:r>
                        <a:rPr lang="en-US" altLang="zh-CN" sz="1600" u="none" strike="noStrike" dirty="0">
                          <a:effectLst/>
                          <a:latin typeface="Arial" panose="020B0604020202020204" pitchFamily="34" charset="0"/>
                          <a:cs typeface="Arial" panose="020B0604020202020204" pitchFamily="34" charset="0"/>
                        </a:rPr>
                        <a:t>9</a:t>
                      </a:r>
                      <a:endParaRPr lang="en-US" altLang="zh-CN" sz="1600" b="0" i="0" u="none" strike="noStrike" dirty="0">
                        <a:solidFill>
                          <a:srgbClr val="000000"/>
                        </a:solidFill>
                        <a:effectLst/>
                        <a:latin typeface="Arial" panose="020B0604020202020204" pitchFamily="34" charset="0"/>
                        <a:ea typeface="微软雅黑" panose="020B0503020204020204" pitchFamily="34" charset="-122"/>
                        <a:cs typeface="Arial" panose="020B0604020202020204" pitchFamily="34" charset="0"/>
                      </a:endParaRPr>
                    </a:p>
                  </a:txBody>
                  <a:tcPr marL="7022" marR="7022" marT="7022"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fontAlgn="ctr"/>
                      <a:r>
                        <a:rPr lang="en-US" altLang="zh-CN" sz="1600" b="0" i="0" u="none" strike="noStrike" dirty="0">
                          <a:solidFill>
                            <a:srgbClr val="000000"/>
                          </a:solidFill>
                          <a:effectLst/>
                          <a:latin typeface="Arial" panose="020B0604020202020204" pitchFamily="34" charset="0"/>
                          <a:ea typeface="等线" panose="02010600030101010101" pitchFamily="2" charset="-122"/>
                        </a:rPr>
                        <a:t>4.55</a:t>
                      </a:r>
                    </a:p>
                  </a:txBody>
                  <a:tcPr marL="9525" marR="9525" marT="9525"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vMerge="1">
                  <a:txBody>
                    <a:bodyPr/>
                    <a:lstStyle/>
                    <a:p>
                      <a:endParaRPr lang="zh-CN" altLang="en-US"/>
                    </a:p>
                  </a:txBody>
                  <a:tcPr/>
                </a:tc>
                <a:tc>
                  <a:txBody>
                    <a:bodyPr/>
                    <a:lstStyle/>
                    <a:p>
                      <a:pPr algn="ctr" fontAlgn="ctr"/>
                      <a:r>
                        <a:rPr lang="en-US" altLang="zh-CN" sz="1600" b="0" i="0" u="none" strike="noStrike" dirty="0">
                          <a:solidFill>
                            <a:srgbClr val="000000"/>
                          </a:solidFill>
                          <a:effectLst/>
                          <a:latin typeface="微软雅黑" panose="020B0503020204020204" pitchFamily="34" charset="-122"/>
                          <a:ea typeface="微软雅黑" panose="020B0503020204020204" pitchFamily="34" charset="-122"/>
                        </a:rPr>
                        <a:t>34</a:t>
                      </a:r>
                    </a:p>
                  </a:txBody>
                  <a:tcPr marL="9525" marR="9525" marT="9525"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fontAlgn="ctr"/>
                      <a:r>
                        <a:rPr lang="en-US" altLang="zh-CN" sz="1600" b="0" i="0" u="none" strike="noStrike" dirty="0">
                          <a:solidFill>
                            <a:srgbClr val="000000"/>
                          </a:solidFill>
                          <a:effectLst/>
                          <a:latin typeface="微软雅黑" panose="020B0503020204020204" pitchFamily="34" charset="-122"/>
                          <a:ea typeface="微软雅黑" panose="020B0503020204020204" pitchFamily="34" charset="-122"/>
                        </a:rPr>
                        <a:t>10.15</a:t>
                      </a:r>
                    </a:p>
                  </a:txBody>
                  <a:tcPr marL="9525" marR="9525" marT="9525"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8"/>
                  </a:ext>
                </a:extLst>
              </a:tr>
              <a:tr h="180000">
                <a:tc>
                  <a:txBody>
                    <a:bodyPr/>
                    <a:lstStyle/>
                    <a:p>
                      <a:pPr algn="ctr" fontAlgn="ctr"/>
                      <a:r>
                        <a:rPr lang="en-US" altLang="zh-CN" sz="1600" u="none" strike="noStrike" dirty="0">
                          <a:effectLst/>
                          <a:latin typeface="Arial" panose="020B0604020202020204" pitchFamily="34" charset="0"/>
                          <a:cs typeface="Arial" panose="020B0604020202020204" pitchFamily="34" charset="0"/>
                        </a:rPr>
                        <a:t>10</a:t>
                      </a:r>
                      <a:endParaRPr lang="en-US" altLang="zh-CN" sz="1600" b="0" i="0" u="none" strike="noStrike" dirty="0">
                        <a:solidFill>
                          <a:srgbClr val="000000"/>
                        </a:solidFill>
                        <a:effectLst/>
                        <a:latin typeface="Arial" panose="020B0604020202020204" pitchFamily="34" charset="0"/>
                        <a:ea typeface="微软雅黑" panose="020B0503020204020204" pitchFamily="34" charset="-122"/>
                        <a:cs typeface="Arial" panose="020B0604020202020204" pitchFamily="34" charset="0"/>
                      </a:endParaRPr>
                    </a:p>
                  </a:txBody>
                  <a:tcPr marL="7022" marR="7022" marT="7022"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fontAlgn="ctr"/>
                      <a:r>
                        <a:rPr lang="en-US" altLang="zh-CN" sz="1600" b="0" i="0" u="none" strike="noStrike" dirty="0">
                          <a:solidFill>
                            <a:srgbClr val="000000"/>
                          </a:solidFill>
                          <a:effectLst/>
                          <a:latin typeface="Arial" panose="020B0604020202020204" pitchFamily="34" charset="0"/>
                          <a:ea typeface="等线" panose="02010600030101010101" pitchFamily="2" charset="-122"/>
                        </a:rPr>
                        <a:t>8.85</a:t>
                      </a:r>
                    </a:p>
                  </a:txBody>
                  <a:tcPr marL="9525" marR="9525" marT="9525"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vMerge="1">
                  <a:txBody>
                    <a:bodyPr/>
                    <a:lstStyle/>
                    <a:p>
                      <a:endParaRPr lang="zh-CN" altLang="en-US"/>
                    </a:p>
                  </a:txBody>
                  <a:tcPr/>
                </a:tc>
                <a:tc>
                  <a:txBody>
                    <a:bodyPr/>
                    <a:lstStyle/>
                    <a:p>
                      <a:pPr algn="ctr" fontAlgn="ctr"/>
                      <a:r>
                        <a:rPr lang="en-US" altLang="zh-CN" sz="1600" b="0" i="0" u="none" strike="noStrike" dirty="0">
                          <a:solidFill>
                            <a:srgbClr val="000000"/>
                          </a:solidFill>
                          <a:effectLst/>
                          <a:latin typeface="微软雅黑" panose="020B0503020204020204" pitchFamily="34" charset="-122"/>
                          <a:ea typeface="微软雅黑" panose="020B0503020204020204" pitchFamily="34" charset="-122"/>
                        </a:rPr>
                        <a:t>35</a:t>
                      </a:r>
                    </a:p>
                  </a:txBody>
                  <a:tcPr marL="9525" marR="9525" marT="9525"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fontAlgn="ctr"/>
                      <a:r>
                        <a:rPr lang="en-US" altLang="zh-CN" sz="1600" b="0" i="0" u="none" strike="noStrike" dirty="0">
                          <a:solidFill>
                            <a:srgbClr val="000000"/>
                          </a:solidFill>
                          <a:effectLst/>
                          <a:latin typeface="微软雅黑" panose="020B0503020204020204" pitchFamily="34" charset="-122"/>
                          <a:ea typeface="微软雅黑" panose="020B0503020204020204" pitchFamily="34" charset="-122"/>
                        </a:rPr>
                        <a:t>18.28</a:t>
                      </a:r>
                    </a:p>
                  </a:txBody>
                  <a:tcPr marL="9525" marR="9525" marT="9525"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9"/>
                  </a:ext>
                </a:extLst>
              </a:tr>
              <a:tr h="180000">
                <a:tc>
                  <a:txBody>
                    <a:bodyPr/>
                    <a:lstStyle/>
                    <a:p>
                      <a:pPr algn="ctr" fontAlgn="ctr"/>
                      <a:r>
                        <a:rPr lang="en-US" altLang="zh-CN" sz="1600" u="none" strike="noStrike" dirty="0">
                          <a:effectLst/>
                          <a:latin typeface="Arial" panose="020B0604020202020204" pitchFamily="34" charset="0"/>
                          <a:cs typeface="Arial" panose="020B0604020202020204" pitchFamily="34" charset="0"/>
                        </a:rPr>
                        <a:t>11</a:t>
                      </a:r>
                      <a:endParaRPr lang="en-US" altLang="zh-CN" sz="1600" b="0" i="0" u="none" strike="noStrike" dirty="0">
                        <a:solidFill>
                          <a:srgbClr val="000000"/>
                        </a:solidFill>
                        <a:effectLst/>
                        <a:latin typeface="Arial" panose="020B0604020202020204" pitchFamily="34" charset="0"/>
                        <a:ea typeface="微软雅黑" panose="020B0503020204020204" pitchFamily="34" charset="-122"/>
                        <a:cs typeface="Arial" panose="020B0604020202020204" pitchFamily="34" charset="0"/>
                      </a:endParaRPr>
                    </a:p>
                  </a:txBody>
                  <a:tcPr marL="7022" marR="7022" marT="7022"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fontAlgn="ctr"/>
                      <a:r>
                        <a:rPr lang="en-US" altLang="zh-CN" sz="1600" b="0" i="0" u="none" strike="noStrike" dirty="0">
                          <a:solidFill>
                            <a:srgbClr val="000000"/>
                          </a:solidFill>
                          <a:effectLst/>
                          <a:latin typeface="Arial" panose="020B0604020202020204" pitchFamily="34" charset="0"/>
                          <a:ea typeface="等线" panose="02010600030101010101" pitchFamily="2" charset="-122"/>
                        </a:rPr>
                        <a:t>20.28</a:t>
                      </a:r>
                    </a:p>
                  </a:txBody>
                  <a:tcPr marL="9525" marR="9525" marT="9525"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vMerge="1">
                  <a:txBody>
                    <a:bodyPr/>
                    <a:lstStyle/>
                    <a:p>
                      <a:endParaRPr lang="zh-CN" altLang="en-US"/>
                    </a:p>
                  </a:txBody>
                  <a:tcPr/>
                </a:tc>
                <a:tc>
                  <a:txBody>
                    <a:bodyPr/>
                    <a:lstStyle/>
                    <a:p>
                      <a:pPr algn="ctr" fontAlgn="ctr"/>
                      <a:r>
                        <a:rPr lang="en-US" altLang="zh-CN" sz="1600" b="0" i="0" u="none" strike="noStrike" dirty="0">
                          <a:solidFill>
                            <a:srgbClr val="000000"/>
                          </a:solidFill>
                          <a:effectLst/>
                          <a:latin typeface="微软雅黑" panose="020B0503020204020204" pitchFamily="34" charset="-122"/>
                          <a:ea typeface="微软雅黑" panose="020B0503020204020204" pitchFamily="34" charset="-122"/>
                        </a:rPr>
                        <a:t>38</a:t>
                      </a:r>
                    </a:p>
                  </a:txBody>
                  <a:tcPr marL="9525" marR="9525" marT="9525"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fontAlgn="ctr"/>
                      <a:r>
                        <a:rPr lang="en-US" altLang="zh-CN" sz="1600" b="0" i="0" u="none" strike="noStrike">
                          <a:solidFill>
                            <a:srgbClr val="000000"/>
                          </a:solidFill>
                          <a:effectLst/>
                          <a:latin typeface="微软雅黑" panose="020B0503020204020204" pitchFamily="34" charset="-122"/>
                          <a:ea typeface="微软雅黑" panose="020B0503020204020204" pitchFamily="34" charset="-122"/>
                        </a:rPr>
                        <a:t>3.5</a:t>
                      </a:r>
                    </a:p>
                  </a:txBody>
                  <a:tcPr marL="9525" marR="9525" marT="9525"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20"/>
                  </a:ext>
                </a:extLst>
              </a:tr>
              <a:tr h="180000">
                <a:tc>
                  <a:txBody>
                    <a:bodyPr/>
                    <a:lstStyle/>
                    <a:p>
                      <a:pPr algn="ctr" fontAlgn="ctr"/>
                      <a:r>
                        <a:rPr lang="en-US" altLang="zh-CN" sz="1600" u="none" strike="noStrike" dirty="0">
                          <a:effectLst/>
                          <a:latin typeface="Arial" panose="020B0604020202020204" pitchFamily="34" charset="0"/>
                          <a:cs typeface="Arial" panose="020B0604020202020204" pitchFamily="34" charset="0"/>
                        </a:rPr>
                        <a:t>13</a:t>
                      </a:r>
                      <a:endParaRPr lang="en-US" altLang="zh-CN" sz="1600" b="0" i="0" u="none" strike="noStrike" dirty="0">
                        <a:solidFill>
                          <a:srgbClr val="000000"/>
                        </a:solidFill>
                        <a:effectLst/>
                        <a:latin typeface="Arial" panose="020B0604020202020204" pitchFamily="34" charset="0"/>
                        <a:ea typeface="微软雅黑" panose="020B0503020204020204" pitchFamily="34" charset="-122"/>
                        <a:cs typeface="Arial" panose="020B0604020202020204" pitchFamily="34" charset="0"/>
                      </a:endParaRPr>
                    </a:p>
                  </a:txBody>
                  <a:tcPr marL="7022" marR="7022" marT="7022"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fontAlgn="ctr"/>
                      <a:r>
                        <a:rPr lang="en-US" altLang="zh-CN" sz="1600" b="0" i="0" u="none" strike="noStrike" dirty="0">
                          <a:solidFill>
                            <a:srgbClr val="000000"/>
                          </a:solidFill>
                          <a:effectLst/>
                          <a:latin typeface="Arial" panose="020B0604020202020204" pitchFamily="34" charset="0"/>
                          <a:ea typeface="等线" panose="02010600030101010101" pitchFamily="2" charset="-122"/>
                        </a:rPr>
                        <a:t>8.85</a:t>
                      </a:r>
                    </a:p>
                  </a:txBody>
                  <a:tcPr marL="9525" marR="9525" marT="9525"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vMerge="1">
                  <a:txBody>
                    <a:bodyPr/>
                    <a:lstStyle/>
                    <a:p>
                      <a:pPr marL="0" marR="0" indent="0" algn="ctr" defTabSz="821530" eaLnBrk="1" fontAlgn="ctr" latinLnBrk="0" hangingPunct="1">
                        <a:lnSpc>
                          <a:spcPct val="100000"/>
                        </a:lnSpc>
                        <a:spcBef>
                          <a:spcPts val="0"/>
                        </a:spcBef>
                        <a:spcAft>
                          <a:spcPts val="0"/>
                        </a:spcAft>
                        <a:buClrTx/>
                        <a:buSzTx/>
                        <a:buFontTx/>
                        <a:buNone/>
                        <a:tabLst/>
                        <a:defRPr/>
                      </a:pPr>
                      <a:endParaRPr lang="en-US" altLang="zh-CN" sz="2000" b="0" i="0" u="none" strike="noStrike" cap="none" spc="0" baseline="0" dirty="0">
                        <a:ln>
                          <a:noFill/>
                        </a:ln>
                        <a:solidFill>
                          <a:schemeClr val="tx1"/>
                        </a:solidFill>
                        <a:effectLst/>
                        <a:uFillTx/>
                        <a:latin typeface="Arial" panose="020B0604020202020204" pitchFamily="34" charset="0"/>
                        <a:ea typeface="Arial Unicode MS" panose="020B0604020202020204" pitchFamily="34" charset="-122"/>
                        <a:cs typeface="Arial" panose="020B0604020202020204" pitchFamily="34" charset="0"/>
                        <a:sym typeface="Helvetica Neue Light"/>
                      </a:endParaRPr>
                    </a:p>
                  </a:txBody>
                  <a:tcPr marL="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fontAlgn="ctr"/>
                      <a:r>
                        <a:rPr lang="en-US" altLang="zh-CN" sz="1600" b="0" i="0" u="none" strike="noStrike" dirty="0">
                          <a:solidFill>
                            <a:srgbClr val="000000"/>
                          </a:solidFill>
                          <a:effectLst/>
                          <a:latin typeface="微软雅黑" panose="020B0503020204020204" pitchFamily="34" charset="-122"/>
                          <a:ea typeface="微软雅黑" panose="020B0503020204020204" pitchFamily="34" charset="-122"/>
                        </a:rPr>
                        <a:t>39</a:t>
                      </a:r>
                    </a:p>
                  </a:txBody>
                  <a:tcPr marL="9525" marR="9525" marT="9525"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fontAlgn="ctr"/>
                      <a:r>
                        <a:rPr lang="en-US" altLang="zh-CN" sz="1600" b="0" i="0" u="none" strike="noStrike">
                          <a:solidFill>
                            <a:srgbClr val="000000"/>
                          </a:solidFill>
                          <a:effectLst/>
                          <a:latin typeface="微软雅黑" panose="020B0503020204020204" pitchFamily="34" charset="-122"/>
                          <a:ea typeface="微软雅黑" panose="020B0503020204020204" pitchFamily="34" charset="-122"/>
                        </a:rPr>
                        <a:t>3.5</a:t>
                      </a:r>
                    </a:p>
                  </a:txBody>
                  <a:tcPr marL="9525" marR="9525" marT="9525"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21"/>
                  </a:ext>
                </a:extLst>
              </a:tr>
              <a:tr h="180000">
                <a:tc>
                  <a:txBody>
                    <a:bodyPr/>
                    <a:lstStyle/>
                    <a:p>
                      <a:pPr algn="ctr" fontAlgn="ctr"/>
                      <a:r>
                        <a:rPr lang="en-US" altLang="zh-CN" sz="1600" u="none" strike="noStrike" dirty="0">
                          <a:effectLst/>
                          <a:latin typeface="Arial" panose="020B0604020202020204" pitchFamily="34" charset="0"/>
                          <a:cs typeface="Arial" panose="020B0604020202020204" pitchFamily="34" charset="0"/>
                        </a:rPr>
                        <a:t>14</a:t>
                      </a:r>
                      <a:endParaRPr lang="en-US" altLang="zh-CN" sz="1600" b="0" i="0" u="none" strike="noStrike" dirty="0">
                        <a:solidFill>
                          <a:srgbClr val="000000"/>
                        </a:solidFill>
                        <a:effectLst/>
                        <a:latin typeface="Arial" panose="020B0604020202020204" pitchFamily="34" charset="0"/>
                        <a:ea typeface="微软雅黑" panose="020B0503020204020204" pitchFamily="34" charset="-122"/>
                        <a:cs typeface="Arial" panose="020B0604020202020204" pitchFamily="34" charset="0"/>
                      </a:endParaRPr>
                    </a:p>
                  </a:txBody>
                  <a:tcPr marL="7022" marR="7022" marT="7022"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fontAlgn="ctr"/>
                      <a:r>
                        <a:rPr lang="en-US" altLang="zh-CN" sz="1600" b="0" i="0" u="none" strike="noStrike" dirty="0">
                          <a:solidFill>
                            <a:srgbClr val="000000"/>
                          </a:solidFill>
                          <a:effectLst/>
                          <a:latin typeface="Arial" panose="020B0604020202020204" pitchFamily="34" charset="0"/>
                          <a:ea typeface="等线" panose="02010600030101010101" pitchFamily="2" charset="-122"/>
                        </a:rPr>
                        <a:t>8.85</a:t>
                      </a:r>
                    </a:p>
                  </a:txBody>
                  <a:tcPr marL="9525" marR="9525" marT="9525"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vMerge="1">
                  <a:txBody>
                    <a:bodyPr/>
                    <a:lstStyle/>
                    <a:p>
                      <a:pPr marL="0" marR="0" indent="0" algn="ctr" defTabSz="821530" eaLnBrk="1" fontAlgn="ctr" latinLnBrk="0" hangingPunct="1">
                        <a:lnSpc>
                          <a:spcPct val="100000"/>
                        </a:lnSpc>
                        <a:spcBef>
                          <a:spcPts val="0"/>
                        </a:spcBef>
                        <a:spcAft>
                          <a:spcPts val="0"/>
                        </a:spcAft>
                        <a:buClrTx/>
                        <a:buSzTx/>
                        <a:buFontTx/>
                        <a:buNone/>
                        <a:tabLst/>
                        <a:defRPr/>
                      </a:pPr>
                      <a:endParaRPr lang="en-US" altLang="zh-CN" sz="2000" b="0" i="0" u="none" strike="noStrike" cap="none" spc="0" baseline="0" dirty="0">
                        <a:ln>
                          <a:noFill/>
                        </a:ln>
                        <a:solidFill>
                          <a:schemeClr val="tx1"/>
                        </a:solidFill>
                        <a:effectLst/>
                        <a:uFillTx/>
                        <a:latin typeface="Arial" panose="020B0604020202020204" pitchFamily="34" charset="0"/>
                        <a:ea typeface="Arial Unicode MS" panose="020B0604020202020204" pitchFamily="34" charset="-122"/>
                        <a:cs typeface="Arial" panose="020B0604020202020204" pitchFamily="34" charset="0"/>
                        <a:sym typeface="Helvetica Neue Light"/>
                      </a:endParaRPr>
                    </a:p>
                  </a:txBody>
                  <a:tcPr marL="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fontAlgn="ctr"/>
                      <a:r>
                        <a:rPr lang="en-US" altLang="zh-CN" sz="1600" b="0" i="0" u="none" strike="noStrike" dirty="0">
                          <a:solidFill>
                            <a:srgbClr val="000000"/>
                          </a:solidFill>
                          <a:effectLst/>
                          <a:latin typeface="微软雅黑" panose="020B0503020204020204" pitchFamily="34" charset="-122"/>
                          <a:ea typeface="微软雅黑" panose="020B0503020204020204" pitchFamily="34" charset="-122"/>
                        </a:rPr>
                        <a:t>40</a:t>
                      </a:r>
                    </a:p>
                  </a:txBody>
                  <a:tcPr marL="9525" marR="9525" marT="9525"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fontAlgn="ctr"/>
                      <a:r>
                        <a:rPr lang="en-US" altLang="zh-CN" sz="1600" b="0" i="0" u="none" strike="noStrike" dirty="0">
                          <a:solidFill>
                            <a:srgbClr val="000000"/>
                          </a:solidFill>
                          <a:effectLst/>
                          <a:latin typeface="微软雅黑" panose="020B0503020204020204" pitchFamily="34" charset="-122"/>
                          <a:ea typeface="微软雅黑" panose="020B0503020204020204" pitchFamily="34" charset="-122"/>
                        </a:rPr>
                        <a:t>3.5</a:t>
                      </a:r>
                    </a:p>
                  </a:txBody>
                  <a:tcPr marL="9525" marR="9525" marT="9525"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22"/>
                  </a:ext>
                </a:extLst>
              </a:tr>
              <a:tr h="180000">
                <a:tc>
                  <a:txBody>
                    <a:bodyPr/>
                    <a:lstStyle/>
                    <a:p>
                      <a:pPr algn="ctr" fontAlgn="ctr"/>
                      <a:r>
                        <a:rPr lang="en-US" altLang="zh-CN" sz="1600" u="none" strike="noStrike" dirty="0">
                          <a:effectLst/>
                          <a:latin typeface="Arial" panose="020B0604020202020204" pitchFamily="34" charset="0"/>
                          <a:cs typeface="Arial" panose="020B0604020202020204" pitchFamily="34" charset="0"/>
                        </a:rPr>
                        <a:t>15</a:t>
                      </a:r>
                      <a:endParaRPr lang="en-US" altLang="zh-CN" sz="1600" b="0" i="0" u="none" strike="noStrike" dirty="0">
                        <a:solidFill>
                          <a:srgbClr val="000000"/>
                        </a:solidFill>
                        <a:effectLst/>
                        <a:latin typeface="Arial" panose="020B0604020202020204" pitchFamily="34" charset="0"/>
                        <a:ea typeface="微软雅黑" panose="020B0503020204020204" pitchFamily="34" charset="-122"/>
                        <a:cs typeface="Arial" panose="020B0604020202020204" pitchFamily="34" charset="0"/>
                      </a:endParaRPr>
                    </a:p>
                  </a:txBody>
                  <a:tcPr marL="7022" marR="7022" marT="7022"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fontAlgn="ctr"/>
                      <a:r>
                        <a:rPr lang="en-US" altLang="zh-CN" sz="1600" b="0" i="0" u="none" strike="noStrike" dirty="0">
                          <a:solidFill>
                            <a:srgbClr val="000000"/>
                          </a:solidFill>
                          <a:effectLst/>
                          <a:latin typeface="Arial" panose="020B0604020202020204" pitchFamily="34" charset="0"/>
                          <a:ea typeface="等线" panose="02010600030101010101" pitchFamily="2" charset="-122"/>
                        </a:rPr>
                        <a:t>10.05</a:t>
                      </a:r>
                    </a:p>
                  </a:txBody>
                  <a:tcPr marL="9525" marR="9525" marT="9525"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vMerge="1">
                  <a:txBody>
                    <a:bodyPr/>
                    <a:lstStyle/>
                    <a:p>
                      <a:pPr marL="0" marR="0" indent="0" algn="ctr" defTabSz="821530" eaLnBrk="1" fontAlgn="ctr" latinLnBrk="0" hangingPunct="1">
                        <a:lnSpc>
                          <a:spcPct val="100000"/>
                        </a:lnSpc>
                        <a:spcBef>
                          <a:spcPts val="0"/>
                        </a:spcBef>
                        <a:spcAft>
                          <a:spcPts val="0"/>
                        </a:spcAft>
                        <a:buClrTx/>
                        <a:buSzTx/>
                        <a:buFontTx/>
                        <a:buNone/>
                        <a:tabLst/>
                        <a:defRPr/>
                      </a:pPr>
                      <a:endParaRPr lang="en-US" altLang="zh-CN" sz="2000" b="0" i="0" u="none" strike="noStrike" cap="none" spc="0" baseline="0" dirty="0">
                        <a:ln>
                          <a:noFill/>
                        </a:ln>
                        <a:solidFill>
                          <a:schemeClr val="tx1"/>
                        </a:solidFill>
                        <a:effectLst/>
                        <a:uFillTx/>
                        <a:latin typeface="Arial" panose="020B0604020202020204" pitchFamily="34" charset="0"/>
                        <a:ea typeface="Arial Unicode MS" panose="020B0604020202020204" pitchFamily="34" charset="-122"/>
                        <a:cs typeface="Arial" panose="020B0604020202020204" pitchFamily="34" charset="0"/>
                        <a:sym typeface="Helvetica Neue Light"/>
                      </a:endParaRPr>
                    </a:p>
                  </a:txBody>
                  <a:tcPr marL="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fontAlgn="ctr"/>
                      <a:r>
                        <a:rPr lang="en-US" altLang="zh-CN" sz="1600" b="0" i="0" u="none" strike="noStrike" dirty="0">
                          <a:solidFill>
                            <a:srgbClr val="000000"/>
                          </a:solidFill>
                          <a:effectLst/>
                          <a:latin typeface="微软雅黑" panose="020B0503020204020204" pitchFamily="34" charset="-122"/>
                          <a:ea typeface="微软雅黑" panose="020B0503020204020204" pitchFamily="34" charset="-122"/>
                        </a:rPr>
                        <a:t>41</a:t>
                      </a:r>
                    </a:p>
                  </a:txBody>
                  <a:tcPr marL="9525" marR="9525" marT="9525"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fontAlgn="ctr"/>
                      <a:r>
                        <a:rPr lang="en-US" altLang="zh-CN" sz="1600" b="0" i="0" u="none" strike="noStrike" dirty="0">
                          <a:solidFill>
                            <a:srgbClr val="000000"/>
                          </a:solidFill>
                          <a:effectLst/>
                          <a:latin typeface="微软雅黑" panose="020B0503020204020204" pitchFamily="34" charset="-122"/>
                          <a:ea typeface="微软雅黑" panose="020B0503020204020204" pitchFamily="34" charset="-122"/>
                        </a:rPr>
                        <a:t>3.5</a:t>
                      </a:r>
                    </a:p>
                  </a:txBody>
                  <a:tcPr marL="9525" marR="9525" marT="9525"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23"/>
                  </a:ext>
                </a:extLst>
              </a:tr>
              <a:tr h="180000">
                <a:tc>
                  <a:txBody>
                    <a:bodyPr/>
                    <a:lstStyle/>
                    <a:p>
                      <a:pPr algn="ctr" fontAlgn="ctr"/>
                      <a:r>
                        <a:rPr lang="en-US" altLang="zh-CN" sz="1600" u="none" strike="noStrike" dirty="0">
                          <a:effectLst/>
                          <a:latin typeface="Arial" panose="020B0604020202020204" pitchFamily="34" charset="0"/>
                          <a:cs typeface="Arial" panose="020B0604020202020204" pitchFamily="34" charset="0"/>
                        </a:rPr>
                        <a:t>16</a:t>
                      </a:r>
                      <a:endParaRPr lang="en-US" altLang="zh-CN" sz="1600" b="0" i="0" u="none" strike="noStrike" dirty="0">
                        <a:solidFill>
                          <a:srgbClr val="000000"/>
                        </a:solidFill>
                        <a:effectLst/>
                        <a:latin typeface="Arial" panose="020B0604020202020204" pitchFamily="34" charset="0"/>
                        <a:ea typeface="微软雅黑" panose="020B0503020204020204" pitchFamily="34" charset="-122"/>
                        <a:cs typeface="Arial" panose="020B0604020202020204" pitchFamily="34" charset="0"/>
                      </a:endParaRPr>
                    </a:p>
                  </a:txBody>
                  <a:tcPr marL="7022" marR="7022" marT="7022"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fontAlgn="ctr"/>
                      <a:r>
                        <a:rPr lang="en-US" altLang="zh-CN" sz="1600" b="0" i="0" u="none" strike="noStrike" dirty="0">
                          <a:solidFill>
                            <a:srgbClr val="000000"/>
                          </a:solidFill>
                          <a:effectLst/>
                          <a:latin typeface="Arial" panose="020B0604020202020204" pitchFamily="34" charset="0"/>
                          <a:ea typeface="等线" panose="02010600030101010101" pitchFamily="2" charset="-122"/>
                        </a:rPr>
                        <a:t>10</a:t>
                      </a:r>
                    </a:p>
                  </a:txBody>
                  <a:tcPr marL="9525" marR="9525" marT="9525"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vMerge="1">
                  <a:txBody>
                    <a:bodyPr/>
                    <a:lstStyle/>
                    <a:p>
                      <a:pPr marL="0" marR="0" indent="0" algn="ctr" defTabSz="821530" eaLnBrk="1" fontAlgn="ctr" latinLnBrk="0" hangingPunct="1">
                        <a:lnSpc>
                          <a:spcPct val="100000"/>
                        </a:lnSpc>
                        <a:spcBef>
                          <a:spcPts val="0"/>
                        </a:spcBef>
                        <a:spcAft>
                          <a:spcPts val="0"/>
                        </a:spcAft>
                        <a:buClrTx/>
                        <a:buSzTx/>
                        <a:buFontTx/>
                        <a:buNone/>
                        <a:tabLst/>
                        <a:defRPr/>
                      </a:pPr>
                      <a:endParaRPr lang="en-US" altLang="zh-CN" sz="2000" b="0" i="0" u="none" strike="noStrike" cap="none" spc="0" baseline="0" dirty="0">
                        <a:ln>
                          <a:noFill/>
                        </a:ln>
                        <a:solidFill>
                          <a:schemeClr val="tx1"/>
                        </a:solidFill>
                        <a:effectLst/>
                        <a:uFillTx/>
                        <a:latin typeface="Arial" panose="020B0604020202020204" pitchFamily="34" charset="0"/>
                        <a:ea typeface="Arial Unicode MS" panose="020B0604020202020204" pitchFamily="34" charset="-122"/>
                        <a:cs typeface="Arial" panose="020B0604020202020204" pitchFamily="34" charset="0"/>
                        <a:sym typeface="Helvetica Neue Light"/>
                      </a:endParaRPr>
                    </a:p>
                  </a:txBody>
                  <a:tcPr marL="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fontAlgn="ctr"/>
                      <a:r>
                        <a:rPr lang="en-US" altLang="zh-CN" sz="1600" b="0" i="0" u="none" strike="noStrike" dirty="0">
                          <a:solidFill>
                            <a:srgbClr val="000000"/>
                          </a:solidFill>
                          <a:effectLst/>
                          <a:latin typeface="微软雅黑" panose="020B0503020204020204" pitchFamily="34" charset="-122"/>
                          <a:ea typeface="微软雅黑" panose="020B0503020204020204" pitchFamily="34" charset="-122"/>
                        </a:rPr>
                        <a:t>42</a:t>
                      </a:r>
                    </a:p>
                  </a:txBody>
                  <a:tcPr marL="9525" marR="9525" marT="9525"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fontAlgn="ctr"/>
                      <a:r>
                        <a:rPr lang="en-US" altLang="zh-CN" sz="1600" b="0" i="0" u="none" strike="noStrike" dirty="0">
                          <a:solidFill>
                            <a:srgbClr val="000000"/>
                          </a:solidFill>
                          <a:effectLst/>
                          <a:latin typeface="微软雅黑" panose="020B0503020204020204" pitchFamily="34" charset="-122"/>
                          <a:ea typeface="微软雅黑" panose="020B0503020204020204" pitchFamily="34" charset="-122"/>
                        </a:rPr>
                        <a:t>3.5</a:t>
                      </a:r>
                    </a:p>
                  </a:txBody>
                  <a:tcPr marL="9525" marR="9525" marT="9525"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24"/>
                  </a:ext>
                </a:extLst>
              </a:tr>
              <a:tr h="180000">
                <a:tc>
                  <a:txBody>
                    <a:bodyPr/>
                    <a:lstStyle/>
                    <a:p>
                      <a:pPr algn="ctr" fontAlgn="ctr"/>
                      <a:r>
                        <a:rPr lang="en-US" altLang="zh-CN" sz="1600" u="none" strike="noStrike" dirty="0">
                          <a:effectLst/>
                          <a:latin typeface="Arial" panose="020B0604020202020204" pitchFamily="34" charset="0"/>
                          <a:cs typeface="Arial" panose="020B0604020202020204" pitchFamily="34" charset="0"/>
                        </a:rPr>
                        <a:t>17</a:t>
                      </a:r>
                      <a:endParaRPr lang="en-US" altLang="zh-CN" sz="1600" b="0" i="0" u="none" strike="noStrike" dirty="0">
                        <a:solidFill>
                          <a:srgbClr val="000000"/>
                        </a:solidFill>
                        <a:effectLst/>
                        <a:latin typeface="Arial" panose="020B0604020202020204" pitchFamily="34" charset="0"/>
                        <a:ea typeface="微软雅黑" panose="020B0503020204020204" pitchFamily="34" charset="-122"/>
                        <a:cs typeface="Arial" panose="020B0604020202020204" pitchFamily="34" charset="0"/>
                      </a:endParaRPr>
                    </a:p>
                  </a:txBody>
                  <a:tcPr marL="7022" marR="7022" marT="7022"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fontAlgn="ctr"/>
                      <a:r>
                        <a:rPr lang="en-US" altLang="zh-CN" sz="1600" b="0" i="0" u="none" strike="noStrike" dirty="0">
                          <a:solidFill>
                            <a:srgbClr val="000000"/>
                          </a:solidFill>
                          <a:effectLst/>
                          <a:latin typeface="Arial" panose="020B0604020202020204" pitchFamily="34" charset="0"/>
                          <a:ea typeface="等线" panose="02010600030101010101" pitchFamily="2" charset="-122"/>
                        </a:rPr>
                        <a:t>8.85</a:t>
                      </a:r>
                    </a:p>
                  </a:txBody>
                  <a:tcPr marL="9525" marR="9525" marT="9525"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vMerge="1">
                  <a:txBody>
                    <a:bodyPr/>
                    <a:lstStyle/>
                    <a:p>
                      <a:pPr marL="0" marR="0" indent="0" algn="ctr" defTabSz="821530" eaLnBrk="1" fontAlgn="ctr" latinLnBrk="0" hangingPunct="1">
                        <a:lnSpc>
                          <a:spcPct val="100000"/>
                        </a:lnSpc>
                        <a:spcBef>
                          <a:spcPts val="0"/>
                        </a:spcBef>
                        <a:spcAft>
                          <a:spcPts val="0"/>
                        </a:spcAft>
                        <a:buClrTx/>
                        <a:buSzTx/>
                        <a:buFontTx/>
                        <a:buNone/>
                        <a:tabLst/>
                        <a:defRPr/>
                      </a:pPr>
                      <a:endParaRPr lang="en-US" altLang="zh-CN" sz="2000" b="0" i="0" u="none" strike="noStrike" cap="none" spc="0" baseline="0" dirty="0">
                        <a:ln>
                          <a:noFill/>
                        </a:ln>
                        <a:solidFill>
                          <a:schemeClr val="tx1"/>
                        </a:solidFill>
                        <a:effectLst/>
                        <a:uFillTx/>
                        <a:latin typeface="Arial" panose="020B0604020202020204" pitchFamily="34" charset="0"/>
                        <a:ea typeface="Arial Unicode MS" panose="020B0604020202020204" pitchFamily="34" charset="-122"/>
                        <a:cs typeface="Arial" panose="020B0604020202020204" pitchFamily="34" charset="0"/>
                        <a:sym typeface="Helvetica Neue Light"/>
                      </a:endParaRPr>
                    </a:p>
                  </a:txBody>
                  <a:tcPr marL="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fontAlgn="ctr"/>
                      <a:r>
                        <a:rPr lang="en-US" altLang="zh-CN" sz="1600" b="0" i="0" u="none" strike="noStrike" dirty="0">
                          <a:solidFill>
                            <a:srgbClr val="000000"/>
                          </a:solidFill>
                          <a:effectLst/>
                          <a:latin typeface="微软雅黑" panose="020B0503020204020204" pitchFamily="34" charset="-122"/>
                          <a:ea typeface="微软雅黑" panose="020B0503020204020204" pitchFamily="34" charset="-122"/>
                        </a:rPr>
                        <a:t>43</a:t>
                      </a:r>
                    </a:p>
                  </a:txBody>
                  <a:tcPr marL="9525" marR="9525" marT="9525"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fontAlgn="ctr"/>
                      <a:r>
                        <a:rPr lang="en-US" altLang="zh-CN" sz="1600" b="0" i="0" u="none" strike="noStrike" dirty="0">
                          <a:solidFill>
                            <a:srgbClr val="000000"/>
                          </a:solidFill>
                          <a:effectLst/>
                          <a:latin typeface="微软雅黑" panose="020B0503020204020204" pitchFamily="34" charset="-122"/>
                          <a:ea typeface="微软雅黑" panose="020B0503020204020204" pitchFamily="34" charset="-122"/>
                        </a:rPr>
                        <a:t>5.8</a:t>
                      </a:r>
                    </a:p>
                  </a:txBody>
                  <a:tcPr marL="9525" marR="9525" marT="9525"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25"/>
                  </a:ext>
                </a:extLst>
              </a:tr>
              <a:tr h="180000">
                <a:tc>
                  <a:txBody>
                    <a:bodyPr/>
                    <a:lstStyle/>
                    <a:p>
                      <a:pPr algn="ctr" fontAlgn="ctr"/>
                      <a:r>
                        <a:rPr lang="en-US" altLang="zh-CN" sz="1600" u="none" strike="noStrike" dirty="0">
                          <a:effectLst/>
                          <a:latin typeface="Arial" panose="020B0604020202020204" pitchFamily="34" charset="0"/>
                          <a:cs typeface="Arial" panose="020B0604020202020204" pitchFamily="34" charset="0"/>
                        </a:rPr>
                        <a:t>18</a:t>
                      </a:r>
                      <a:endParaRPr lang="en-US" altLang="zh-CN" sz="1600" b="0" i="0" u="none" strike="noStrike" dirty="0">
                        <a:solidFill>
                          <a:srgbClr val="000000"/>
                        </a:solidFill>
                        <a:effectLst/>
                        <a:latin typeface="Arial" panose="020B0604020202020204" pitchFamily="34" charset="0"/>
                        <a:ea typeface="微软雅黑" panose="020B0503020204020204" pitchFamily="34" charset="-122"/>
                        <a:cs typeface="Arial" panose="020B0604020202020204" pitchFamily="34" charset="0"/>
                      </a:endParaRPr>
                    </a:p>
                  </a:txBody>
                  <a:tcPr marL="7022" marR="7022" marT="7022"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fontAlgn="ctr"/>
                      <a:r>
                        <a:rPr lang="en-US" altLang="zh-CN" sz="1600" b="0" i="0" u="none" strike="noStrike" dirty="0">
                          <a:solidFill>
                            <a:srgbClr val="000000"/>
                          </a:solidFill>
                          <a:effectLst/>
                          <a:latin typeface="Arial" panose="020B0604020202020204" pitchFamily="34" charset="0"/>
                          <a:ea typeface="等线" panose="02010600030101010101" pitchFamily="2" charset="-122"/>
                        </a:rPr>
                        <a:t>5.8</a:t>
                      </a:r>
                    </a:p>
                  </a:txBody>
                  <a:tcPr marL="9525" marR="9525" marT="9525"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vMerge="1">
                  <a:txBody>
                    <a:bodyPr/>
                    <a:lstStyle/>
                    <a:p>
                      <a:pPr marL="0" marR="0" indent="0" algn="ctr" defTabSz="821530" eaLnBrk="1" fontAlgn="ctr" latinLnBrk="0" hangingPunct="1">
                        <a:lnSpc>
                          <a:spcPct val="100000"/>
                        </a:lnSpc>
                        <a:spcBef>
                          <a:spcPts val="0"/>
                        </a:spcBef>
                        <a:spcAft>
                          <a:spcPts val="0"/>
                        </a:spcAft>
                        <a:buClrTx/>
                        <a:buSzTx/>
                        <a:buFontTx/>
                        <a:buNone/>
                        <a:tabLst/>
                        <a:defRPr/>
                      </a:pPr>
                      <a:endParaRPr lang="en-US" altLang="zh-CN" sz="2000" b="0" i="0" u="none" strike="noStrike" cap="none" spc="0" baseline="0" dirty="0">
                        <a:ln>
                          <a:noFill/>
                        </a:ln>
                        <a:solidFill>
                          <a:schemeClr val="tx1"/>
                        </a:solidFill>
                        <a:effectLst/>
                        <a:uFillTx/>
                        <a:latin typeface="Arial" panose="020B0604020202020204" pitchFamily="34" charset="0"/>
                        <a:ea typeface="Arial Unicode MS" panose="020B0604020202020204" pitchFamily="34" charset="-122"/>
                        <a:cs typeface="Arial" panose="020B0604020202020204" pitchFamily="34" charset="0"/>
                        <a:sym typeface="Helvetica Neue Light"/>
                      </a:endParaRPr>
                    </a:p>
                  </a:txBody>
                  <a:tcPr marL="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fontAlgn="ctr"/>
                      <a:r>
                        <a:rPr lang="en-US" altLang="zh-CN" sz="1600" b="0" i="0" u="none" strike="noStrike" dirty="0">
                          <a:solidFill>
                            <a:srgbClr val="000000"/>
                          </a:solidFill>
                          <a:effectLst/>
                          <a:latin typeface="微软雅黑" panose="020B0503020204020204" pitchFamily="34" charset="-122"/>
                          <a:ea typeface="微软雅黑" panose="020B0503020204020204" pitchFamily="34" charset="-122"/>
                        </a:rPr>
                        <a:t>44</a:t>
                      </a:r>
                    </a:p>
                  </a:txBody>
                  <a:tcPr marL="9525" marR="9525" marT="9525"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fontAlgn="ctr"/>
                      <a:r>
                        <a:rPr lang="en-US" altLang="zh-CN" sz="1600" b="0" i="0" u="none" strike="noStrike" dirty="0">
                          <a:solidFill>
                            <a:srgbClr val="000000"/>
                          </a:solidFill>
                          <a:effectLst/>
                          <a:latin typeface="微软雅黑" panose="020B0503020204020204" pitchFamily="34" charset="-122"/>
                          <a:ea typeface="微软雅黑" panose="020B0503020204020204" pitchFamily="34" charset="-122"/>
                        </a:rPr>
                        <a:t>5.8</a:t>
                      </a:r>
                    </a:p>
                  </a:txBody>
                  <a:tcPr marL="9525" marR="9525" marT="9525"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26"/>
                  </a:ext>
                </a:extLst>
              </a:tr>
              <a:tr h="180000">
                <a:tc>
                  <a:txBody>
                    <a:bodyPr/>
                    <a:lstStyle/>
                    <a:p>
                      <a:pPr algn="ctr" fontAlgn="ctr"/>
                      <a:r>
                        <a:rPr lang="en-US" altLang="zh-CN" sz="1600" u="none" strike="noStrike" dirty="0">
                          <a:effectLst/>
                          <a:latin typeface="Arial" panose="020B0604020202020204" pitchFamily="34" charset="0"/>
                          <a:cs typeface="Arial" panose="020B0604020202020204" pitchFamily="34" charset="0"/>
                        </a:rPr>
                        <a:t>19</a:t>
                      </a:r>
                      <a:endParaRPr lang="en-US" altLang="zh-CN" sz="1600" b="0" i="0" u="none" strike="noStrike" dirty="0">
                        <a:solidFill>
                          <a:srgbClr val="000000"/>
                        </a:solidFill>
                        <a:effectLst/>
                        <a:latin typeface="Arial" panose="020B0604020202020204" pitchFamily="34" charset="0"/>
                        <a:ea typeface="微软雅黑" panose="020B0503020204020204" pitchFamily="34" charset="-122"/>
                        <a:cs typeface="Arial" panose="020B0604020202020204" pitchFamily="34" charset="0"/>
                      </a:endParaRPr>
                    </a:p>
                  </a:txBody>
                  <a:tcPr marL="7022" marR="7022" marT="7022"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fontAlgn="ctr"/>
                      <a:r>
                        <a:rPr lang="en-US" altLang="zh-CN" sz="1600" b="0" i="0" u="none" strike="noStrike" dirty="0">
                          <a:solidFill>
                            <a:srgbClr val="000000"/>
                          </a:solidFill>
                          <a:effectLst/>
                          <a:latin typeface="Arial" panose="020B0604020202020204" pitchFamily="34" charset="0"/>
                          <a:ea typeface="等线" panose="02010600030101010101" pitchFamily="2" charset="-122"/>
                        </a:rPr>
                        <a:t>5.8</a:t>
                      </a:r>
                    </a:p>
                  </a:txBody>
                  <a:tcPr marL="9525" marR="9525" marT="9525"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vMerge="1">
                  <a:txBody>
                    <a:bodyPr/>
                    <a:lstStyle/>
                    <a:p>
                      <a:pPr marL="0" marR="0" indent="0" algn="ctr" defTabSz="821530" eaLnBrk="1" fontAlgn="ctr" latinLnBrk="0" hangingPunct="1">
                        <a:lnSpc>
                          <a:spcPct val="100000"/>
                        </a:lnSpc>
                        <a:spcBef>
                          <a:spcPts val="0"/>
                        </a:spcBef>
                        <a:spcAft>
                          <a:spcPts val="0"/>
                        </a:spcAft>
                        <a:buClrTx/>
                        <a:buSzTx/>
                        <a:buFontTx/>
                        <a:buNone/>
                        <a:tabLst/>
                        <a:defRPr/>
                      </a:pPr>
                      <a:endParaRPr lang="en-US" altLang="zh-CN" sz="2000" b="0" i="0" u="none" strike="noStrike" cap="none" spc="0" baseline="0" dirty="0">
                        <a:ln>
                          <a:noFill/>
                        </a:ln>
                        <a:solidFill>
                          <a:schemeClr val="tx1"/>
                        </a:solidFill>
                        <a:effectLst/>
                        <a:uFillTx/>
                        <a:latin typeface="Arial" panose="020B0604020202020204" pitchFamily="34" charset="0"/>
                        <a:ea typeface="Arial Unicode MS" panose="020B0604020202020204" pitchFamily="34" charset="-122"/>
                        <a:cs typeface="Arial" panose="020B0604020202020204" pitchFamily="34" charset="0"/>
                        <a:sym typeface="Helvetica Neue Light"/>
                      </a:endParaRPr>
                    </a:p>
                  </a:txBody>
                  <a:tcPr marL="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fontAlgn="ctr"/>
                      <a:r>
                        <a:rPr lang="en-US" altLang="zh-CN" sz="1600" b="0" i="0" u="none" strike="noStrike" dirty="0">
                          <a:solidFill>
                            <a:srgbClr val="000000"/>
                          </a:solidFill>
                          <a:effectLst/>
                          <a:latin typeface="微软雅黑" panose="020B0503020204020204" pitchFamily="34" charset="-122"/>
                          <a:ea typeface="微软雅黑" panose="020B0503020204020204" pitchFamily="34" charset="-122"/>
                        </a:rPr>
                        <a:t>45</a:t>
                      </a:r>
                    </a:p>
                  </a:txBody>
                  <a:tcPr marL="9525" marR="9525" marT="9525"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fontAlgn="ctr"/>
                      <a:r>
                        <a:rPr lang="en-US" altLang="zh-CN" sz="1600" b="0" i="0" u="none" strike="noStrike" dirty="0">
                          <a:solidFill>
                            <a:srgbClr val="000000"/>
                          </a:solidFill>
                          <a:effectLst/>
                          <a:latin typeface="微软雅黑" panose="020B0503020204020204" pitchFamily="34" charset="-122"/>
                          <a:ea typeface="微软雅黑" panose="020B0503020204020204" pitchFamily="34" charset="-122"/>
                        </a:rPr>
                        <a:t>5.8</a:t>
                      </a:r>
                    </a:p>
                  </a:txBody>
                  <a:tcPr marL="9525" marR="9525" marT="9525"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27"/>
                  </a:ext>
                </a:extLst>
              </a:tr>
              <a:tr h="180000">
                <a:tc>
                  <a:txBody>
                    <a:bodyPr/>
                    <a:lstStyle/>
                    <a:p>
                      <a:pPr algn="ctr" fontAlgn="ctr"/>
                      <a:r>
                        <a:rPr lang="en-US" altLang="zh-CN" sz="1600" u="none" strike="noStrike" dirty="0">
                          <a:effectLst/>
                          <a:latin typeface="Arial" panose="020B0604020202020204" pitchFamily="34" charset="0"/>
                          <a:cs typeface="Arial" panose="020B0604020202020204" pitchFamily="34" charset="0"/>
                        </a:rPr>
                        <a:t>20</a:t>
                      </a:r>
                      <a:endParaRPr lang="en-US" altLang="zh-CN" sz="1600" b="0" i="0" u="none" strike="noStrike" dirty="0">
                        <a:solidFill>
                          <a:srgbClr val="000000"/>
                        </a:solidFill>
                        <a:effectLst/>
                        <a:latin typeface="Arial" panose="020B0604020202020204" pitchFamily="34" charset="0"/>
                        <a:ea typeface="微软雅黑" panose="020B0503020204020204" pitchFamily="34" charset="-122"/>
                        <a:cs typeface="Arial" panose="020B0604020202020204" pitchFamily="34" charset="0"/>
                      </a:endParaRPr>
                    </a:p>
                  </a:txBody>
                  <a:tcPr marL="7022" marR="7022" marT="7022"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fontAlgn="ctr"/>
                      <a:r>
                        <a:rPr lang="en-US" altLang="zh-CN" sz="1600" b="0" i="0" u="none" strike="noStrike" dirty="0">
                          <a:solidFill>
                            <a:srgbClr val="000000"/>
                          </a:solidFill>
                          <a:effectLst/>
                          <a:latin typeface="Arial" panose="020B0604020202020204" pitchFamily="34" charset="0"/>
                          <a:ea typeface="等线" panose="02010600030101010101" pitchFamily="2" charset="-122"/>
                        </a:rPr>
                        <a:t>6.2</a:t>
                      </a:r>
                    </a:p>
                  </a:txBody>
                  <a:tcPr marL="9525" marR="9525" marT="9525"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vMerge="1">
                  <a:txBody>
                    <a:bodyPr/>
                    <a:lstStyle/>
                    <a:p>
                      <a:pPr marL="0" marR="0" indent="0" algn="ctr" defTabSz="821530" eaLnBrk="1" fontAlgn="ctr" latinLnBrk="0" hangingPunct="1">
                        <a:lnSpc>
                          <a:spcPct val="100000"/>
                        </a:lnSpc>
                        <a:spcBef>
                          <a:spcPts val="0"/>
                        </a:spcBef>
                        <a:spcAft>
                          <a:spcPts val="0"/>
                        </a:spcAft>
                        <a:buClrTx/>
                        <a:buSzTx/>
                        <a:buFontTx/>
                        <a:buNone/>
                        <a:tabLst/>
                        <a:defRPr/>
                      </a:pPr>
                      <a:endParaRPr lang="en-US" altLang="zh-CN" sz="2000" b="0" i="0" u="none" strike="noStrike" cap="none" spc="0" baseline="0" dirty="0">
                        <a:ln>
                          <a:noFill/>
                        </a:ln>
                        <a:solidFill>
                          <a:schemeClr val="tx1"/>
                        </a:solidFill>
                        <a:effectLst/>
                        <a:uFillTx/>
                        <a:latin typeface="Arial" panose="020B0604020202020204" pitchFamily="34" charset="0"/>
                        <a:ea typeface="Arial Unicode MS" panose="020B0604020202020204" pitchFamily="34" charset="-122"/>
                        <a:cs typeface="Arial" panose="020B0604020202020204" pitchFamily="34" charset="0"/>
                        <a:sym typeface="Helvetica Neue Light"/>
                      </a:endParaRPr>
                    </a:p>
                  </a:txBody>
                  <a:tcPr marL="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fontAlgn="ctr"/>
                      <a:r>
                        <a:rPr lang="en-US" altLang="zh-CN" sz="1600" b="0" i="0" u="none" strike="noStrike" dirty="0">
                          <a:solidFill>
                            <a:srgbClr val="000000"/>
                          </a:solidFill>
                          <a:effectLst/>
                          <a:latin typeface="微软雅黑" panose="020B0503020204020204" pitchFamily="34" charset="-122"/>
                          <a:ea typeface="微软雅黑" panose="020B0503020204020204" pitchFamily="34" charset="-122"/>
                        </a:rPr>
                        <a:t>46</a:t>
                      </a:r>
                    </a:p>
                  </a:txBody>
                  <a:tcPr marL="9525" marR="9525" marT="9525"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fontAlgn="ctr"/>
                      <a:r>
                        <a:rPr lang="en-US" altLang="zh-CN" sz="1600" b="0" i="0" u="none" strike="noStrike" dirty="0">
                          <a:solidFill>
                            <a:srgbClr val="000000"/>
                          </a:solidFill>
                          <a:effectLst/>
                          <a:latin typeface="微软雅黑" panose="020B0503020204020204" pitchFamily="34" charset="-122"/>
                          <a:ea typeface="微软雅黑" panose="020B0503020204020204" pitchFamily="34" charset="-122"/>
                        </a:rPr>
                        <a:t>5.8</a:t>
                      </a:r>
                    </a:p>
                  </a:txBody>
                  <a:tcPr marL="9525" marR="9525" marT="9525"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28"/>
                  </a:ext>
                </a:extLst>
              </a:tr>
              <a:tr h="180000">
                <a:tc>
                  <a:txBody>
                    <a:bodyPr/>
                    <a:lstStyle/>
                    <a:p>
                      <a:pPr algn="ctr" fontAlgn="ctr"/>
                      <a:r>
                        <a:rPr lang="en-US" altLang="zh-CN" sz="1600" u="none" strike="noStrike" dirty="0">
                          <a:effectLst/>
                          <a:latin typeface="Arial" panose="020B0604020202020204" pitchFamily="34" charset="0"/>
                          <a:cs typeface="Arial" panose="020B0604020202020204" pitchFamily="34" charset="0"/>
                        </a:rPr>
                        <a:t>21</a:t>
                      </a:r>
                      <a:endParaRPr lang="en-US" altLang="zh-CN" sz="1600" b="0" i="0" u="none" strike="noStrike" dirty="0">
                        <a:solidFill>
                          <a:srgbClr val="000000"/>
                        </a:solidFill>
                        <a:effectLst/>
                        <a:latin typeface="Arial" panose="020B0604020202020204" pitchFamily="34" charset="0"/>
                        <a:ea typeface="微软雅黑" panose="020B0503020204020204" pitchFamily="34" charset="-122"/>
                        <a:cs typeface="Arial" panose="020B0604020202020204" pitchFamily="34" charset="0"/>
                      </a:endParaRPr>
                    </a:p>
                  </a:txBody>
                  <a:tcPr marL="7022" marR="7022" marT="7022"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fontAlgn="ctr"/>
                      <a:r>
                        <a:rPr lang="en-US" altLang="zh-CN" sz="1600" b="0" i="0" u="none" strike="noStrike" dirty="0">
                          <a:solidFill>
                            <a:srgbClr val="000000"/>
                          </a:solidFill>
                          <a:effectLst/>
                          <a:latin typeface="Arial" panose="020B0604020202020204" pitchFamily="34" charset="0"/>
                          <a:ea typeface="等线" panose="02010600030101010101" pitchFamily="2" charset="-122"/>
                        </a:rPr>
                        <a:t>6.2</a:t>
                      </a:r>
                    </a:p>
                  </a:txBody>
                  <a:tcPr marL="9525" marR="9525" marT="9525"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vMerge="1">
                  <a:txBody>
                    <a:bodyPr/>
                    <a:lstStyle/>
                    <a:p>
                      <a:pPr marL="0" marR="0" indent="0" algn="ctr" defTabSz="821530" eaLnBrk="1" fontAlgn="ctr" latinLnBrk="0" hangingPunct="1">
                        <a:lnSpc>
                          <a:spcPct val="100000"/>
                        </a:lnSpc>
                        <a:spcBef>
                          <a:spcPts val="0"/>
                        </a:spcBef>
                        <a:spcAft>
                          <a:spcPts val="0"/>
                        </a:spcAft>
                        <a:buClrTx/>
                        <a:buSzTx/>
                        <a:buFontTx/>
                        <a:buNone/>
                        <a:tabLst/>
                        <a:defRPr/>
                      </a:pPr>
                      <a:endParaRPr lang="en-US" altLang="zh-CN" sz="2000" b="0" i="0" u="none" strike="noStrike" cap="none" spc="0" baseline="0" dirty="0">
                        <a:ln>
                          <a:noFill/>
                        </a:ln>
                        <a:solidFill>
                          <a:schemeClr val="tx1"/>
                        </a:solidFill>
                        <a:effectLst/>
                        <a:uFillTx/>
                        <a:latin typeface="Arial" panose="020B0604020202020204" pitchFamily="34" charset="0"/>
                        <a:ea typeface="Arial Unicode MS" panose="020B0604020202020204" pitchFamily="34" charset="-122"/>
                        <a:cs typeface="Arial" panose="020B0604020202020204" pitchFamily="34" charset="0"/>
                        <a:sym typeface="Helvetica Neue Light"/>
                      </a:endParaRPr>
                    </a:p>
                  </a:txBody>
                  <a:tcPr marL="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fontAlgn="ctr"/>
                      <a:r>
                        <a:rPr lang="en-US" altLang="zh-CN" sz="1600" b="0" i="0" u="none" strike="noStrike" dirty="0">
                          <a:solidFill>
                            <a:srgbClr val="000000"/>
                          </a:solidFill>
                          <a:effectLst/>
                          <a:latin typeface="微软雅黑" panose="020B0503020204020204" pitchFamily="34" charset="-122"/>
                          <a:ea typeface="微软雅黑" panose="020B0503020204020204" pitchFamily="34" charset="-122"/>
                        </a:rPr>
                        <a:t>47</a:t>
                      </a:r>
                    </a:p>
                  </a:txBody>
                  <a:tcPr marL="9525" marR="9525" marT="9525"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fontAlgn="ctr"/>
                      <a:r>
                        <a:rPr lang="en-US" altLang="zh-CN" sz="1600" b="0" i="0" u="none" strike="noStrike" dirty="0">
                          <a:solidFill>
                            <a:srgbClr val="000000"/>
                          </a:solidFill>
                          <a:effectLst/>
                          <a:latin typeface="微软雅黑" panose="020B0503020204020204" pitchFamily="34" charset="-122"/>
                          <a:ea typeface="微软雅黑" panose="020B0503020204020204" pitchFamily="34" charset="-122"/>
                        </a:rPr>
                        <a:t>5.8</a:t>
                      </a:r>
                    </a:p>
                  </a:txBody>
                  <a:tcPr marL="9525" marR="9525" marT="9525"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29508736"/>
                  </a:ext>
                </a:extLst>
              </a:tr>
              <a:tr h="180000">
                <a:tc>
                  <a:txBody>
                    <a:bodyPr/>
                    <a:lstStyle/>
                    <a:p>
                      <a:pPr algn="ctr" fontAlgn="ctr"/>
                      <a:r>
                        <a:rPr lang="en-US" altLang="zh-CN" sz="1600" u="none" strike="noStrike" dirty="0">
                          <a:effectLst/>
                          <a:latin typeface="Arial" panose="020B0604020202020204" pitchFamily="34" charset="0"/>
                          <a:cs typeface="Arial" panose="020B0604020202020204" pitchFamily="34" charset="0"/>
                        </a:rPr>
                        <a:t>22</a:t>
                      </a:r>
                      <a:endParaRPr lang="en-US" altLang="zh-CN" sz="1600" b="0" i="0" u="none" strike="noStrike" dirty="0">
                        <a:solidFill>
                          <a:srgbClr val="000000"/>
                        </a:solidFill>
                        <a:effectLst/>
                        <a:latin typeface="Arial" panose="020B0604020202020204" pitchFamily="34" charset="0"/>
                        <a:ea typeface="微软雅黑" panose="020B0503020204020204" pitchFamily="34" charset="-122"/>
                        <a:cs typeface="Arial" panose="020B0604020202020204" pitchFamily="34" charset="0"/>
                      </a:endParaRPr>
                    </a:p>
                  </a:txBody>
                  <a:tcPr marL="7022" marR="7022" marT="7022"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fontAlgn="ctr"/>
                      <a:r>
                        <a:rPr lang="en-US" altLang="zh-CN" sz="1600" b="0" i="0" u="none" strike="noStrike" dirty="0">
                          <a:solidFill>
                            <a:srgbClr val="000000"/>
                          </a:solidFill>
                          <a:effectLst/>
                          <a:latin typeface="Arial" panose="020B0604020202020204" pitchFamily="34" charset="0"/>
                          <a:ea typeface="等线" panose="02010600030101010101" pitchFamily="2" charset="-122"/>
                        </a:rPr>
                        <a:t>6.2</a:t>
                      </a:r>
                    </a:p>
                  </a:txBody>
                  <a:tcPr marL="9525" marR="9525" marT="9525"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vMerge="1">
                  <a:txBody>
                    <a:bodyPr/>
                    <a:lstStyle/>
                    <a:p>
                      <a:pPr marL="0" marR="0" indent="0" algn="ctr" defTabSz="821530" eaLnBrk="1" fontAlgn="ctr" latinLnBrk="0" hangingPunct="1">
                        <a:lnSpc>
                          <a:spcPct val="100000"/>
                        </a:lnSpc>
                        <a:spcBef>
                          <a:spcPts val="0"/>
                        </a:spcBef>
                        <a:spcAft>
                          <a:spcPts val="0"/>
                        </a:spcAft>
                        <a:buClrTx/>
                        <a:buSzTx/>
                        <a:buFontTx/>
                        <a:buNone/>
                        <a:tabLst/>
                        <a:defRPr/>
                      </a:pPr>
                      <a:endParaRPr lang="en-US" altLang="zh-CN" sz="2000" b="0" i="0" u="none" strike="noStrike" cap="none" spc="0" baseline="0" dirty="0">
                        <a:ln>
                          <a:noFill/>
                        </a:ln>
                        <a:solidFill>
                          <a:schemeClr val="tx1"/>
                        </a:solidFill>
                        <a:effectLst/>
                        <a:uFillTx/>
                        <a:latin typeface="Arial" panose="020B0604020202020204" pitchFamily="34" charset="0"/>
                        <a:ea typeface="Arial Unicode MS" panose="020B0604020202020204" pitchFamily="34" charset="-122"/>
                        <a:cs typeface="Arial" panose="020B0604020202020204" pitchFamily="34" charset="0"/>
                        <a:sym typeface="Helvetica Neue Light"/>
                      </a:endParaRPr>
                    </a:p>
                  </a:txBody>
                  <a:tcPr marL="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fontAlgn="ctr"/>
                      <a:r>
                        <a:rPr lang="en-US" altLang="zh-CN" sz="1600" b="0" i="0" u="none" strike="noStrike" dirty="0">
                          <a:solidFill>
                            <a:srgbClr val="000000"/>
                          </a:solidFill>
                          <a:effectLst/>
                          <a:latin typeface="微软雅黑" panose="020B0503020204020204" pitchFamily="34" charset="-122"/>
                          <a:ea typeface="微软雅黑" panose="020B0503020204020204" pitchFamily="34" charset="-122"/>
                        </a:rPr>
                        <a:t>48</a:t>
                      </a:r>
                    </a:p>
                  </a:txBody>
                  <a:tcPr marL="9525" marR="9525" marT="9525"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fontAlgn="ctr"/>
                      <a:r>
                        <a:rPr lang="en-US" altLang="zh-CN" sz="1600" b="0" i="0" u="none" strike="noStrike" dirty="0">
                          <a:solidFill>
                            <a:srgbClr val="000000"/>
                          </a:solidFill>
                          <a:effectLst/>
                          <a:latin typeface="微软雅黑" panose="020B0503020204020204" pitchFamily="34" charset="-122"/>
                          <a:ea typeface="微软雅黑" panose="020B0503020204020204" pitchFamily="34" charset="-122"/>
                        </a:rPr>
                        <a:t>5.8</a:t>
                      </a:r>
                    </a:p>
                  </a:txBody>
                  <a:tcPr marL="9525" marR="9525" marT="9525"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36444517"/>
                  </a:ext>
                </a:extLst>
              </a:tr>
              <a:tr h="180000">
                <a:tc>
                  <a:txBody>
                    <a:bodyPr/>
                    <a:lstStyle/>
                    <a:p>
                      <a:pPr algn="ctr" fontAlgn="ctr"/>
                      <a:r>
                        <a:rPr lang="en-US" altLang="zh-CN" sz="1600" u="none" strike="noStrike" dirty="0">
                          <a:effectLst/>
                          <a:latin typeface="Arial" panose="020B0604020202020204" pitchFamily="34" charset="0"/>
                          <a:cs typeface="Arial" panose="020B0604020202020204" pitchFamily="34" charset="0"/>
                        </a:rPr>
                        <a:t>23</a:t>
                      </a:r>
                      <a:endParaRPr lang="en-US" altLang="zh-CN" sz="1600" b="0" i="0" u="none" strike="noStrike" dirty="0">
                        <a:solidFill>
                          <a:srgbClr val="000000"/>
                        </a:solidFill>
                        <a:effectLst/>
                        <a:latin typeface="Arial" panose="020B0604020202020204" pitchFamily="34" charset="0"/>
                        <a:ea typeface="微软雅黑" panose="020B0503020204020204" pitchFamily="34" charset="-122"/>
                        <a:cs typeface="Arial" panose="020B0604020202020204" pitchFamily="34" charset="0"/>
                      </a:endParaRPr>
                    </a:p>
                  </a:txBody>
                  <a:tcPr marL="7022" marR="7022" marT="7022"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fontAlgn="ctr"/>
                      <a:r>
                        <a:rPr lang="en-US" altLang="zh-CN" sz="1600" b="0" i="0" u="none" strike="noStrike" dirty="0">
                          <a:solidFill>
                            <a:srgbClr val="000000"/>
                          </a:solidFill>
                          <a:effectLst/>
                          <a:latin typeface="Arial" panose="020B0604020202020204" pitchFamily="34" charset="0"/>
                          <a:ea typeface="等线" panose="02010600030101010101" pitchFamily="2" charset="-122"/>
                        </a:rPr>
                        <a:t>6.2</a:t>
                      </a:r>
                    </a:p>
                  </a:txBody>
                  <a:tcPr marL="9525" marR="9525" marT="9525"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vMerge="1">
                  <a:txBody>
                    <a:bodyPr/>
                    <a:lstStyle/>
                    <a:p>
                      <a:pPr marL="0" marR="0" indent="0" algn="ctr" defTabSz="821530" eaLnBrk="1" fontAlgn="ctr" latinLnBrk="0" hangingPunct="1">
                        <a:lnSpc>
                          <a:spcPct val="100000"/>
                        </a:lnSpc>
                        <a:spcBef>
                          <a:spcPts val="0"/>
                        </a:spcBef>
                        <a:spcAft>
                          <a:spcPts val="0"/>
                        </a:spcAft>
                        <a:buClrTx/>
                        <a:buSzTx/>
                        <a:buFontTx/>
                        <a:buNone/>
                        <a:tabLst/>
                        <a:defRPr/>
                      </a:pPr>
                      <a:endParaRPr lang="en-US" altLang="zh-CN" sz="2000" b="0" i="0" u="none" strike="noStrike" cap="none" spc="0" baseline="0" dirty="0">
                        <a:ln>
                          <a:noFill/>
                        </a:ln>
                        <a:solidFill>
                          <a:schemeClr val="tx1"/>
                        </a:solidFill>
                        <a:effectLst/>
                        <a:uFillTx/>
                        <a:latin typeface="Arial" panose="020B0604020202020204" pitchFamily="34" charset="0"/>
                        <a:ea typeface="Arial Unicode MS" panose="020B0604020202020204" pitchFamily="34" charset="-122"/>
                        <a:cs typeface="Arial" panose="020B0604020202020204" pitchFamily="34" charset="0"/>
                        <a:sym typeface="Helvetica Neue Light"/>
                      </a:endParaRPr>
                    </a:p>
                  </a:txBody>
                  <a:tcPr marL="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fontAlgn="ctr"/>
                      <a:r>
                        <a:rPr lang="en-US" altLang="zh-CN" sz="1600" b="0" i="0" u="none" strike="noStrike" dirty="0">
                          <a:solidFill>
                            <a:srgbClr val="000000"/>
                          </a:solidFill>
                          <a:effectLst/>
                          <a:latin typeface="微软雅黑" panose="020B0503020204020204" pitchFamily="34" charset="-122"/>
                          <a:ea typeface="微软雅黑" panose="020B0503020204020204" pitchFamily="34" charset="-122"/>
                        </a:rPr>
                        <a:t>49</a:t>
                      </a:r>
                    </a:p>
                  </a:txBody>
                  <a:tcPr marL="9525" marR="9525" marT="9525"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fontAlgn="ctr"/>
                      <a:r>
                        <a:rPr lang="en-US" altLang="zh-CN" sz="1600" b="0" i="0" u="none" strike="noStrike" dirty="0">
                          <a:solidFill>
                            <a:srgbClr val="000000"/>
                          </a:solidFill>
                          <a:effectLst/>
                          <a:latin typeface="微软雅黑" panose="020B0503020204020204" pitchFamily="34" charset="-122"/>
                          <a:ea typeface="微软雅黑" panose="020B0503020204020204" pitchFamily="34" charset="-122"/>
                        </a:rPr>
                        <a:t>3.5</a:t>
                      </a:r>
                    </a:p>
                  </a:txBody>
                  <a:tcPr marL="9525" marR="9525" marT="9525"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40134711"/>
                  </a:ext>
                </a:extLst>
              </a:tr>
              <a:tr h="180000">
                <a:tc>
                  <a:txBody>
                    <a:bodyPr/>
                    <a:lstStyle/>
                    <a:p>
                      <a:pPr algn="ctr" fontAlgn="ctr"/>
                      <a:r>
                        <a:rPr lang="en-US" altLang="zh-CN" sz="1600" u="none" strike="noStrike" dirty="0">
                          <a:effectLst/>
                          <a:latin typeface="Arial" panose="020B0604020202020204" pitchFamily="34" charset="0"/>
                          <a:cs typeface="Arial" panose="020B0604020202020204" pitchFamily="34" charset="0"/>
                        </a:rPr>
                        <a:t>24</a:t>
                      </a:r>
                      <a:endParaRPr lang="en-US" altLang="zh-CN" sz="1600" b="0" i="0" u="none" strike="noStrike" dirty="0">
                        <a:solidFill>
                          <a:srgbClr val="000000"/>
                        </a:solidFill>
                        <a:effectLst/>
                        <a:latin typeface="Arial" panose="020B0604020202020204" pitchFamily="34" charset="0"/>
                        <a:ea typeface="微软雅黑" panose="020B0503020204020204" pitchFamily="34" charset="-122"/>
                        <a:cs typeface="Arial" panose="020B0604020202020204" pitchFamily="34" charset="0"/>
                      </a:endParaRPr>
                    </a:p>
                  </a:txBody>
                  <a:tcPr marL="7022" marR="7022" marT="7022"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fontAlgn="ctr"/>
                      <a:r>
                        <a:rPr lang="en-US" altLang="zh-CN" sz="1600" b="0" i="0" u="none" strike="noStrike" dirty="0">
                          <a:solidFill>
                            <a:srgbClr val="000000"/>
                          </a:solidFill>
                          <a:effectLst/>
                          <a:latin typeface="Arial" panose="020B0604020202020204" pitchFamily="34" charset="0"/>
                          <a:ea typeface="等线" panose="02010600030101010101" pitchFamily="2" charset="-122"/>
                        </a:rPr>
                        <a:t>6.2</a:t>
                      </a:r>
                    </a:p>
                  </a:txBody>
                  <a:tcPr marL="9525" marR="9525" marT="9525"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vMerge="1">
                  <a:txBody>
                    <a:bodyPr/>
                    <a:lstStyle/>
                    <a:p>
                      <a:pPr marL="0" marR="0" indent="0" algn="ctr" defTabSz="821530" eaLnBrk="1" fontAlgn="ctr" latinLnBrk="0" hangingPunct="1">
                        <a:lnSpc>
                          <a:spcPct val="100000"/>
                        </a:lnSpc>
                        <a:spcBef>
                          <a:spcPts val="0"/>
                        </a:spcBef>
                        <a:spcAft>
                          <a:spcPts val="0"/>
                        </a:spcAft>
                        <a:buClrTx/>
                        <a:buSzTx/>
                        <a:buFontTx/>
                        <a:buNone/>
                        <a:tabLst/>
                        <a:defRPr/>
                      </a:pPr>
                      <a:endParaRPr lang="en-US" altLang="zh-CN" sz="2000" b="0" i="0" u="none" strike="noStrike" cap="none" spc="0" baseline="0" dirty="0">
                        <a:ln>
                          <a:noFill/>
                        </a:ln>
                        <a:solidFill>
                          <a:schemeClr val="tx1"/>
                        </a:solidFill>
                        <a:effectLst/>
                        <a:uFillTx/>
                        <a:latin typeface="Arial" panose="020B0604020202020204" pitchFamily="34" charset="0"/>
                        <a:ea typeface="Arial Unicode MS" panose="020B0604020202020204" pitchFamily="34" charset="-122"/>
                        <a:cs typeface="Arial" panose="020B0604020202020204" pitchFamily="34" charset="0"/>
                        <a:sym typeface="Helvetica Neue Light"/>
                      </a:endParaRPr>
                    </a:p>
                  </a:txBody>
                  <a:tcPr marL="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fontAlgn="ctr"/>
                      <a:r>
                        <a:rPr lang="en-US" altLang="zh-CN" sz="1600" b="0" i="0" u="none" strike="noStrike" dirty="0">
                          <a:solidFill>
                            <a:srgbClr val="000000"/>
                          </a:solidFill>
                          <a:effectLst/>
                          <a:latin typeface="微软雅黑" panose="020B0503020204020204" pitchFamily="34" charset="-122"/>
                          <a:ea typeface="微软雅黑" panose="020B0503020204020204" pitchFamily="34" charset="-122"/>
                        </a:rPr>
                        <a:t>50</a:t>
                      </a:r>
                    </a:p>
                  </a:txBody>
                  <a:tcPr marL="9525" marR="9525" marT="9525"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fontAlgn="ctr"/>
                      <a:r>
                        <a:rPr lang="en-US" altLang="zh-CN" sz="1600" b="0" i="0" u="none" strike="noStrike" dirty="0">
                          <a:solidFill>
                            <a:srgbClr val="000000"/>
                          </a:solidFill>
                          <a:effectLst/>
                          <a:latin typeface="微软雅黑" panose="020B0503020204020204" pitchFamily="34" charset="-122"/>
                          <a:ea typeface="微软雅黑" panose="020B0503020204020204" pitchFamily="34" charset="-122"/>
                        </a:rPr>
                        <a:t>12.85</a:t>
                      </a:r>
                    </a:p>
                  </a:txBody>
                  <a:tcPr marL="9525" marR="9525" marT="9525"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r h="180000">
                <a:tc>
                  <a:txBody>
                    <a:bodyPr/>
                    <a:lstStyle/>
                    <a:p>
                      <a:pPr algn="ctr" fontAlgn="ctr"/>
                      <a:r>
                        <a:rPr lang="en-US" altLang="zh-CN" sz="1600" u="none" strike="noStrike" dirty="0">
                          <a:effectLst/>
                          <a:latin typeface="Arial" panose="020B0604020202020204" pitchFamily="34" charset="0"/>
                          <a:cs typeface="Arial" panose="020B0604020202020204" pitchFamily="34" charset="0"/>
                        </a:rPr>
                        <a:t>25</a:t>
                      </a:r>
                      <a:endParaRPr lang="en-US" altLang="zh-CN" sz="1600" b="0" i="0" u="none" strike="noStrike" dirty="0">
                        <a:solidFill>
                          <a:srgbClr val="000000"/>
                        </a:solidFill>
                        <a:effectLst/>
                        <a:latin typeface="Arial" panose="020B0604020202020204" pitchFamily="34" charset="0"/>
                        <a:ea typeface="微软雅黑" panose="020B0503020204020204" pitchFamily="34" charset="-122"/>
                        <a:cs typeface="Arial" panose="020B0604020202020204" pitchFamily="34" charset="0"/>
                      </a:endParaRPr>
                    </a:p>
                  </a:txBody>
                  <a:tcPr marL="7022" marR="7022" marT="7022"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fontAlgn="ctr"/>
                      <a:r>
                        <a:rPr lang="en-US" altLang="zh-CN" sz="1600" b="0" i="0" u="none" strike="noStrike" dirty="0">
                          <a:solidFill>
                            <a:srgbClr val="000000"/>
                          </a:solidFill>
                          <a:effectLst/>
                          <a:latin typeface="Arial" panose="020B0604020202020204" pitchFamily="34" charset="0"/>
                          <a:ea typeface="等线" panose="02010600030101010101" pitchFamily="2" charset="-122"/>
                        </a:rPr>
                        <a:t>6.2</a:t>
                      </a:r>
                    </a:p>
                  </a:txBody>
                  <a:tcPr marL="9525" marR="9525" marT="9525"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vMerge="1">
                  <a:txBody>
                    <a:bodyPr/>
                    <a:lstStyle/>
                    <a:p>
                      <a:pPr marL="0" marR="0" indent="0" algn="ctr" defTabSz="821530" eaLnBrk="1" fontAlgn="ctr" latinLnBrk="0" hangingPunct="1">
                        <a:lnSpc>
                          <a:spcPct val="100000"/>
                        </a:lnSpc>
                        <a:spcBef>
                          <a:spcPts val="0"/>
                        </a:spcBef>
                        <a:spcAft>
                          <a:spcPts val="0"/>
                        </a:spcAft>
                        <a:buClrTx/>
                        <a:buSzTx/>
                        <a:buFontTx/>
                        <a:buNone/>
                        <a:tabLst/>
                        <a:defRPr/>
                      </a:pPr>
                      <a:endParaRPr lang="en-US" altLang="zh-CN" sz="2000" b="0" i="0" u="none" strike="noStrike" cap="none" spc="0" baseline="0" dirty="0">
                        <a:ln>
                          <a:noFill/>
                        </a:ln>
                        <a:solidFill>
                          <a:schemeClr val="tx1"/>
                        </a:solidFill>
                        <a:effectLst/>
                        <a:uFillTx/>
                        <a:latin typeface="Arial" panose="020B0604020202020204" pitchFamily="34" charset="0"/>
                        <a:ea typeface="Arial Unicode MS" panose="020B0604020202020204" pitchFamily="34" charset="-122"/>
                        <a:cs typeface="Arial" panose="020B0604020202020204" pitchFamily="34" charset="0"/>
                        <a:sym typeface="Helvetica Neue Light"/>
                      </a:endParaRPr>
                    </a:p>
                  </a:txBody>
                  <a:tcPr marL="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lvl="0" indent="0" algn="ctr" defTabSz="821530" eaLnBrk="1" fontAlgn="ctr" latinLnBrk="0" hangingPunct="1">
                        <a:lnSpc>
                          <a:spcPct val="100000"/>
                        </a:lnSpc>
                        <a:spcBef>
                          <a:spcPts val="0"/>
                        </a:spcBef>
                        <a:spcAft>
                          <a:spcPts val="0"/>
                        </a:spcAft>
                        <a:buClrTx/>
                        <a:buSzTx/>
                        <a:buFontTx/>
                        <a:buNone/>
                        <a:tabLst/>
                        <a:defRPr/>
                      </a:pPr>
                      <a:r>
                        <a:rPr lang="en-US" altLang="zh-CN" sz="1600" b="0" i="0" u="none" strike="noStrike" dirty="0">
                          <a:solidFill>
                            <a:srgbClr val="000000"/>
                          </a:solidFill>
                          <a:effectLst/>
                          <a:latin typeface="微软雅黑" panose="020B0503020204020204" pitchFamily="34" charset="-122"/>
                          <a:ea typeface="微软雅黑" panose="020B0503020204020204" pitchFamily="34" charset="-122"/>
                        </a:rPr>
                        <a:t>51</a:t>
                      </a:r>
                    </a:p>
                  </a:txBody>
                  <a:tcPr marL="9525" marR="9525" marT="9525"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fontAlgn="ctr"/>
                      <a:r>
                        <a:rPr lang="en-US" altLang="zh-CN" sz="1600" b="0" i="0" u="none" strike="noStrike" dirty="0">
                          <a:solidFill>
                            <a:srgbClr val="000000"/>
                          </a:solidFill>
                          <a:effectLst/>
                          <a:latin typeface="微软雅黑" panose="020B0503020204020204" pitchFamily="34" charset="-122"/>
                          <a:ea typeface="微软雅黑" panose="020B0503020204020204" pitchFamily="34" charset="-122"/>
                        </a:rPr>
                        <a:t>5.5</a:t>
                      </a:r>
                    </a:p>
                  </a:txBody>
                  <a:tcPr marL="9525" marR="9525" marT="9525"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631411458"/>
      </p:ext>
    </p:extLst>
  </p:cSld>
  <p:clrMapOvr>
    <a:masterClrMapping/>
  </p:clrMapOvr>
  <p:transition spd="me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8" name="表格">
            <a:extLst>
              <a:ext uri="{FF2B5EF4-FFF2-40B4-BE49-F238E27FC236}">
                <a16:creationId xmlns:a16="http://schemas.microsoft.com/office/drawing/2014/main" id="{1992BA8A-A5AF-5A44-B2A1-EA4F57C5F249}"/>
              </a:ext>
            </a:extLst>
          </p:cNvPr>
          <p:cNvGraphicFramePr/>
          <p:nvPr>
            <p:extLst>
              <p:ext uri="{D42A27DB-BD31-4B8C-83A1-F6EECF244321}">
                <p14:modId xmlns:p14="http://schemas.microsoft.com/office/powerpoint/2010/main" val="1039959938"/>
              </p:ext>
            </p:extLst>
          </p:nvPr>
        </p:nvGraphicFramePr>
        <p:xfrm>
          <a:off x="779929" y="1855695"/>
          <a:ext cx="22912018" cy="11860304"/>
        </p:xfrm>
        <a:graphic>
          <a:graphicData uri="http://schemas.openxmlformats.org/drawingml/2006/table">
            <a:tbl>
              <a:tblPr/>
              <a:tblGrid>
                <a:gridCol w="11158071">
                  <a:extLst>
                    <a:ext uri="{9D8B030D-6E8A-4147-A177-3AD203B41FA5}">
                      <a16:colId xmlns:a16="http://schemas.microsoft.com/office/drawing/2014/main" val="20000"/>
                    </a:ext>
                  </a:extLst>
                </a:gridCol>
                <a:gridCol w="11753947">
                  <a:extLst>
                    <a:ext uri="{9D8B030D-6E8A-4147-A177-3AD203B41FA5}">
                      <a16:colId xmlns:a16="http://schemas.microsoft.com/office/drawing/2014/main" val="20001"/>
                    </a:ext>
                  </a:extLst>
                </a:gridCol>
              </a:tblGrid>
              <a:tr h="649878">
                <a:tc gridSpan="2">
                  <a:txBody>
                    <a:bodyPr/>
                    <a:lstStyle/>
                    <a:p>
                      <a:pPr marL="0" marR="0" lvl="0" indent="0" algn="l" defTabSz="409575" rtl="0" eaLnBrk="1" fontAlgn="auto" latinLnBrk="0" hangingPunct="1">
                        <a:lnSpc>
                          <a:spcPct val="100000"/>
                        </a:lnSpc>
                        <a:spcBef>
                          <a:spcPts val="0"/>
                        </a:spcBef>
                        <a:spcAft>
                          <a:spcPts val="0"/>
                        </a:spcAft>
                        <a:buClrTx/>
                        <a:buSzTx/>
                        <a:buFontTx/>
                        <a:buNone/>
                        <a:tabLst/>
                        <a:defRPr sz="1800"/>
                      </a:pPr>
                      <a:r>
                        <a:rPr lang="en-US" altLang="zh-CN" sz="3200" b="0" i="0" u="none" strike="noStrike" cap="none" spc="0" baseline="0" dirty="0">
                          <a:ln>
                            <a:noFill/>
                          </a:ln>
                          <a:solidFill>
                            <a:schemeClr val="tx1"/>
                          </a:solidFill>
                          <a:uFillTx/>
                          <a:latin typeface="Arial" panose="020B0604020202020204" pitchFamily="34" charset="0"/>
                          <a:ea typeface="+mn-ea"/>
                          <a:cs typeface="Arial" panose="020B0604020202020204" pitchFamily="34" charset="0"/>
                          <a:sym typeface="Helvetica Neue Medium" panose="02000503000000020004"/>
                        </a:rPr>
                        <a:t>MAGNET </a:t>
                      </a:r>
                      <a:r>
                        <a:rPr lang="en-US" altLang="zh-CN" sz="3200" b="0" i="0" u="none" strike="noStrike" cap="none" spc="0" baseline="0" dirty="0">
                          <a:ln>
                            <a:noFill/>
                          </a:ln>
                          <a:solidFill>
                            <a:schemeClr val="tx1"/>
                          </a:solidFill>
                          <a:uFillTx/>
                          <a:latin typeface="Arial" panose="020B0604020202020204" pitchFamily="34" charset="0"/>
                          <a:ea typeface="+mn-ea"/>
                          <a:cs typeface="Arial" panose="020B0604020202020204" pitchFamily="34" charset="0"/>
                          <a:sym typeface="Arial" panose="020B0604020202090204" pitchFamily="34" charset="0"/>
                        </a:rPr>
                        <a:t>Thickness</a:t>
                      </a:r>
                      <a:r>
                        <a:rPr lang="en-US" altLang="zh-CN" sz="3200" b="0" i="0" u="none" strike="noStrike" cap="none" spc="0" baseline="0" dirty="0">
                          <a:ln>
                            <a:noFill/>
                          </a:ln>
                          <a:solidFill>
                            <a:schemeClr val="tx1"/>
                          </a:solidFill>
                          <a:uFillTx/>
                          <a:latin typeface="Arial" panose="020B0604020202020204" pitchFamily="34" charset="0"/>
                          <a:ea typeface="+mn-ea"/>
                          <a:cs typeface="Arial" panose="020B0604020202020204" pitchFamily="34" charset="0"/>
                          <a:sym typeface="Helvetica Neue Medium" panose="02000503000000020004"/>
                        </a:rPr>
                        <a:t>: </a:t>
                      </a:r>
                      <a:r>
                        <a:rPr lang="en-US" altLang="zh-CN" sz="3200" b="0" i="0" u="none" strike="noStrike" dirty="0">
                          <a:solidFill>
                            <a:srgbClr val="000000"/>
                          </a:solidFill>
                          <a:effectLst/>
                          <a:latin typeface="Arial" panose="020B0604020202020204" pitchFamily="34" charset="0"/>
                          <a:ea typeface="Arial Unicode MS" panose="020B0604020202020204" pitchFamily="34" charset="-122"/>
                          <a:cs typeface="Arial" panose="020B0604020202020204" pitchFamily="34" charset="0"/>
                        </a:rPr>
                        <a:t>FAI3/SPCC</a:t>
                      </a:r>
                      <a:r>
                        <a:rPr lang="en-US" altLang="zh-CN" sz="3200" b="0" i="0" u="none" strike="noStrike" cap="none" spc="0" baseline="0" dirty="0">
                          <a:ln>
                            <a:noFill/>
                          </a:ln>
                          <a:solidFill>
                            <a:schemeClr val="tx1"/>
                          </a:solidFill>
                          <a:uFillTx/>
                          <a:latin typeface="Arial" panose="020B0604020202020204" pitchFamily="34" charset="0"/>
                          <a:ea typeface="+mn-ea"/>
                          <a:cs typeface="Arial" panose="020B0604020202020204" pitchFamily="34" charset="0"/>
                          <a:sym typeface="Helvetica Neue Medium"/>
                        </a:rPr>
                        <a:t>±0.04</a:t>
                      </a:r>
                    </a:p>
                  </a:txBody>
                  <a:tcPr marL="12700" marR="12700" marT="12700" marB="12700" anchor="ctr" horzOverflow="overflow">
                    <a:lnL w="6350">
                      <a:solidFill>
                        <a:srgbClr val="000000"/>
                      </a:solidFill>
                    </a:lnL>
                    <a:lnR w="6350">
                      <a:solidFill>
                        <a:srgbClr val="000000"/>
                      </a:solidFill>
                    </a:lnR>
                    <a:lnT w="6350">
                      <a:solidFill>
                        <a:srgbClr val="000000"/>
                      </a:solidFill>
                    </a:lnT>
                    <a:lnB w="6350">
                      <a:solidFill>
                        <a:srgbClr val="000000"/>
                      </a:solidFill>
                    </a:lnB>
                    <a:solidFill>
                      <a:srgbClr val="C1E1FE"/>
                    </a:solidFill>
                  </a:tcPr>
                </a:tc>
                <a:tc hMerge="1">
                  <a:txBody>
                    <a:bodyPr/>
                    <a:lstStyle/>
                    <a:p>
                      <a:endParaRPr lang="zh-CN"/>
                    </a:p>
                  </a:txBody>
                  <a:tcPr/>
                </a:tc>
                <a:extLst>
                  <a:ext uri="{0D108BD9-81ED-4DB2-BD59-A6C34878D82A}">
                    <a16:rowId xmlns:a16="http://schemas.microsoft.com/office/drawing/2014/main" val="10000"/>
                  </a:ext>
                </a:extLst>
              </a:tr>
              <a:tr h="643310">
                <a:tc>
                  <a:txBody>
                    <a:bodyPr/>
                    <a:lstStyle/>
                    <a:p>
                      <a:pPr defTabSz="409575">
                        <a:defRPr sz="1800"/>
                      </a:pPr>
                      <a:r>
                        <a:rPr lang="en-US" sz="3000" dirty="0">
                          <a:latin typeface="Arial" panose="020B0604020202020204" pitchFamily="34" charset="0"/>
                          <a:ea typeface="+mj-ea"/>
                          <a:cs typeface="Arial" panose="020B0604020202020204" pitchFamily="34" charset="0"/>
                          <a:sym typeface="Helvetica Neue Medium" panose="02000503000000020004"/>
                        </a:rPr>
                        <a:t>CPK</a:t>
                      </a:r>
                    </a:p>
                  </a:txBody>
                  <a:tcPr marL="12700" marR="12700" marT="12700" marB="12700" anchor="ctr" horzOverflow="overflow">
                    <a:lnL w="6350">
                      <a:solidFill>
                        <a:srgbClr val="000000"/>
                      </a:solidFill>
                    </a:lnL>
                    <a:lnR w="6350">
                      <a:solidFill>
                        <a:srgbClr val="000000"/>
                      </a:solidFill>
                    </a:lnR>
                    <a:lnT w="6350">
                      <a:solidFill>
                        <a:srgbClr val="000000"/>
                      </a:solidFill>
                    </a:lnT>
                    <a:lnB w="6350">
                      <a:solidFill>
                        <a:srgbClr val="000000"/>
                      </a:solidFill>
                    </a:lnB>
                    <a:solidFill>
                      <a:srgbClr val="C1E1FE"/>
                    </a:solidFill>
                  </a:tcPr>
                </a:tc>
                <a:tc>
                  <a:txBody>
                    <a:bodyPr/>
                    <a:lstStyle/>
                    <a:p>
                      <a:pPr defTabSz="409575">
                        <a:defRPr sz="1800"/>
                      </a:pPr>
                      <a:r>
                        <a:rPr lang="en-US" sz="3000" dirty="0">
                          <a:latin typeface="Arial" panose="020B0604020202020204" pitchFamily="34" charset="0"/>
                          <a:ea typeface="+mj-ea"/>
                          <a:cs typeface="Arial" panose="020B0604020202020204" pitchFamily="34" charset="0"/>
                          <a:sym typeface="Helvetica Neue Medium" panose="02000503000000020004"/>
                        </a:rPr>
                        <a:t>In-process</a:t>
                      </a:r>
                    </a:p>
                  </a:txBody>
                  <a:tcPr marL="12700" marR="12700" marT="12700" marB="12700" anchor="ctr" horzOverflow="overflow">
                    <a:lnL w="6350">
                      <a:solidFill>
                        <a:srgbClr val="000000"/>
                      </a:solidFill>
                    </a:lnL>
                    <a:lnR w="6350">
                      <a:solidFill>
                        <a:srgbClr val="000000"/>
                      </a:solidFill>
                    </a:lnR>
                    <a:lnT w="6350">
                      <a:solidFill>
                        <a:srgbClr val="000000"/>
                      </a:solidFill>
                    </a:lnT>
                    <a:lnB w="6350">
                      <a:solidFill>
                        <a:srgbClr val="000000"/>
                      </a:solidFill>
                    </a:lnB>
                    <a:solidFill>
                      <a:srgbClr val="C1E1FE"/>
                    </a:solidFill>
                  </a:tcPr>
                </a:tc>
                <a:extLst>
                  <a:ext uri="{0D108BD9-81ED-4DB2-BD59-A6C34878D82A}">
                    <a16:rowId xmlns:a16="http://schemas.microsoft.com/office/drawing/2014/main" val="10001"/>
                  </a:ext>
                </a:extLst>
              </a:tr>
              <a:tr h="10567116">
                <a:tc>
                  <a:txBody>
                    <a:bodyPr/>
                    <a:lstStyle/>
                    <a:p>
                      <a:pPr algn="l" defTabSz="409575">
                        <a:defRPr sz="2600">
                          <a:sym typeface="Helvetica Neue Medium" panose="02000503000000020004"/>
                        </a:defRPr>
                      </a:pPr>
                      <a:r>
                        <a:rPr lang="en-US" dirty="0">
                          <a:latin typeface="Arial" panose="020B0604020202020204" pitchFamily="34" charset="0"/>
                          <a:ea typeface="+mj-ea"/>
                          <a:cs typeface="Arial" panose="020B0604020202020204" pitchFamily="34" charset="0"/>
                        </a:rPr>
                        <a:t>1.</a:t>
                      </a:r>
                      <a:r>
                        <a:rPr lang="en-US" baseline="0" dirty="0">
                          <a:latin typeface="Arial" panose="020B0604020202020204" pitchFamily="34" charset="0"/>
                          <a:ea typeface="+mj-ea"/>
                          <a:cs typeface="Arial" panose="020B0604020202020204" pitchFamily="34" charset="0"/>
                        </a:rPr>
                        <a:t>  </a:t>
                      </a:r>
                      <a:r>
                        <a:rPr lang="en-US" dirty="0">
                          <a:latin typeface="Arial" panose="020B0604020202020204" pitchFamily="34" charset="0"/>
                          <a:ea typeface="+mj-ea"/>
                          <a:cs typeface="Arial" panose="020B0604020202020204" pitchFamily="34" charset="0"/>
                        </a:rPr>
                        <a:t>Measurement method ：MIC</a:t>
                      </a:r>
                    </a:p>
                    <a:p>
                      <a:pPr algn="l" defTabSz="409575">
                        <a:defRPr sz="2600">
                          <a:sym typeface="Helvetica Neue Medium" panose="02000503000000020004"/>
                        </a:defRPr>
                      </a:pPr>
                      <a:r>
                        <a:rPr lang="en-US" dirty="0">
                          <a:latin typeface="Arial" panose="020B0604020202020204" pitchFamily="34" charset="0"/>
                          <a:ea typeface="+mj-ea"/>
                          <a:cs typeface="Arial" panose="020B0604020202020204" pitchFamily="34" charset="0"/>
                        </a:rPr>
                        <a:t>2.  Fixture ：/</a:t>
                      </a:r>
                    </a:p>
                    <a:p>
                      <a:pPr algn="l" defTabSz="409575">
                        <a:defRPr sz="2600">
                          <a:sym typeface="Helvetica Neue Medium" panose="02000503000000020004"/>
                        </a:defRPr>
                      </a:pPr>
                      <a:r>
                        <a:rPr lang="en-US" dirty="0">
                          <a:latin typeface="Arial" panose="020B0604020202020204" pitchFamily="34" charset="0"/>
                          <a:ea typeface="+mj-ea"/>
                          <a:cs typeface="Arial" panose="020B0604020202020204" pitchFamily="34" charset="0"/>
                        </a:rPr>
                        <a:t>3.  Measurement status ：</a:t>
                      </a:r>
                      <a:r>
                        <a:rPr lang="en-US" altLang="zh-CN" sz="2600" b="0" i="0" u="none" strike="noStrike" cap="none" spc="0" baseline="0" dirty="0">
                          <a:ln>
                            <a:noFill/>
                          </a:ln>
                          <a:solidFill>
                            <a:schemeClr val="tx1"/>
                          </a:solidFill>
                          <a:uFillTx/>
                          <a:latin typeface="Arial" panose="020B0604020202020204" pitchFamily="34" charset="0"/>
                          <a:ea typeface="+mn-ea"/>
                          <a:cs typeface="Arial" panose="020B0604020202020204" pitchFamily="34" charset="0"/>
                          <a:sym typeface="Helvetica Neue Medium" panose="02000503000000020004"/>
                        </a:rPr>
                        <a:t>free</a:t>
                      </a:r>
                    </a:p>
                    <a:p>
                      <a:pPr marL="0" marR="0" indent="0" algn="l" defTabSz="409575" rtl="0" eaLnBrk="1" fontAlgn="auto" latinLnBrk="0" hangingPunct="1">
                        <a:lnSpc>
                          <a:spcPct val="100000"/>
                        </a:lnSpc>
                        <a:spcBef>
                          <a:spcPts val="0"/>
                        </a:spcBef>
                        <a:spcAft>
                          <a:spcPts val="0"/>
                        </a:spcAft>
                        <a:buClrTx/>
                        <a:buSzTx/>
                        <a:buFontTx/>
                        <a:buNone/>
                        <a:defRPr sz="2600">
                          <a:sym typeface="Helvetica Neue Medium" panose="02000503000000020004"/>
                        </a:defRPr>
                      </a:pPr>
                      <a:r>
                        <a:rPr lang="en-US" dirty="0">
                          <a:latin typeface="Arial" panose="020B0604020202020204" pitchFamily="34" charset="0"/>
                          <a:ea typeface="+mj-ea"/>
                          <a:cs typeface="Arial" panose="020B0604020202020204" pitchFamily="34" charset="0"/>
                        </a:rPr>
                        <a:t>4.  Measurement procedure</a:t>
                      </a:r>
                      <a:r>
                        <a:rPr lang="zh-CN" altLang="en-US" dirty="0">
                          <a:latin typeface="Arial" panose="020B0604020202020204" pitchFamily="34" charset="0"/>
                          <a:ea typeface="+mj-ea"/>
                          <a:cs typeface="Arial" panose="020B0604020202020204" pitchFamily="34" charset="0"/>
                        </a:rPr>
                        <a:t>：</a:t>
                      </a:r>
                      <a:endParaRPr lang="en-US" dirty="0">
                        <a:latin typeface="Arial" panose="020B0604020202020204" pitchFamily="34" charset="0"/>
                        <a:cs typeface="Arial" panose="020B0604020202020204" pitchFamily="34" charset="0"/>
                      </a:endParaRPr>
                    </a:p>
                    <a:p>
                      <a:pPr marL="0" indent="0" algn="l" defTabSz="409575">
                        <a:buSzPct val="100000"/>
                        <a:buNone/>
                        <a:defRPr sz="2400">
                          <a:latin typeface="Helvetica Neue Light"/>
                          <a:ea typeface="Helvetica Neue Light"/>
                          <a:cs typeface="Helvetica Neue Light"/>
                        </a:defRPr>
                      </a:pPr>
                      <a:r>
                        <a:rPr lang="en-US" altLang="zh-CN" sz="2400" b="0" i="0" u="none" strike="noStrike" cap="none" spc="0" baseline="0" dirty="0">
                          <a:ln>
                            <a:noFill/>
                          </a:ln>
                          <a:solidFill>
                            <a:schemeClr val="tx1"/>
                          </a:solidFill>
                          <a:uFillTx/>
                          <a:latin typeface="Arial" panose="020B0604020202020204" pitchFamily="34" charset="0"/>
                          <a:ea typeface="Microsoft YaHei" charset="-122"/>
                          <a:cs typeface="Arial" panose="020B0604020202020204" pitchFamily="34" charset="0"/>
                          <a:sym typeface="Helvetica Neue Thin" panose="02000503000000020004"/>
                        </a:rPr>
                        <a:t>a.</a:t>
                      </a:r>
                      <a:r>
                        <a:rPr lang="zh-CN" altLang="en-US" sz="2400" b="0" i="0" u="none" strike="noStrike" cap="none" spc="0" baseline="0" dirty="0">
                          <a:ln>
                            <a:noFill/>
                          </a:ln>
                          <a:solidFill>
                            <a:schemeClr val="tx1"/>
                          </a:solidFill>
                          <a:uFillTx/>
                          <a:latin typeface="Arial" panose="020B0604020202020204" pitchFamily="34" charset="0"/>
                          <a:ea typeface="Microsoft YaHei" charset="-122"/>
                          <a:cs typeface="Arial" panose="020B0604020202020204" pitchFamily="34" charset="0"/>
                          <a:sym typeface="Helvetica Neue Thin" panose="02000503000000020004"/>
                        </a:rPr>
                        <a:t>将千分尺归零</a:t>
                      </a:r>
                      <a:r>
                        <a:rPr lang="en-US" altLang="zh-CN" sz="2400" b="0" i="0" u="none" strike="noStrike" cap="none" spc="0" baseline="0" dirty="0">
                          <a:ln>
                            <a:noFill/>
                          </a:ln>
                          <a:solidFill>
                            <a:schemeClr val="tx1"/>
                          </a:solidFill>
                          <a:uFillTx/>
                          <a:latin typeface="Arial" panose="020B0604020202020204" pitchFamily="34" charset="0"/>
                          <a:ea typeface="Microsoft YaHei" charset="-122"/>
                          <a:cs typeface="Arial" panose="020B0604020202020204" pitchFamily="34" charset="0"/>
                          <a:sym typeface="Helvetica Neue Thin" panose="02000503000000020004"/>
                        </a:rPr>
                        <a:t>;(pic1)</a:t>
                      </a:r>
                    </a:p>
                    <a:p>
                      <a:pPr marL="0" marR="0" indent="0" algn="l" defTabSz="409575" eaLnBrk="1" fontAlgn="auto" latinLnBrk="0" hangingPunct="1">
                        <a:lnSpc>
                          <a:spcPct val="100000"/>
                        </a:lnSpc>
                        <a:spcBef>
                          <a:spcPts val="0"/>
                        </a:spcBef>
                        <a:spcAft>
                          <a:spcPts val="0"/>
                        </a:spcAft>
                        <a:buClrTx/>
                        <a:buSzPct val="100000"/>
                        <a:buFontTx/>
                        <a:buNone/>
                        <a:tabLst/>
                        <a:defRPr sz="2000">
                          <a:latin typeface="Arial"/>
                          <a:ea typeface="Arial"/>
                          <a:cs typeface="Arial"/>
                          <a:sym typeface="Arial"/>
                        </a:defRPr>
                      </a:pPr>
                      <a:r>
                        <a:rPr lang="en-US" altLang="zh-CN" sz="2400" b="0" i="0" u="none" strike="noStrike" cap="none" spc="0" baseline="0" dirty="0">
                          <a:ln>
                            <a:noFill/>
                          </a:ln>
                          <a:solidFill>
                            <a:schemeClr val="tx1"/>
                          </a:solidFill>
                          <a:uFillTx/>
                          <a:latin typeface="Arial" panose="020B0604020202020204" pitchFamily="34" charset="0"/>
                          <a:ea typeface="Microsoft YaHei" charset="-122"/>
                          <a:cs typeface="Arial" panose="020B0604020202020204" pitchFamily="34" charset="0"/>
                          <a:sym typeface="Helvetica Neue Thin" panose="02000503000000020004"/>
                        </a:rPr>
                        <a:t>b.</a:t>
                      </a:r>
                      <a:r>
                        <a:rPr lang="zh-CN" altLang="en-US" sz="2400" b="0" i="0" u="none" strike="noStrike" cap="none" spc="0" baseline="0" dirty="0">
                          <a:ln>
                            <a:noFill/>
                          </a:ln>
                          <a:solidFill>
                            <a:schemeClr val="tx1"/>
                          </a:solidFill>
                          <a:uFillTx/>
                          <a:latin typeface="Arial" panose="020B0604020202020204" pitchFamily="34" charset="0"/>
                          <a:ea typeface="Microsoft YaHei" charset="-122"/>
                          <a:cs typeface="Arial" panose="020B0604020202020204" pitchFamily="34" charset="0"/>
                          <a:sym typeface="Helvetica Neue Thin" panose="02000503000000020004"/>
                        </a:rPr>
                        <a:t>将产品点一平面平放在千分尺的测砧上，转动测微螺杆，使螺杆慢慢靠近产品表面，转动旋测力装置，听到</a:t>
                      </a:r>
                      <a:r>
                        <a:rPr lang="en-US" altLang="zh-CN" sz="2400" b="0" i="0" u="none" strike="noStrike" cap="none" spc="0" baseline="0" dirty="0">
                          <a:ln>
                            <a:noFill/>
                          </a:ln>
                          <a:solidFill>
                            <a:schemeClr val="tx1"/>
                          </a:solidFill>
                          <a:uFillTx/>
                          <a:latin typeface="Arial" panose="020B0604020202020204" pitchFamily="34" charset="0"/>
                          <a:ea typeface="Microsoft YaHei" charset="-122"/>
                          <a:cs typeface="Arial" panose="020B0604020202020204" pitchFamily="34" charset="0"/>
                          <a:sym typeface="Helvetica Neue Thin" panose="02000503000000020004"/>
                        </a:rPr>
                        <a:t>3</a:t>
                      </a:r>
                      <a:r>
                        <a:rPr lang="zh-CN" altLang="en-US" sz="2400" b="0" i="0" u="none" strike="noStrike" cap="none" spc="0" baseline="0" dirty="0">
                          <a:ln>
                            <a:noFill/>
                          </a:ln>
                          <a:solidFill>
                            <a:schemeClr val="tx1"/>
                          </a:solidFill>
                          <a:uFillTx/>
                          <a:latin typeface="Arial" panose="020B0604020202020204" pitchFamily="34" charset="0"/>
                          <a:ea typeface="Microsoft YaHei" charset="-122"/>
                          <a:cs typeface="Arial" panose="020B0604020202020204" pitchFamily="34" charset="0"/>
                          <a:sym typeface="Helvetica Neue Thin" panose="02000503000000020004"/>
                        </a:rPr>
                        <a:t>次咔咔声后停止测试，记录数据</a:t>
                      </a:r>
                      <a:r>
                        <a:rPr lang="en-US" altLang="zh-CN" sz="2400" b="0" i="0" u="none" strike="noStrike" cap="none" spc="0" baseline="0" dirty="0">
                          <a:ln>
                            <a:noFill/>
                          </a:ln>
                          <a:solidFill>
                            <a:schemeClr val="tx1"/>
                          </a:solidFill>
                          <a:uFillTx/>
                          <a:latin typeface="Arial" panose="020B0604020202020204" pitchFamily="34" charset="0"/>
                          <a:ea typeface="Microsoft YaHei" charset="-122"/>
                          <a:cs typeface="Arial" panose="020B0604020202020204" pitchFamily="34" charset="0"/>
                          <a:sym typeface="Helvetica Neue Thin" panose="02000503000000020004"/>
                        </a:rPr>
                        <a:t>;</a:t>
                      </a:r>
                    </a:p>
                    <a:p>
                      <a:pPr algn="l"/>
                      <a:r>
                        <a:rPr lang="en-US" altLang="zh-CN" sz="2200" b="0" i="0" u="none" strike="noStrike" cap="none" spc="0" baseline="0" dirty="0">
                          <a:ln>
                            <a:noFill/>
                          </a:ln>
                          <a:solidFill>
                            <a:schemeClr val="tx1"/>
                          </a:solidFill>
                          <a:effectLst/>
                          <a:uFillTx/>
                          <a:latin typeface="Arial" panose="020B0604020202020204" pitchFamily="34" charset="0"/>
                          <a:ea typeface="+mn-ea"/>
                          <a:cs typeface="Arial" panose="020B0604020202020204" pitchFamily="34" charset="0"/>
                          <a:sym typeface="Helvetica Neue Light"/>
                        </a:rPr>
                        <a:t>a. Return the micrometer to zero; (pic1) </a:t>
                      </a:r>
                    </a:p>
                    <a:p>
                      <a:pPr algn="l"/>
                      <a:r>
                        <a:rPr lang="en-US" altLang="zh-CN" sz="2200" b="0" i="0" u="none" strike="noStrike" cap="none" spc="0" baseline="0" dirty="0">
                          <a:ln>
                            <a:noFill/>
                          </a:ln>
                          <a:solidFill>
                            <a:schemeClr val="tx1"/>
                          </a:solidFill>
                          <a:effectLst/>
                          <a:uFillTx/>
                          <a:latin typeface="Arial" panose="020B0604020202020204" pitchFamily="34" charset="0"/>
                          <a:ea typeface="+mn-ea"/>
                          <a:cs typeface="Arial" panose="020B0604020202020204" pitchFamily="34" charset="0"/>
                          <a:sym typeface="Helvetica Neue Light"/>
                        </a:rPr>
                        <a:t>b. Place the point of the product flat on the measuring anvil of the micrometer, rotate the micro measuring screw, so that the screw is slowly close to the surface of the product, rotate the rotary force measuring device, stop the test after hearing 3 clicks, and record the data; </a:t>
                      </a:r>
                    </a:p>
                    <a:p>
                      <a:pPr algn="l" defTabSz="409575">
                        <a:defRPr sz="2600">
                          <a:sym typeface="Helvetica Neue Medium" panose="02000503000000020004"/>
                        </a:defRPr>
                      </a:pPr>
                      <a:endParaRPr lang="en-US" sz="2400" b="0" i="0" u="none" strike="noStrike" cap="none" spc="0" baseline="0" dirty="0">
                        <a:ln>
                          <a:noFill/>
                        </a:ln>
                        <a:solidFill>
                          <a:schemeClr val="tx1"/>
                        </a:solidFill>
                        <a:uFillTx/>
                        <a:latin typeface="Arial" panose="020B0604020202020204" pitchFamily="34" charset="0"/>
                        <a:ea typeface="Microsoft YaHei" charset="-122"/>
                        <a:cs typeface="Arial" panose="020B0604020202020204" pitchFamily="34" charset="0"/>
                        <a:sym typeface="Helvetica"/>
                      </a:endParaRPr>
                    </a:p>
                  </a:txBody>
                  <a:tcPr marL="12700" marR="12700" marT="12700" marB="12700" horzOverflow="overflow">
                    <a:lnL w="6350">
                      <a:solidFill>
                        <a:srgbClr val="000000"/>
                      </a:solidFill>
                    </a:lnL>
                    <a:lnR w="6350">
                      <a:solidFill>
                        <a:srgbClr val="000000"/>
                      </a:solidFill>
                    </a:lnR>
                    <a:lnT w="6350">
                      <a:solidFill>
                        <a:srgbClr val="000000"/>
                      </a:solidFill>
                    </a:lnT>
                    <a:lnB w="6350">
                      <a:solidFill>
                        <a:srgbClr val="000000"/>
                      </a:solidFill>
                    </a:lnB>
                  </a:tcPr>
                </a:tc>
                <a:tc>
                  <a:txBody>
                    <a:bodyPr/>
                    <a:lstStyle/>
                    <a:p>
                      <a:pPr algn="l" defTabSz="409575">
                        <a:defRPr sz="2600">
                          <a:sym typeface="Helvetica Neue Medium" panose="02000503000000020004"/>
                        </a:defRPr>
                      </a:pPr>
                      <a:r>
                        <a:rPr lang="en-US" dirty="0">
                          <a:latin typeface="Arial" panose="020B0604020202020204" pitchFamily="34" charset="0"/>
                          <a:ea typeface="+mj-ea"/>
                          <a:cs typeface="Arial" panose="020B0604020202020204" pitchFamily="34" charset="0"/>
                        </a:rPr>
                        <a:t>1.</a:t>
                      </a:r>
                      <a:r>
                        <a:rPr lang="en-US" baseline="0" dirty="0">
                          <a:latin typeface="Arial" panose="020B0604020202020204" pitchFamily="34" charset="0"/>
                          <a:ea typeface="+mj-ea"/>
                          <a:cs typeface="Arial" panose="020B0604020202020204" pitchFamily="34" charset="0"/>
                        </a:rPr>
                        <a:t> </a:t>
                      </a:r>
                      <a:r>
                        <a:rPr lang="en-US" dirty="0">
                          <a:latin typeface="Arial" panose="020B0604020202020204" pitchFamily="34" charset="0"/>
                          <a:ea typeface="+mj-ea"/>
                          <a:cs typeface="Arial" panose="020B0604020202020204" pitchFamily="34" charset="0"/>
                        </a:rPr>
                        <a:t> Measurement method ：MIC</a:t>
                      </a:r>
                    </a:p>
                    <a:p>
                      <a:pPr algn="l" defTabSz="409575">
                        <a:defRPr sz="2600">
                          <a:sym typeface="Helvetica Neue Medium" panose="02000503000000020004"/>
                        </a:defRPr>
                      </a:pPr>
                      <a:r>
                        <a:rPr lang="en-US" dirty="0">
                          <a:latin typeface="Arial" panose="020B0604020202020204" pitchFamily="34" charset="0"/>
                          <a:ea typeface="+mj-ea"/>
                          <a:cs typeface="Arial" panose="020B0604020202020204" pitchFamily="34" charset="0"/>
                        </a:rPr>
                        <a:t>2.  Fixture ：/</a:t>
                      </a:r>
                    </a:p>
                    <a:p>
                      <a:pPr algn="l" defTabSz="409575">
                        <a:defRPr sz="2600">
                          <a:sym typeface="Helvetica Neue Medium" panose="02000503000000020004"/>
                        </a:defRPr>
                      </a:pPr>
                      <a:r>
                        <a:rPr lang="en-US" dirty="0">
                          <a:latin typeface="Arial" panose="020B0604020202020204" pitchFamily="34" charset="0"/>
                          <a:ea typeface="+mj-ea"/>
                          <a:cs typeface="Arial" panose="020B0604020202020204" pitchFamily="34" charset="0"/>
                        </a:rPr>
                        <a:t>3.  Measurement status ：</a:t>
                      </a:r>
                      <a:r>
                        <a:rPr lang="en-US" altLang="zh-CN" sz="2600" b="0" i="0" u="none" strike="noStrike" cap="none" spc="0" baseline="0" dirty="0">
                          <a:ln>
                            <a:noFill/>
                          </a:ln>
                          <a:solidFill>
                            <a:schemeClr val="tx1"/>
                          </a:solidFill>
                          <a:uFillTx/>
                          <a:latin typeface="Arial" panose="020B0604020202020204" pitchFamily="34" charset="0"/>
                          <a:ea typeface="+mn-ea"/>
                          <a:cs typeface="Arial" panose="020B0604020202020204" pitchFamily="34" charset="0"/>
                          <a:sym typeface="Helvetica Neue Medium" panose="02000503000000020004"/>
                        </a:rPr>
                        <a:t>free</a:t>
                      </a:r>
                    </a:p>
                    <a:p>
                      <a:pPr algn="l" defTabSz="409575">
                        <a:defRPr sz="2600">
                          <a:sym typeface="Helvetica Neue Medium" panose="02000503000000020004"/>
                        </a:defRPr>
                      </a:pPr>
                      <a:r>
                        <a:rPr lang="en-US" dirty="0">
                          <a:latin typeface="Arial" panose="020B0604020202020204" pitchFamily="34" charset="0"/>
                          <a:ea typeface="+mj-ea"/>
                          <a:cs typeface="Arial" panose="020B0604020202020204" pitchFamily="34" charset="0"/>
                        </a:rPr>
                        <a:t>4.  Measurement procedure ：same as the CPK</a:t>
                      </a:r>
                    </a:p>
                  </a:txBody>
                  <a:tcPr marL="12700" marR="12700" marT="12700" marB="12700" horzOverflow="overflow">
                    <a:lnL w="6350">
                      <a:solidFill>
                        <a:srgbClr val="000000"/>
                      </a:solidFill>
                    </a:lnL>
                    <a:lnR w="6350">
                      <a:solidFill>
                        <a:srgbClr val="000000"/>
                      </a:solidFill>
                    </a:lnR>
                    <a:lnT w="6350">
                      <a:solidFill>
                        <a:srgbClr val="000000"/>
                      </a:solidFill>
                    </a:lnT>
                    <a:lnB w="6350">
                      <a:solidFill>
                        <a:srgbClr val="000000"/>
                      </a:solidFill>
                    </a:lnB>
                  </a:tcPr>
                </a:tc>
                <a:extLst>
                  <a:ext uri="{0D108BD9-81ED-4DB2-BD59-A6C34878D82A}">
                    <a16:rowId xmlns:a16="http://schemas.microsoft.com/office/drawing/2014/main" val="10002"/>
                  </a:ext>
                </a:extLst>
              </a:tr>
            </a:tbl>
          </a:graphicData>
        </a:graphic>
      </p:graphicFrame>
      <p:sp>
        <p:nvSpPr>
          <p:cNvPr id="4" name="灯片编号占位符 3"/>
          <p:cNvSpPr>
            <a:spLocks noGrp="1"/>
          </p:cNvSpPr>
          <p:nvPr>
            <p:ph type="sldNum" sz="quarter" idx="2"/>
          </p:nvPr>
        </p:nvSpPr>
        <p:spPr>
          <a:xfrm>
            <a:off x="11487837" y="13253833"/>
            <a:ext cx="466267" cy="477670"/>
          </a:xfrm>
        </p:spPr>
        <p:txBody>
          <a:bodyPr/>
          <a:lstStyle/>
          <a:p>
            <a:fld id="{86CB4B4D-7CA3-9044-876B-883B54F8677D}" type="slidenum">
              <a:rPr lang="en-US" altLang="zh-CN" smtClean="0"/>
              <a:t>18</a:t>
            </a:fld>
            <a:endParaRPr lang="zh-CN" altLang="en-US" dirty="0"/>
          </a:p>
        </p:txBody>
      </p:sp>
      <p:pic>
        <p:nvPicPr>
          <p:cNvPr id="23" name="图片 22"/>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936541" y="9424087"/>
            <a:ext cx="4180753" cy="3456676"/>
          </a:xfrm>
          <a:prstGeom prst="rect">
            <a:avLst/>
          </a:prstGeom>
        </p:spPr>
      </p:pic>
      <p:sp>
        <p:nvSpPr>
          <p:cNvPr id="24" name="文本框 53"/>
          <p:cNvSpPr txBox="1"/>
          <p:nvPr/>
        </p:nvSpPr>
        <p:spPr>
          <a:xfrm>
            <a:off x="1541517" y="13142838"/>
            <a:ext cx="2970799" cy="46166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821055" hangingPunct="0"/>
            <a:r>
              <a:rPr lang="en-US" altLang="zh-CN" sz="2400" dirty="0">
                <a:solidFill>
                  <a:prstClr val="black"/>
                </a:solidFill>
                <a:latin typeface="Arial" panose="020B0604020202020204" pitchFamily="34" charset="0"/>
                <a:cs typeface="Arial" panose="020B0604020202020204" pitchFamily="34" charset="0"/>
              </a:rPr>
              <a:t>Pic 1.</a:t>
            </a:r>
            <a:r>
              <a:rPr lang="en-US" altLang="zh-CN" sz="2400" dirty="0">
                <a:latin typeface="Arial" panose="020B0604020202020204" pitchFamily="34" charset="0"/>
                <a:ea typeface="微软雅黑" charset="-122"/>
                <a:cs typeface="Arial" panose="020B0604020202020204" pitchFamily="34" charset="0"/>
                <a:sym typeface="Helvetica Neue Thin" panose="02000503000000020004"/>
              </a:rPr>
              <a:t> </a:t>
            </a:r>
            <a:r>
              <a:rPr lang="en-US" altLang="zh-CN" sz="2400" dirty="0">
                <a:solidFill>
                  <a:srgbClr val="000000"/>
                </a:solidFill>
                <a:latin typeface="Arial" panose="020B0604020202020204" pitchFamily="34" charset="0"/>
                <a:ea typeface="Helvetica Neue" panose="02000503000000020004"/>
                <a:cs typeface="Arial" panose="020B0604020202020204" pitchFamily="34" charset="0"/>
                <a:sym typeface="Helvetica Neue Thin" panose="02000503000000020004"/>
              </a:rPr>
              <a:t>return to Zero</a:t>
            </a:r>
            <a:endParaRPr lang="en-US" altLang="zh-CN" sz="2400" dirty="0">
              <a:solidFill>
                <a:srgbClr val="000000"/>
              </a:solidFill>
              <a:latin typeface="Arial" panose="020B0604020202020204" pitchFamily="34" charset="0"/>
              <a:ea typeface="Helvetica Neue" panose="02000503000000020004"/>
              <a:cs typeface="Arial" panose="020B0604020202020204" pitchFamily="34" charset="0"/>
            </a:endParaRPr>
          </a:p>
        </p:txBody>
      </p:sp>
      <p:pic>
        <p:nvPicPr>
          <p:cNvPr id="27" name="图片 26"/>
          <p:cNvPicPr>
            <a:picLocks noChangeAspect="1"/>
          </p:cNvPicPr>
          <p:nvPr/>
        </p:nvPicPr>
        <p:blipFill rotWithShape="1">
          <a:blip r:embed="rId3" cstate="email">
            <a:extLst>
              <a:ext uri="{28A0092B-C50C-407E-A947-70E740481C1C}">
                <a14:useLocalDpi xmlns:a14="http://schemas.microsoft.com/office/drawing/2010/main"/>
              </a:ext>
            </a:extLst>
          </a:blip>
          <a:srcRect/>
          <a:stretch>
            <a:fillRect/>
          </a:stretch>
        </p:blipFill>
        <p:spPr>
          <a:xfrm>
            <a:off x="5903981" y="9389026"/>
            <a:ext cx="4379705" cy="3483001"/>
          </a:xfrm>
          <a:prstGeom prst="rect">
            <a:avLst/>
          </a:prstGeom>
        </p:spPr>
      </p:pic>
      <p:sp>
        <p:nvSpPr>
          <p:cNvPr id="28" name="线形标注 2 27"/>
          <p:cNvSpPr/>
          <p:nvPr/>
        </p:nvSpPr>
        <p:spPr>
          <a:xfrm>
            <a:off x="7128064" y="9083859"/>
            <a:ext cx="1041876" cy="385370"/>
          </a:xfrm>
          <a:prstGeom prst="borderCallout2">
            <a:avLst>
              <a:gd name="adj1" fmla="val 18750"/>
              <a:gd name="adj2" fmla="val -8333"/>
              <a:gd name="adj3" fmla="val 18750"/>
              <a:gd name="adj4" fmla="val -16667"/>
              <a:gd name="adj5" fmla="val 155018"/>
              <a:gd name="adj6" fmla="val -36169"/>
            </a:avLst>
          </a:prstGeom>
          <a:noFill/>
          <a:ln w="19050" cap="rnd"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文本框 28"/>
          <p:cNvSpPr txBox="1"/>
          <p:nvPr/>
        </p:nvSpPr>
        <p:spPr>
          <a:xfrm>
            <a:off x="7126517" y="9096531"/>
            <a:ext cx="1041876" cy="369332"/>
          </a:xfrm>
          <a:prstGeom prst="rect">
            <a:avLst/>
          </a:prstGeom>
          <a:solidFill>
            <a:srgbClr val="92D050"/>
          </a:solidFill>
        </p:spPr>
        <p:txBody>
          <a:bodyPr wrap="square" rtlCol="0">
            <a:spAutoFit/>
          </a:bodyPr>
          <a:lstStyle/>
          <a:p>
            <a:r>
              <a:rPr lang="en-US" altLang="zh-CN" sz="1800" dirty="0">
                <a:latin typeface="微软雅黑" charset="-122"/>
                <a:ea typeface="微软雅黑" charset="-122"/>
              </a:rPr>
              <a:t>Magnet</a:t>
            </a:r>
            <a:endParaRPr lang="zh-CN" altLang="en-US" sz="1800" dirty="0">
              <a:latin typeface="微软雅黑" charset="-122"/>
              <a:ea typeface="微软雅黑" charset="-122"/>
            </a:endParaRPr>
          </a:p>
        </p:txBody>
      </p:sp>
      <p:sp>
        <p:nvSpPr>
          <p:cNvPr id="30" name="文本框 29"/>
          <p:cNvSpPr txBox="1"/>
          <p:nvPr/>
        </p:nvSpPr>
        <p:spPr>
          <a:xfrm rot="21480000">
            <a:off x="7751925" y="10013244"/>
            <a:ext cx="743421" cy="410369"/>
          </a:xfrm>
          <a:prstGeom prst="rect">
            <a:avLst/>
          </a:prstGeom>
          <a:solidFill>
            <a:srgbClr val="6A6A6A">
              <a:alpha val="80000"/>
            </a:srgbClr>
          </a:solidFill>
          <a:ln w="12700" cap="flat">
            <a:noFill/>
            <a:miter lim="400000"/>
          </a:ln>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1055" rtl="0" fontAlgn="auto" latinLnBrk="0" hangingPunct="0">
              <a:lnSpc>
                <a:spcPct val="100000"/>
              </a:lnSpc>
              <a:spcBef>
                <a:spcPts val="0"/>
              </a:spcBef>
              <a:spcAft>
                <a:spcPts val="0"/>
              </a:spcAft>
              <a:buClrTx/>
              <a:buSzTx/>
              <a:buFontTx/>
              <a:buNone/>
            </a:pPr>
            <a:r>
              <a:rPr lang="en-US" altLang="zh-CN" sz="2000" dirty="0">
                <a:latin typeface="Arial" panose="020B0604020202020204" pitchFamily="34" charset="0"/>
                <a:cs typeface="Arial" panose="020B0604020202020204" pitchFamily="34" charset="0"/>
              </a:rPr>
              <a:t>0.900</a:t>
            </a:r>
            <a:endParaRPr kumimoji="0" lang="zh-CN" altLang="en-US" sz="2000" b="0" i="0" u="none" strike="noStrike" cap="none" spc="0" normalizeH="0" baseline="0" dirty="0">
              <a:ln>
                <a:noFill/>
              </a:ln>
              <a:solidFill>
                <a:srgbClr val="000000"/>
              </a:solidFill>
              <a:effectLst/>
              <a:uFillTx/>
              <a:latin typeface="Arial" panose="020B0604020202020204" pitchFamily="34" charset="0"/>
              <a:ea typeface="Helvetica Neue" panose="02000503000000020004"/>
              <a:cs typeface="Arial" panose="020B0604020202020204" pitchFamily="34" charset="0"/>
              <a:sym typeface="Helvetica Neue" panose="02000503000000020004"/>
            </a:endParaRPr>
          </a:p>
        </p:txBody>
      </p:sp>
      <p:sp>
        <p:nvSpPr>
          <p:cNvPr id="31" name="文本框 53"/>
          <p:cNvSpPr txBox="1"/>
          <p:nvPr/>
        </p:nvSpPr>
        <p:spPr>
          <a:xfrm>
            <a:off x="7210629" y="13094439"/>
            <a:ext cx="1509127" cy="46166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2400" dirty="0">
                <a:solidFill>
                  <a:prstClr val="black"/>
                </a:solidFill>
                <a:latin typeface="Arial" panose="020B0604020202020204" pitchFamily="34" charset="0"/>
                <a:cs typeface="Arial" panose="020B0604020202020204" pitchFamily="34" charset="0"/>
              </a:rPr>
              <a:t>Pic </a:t>
            </a:r>
            <a:r>
              <a:rPr lang="en-US" altLang="zh-CN" sz="2400" dirty="0">
                <a:solidFill>
                  <a:srgbClr val="000000"/>
                </a:solidFill>
                <a:latin typeface="Arial" panose="020B0604020202020204" pitchFamily="34" charset="0"/>
                <a:ea typeface="Helvetica Neue" panose="02000503000000020004"/>
                <a:cs typeface="Arial" panose="020B0604020202020204" pitchFamily="34" charset="0"/>
              </a:rPr>
              <a:t>2.Test</a:t>
            </a:r>
          </a:p>
        </p:txBody>
      </p:sp>
      <p:sp>
        <p:nvSpPr>
          <p:cNvPr id="14" name="MTD | X1335 Metrology Details-Magnet 160-02017-05 (Series)">
            <a:extLst>
              <a:ext uri="{FF2B5EF4-FFF2-40B4-BE49-F238E27FC236}">
                <a16:creationId xmlns:a16="http://schemas.microsoft.com/office/drawing/2014/main" id="{97E9F8AC-CB39-1B4D-BC63-0DDCCB87880A}"/>
              </a:ext>
            </a:extLst>
          </p:cNvPr>
          <p:cNvSpPr txBox="1">
            <a:spLocks/>
          </p:cNvSpPr>
          <p:nvPr/>
        </p:nvSpPr>
        <p:spPr>
          <a:xfrm>
            <a:off x="851245" y="959195"/>
            <a:ext cx="14591955" cy="84420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noAutofit/>
          </a:bodyPr>
          <a:lstStyle>
            <a:lvl1pPr marL="0" marR="0" indent="0" algn="ctr" defTabSz="821530" rtl="0" latinLnBrk="0">
              <a:lnSpc>
                <a:spcPct val="100000"/>
              </a:lnSpc>
              <a:spcBef>
                <a:spcPts val="0"/>
              </a:spcBef>
              <a:spcAft>
                <a:spcPts val="0"/>
              </a:spcAft>
              <a:buClrTx/>
              <a:buSzTx/>
              <a:buFontTx/>
              <a:buNone/>
              <a:tabLst/>
              <a:defRPr sz="11200" b="0" i="0" u="none" strike="noStrike" cap="none" spc="0" baseline="0">
                <a:ln>
                  <a:noFill/>
                </a:ln>
                <a:solidFill>
                  <a:srgbClr val="000000"/>
                </a:solidFill>
                <a:uFillTx/>
                <a:latin typeface="+mj-lt"/>
                <a:ea typeface="+mj-ea"/>
                <a:cs typeface="+mj-cs"/>
                <a:sym typeface="Helvetica Neue Medium"/>
              </a:defRPr>
            </a:lvl1pPr>
            <a:lvl2pPr marL="0" marR="0" indent="0" algn="ctr" defTabSz="821530" rtl="0" latinLnBrk="0">
              <a:lnSpc>
                <a:spcPct val="100000"/>
              </a:lnSpc>
              <a:spcBef>
                <a:spcPts val="0"/>
              </a:spcBef>
              <a:spcAft>
                <a:spcPts val="0"/>
              </a:spcAft>
              <a:buClrTx/>
              <a:buSzTx/>
              <a:buFontTx/>
              <a:buNone/>
              <a:tabLst/>
              <a:defRPr sz="11200" b="0" i="0" u="none" strike="noStrike" cap="none" spc="0" baseline="0">
                <a:ln>
                  <a:noFill/>
                </a:ln>
                <a:solidFill>
                  <a:srgbClr val="000000"/>
                </a:solidFill>
                <a:uFillTx/>
                <a:latin typeface="+mj-lt"/>
                <a:ea typeface="+mj-ea"/>
                <a:cs typeface="+mj-cs"/>
                <a:sym typeface="Helvetica Neue Medium"/>
              </a:defRPr>
            </a:lvl2pPr>
            <a:lvl3pPr marL="0" marR="0" indent="0" algn="ctr" defTabSz="821530" rtl="0" latinLnBrk="0">
              <a:lnSpc>
                <a:spcPct val="100000"/>
              </a:lnSpc>
              <a:spcBef>
                <a:spcPts val="0"/>
              </a:spcBef>
              <a:spcAft>
                <a:spcPts val="0"/>
              </a:spcAft>
              <a:buClrTx/>
              <a:buSzTx/>
              <a:buFontTx/>
              <a:buNone/>
              <a:tabLst/>
              <a:defRPr sz="11200" b="0" i="0" u="none" strike="noStrike" cap="none" spc="0" baseline="0">
                <a:ln>
                  <a:noFill/>
                </a:ln>
                <a:solidFill>
                  <a:srgbClr val="000000"/>
                </a:solidFill>
                <a:uFillTx/>
                <a:latin typeface="+mj-lt"/>
                <a:ea typeface="+mj-ea"/>
                <a:cs typeface="+mj-cs"/>
                <a:sym typeface="Helvetica Neue Medium"/>
              </a:defRPr>
            </a:lvl3pPr>
            <a:lvl4pPr marL="0" marR="0" indent="0" algn="ctr" defTabSz="821530" rtl="0" latinLnBrk="0">
              <a:lnSpc>
                <a:spcPct val="100000"/>
              </a:lnSpc>
              <a:spcBef>
                <a:spcPts val="0"/>
              </a:spcBef>
              <a:spcAft>
                <a:spcPts val="0"/>
              </a:spcAft>
              <a:buClrTx/>
              <a:buSzTx/>
              <a:buFontTx/>
              <a:buNone/>
              <a:tabLst/>
              <a:defRPr sz="11200" b="0" i="0" u="none" strike="noStrike" cap="none" spc="0" baseline="0">
                <a:ln>
                  <a:noFill/>
                </a:ln>
                <a:solidFill>
                  <a:srgbClr val="000000"/>
                </a:solidFill>
                <a:uFillTx/>
                <a:latin typeface="+mj-lt"/>
                <a:ea typeface="+mj-ea"/>
                <a:cs typeface="+mj-cs"/>
                <a:sym typeface="Helvetica Neue Medium"/>
              </a:defRPr>
            </a:lvl4pPr>
            <a:lvl5pPr marL="0" marR="0" indent="0" algn="ctr" defTabSz="821530" rtl="0" latinLnBrk="0">
              <a:lnSpc>
                <a:spcPct val="100000"/>
              </a:lnSpc>
              <a:spcBef>
                <a:spcPts val="0"/>
              </a:spcBef>
              <a:spcAft>
                <a:spcPts val="0"/>
              </a:spcAft>
              <a:buClrTx/>
              <a:buSzTx/>
              <a:buFontTx/>
              <a:buNone/>
              <a:tabLst/>
              <a:defRPr sz="11200" b="0" i="0" u="none" strike="noStrike" cap="none" spc="0" baseline="0">
                <a:ln>
                  <a:noFill/>
                </a:ln>
                <a:solidFill>
                  <a:srgbClr val="000000"/>
                </a:solidFill>
                <a:uFillTx/>
                <a:latin typeface="+mj-lt"/>
                <a:ea typeface="+mj-ea"/>
                <a:cs typeface="+mj-cs"/>
                <a:sym typeface="Helvetica Neue Medium"/>
              </a:defRPr>
            </a:lvl5pPr>
            <a:lvl6pPr marL="0" marR="0" indent="0" algn="ctr" defTabSz="821530" rtl="0" latinLnBrk="0">
              <a:lnSpc>
                <a:spcPct val="100000"/>
              </a:lnSpc>
              <a:spcBef>
                <a:spcPts val="0"/>
              </a:spcBef>
              <a:spcAft>
                <a:spcPts val="0"/>
              </a:spcAft>
              <a:buClrTx/>
              <a:buSzTx/>
              <a:buFontTx/>
              <a:buNone/>
              <a:tabLst/>
              <a:defRPr sz="11200" b="0" i="0" u="none" strike="noStrike" cap="none" spc="0" baseline="0">
                <a:ln>
                  <a:noFill/>
                </a:ln>
                <a:solidFill>
                  <a:srgbClr val="000000"/>
                </a:solidFill>
                <a:uFillTx/>
                <a:latin typeface="+mj-lt"/>
                <a:ea typeface="+mj-ea"/>
                <a:cs typeface="+mj-cs"/>
                <a:sym typeface="Helvetica Neue Medium"/>
              </a:defRPr>
            </a:lvl6pPr>
            <a:lvl7pPr marL="0" marR="0" indent="0" algn="ctr" defTabSz="821530" rtl="0" latinLnBrk="0">
              <a:lnSpc>
                <a:spcPct val="100000"/>
              </a:lnSpc>
              <a:spcBef>
                <a:spcPts val="0"/>
              </a:spcBef>
              <a:spcAft>
                <a:spcPts val="0"/>
              </a:spcAft>
              <a:buClrTx/>
              <a:buSzTx/>
              <a:buFontTx/>
              <a:buNone/>
              <a:tabLst/>
              <a:defRPr sz="11200" b="0" i="0" u="none" strike="noStrike" cap="none" spc="0" baseline="0">
                <a:ln>
                  <a:noFill/>
                </a:ln>
                <a:solidFill>
                  <a:srgbClr val="000000"/>
                </a:solidFill>
                <a:uFillTx/>
                <a:latin typeface="+mj-lt"/>
                <a:ea typeface="+mj-ea"/>
                <a:cs typeface="+mj-cs"/>
                <a:sym typeface="Helvetica Neue Medium"/>
              </a:defRPr>
            </a:lvl7pPr>
            <a:lvl8pPr marL="0" marR="0" indent="0" algn="ctr" defTabSz="821530" rtl="0" latinLnBrk="0">
              <a:lnSpc>
                <a:spcPct val="100000"/>
              </a:lnSpc>
              <a:spcBef>
                <a:spcPts val="0"/>
              </a:spcBef>
              <a:spcAft>
                <a:spcPts val="0"/>
              </a:spcAft>
              <a:buClrTx/>
              <a:buSzTx/>
              <a:buFontTx/>
              <a:buNone/>
              <a:tabLst/>
              <a:defRPr sz="11200" b="0" i="0" u="none" strike="noStrike" cap="none" spc="0" baseline="0">
                <a:ln>
                  <a:noFill/>
                </a:ln>
                <a:solidFill>
                  <a:srgbClr val="000000"/>
                </a:solidFill>
                <a:uFillTx/>
                <a:latin typeface="+mj-lt"/>
                <a:ea typeface="+mj-ea"/>
                <a:cs typeface="+mj-cs"/>
                <a:sym typeface="Helvetica Neue Medium"/>
              </a:defRPr>
            </a:lvl8pPr>
            <a:lvl9pPr marL="0" marR="0" indent="0" algn="ctr" defTabSz="821530" rtl="0" latinLnBrk="0">
              <a:lnSpc>
                <a:spcPct val="100000"/>
              </a:lnSpc>
              <a:spcBef>
                <a:spcPts val="0"/>
              </a:spcBef>
              <a:spcAft>
                <a:spcPts val="0"/>
              </a:spcAft>
              <a:buClrTx/>
              <a:buSzTx/>
              <a:buFontTx/>
              <a:buNone/>
              <a:tabLst/>
              <a:defRPr sz="11200" b="0" i="0" u="none" strike="noStrike" cap="none" spc="0" baseline="0">
                <a:ln>
                  <a:noFill/>
                </a:ln>
                <a:solidFill>
                  <a:srgbClr val="000000"/>
                </a:solidFill>
                <a:uFillTx/>
                <a:latin typeface="+mj-lt"/>
                <a:ea typeface="+mj-ea"/>
                <a:cs typeface="+mj-cs"/>
                <a:sym typeface="Helvetica Neue Medium"/>
              </a:defRPr>
            </a:lvl9pPr>
          </a:lstStyle>
          <a:p>
            <a:pPr algn="l" defTabSz="212866" hangingPunct="1">
              <a:defRPr sz="4400">
                <a:solidFill>
                  <a:srgbClr val="024C90"/>
                </a:solidFill>
                <a:latin typeface="Helvetica Neue Light"/>
                <a:ea typeface="Helvetica Neue Light"/>
                <a:cs typeface="Helvetica Neue Light"/>
                <a:sym typeface="Helvetica Neue Light"/>
              </a:defRPr>
            </a:pPr>
            <a:r>
              <a:rPr lang="en" sz="4400" dirty="0">
                <a:solidFill>
                  <a:srgbClr val="024C90"/>
                </a:solidFill>
                <a:latin typeface="Arial" panose="020B0604020202020204" pitchFamily="34" charset="0"/>
                <a:ea typeface="Helvetica Neue Light"/>
                <a:cs typeface="Arial" panose="020B0604020202020204" pitchFamily="34" charset="0"/>
                <a:sym typeface="Helvetica Neue Light"/>
              </a:rPr>
              <a:t>MTD</a:t>
            </a:r>
            <a:r>
              <a:rPr lang="en" sz="4400" dirty="0">
                <a:latin typeface="Arial" panose="020B0604020202020204" pitchFamily="34" charset="0"/>
                <a:ea typeface="Helvetica Neue Light"/>
                <a:cs typeface="Arial" panose="020B0604020202020204" pitchFamily="34" charset="0"/>
                <a:sym typeface="Helvetica Neue Light"/>
              </a:rPr>
              <a:t> | </a:t>
            </a:r>
            <a:r>
              <a:rPr lang="en-US" sz="4400" dirty="0">
                <a:solidFill>
                  <a:schemeClr val="tx1"/>
                </a:solidFill>
                <a:latin typeface="Arial" panose="020B0604020202020204" pitchFamily="34" charset="0"/>
                <a:ea typeface="Helvetica Neue Light"/>
                <a:cs typeface="Arial" panose="020B0604020202020204" pitchFamily="34" charset="0"/>
                <a:sym typeface="Helvetica Neue Light"/>
              </a:rPr>
              <a:t>R240</a:t>
            </a:r>
            <a:r>
              <a:rPr lang="en" sz="4400" dirty="0">
                <a:latin typeface="Arial" panose="020B0604020202020204" pitchFamily="34" charset="0"/>
                <a:ea typeface="Helvetica Neue Light"/>
                <a:cs typeface="Arial" panose="020B0604020202020204" pitchFamily="34" charset="0"/>
                <a:sym typeface="Helvetica Neue Light"/>
              </a:rPr>
              <a:t> </a:t>
            </a:r>
            <a:r>
              <a:rPr lang="en" sz="4400" dirty="0">
                <a:solidFill>
                  <a:schemeClr val="tx1"/>
                </a:solidFill>
                <a:latin typeface="Arial" panose="020B0604020202020204" pitchFamily="34" charset="0"/>
                <a:ea typeface="Helvetica Neue Light"/>
                <a:cs typeface="Arial" panose="020B0604020202020204" pitchFamily="34" charset="0"/>
                <a:sym typeface="Helvetica Neue Light"/>
              </a:rPr>
              <a:t>Metrology Details-Magnet </a:t>
            </a:r>
            <a:r>
              <a:rPr lang="sv-SE" altLang="zh-CN" sz="4400" dirty="0">
                <a:solidFill>
                  <a:schemeClr val="tx1"/>
                </a:solidFill>
                <a:latin typeface="Arial" panose="020B0604020202020204" pitchFamily="34" charset="0"/>
                <a:ea typeface="Helvetica Neue Light"/>
                <a:cs typeface="Arial" panose="020B0604020202020204" pitchFamily="34" charset="0"/>
                <a:sym typeface="Helvetica Neue Light"/>
              </a:rPr>
              <a:t>099-53721-08</a:t>
            </a:r>
          </a:p>
        </p:txBody>
      </p:sp>
      <p:sp>
        <p:nvSpPr>
          <p:cNvPr id="19" name="文本框 18"/>
          <p:cNvSpPr txBox="1"/>
          <p:nvPr/>
        </p:nvSpPr>
        <p:spPr>
          <a:xfrm>
            <a:off x="1141481" y="7866935"/>
            <a:ext cx="9880600" cy="121058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r>
              <a:rPr lang="en-US" altLang="zh-CN" sz="2400" dirty="0">
                <a:solidFill>
                  <a:srgbClr val="0432FF"/>
                </a:solidFill>
                <a:latin typeface="Arial" panose="020B0604020202020204" pitchFamily="34" charset="0"/>
                <a:ea typeface="Helvetica Neue Light"/>
                <a:cs typeface="Arial" panose="020B0604020202020204" pitchFamily="34" charset="0"/>
                <a:sym typeface="Helvetica Neue Light"/>
              </a:rPr>
              <a:t>*NOTE:</a:t>
            </a:r>
            <a:r>
              <a:rPr lang="zh-CN" altLang="en-US" sz="2400" dirty="0">
                <a:solidFill>
                  <a:srgbClr val="0432FF"/>
                </a:solidFill>
                <a:latin typeface="Arial" panose="020B0604020202020204" pitchFamily="34" charset="0"/>
                <a:ea typeface="Helvetica Neue Light"/>
                <a:cs typeface="Arial" panose="020B0604020202020204" pitchFamily="34" charset="0"/>
                <a:sym typeface="Helvetica Neue Light"/>
              </a:rPr>
              <a:t>尺寸长度或宽度在</a:t>
            </a:r>
            <a:r>
              <a:rPr lang="en-US" altLang="zh-CN" sz="2400" dirty="0">
                <a:solidFill>
                  <a:srgbClr val="0432FF"/>
                </a:solidFill>
                <a:latin typeface="Arial" panose="020B0604020202020204" pitchFamily="34" charset="0"/>
                <a:ea typeface="Helvetica Neue Light"/>
                <a:cs typeface="Arial" panose="020B0604020202020204" pitchFamily="34" charset="0"/>
                <a:sym typeface="Helvetica Neue Light"/>
              </a:rPr>
              <a:t>7mm</a:t>
            </a:r>
            <a:r>
              <a:rPr lang="zh-CN" altLang="en-US" sz="2400" dirty="0">
                <a:solidFill>
                  <a:srgbClr val="0432FF"/>
                </a:solidFill>
                <a:latin typeface="Arial" panose="020B0604020202020204" pitchFamily="34" charset="0"/>
                <a:ea typeface="Helvetica Neue Light"/>
                <a:cs typeface="Arial" panose="020B0604020202020204" pitchFamily="34" charset="0"/>
                <a:sym typeface="Helvetica Neue Light"/>
              </a:rPr>
              <a:t>以内</a:t>
            </a:r>
            <a:r>
              <a:rPr lang="en-US" altLang="zh-CN" sz="2400" dirty="0">
                <a:solidFill>
                  <a:srgbClr val="0432FF"/>
                </a:solidFill>
                <a:latin typeface="Arial" panose="020B0604020202020204" pitchFamily="34" charset="0"/>
                <a:ea typeface="Helvetica Neue Light"/>
                <a:cs typeface="Arial" panose="020B0604020202020204" pitchFamily="34" charset="0"/>
                <a:sym typeface="Helvetica Neue Light"/>
              </a:rPr>
              <a:t>(</a:t>
            </a:r>
            <a:r>
              <a:rPr lang="zh-CN" altLang="en-US" sz="2400" dirty="0">
                <a:solidFill>
                  <a:srgbClr val="0432FF"/>
                </a:solidFill>
                <a:latin typeface="Arial" panose="020B0604020202020204" pitchFamily="34" charset="0"/>
                <a:ea typeface="Helvetica Neue Light"/>
                <a:cs typeface="Arial" panose="020B0604020202020204" pitchFamily="34" charset="0"/>
                <a:sym typeface="Helvetica Neue Light"/>
              </a:rPr>
              <a:t>含</a:t>
            </a:r>
            <a:r>
              <a:rPr lang="en-US" altLang="zh-CN" sz="2400" dirty="0">
                <a:solidFill>
                  <a:srgbClr val="0432FF"/>
                </a:solidFill>
                <a:latin typeface="Arial" panose="020B0604020202020204" pitchFamily="34" charset="0"/>
                <a:ea typeface="Helvetica Neue Light"/>
                <a:cs typeface="Arial" panose="020B0604020202020204" pitchFamily="34" charset="0"/>
                <a:sym typeface="Helvetica Neue Light"/>
              </a:rPr>
              <a:t>7mm)</a:t>
            </a:r>
            <a:r>
              <a:rPr lang="zh-CN" altLang="en-US" sz="2400" dirty="0">
                <a:solidFill>
                  <a:srgbClr val="0432FF"/>
                </a:solidFill>
                <a:latin typeface="Arial" panose="020B0604020202020204" pitchFamily="34" charset="0"/>
                <a:ea typeface="Helvetica Neue Light"/>
                <a:cs typeface="Arial" panose="020B0604020202020204" pitchFamily="34" charset="0"/>
                <a:sym typeface="Helvetica Neue Light"/>
              </a:rPr>
              <a:t>测量一个值，</a:t>
            </a:r>
            <a:endParaRPr lang="en-US" altLang="zh-CN" sz="2400" dirty="0">
              <a:solidFill>
                <a:srgbClr val="0432FF"/>
              </a:solidFill>
              <a:latin typeface="Arial" panose="020B0604020202020204" pitchFamily="34" charset="0"/>
              <a:ea typeface="Helvetica Neue Light"/>
              <a:cs typeface="Arial" panose="020B0604020202020204" pitchFamily="34" charset="0"/>
              <a:sym typeface="Helvetica Neue Light"/>
            </a:endParaRPr>
          </a:p>
          <a:p>
            <a:r>
              <a:rPr lang="zh-CN" altLang="en-US" sz="2400" dirty="0">
                <a:solidFill>
                  <a:srgbClr val="0432FF"/>
                </a:solidFill>
                <a:latin typeface="Arial" panose="020B0604020202020204" pitchFamily="34" charset="0"/>
                <a:ea typeface="Helvetica Neue Light"/>
                <a:cs typeface="Arial" panose="020B0604020202020204" pitchFamily="34" charset="0"/>
                <a:sym typeface="Helvetica Neue Light"/>
              </a:rPr>
              <a:t>超过</a:t>
            </a:r>
            <a:r>
              <a:rPr lang="en-US" altLang="zh-CN" sz="2400" dirty="0">
                <a:solidFill>
                  <a:srgbClr val="0432FF"/>
                </a:solidFill>
                <a:latin typeface="Arial" panose="020B0604020202020204" pitchFamily="34" charset="0"/>
                <a:ea typeface="Helvetica Neue Light"/>
                <a:cs typeface="Arial" panose="020B0604020202020204" pitchFamily="34" charset="0"/>
                <a:sym typeface="Helvetica Neue Light"/>
              </a:rPr>
              <a:t>7mm~15mm</a:t>
            </a:r>
            <a:r>
              <a:rPr lang="zh-CN" altLang="en-US" sz="2400" dirty="0">
                <a:solidFill>
                  <a:srgbClr val="0432FF"/>
                </a:solidFill>
                <a:latin typeface="Arial" panose="020B0604020202020204" pitchFamily="34" charset="0"/>
                <a:ea typeface="Helvetica Neue Light"/>
                <a:cs typeface="Arial" panose="020B0604020202020204" pitchFamily="34" charset="0"/>
                <a:sym typeface="Helvetica Neue Light"/>
              </a:rPr>
              <a:t>（含</a:t>
            </a:r>
            <a:r>
              <a:rPr lang="en-US" altLang="zh-CN" sz="2400" dirty="0">
                <a:solidFill>
                  <a:srgbClr val="0432FF"/>
                </a:solidFill>
                <a:latin typeface="Arial" panose="020B0604020202020204" pitchFamily="34" charset="0"/>
                <a:ea typeface="Helvetica Neue Light"/>
                <a:cs typeface="Arial" panose="020B0604020202020204" pitchFamily="34" charset="0"/>
                <a:sym typeface="Helvetica Neue Light"/>
              </a:rPr>
              <a:t>15mm</a:t>
            </a:r>
            <a:r>
              <a:rPr lang="zh-CN" altLang="en-US" sz="2400" dirty="0">
                <a:solidFill>
                  <a:srgbClr val="0432FF"/>
                </a:solidFill>
                <a:latin typeface="Arial" panose="020B0604020202020204" pitchFamily="34" charset="0"/>
                <a:ea typeface="Helvetica Neue Light"/>
                <a:cs typeface="Arial" panose="020B0604020202020204" pitchFamily="34" charset="0"/>
                <a:sym typeface="Helvetica Neue Light"/>
              </a:rPr>
              <a:t>）的测量两个值（边缘与中心两个位置）</a:t>
            </a:r>
            <a:endParaRPr lang="en-US" altLang="zh-CN" sz="2400" dirty="0">
              <a:solidFill>
                <a:srgbClr val="0432FF"/>
              </a:solidFill>
              <a:latin typeface="Arial" panose="020B0604020202020204" pitchFamily="34" charset="0"/>
              <a:ea typeface="Helvetica Neue Light"/>
              <a:cs typeface="Arial" panose="020B0604020202020204" pitchFamily="34" charset="0"/>
              <a:sym typeface="Helvetica Neue Light"/>
            </a:endParaRPr>
          </a:p>
          <a:p>
            <a:r>
              <a:rPr lang="zh-CN" altLang="en-US" sz="2400" dirty="0">
                <a:solidFill>
                  <a:srgbClr val="0432FF"/>
                </a:solidFill>
                <a:latin typeface="Arial" panose="020B0604020202020204" pitchFamily="34" charset="0"/>
                <a:ea typeface="Helvetica Neue Light"/>
                <a:cs typeface="Arial" panose="020B0604020202020204" pitchFamily="34" charset="0"/>
                <a:sym typeface="Helvetica Neue Light"/>
              </a:rPr>
              <a:t>超过</a:t>
            </a:r>
            <a:r>
              <a:rPr lang="en-US" altLang="zh-CN" sz="2400" dirty="0">
                <a:solidFill>
                  <a:srgbClr val="0432FF"/>
                </a:solidFill>
                <a:latin typeface="Arial" panose="020B0604020202020204" pitchFamily="34" charset="0"/>
                <a:ea typeface="Helvetica Neue Light"/>
                <a:cs typeface="Arial" panose="020B0604020202020204" pitchFamily="34" charset="0"/>
                <a:sym typeface="Helvetica Neue Light"/>
              </a:rPr>
              <a:t>15mm </a:t>
            </a:r>
            <a:r>
              <a:rPr lang="zh-CN" altLang="en-US" sz="2400" dirty="0">
                <a:solidFill>
                  <a:srgbClr val="0432FF"/>
                </a:solidFill>
                <a:latin typeface="Arial" panose="020B0604020202020204" pitchFamily="34" charset="0"/>
                <a:ea typeface="Helvetica Neue Light"/>
                <a:cs typeface="Arial" panose="020B0604020202020204" pitchFamily="34" charset="0"/>
                <a:sym typeface="Helvetica Neue Light"/>
              </a:rPr>
              <a:t>的测量三个值（</a:t>
            </a:r>
            <a:r>
              <a:rPr lang="en-US" altLang="zh-CN" sz="2400" dirty="0">
                <a:solidFill>
                  <a:srgbClr val="0432FF"/>
                </a:solidFill>
                <a:latin typeface="Arial" panose="020B0604020202020204" pitchFamily="34" charset="0"/>
                <a:ea typeface="Helvetica Neue Light"/>
                <a:cs typeface="Arial" panose="020B0604020202020204" pitchFamily="34" charset="0"/>
                <a:sym typeface="Helvetica Neue Light"/>
              </a:rPr>
              <a:t>2*</a:t>
            </a:r>
            <a:r>
              <a:rPr lang="zh-CN" altLang="en-US" sz="2400" dirty="0">
                <a:solidFill>
                  <a:srgbClr val="0432FF"/>
                </a:solidFill>
                <a:latin typeface="Arial" panose="020B0604020202020204" pitchFamily="34" charset="0"/>
                <a:ea typeface="Helvetica Neue Light"/>
                <a:cs typeface="Arial" panose="020B0604020202020204" pitchFamily="34" charset="0"/>
                <a:sym typeface="Helvetica Neue Light"/>
              </a:rPr>
              <a:t>边缘与中心两个位置）</a:t>
            </a:r>
            <a:endParaRPr lang="zh-CN" altLang="en-US" sz="2400" dirty="0">
              <a:solidFill>
                <a:srgbClr val="0432FF"/>
              </a:solidFill>
              <a:latin typeface="Arial" panose="020B0604020202020204" pitchFamily="34" charset="0"/>
              <a:ea typeface="Helvetica Neue Light"/>
              <a:cs typeface="Arial" panose="020B0604020202020204" pitchFamily="34" charset="0"/>
            </a:endParaRPr>
          </a:p>
        </p:txBody>
      </p:sp>
      <p:grpSp>
        <p:nvGrpSpPr>
          <p:cNvPr id="20" name="组合 19"/>
          <p:cNvGrpSpPr/>
          <p:nvPr/>
        </p:nvGrpSpPr>
        <p:grpSpPr>
          <a:xfrm>
            <a:off x="12456652" y="9392222"/>
            <a:ext cx="6169107" cy="4118338"/>
            <a:chOff x="11985751" y="5226516"/>
            <a:chExt cx="6169107" cy="4118338"/>
          </a:xfrm>
        </p:grpSpPr>
        <p:pic>
          <p:nvPicPr>
            <p:cNvPr id="21" name="图片 20"/>
            <p:cNvPicPr>
              <a:picLocks noChangeAspect="1"/>
            </p:cNvPicPr>
            <p:nvPr/>
          </p:nvPicPr>
          <p:blipFill>
            <a:blip r:embed="rId4"/>
            <a:stretch>
              <a:fillRect/>
            </a:stretch>
          </p:blipFill>
          <p:spPr>
            <a:xfrm>
              <a:off x="12208171" y="5431253"/>
              <a:ext cx="5724267" cy="3371405"/>
            </a:xfrm>
            <a:prstGeom prst="rect">
              <a:avLst/>
            </a:prstGeom>
          </p:spPr>
        </p:pic>
        <p:grpSp>
          <p:nvGrpSpPr>
            <p:cNvPr id="22" name="组合 21"/>
            <p:cNvGrpSpPr/>
            <p:nvPr/>
          </p:nvGrpSpPr>
          <p:grpSpPr>
            <a:xfrm>
              <a:off x="11985751" y="7287665"/>
              <a:ext cx="1656000" cy="1656000"/>
              <a:chOff x="11985751" y="7287665"/>
              <a:chExt cx="1656000" cy="1656000"/>
            </a:xfrm>
          </p:grpSpPr>
          <p:sp>
            <p:nvSpPr>
              <p:cNvPr id="37" name="椭圆 36"/>
              <p:cNvSpPr/>
              <p:nvPr/>
            </p:nvSpPr>
            <p:spPr>
              <a:xfrm>
                <a:off x="11985751" y="7287665"/>
                <a:ext cx="1656000" cy="1656000"/>
              </a:xfrm>
              <a:prstGeom prst="ellipse">
                <a:avLst/>
              </a:prstGeom>
              <a:solidFill>
                <a:srgbClr val="FFFF00">
                  <a:alpha val="21961"/>
                </a:srgbClr>
              </a:solidFill>
              <a:ln w="25400" cap="flat">
                <a:solidFill>
                  <a:schemeClr val="accent1"/>
                </a:solid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71436" tIns="71436" rIns="71436" bIns="71436" numCol="1" spcCol="38100" rtlCol="0" anchor="ctr">
                <a:spAutoFit/>
              </a:bodyPr>
              <a:lstStyle/>
              <a:p>
                <a:pPr marL="0" marR="0" indent="0" algn="ctr" defTabSz="821530" rtl="0" fontAlgn="auto" latinLnBrk="0" hangingPunct="0">
                  <a:lnSpc>
                    <a:spcPct val="100000"/>
                  </a:lnSpc>
                  <a:spcBef>
                    <a:spcPts val="0"/>
                  </a:spcBef>
                  <a:spcAft>
                    <a:spcPts val="0"/>
                  </a:spcAft>
                  <a:buClrTx/>
                  <a:buSzTx/>
                  <a:buFontTx/>
                  <a:buNone/>
                  <a:tabLst/>
                </a:pPr>
                <a:r>
                  <a:rPr kumimoji="0" lang="en-US" altLang="zh-CN" sz="2400" b="0" i="0" u="none" strike="noStrike" cap="none" spc="0" normalizeH="0" baseline="0" dirty="0">
                    <a:ln>
                      <a:noFill/>
                    </a:ln>
                    <a:solidFill>
                      <a:srgbClr val="000000"/>
                    </a:solidFill>
                    <a:effectLst/>
                    <a:uFillTx/>
                    <a:latin typeface="+mj-lt"/>
                    <a:ea typeface="+mj-ea"/>
                    <a:cs typeface="+mj-cs"/>
                    <a:sym typeface="Helvetica Neue Medium"/>
                  </a:rPr>
                  <a:t>6.5mm</a:t>
                </a:r>
                <a:endParaRPr kumimoji="0" lang="zh-CN" altLang="en-US" sz="2400" b="0" i="0" u="none" strike="noStrike" cap="none" spc="0" normalizeH="0" baseline="0" dirty="0">
                  <a:ln>
                    <a:noFill/>
                  </a:ln>
                  <a:solidFill>
                    <a:srgbClr val="000000"/>
                  </a:solidFill>
                  <a:effectLst/>
                  <a:uFillTx/>
                  <a:latin typeface="+mj-lt"/>
                  <a:ea typeface="+mj-ea"/>
                  <a:cs typeface="+mj-cs"/>
                  <a:sym typeface="Helvetica Neue Medium"/>
                </a:endParaRPr>
              </a:p>
            </p:txBody>
          </p:sp>
          <p:cxnSp>
            <p:nvCxnSpPr>
              <p:cNvPr id="38" name="直接连接符 37"/>
              <p:cNvCxnSpPr/>
              <p:nvPr/>
            </p:nvCxnSpPr>
            <p:spPr>
              <a:xfrm>
                <a:off x="12208170" y="7583238"/>
                <a:ext cx="1090616" cy="1219420"/>
              </a:xfrm>
              <a:prstGeom prst="line">
                <a:avLst/>
              </a:prstGeom>
              <a:noFill/>
              <a:ln w="25400" cap="flat">
                <a:solidFill>
                  <a:schemeClr val="accent1"/>
                </a:solidFill>
                <a:prstDash val="dash"/>
                <a:round/>
              </a:ln>
              <a:effectLst/>
              <a:sp3d/>
            </p:spPr>
            <p:style>
              <a:lnRef idx="0">
                <a:scrgbClr r="0" g="0" b="0"/>
              </a:lnRef>
              <a:fillRef idx="0">
                <a:scrgbClr r="0" g="0" b="0"/>
              </a:fillRef>
              <a:effectRef idx="0">
                <a:scrgbClr r="0" g="0" b="0"/>
              </a:effectRef>
              <a:fontRef idx="none"/>
            </p:style>
          </p:cxnSp>
        </p:grpSp>
        <p:grpSp>
          <p:nvGrpSpPr>
            <p:cNvPr id="25" name="组合 24"/>
            <p:cNvGrpSpPr/>
            <p:nvPr/>
          </p:nvGrpSpPr>
          <p:grpSpPr>
            <a:xfrm>
              <a:off x="14424150" y="6373229"/>
              <a:ext cx="1656000" cy="1656000"/>
              <a:chOff x="11985751" y="7287665"/>
              <a:chExt cx="1656000" cy="1656000"/>
            </a:xfrm>
          </p:grpSpPr>
          <p:sp>
            <p:nvSpPr>
              <p:cNvPr id="35" name="椭圆 34"/>
              <p:cNvSpPr/>
              <p:nvPr/>
            </p:nvSpPr>
            <p:spPr>
              <a:xfrm>
                <a:off x="11985751" y="7287665"/>
                <a:ext cx="1656000" cy="1656000"/>
              </a:xfrm>
              <a:prstGeom prst="ellipse">
                <a:avLst/>
              </a:prstGeom>
              <a:solidFill>
                <a:srgbClr val="FFFF00">
                  <a:alpha val="21961"/>
                </a:srgbClr>
              </a:solidFill>
              <a:ln w="25400" cap="flat">
                <a:solidFill>
                  <a:schemeClr val="accent1"/>
                </a:solid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71436" tIns="71436" rIns="71436" bIns="71436" numCol="1" spcCol="38100" rtlCol="0" anchor="ctr">
                <a:spAutoFit/>
              </a:bodyPr>
              <a:lstStyle/>
              <a:p>
                <a:pPr marL="0" marR="0" indent="0" algn="ctr" defTabSz="821530" rtl="0" fontAlgn="auto" latinLnBrk="0" hangingPunct="0">
                  <a:lnSpc>
                    <a:spcPct val="100000"/>
                  </a:lnSpc>
                  <a:spcBef>
                    <a:spcPts val="0"/>
                  </a:spcBef>
                  <a:spcAft>
                    <a:spcPts val="0"/>
                  </a:spcAft>
                  <a:buClrTx/>
                  <a:buSzTx/>
                  <a:buFontTx/>
                  <a:buNone/>
                  <a:tabLst/>
                </a:pPr>
                <a:r>
                  <a:rPr kumimoji="0" lang="en-US" altLang="zh-CN" sz="2400" b="0" i="0" u="none" strike="noStrike" cap="none" spc="0" normalizeH="0" baseline="0" dirty="0">
                    <a:ln>
                      <a:noFill/>
                    </a:ln>
                    <a:solidFill>
                      <a:srgbClr val="000000"/>
                    </a:solidFill>
                    <a:effectLst/>
                    <a:uFillTx/>
                    <a:latin typeface="+mj-lt"/>
                    <a:ea typeface="+mj-ea"/>
                    <a:cs typeface="+mj-cs"/>
                    <a:sym typeface="Helvetica Neue Medium"/>
                  </a:rPr>
                  <a:t>6.5mm</a:t>
                </a:r>
                <a:endParaRPr kumimoji="0" lang="zh-CN" altLang="en-US" sz="2400" b="0" i="0" u="none" strike="noStrike" cap="none" spc="0" normalizeH="0" baseline="0" dirty="0">
                  <a:ln>
                    <a:noFill/>
                  </a:ln>
                  <a:solidFill>
                    <a:srgbClr val="000000"/>
                  </a:solidFill>
                  <a:effectLst/>
                  <a:uFillTx/>
                  <a:latin typeface="+mj-lt"/>
                  <a:ea typeface="+mj-ea"/>
                  <a:cs typeface="+mj-cs"/>
                  <a:sym typeface="Helvetica Neue Medium"/>
                </a:endParaRPr>
              </a:p>
            </p:txBody>
          </p:sp>
          <p:cxnSp>
            <p:nvCxnSpPr>
              <p:cNvPr id="36" name="直接连接符 35"/>
              <p:cNvCxnSpPr/>
              <p:nvPr/>
            </p:nvCxnSpPr>
            <p:spPr>
              <a:xfrm>
                <a:off x="12208170" y="7583238"/>
                <a:ext cx="1090616" cy="1219420"/>
              </a:xfrm>
              <a:prstGeom prst="line">
                <a:avLst/>
              </a:prstGeom>
              <a:noFill/>
              <a:ln w="25400" cap="flat">
                <a:solidFill>
                  <a:schemeClr val="accent1"/>
                </a:solidFill>
                <a:prstDash val="dash"/>
                <a:round/>
              </a:ln>
              <a:effectLst/>
              <a:sp3d/>
            </p:spPr>
            <p:style>
              <a:lnRef idx="0">
                <a:scrgbClr r="0" g="0" b="0"/>
              </a:lnRef>
              <a:fillRef idx="0">
                <a:scrgbClr r="0" g="0" b="0"/>
              </a:fillRef>
              <a:effectRef idx="0">
                <a:scrgbClr r="0" g="0" b="0"/>
              </a:effectRef>
              <a:fontRef idx="none"/>
            </p:style>
          </p:cxnSp>
        </p:grpSp>
        <p:grpSp>
          <p:nvGrpSpPr>
            <p:cNvPr id="26" name="组合 25"/>
            <p:cNvGrpSpPr/>
            <p:nvPr/>
          </p:nvGrpSpPr>
          <p:grpSpPr>
            <a:xfrm>
              <a:off x="16498858" y="5226516"/>
              <a:ext cx="1656000" cy="1656000"/>
              <a:chOff x="11985751" y="7287665"/>
              <a:chExt cx="1656000" cy="1656000"/>
            </a:xfrm>
          </p:grpSpPr>
          <p:sp>
            <p:nvSpPr>
              <p:cNvPr id="33" name="椭圆 32"/>
              <p:cNvSpPr/>
              <p:nvPr/>
            </p:nvSpPr>
            <p:spPr>
              <a:xfrm>
                <a:off x="11985751" y="7287665"/>
                <a:ext cx="1656000" cy="1656000"/>
              </a:xfrm>
              <a:prstGeom prst="ellipse">
                <a:avLst/>
              </a:prstGeom>
              <a:solidFill>
                <a:srgbClr val="FFFF00">
                  <a:alpha val="21961"/>
                </a:srgbClr>
              </a:solidFill>
              <a:ln w="25400" cap="flat">
                <a:solidFill>
                  <a:schemeClr val="accent1"/>
                </a:solid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71436" tIns="71436" rIns="71436" bIns="71436" numCol="1" spcCol="38100" rtlCol="0" anchor="ctr">
                <a:spAutoFit/>
              </a:bodyPr>
              <a:lstStyle/>
              <a:p>
                <a:pPr marL="0" marR="0" indent="0" algn="ctr" defTabSz="821530" rtl="0" fontAlgn="auto" latinLnBrk="0" hangingPunct="0">
                  <a:lnSpc>
                    <a:spcPct val="100000"/>
                  </a:lnSpc>
                  <a:spcBef>
                    <a:spcPts val="0"/>
                  </a:spcBef>
                  <a:spcAft>
                    <a:spcPts val="0"/>
                  </a:spcAft>
                  <a:buClrTx/>
                  <a:buSzTx/>
                  <a:buFontTx/>
                  <a:buNone/>
                  <a:tabLst/>
                </a:pPr>
                <a:r>
                  <a:rPr kumimoji="0" lang="en-US" altLang="zh-CN" sz="2400" b="0" i="0" u="none" strike="noStrike" cap="none" spc="0" normalizeH="0" baseline="0" dirty="0">
                    <a:ln>
                      <a:noFill/>
                    </a:ln>
                    <a:solidFill>
                      <a:srgbClr val="000000"/>
                    </a:solidFill>
                    <a:effectLst/>
                    <a:uFillTx/>
                    <a:latin typeface="+mj-lt"/>
                    <a:ea typeface="+mj-ea"/>
                    <a:cs typeface="+mj-cs"/>
                    <a:sym typeface="Helvetica Neue Medium"/>
                  </a:rPr>
                  <a:t>6.5mm</a:t>
                </a:r>
                <a:endParaRPr kumimoji="0" lang="zh-CN" altLang="en-US" sz="2400" b="0" i="0" u="none" strike="noStrike" cap="none" spc="0" normalizeH="0" baseline="0" dirty="0">
                  <a:ln>
                    <a:noFill/>
                  </a:ln>
                  <a:solidFill>
                    <a:srgbClr val="000000"/>
                  </a:solidFill>
                  <a:effectLst/>
                  <a:uFillTx/>
                  <a:latin typeface="+mj-lt"/>
                  <a:ea typeface="+mj-ea"/>
                  <a:cs typeface="+mj-cs"/>
                  <a:sym typeface="Helvetica Neue Medium"/>
                </a:endParaRPr>
              </a:p>
            </p:txBody>
          </p:sp>
          <p:cxnSp>
            <p:nvCxnSpPr>
              <p:cNvPr id="34" name="直接连接符 33"/>
              <p:cNvCxnSpPr/>
              <p:nvPr/>
            </p:nvCxnSpPr>
            <p:spPr>
              <a:xfrm>
                <a:off x="12208170" y="7583238"/>
                <a:ext cx="1090616" cy="1219420"/>
              </a:xfrm>
              <a:prstGeom prst="line">
                <a:avLst/>
              </a:prstGeom>
              <a:noFill/>
              <a:ln w="25400" cap="flat">
                <a:solidFill>
                  <a:schemeClr val="accent1"/>
                </a:solidFill>
                <a:prstDash val="dash"/>
                <a:round/>
              </a:ln>
              <a:effectLst/>
              <a:sp3d/>
            </p:spPr>
            <p:style>
              <a:lnRef idx="0">
                <a:scrgbClr r="0" g="0" b="0"/>
              </a:lnRef>
              <a:fillRef idx="0">
                <a:scrgbClr r="0" g="0" b="0"/>
              </a:fillRef>
              <a:effectRef idx="0">
                <a:scrgbClr r="0" g="0" b="0"/>
              </a:effectRef>
              <a:fontRef idx="none"/>
            </p:style>
          </p:cxnSp>
        </p:grpSp>
        <p:sp>
          <p:nvSpPr>
            <p:cNvPr id="32" name="文本框 53"/>
            <p:cNvSpPr txBox="1"/>
            <p:nvPr/>
          </p:nvSpPr>
          <p:spPr>
            <a:xfrm>
              <a:off x="14315740" y="8883189"/>
              <a:ext cx="2702260" cy="46166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2400" dirty="0">
                  <a:solidFill>
                    <a:prstClr val="black"/>
                  </a:solidFill>
                  <a:latin typeface="Arial" panose="020B0604020202020204" pitchFamily="34" charset="0"/>
                  <a:cs typeface="Arial" panose="020B0604020202020204" pitchFamily="34" charset="0"/>
                </a:rPr>
                <a:t>Pic </a:t>
              </a:r>
              <a:r>
                <a:rPr lang="en-US" altLang="zh-CN" sz="2400" dirty="0">
                  <a:solidFill>
                    <a:srgbClr val="000000"/>
                  </a:solidFill>
                  <a:latin typeface="Arial" panose="020B0604020202020204" pitchFamily="34" charset="0"/>
                  <a:cs typeface="Arial" panose="020B0604020202020204" pitchFamily="34" charset="0"/>
                </a:rPr>
                <a:t>3.Test location</a:t>
              </a:r>
              <a:endParaRPr lang="en-US" altLang="zh-CN" sz="2400" dirty="0">
                <a:solidFill>
                  <a:srgbClr val="000000"/>
                </a:solidFill>
                <a:latin typeface="Arial" panose="020B0604020202020204" pitchFamily="34" charset="0"/>
                <a:ea typeface="Helvetica Neue" panose="02000503000000020004"/>
                <a:cs typeface="Arial" panose="020B0604020202020204" pitchFamily="34" charset="0"/>
              </a:endParaRPr>
            </a:p>
          </p:txBody>
        </p:sp>
      </p:grpSp>
      <p:grpSp>
        <p:nvGrpSpPr>
          <p:cNvPr id="39" name="组合 38"/>
          <p:cNvGrpSpPr/>
          <p:nvPr/>
        </p:nvGrpSpPr>
        <p:grpSpPr>
          <a:xfrm>
            <a:off x="12103774" y="6158441"/>
            <a:ext cx="6167221" cy="1650992"/>
            <a:chOff x="10961520" y="9733844"/>
            <a:chExt cx="8294740" cy="2220538"/>
          </a:xfrm>
        </p:grpSpPr>
        <p:pic>
          <p:nvPicPr>
            <p:cNvPr id="40" name="图片 39"/>
            <p:cNvPicPr>
              <a:picLocks noChangeAspect="1"/>
            </p:cNvPicPr>
            <p:nvPr/>
          </p:nvPicPr>
          <p:blipFill>
            <a:blip r:embed="rId5" cstate="email">
              <a:clrChange>
                <a:clrFrom>
                  <a:srgbClr val="FFFFFF"/>
                </a:clrFrom>
                <a:clrTo>
                  <a:srgbClr val="FFFFFF">
                    <a:alpha val="0"/>
                  </a:srgbClr>
                </a:clrTo>
              </a:clrChange>
              <a:extLst>
                <a:ext uri="{28A0092B-C50C-407E-A947-70E740481C1C}">
                  <a14:useLocalDpi xmlns:a14="http://schemas.microsoft.com/office/drawing/2010/main"/>
                </a:ext>
              </a:extLst>
            </a:blip>
            <a:stretch>
              <a:fillRect/>
            </a:stretch>
          </p:blipFill>
          <p:spPr>
            <a:xfrm>
              <a:off x="12081104" y="9733844"/>
              <a:ext cx="7175156" cy="2220538"/>
            </a:xfrm>
            <a:prstGeom prst="rect">
              <a:avLst/>
            </a:prstGeom>
          </p:spPr>
        </p:pic>
        <p:sp>
          <p:nvSpPr>
            <p:cNvPr id="41" name="矩形 40"/>
            <p:cNvSpPr/>
            <p:nvPr/>
          </p:nvSpPr>
          <p:spPr>
            <a:xfrm>
              <a:off x="10961520" y="11258784"/>
              <a:ext cx="2651664" cy="607987"/>
            </a:xfrm>
            <a:prstGeom prst="rect">
              <a:avLst/>
            </a:prstGeom>
            <a:solidFill>
              <a:schemeClr val="bg1"/>
            </a:solidFill>
            <a:ln w="25400" cap="flat">
              <a:solidFill>
                <a:srgbClr val="FF0000"/>
              </a:solid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71436" tIns="71436" rIns="71436" bIns="71436" numCol="1" spcCol="38100" rtlCol="0" anchor="ctr">
              <a:spAutoFit/>
            </a:bodyPr>
            <a:lstStyle/>
            <a:p>
              <a:pPr fontAlgn="ctr"/>
              <a:r>
                <a:rPr lang="en-US" altLang="zh-CN" sz="2000" dirty="0">
                  <a:solidFill>
                    <a:schemeClr val="tx1"/>
                  </a:solidFill>
                  <a:latin typeface="Arial" panose="020B0604020202020204" pitchFamily="34" charset="0"/>
                  <a:cs typeface="Arial" panose="020B0604020202020204" pitchFamily="34" charset="0"/>
                  <a:sym typeface="Arial" panose="020B0604020202090204" pitchFamily="34" charset="0"/>
                </a:rPr>
                <a:t>Thickness</a:t>
              </a:r>
              <a:r>
                <a:rPr lang="en-US" altLang="zh-CN" sz="2000" dirty="0">
                  <a:latin typeface="Arial" panose="020B0604020202020204" pitchFamily="34" charset="0"/>
                  <a:ea typeface="Arial Unicode MS" panose="020B0604020202020204" pitchFamily="34" charset="-122"/>
                  <a:cs typeface="Arial" panose="020B0604020202020204" pitchFamily="34" charset="0"/>
                </a:rPr>
                <a:t>±0.04</a:t>
              </a:r>
            </a:p>
          </p:txBody>
        </p:sp>
      </p:grpSp>
      <p:graphicFrame>
        <p:nvGraphicFramePr>
          <p:cNvPr id="43" name="表格 42"/>
          <p:cNvGraphicFramePr>
            <a:graphicFrameLocks noGrp="1"/>
          </p:cNvGraphicFramePr>
          <p:nvPr>
            <p:extLst>
              <p:ext uri="{D42A27DB-BD31-4B8C-83A1-F6EECF244321}">
                <p14:modId xmlns:p14="http://schemas.microsoft.com/office/powerpoint/2010/main" val="3893244818"/>
              </p:ext>
            </p:extLst>
          </p:nvPr>
        </p:nvGraphicFramePr>
        <p:xfrm>
          <a:off x="19599219" y="5147399"/>
          <a:ext cx="3858658" cy="6355080"/>
        </p:xfrm>
        <a:graphic>
          <a:graphicData uri="http://schemas.openxmlformats.org/drawingml/2006/table">
            <a:tbl>
              <a:tblPr/>
              <a:tblGrid>
                <a:gridCol w="556214">
                  <a:extLst>
                    <a:ext uri="{9D8B030D-6E8A-4147-A177-3AD203B41FA5}">
                      <a16:colId xmlns:a16="http://schemas.microsoft.com/office/drawing/2014/main" val="20000"/>
                    </a:ext>
                  </a:extLst>
                </a:gridCol>
                <a:gridCol w="1297757">
                  <a:extLst>
                    <a:ext uri="{9D8B030D-6E8A-4147-A177-3AD203B41FA5}">
                      <a16:colId xmlns:a16="http://schemas.microsoft.com/office/drawing/2014/main" val="20003"/>
                    </a:ext>
                  </a:extLst>
                </a:gridCol>
                <a:gridCol w="85725">
                  <a:extLst>
                    <a:ext uri="{9D8B030D-6E8A-4147-A177-3AD203B41FA5}">
                      <a16:colId xmlns:a16="http://schemas.microsoft.com/office/drawing/2014/main" val="20002"/>
                    </a:ext>
                  </a:extLst>
                </a:gridCol>
                <a:gridCol w="657225">
                  <a:extLst>
                    <a:ext uri="{9D8B030D-6E8A-4147-A177-3AD203B41FA5}">
                      <a16:colId xmlns:a16="http://schemas.microsoft.com/office/drawing/2014/main" val="20004"/>
                    </a:ext>
                  </a:extLst>
                </a:gridCol>
                <a:gridCol w="1261737">
                  <a:extLst>
                    <a:ext uri="{9D8B030D-6E8A-4147-A177-3AD203B41FA5}">
                      <a16:colId xmlns:a16="http://schemas.microsoft.com/office/drawing/2014/main" val="20005"/>
                    </a:ext>
                  </a:extLst>
                </a:gridCol>
              </a:tblGrid>
              <a:tr h="180000">
                <a:tc>
                  <a:txBody>
                    <a:bodyPr/>
                    <a:lstStyle/>
                    <a:p>
                      <a:pPr algn="ctr" fontAlgn="ctr"/>
                      <a:r>
                        <a:rPr lang="en-US" sz="1800" b="0" i="0" u="none" strike="noStrike" dirty="0">
                          <a:solidFill>
                            <a:srgbClr val="000000"/>
                          </a:solidFill>
                          <a:effectLst/>
                          <a:latin typeface="Arial" panose="020B0604020202020204" pitchFamily="34" charset="0"/>
                          <a:ea typeface="Arial Unicode MS" panose="020B0604020202020204" pitchFamily="34" charset="-122"/>
                          <a:cs typeface="Arial" panose="020B0604020202020204" pitchFamily="34" charset="0"/>
                        </a:rPr>
                        <a:t>No.</a:t>
                      </a:r>
                    </a:p>
                  </a:txBody>
                  <a:tcPr marL="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56C1FF"/>
                    </a:solidFill>
                  </a:tcPr>
                </a:tc>
                <a:tc>
                  <a:txBody>
                    <a:bodyPr/>
                    <a:lstStyle/>
                    <a:p>
                      <a:pPr algn="ctr" fontAlgn="ctr"/>
                      <a:r>
                        <a:rPr lang="en-US" altLang="zh-CN" sz="1800" b="0" i="0" u="none" strike="noStrike" dirty="0">
                          <a:solidFill>
                            <a:srgbClr val="000000"/>
                          </a:solidFill>
                          <a:effectLst/>
                          <a:latin typeface="Arial" panose="020B0604020202020204" pitchFamily="34" charset="0"/>
                          <a:ea typeface="Arial Unicode MS" panose="020B0604020202020204" pitchFamily="34" charset="-122"/>
                          <a:cs typeface="Arial" panose="020B0604020202020204" pitchFamily="34" charset="0"/>
                        </a:rPr>
                        <a:t>FAI3/SPCC</a:t>
                      </a:r>
                    </a:p>
                  </a:txBody>
                  <a:tcPr marL="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56C1FF"/>
                    </a:solidFill>
                  </a:tcPr>
                </a:tc>
                <a:tc>
                  <a:txBody>
                    <a:bodyPr/>
                    <a:lstStyle/>
                    <a:p>
                      <a:pPr marL="0" marR="0" lvl="0" indent="0" algn="ctr" defTabSz="821530" eaLnBrk="1" fontAlgn="ctr" latinLnBrk="0" hangingPunct="1">
                        <a:lnSpc>
                          <a:spcPct val="100000"/>
                        </a:lnSpc>
                        <a:spcBef>
                          <a:spcPts val="0"/>
                        </a:spcBef>
                        <a:spcAft>
                          <a:spcPts val="0"/>
                        </a:spcAft>
                        <a:buClrTx/>
                        <a:buSzTx/>
                        <a:buFontTx/>
                        <a:buNone/>
                        <a:tabLst/>
                        <a:defRPr/>
                      </a:pPr>
                      <a:endParaRPr lang="en-US" sz="1800" b="0" i="0" u="none" strike="noStrike" cap="none" spc="0" baseline="0" dirty="0">
                        <a:ln>
                          <a:noFill/>
                        </a:ln>
                        <a:solidFill>
                          <a:schemeClr val="tx1"/>
                        </a:solidFill>
                        <a:effectLst/>
                        <a:uFillTx/>
                        <a:latin typeface="Arial" panose="020B0604020202020204" pitchFamily="34" charset="0"/>
                        <a:ea typeface="Arial Unicode MS" panose="020B0604020202020204" pitchFamily="34" charset="-122"/>
                        <a:cs typeface="Arial" panose="020B0604020202020204" pitchFamily="34" charset="0"/>
                        <a:sym typeface="Helvetica Neue Light"/>
                      </a:endParaRPr>
                    </a:p>
                  </a:txBody>
                  <a:tcPr marL="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algn="ctr" fontAlgn="ctr"/>
                      <a:r>
                        <a:rPr lang="en-US" sz="1800" b="0" i="0" u="none" strike="noStrike" dirty="0">
                          <a:solidFill>
                            <a:srgbClr val="000000"/>
                          </a:solidFill>
                          <a:effectLst/>
                          <a:latin typeface="Arial" panose="020B0604020202020204" pitchFamily="34" charset="0"/>
                          <a:ea typeface="Arial Unicode MS" panose="020B0604020202020204" pitchFamily="34" charset="-122"/>
                          <a:cs typeface="Arial" panose="020B0604020202020204" pitchFamily="34" charset="0"/>
                        </a:rPr>
                        <a:t>No.</a:t>
                      </a:r>
                    </a:p>
                  </a:txBody>
                  <a:tcPr marL="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56C1FF"/>
                    </a:solidFill>
                  </a:tcPr>
                </a:tc>
                <a:tc>
                  <a:txBody>
                    <a:bodyPr/>
                    <a:lstStyle/>
                    <a:p>
                      <a:pPr algn="ctr" fontAlgn="ctr"/>
                      <a:r>
                        <a:rPr lang="en-US" altLang="zh-CN" sz="1800" b="0" i="0" u="none" strike="noStrike" dirty="0">
                          <a:solidFill>
                            <a:srgbClr val="000000"/>
                          </a:solidFill>
                          <a:effectLst/>
                          <a:latin typeface="Arial" panose="020B0604020202020204" pitchFamily="34" charset="0"/>
                          <a:ea typeface="Arial Unicode MS" panose="020B0604020202020204" pitchFamily="34" charset="-122"/>
                          <a:cs typeface="Arial" panose="020B0604020202020204" pitchFamily="34" charset="0"/>
                        </a:rPr>
                        <a:t>FAI3/SPCC</a:t>
                      </a:r>
                    </a:p>
                  </a:txBody>
                  <a:tcPr marL="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56C1FF"/>
                    </a:solidFill>
                  </a:tcPr>
                </a:tc>
                <a:extLst>
                  <a:ext uri="{0D108BD9-81ED-4DB2-BD59-A6C34878D82A}">
                    <a16:rowId xmlns:a16="http://schemas.microsoft.com/office/drawing/2014/main" val="10000"/>
                  </a:ext>
                </a:extLst>
              </a:tr>
              <a:tr h="180000">
                <a:tc>
                  <a:txBody>
                    <a:bodyPr/>
                    <a:lstStyle/>
                    <a:p>
                      <a:pPr algn="ctr" fontAlgn="ctr"/>
                      <a:r>
                        <a:rPr lang="en-US" altLang="zh-CN" sz="1600" u="none" strike="noStrike" dirty="0">
                          <a:effectLst/>
                          <a:latin typeface="Arial" panose="020B0604020202020204" pitchFamily="34" charset="0"/>
                          <a:cs typeface="Arial" panose="020B0604020202020204" pitchFamily="34" charset="0"/>
                        </a:rPr>
                        <a:t>1</a:t>
                      </a:r>
                      <a:endParaRPr lang="en-US" altLang="zh-CN" sz="1600" b="0" i="0" u="none" strike="noStrike" dirty="0">
                        <a:solidFill>
                          <a:srgbClr val="000000"/>
                        </a:solidFill>
                        <a:effectLst/>
                        <a:latin typeface="Arial" panose="020B0604020202020204" pitchFamily="34" charset="0"/>
                        <a:ea typeface="微软雅黑" panose="020B0503020204020204" pitchFamily="34" charset="-122"/>
                        <a:cs typeface="Arial" panose="020B0604020202020204" pitchFamily="34" charset="0"/>
                      </a:endParaRPr>
                    </a:p>
                  </a:txBody>
                  <a:tcPr marL="7022" marR="7022" marT="7022"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fontAlgn="ctr"/>
                      <a:r>
                        <a:rPr lang="en-US" altLang="zh-CN" sz="1600" b="0" i="0" u="none" strike="noStrike" dirty="0">
                          <a:solidFill>
                            <a:srgbClr val="000000"/>
                          </a:solidFill>
                          <a:effectLst/>
                          <a:latin typeface="Arial" panose="020B0604020202020204" pitchFamily="34" charset="0"/>
                          <a:ea typeface="等线" panose="02010600030101010101" pitchFamily="2" charset="-122"/>
                        </a:rPr>
                        <a:t>0.9</a:t>
                      </a:r>
                    </a:p>
                  </a:txBody>
                  <a:tcPr marL="9525" marR="9525" marT="9525"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rowSpan="24">
                  <a:txBody>
                    <a:bodyPr/>
                    <a:lstStyle/>
                    <a:p>
                      <a:pPr marL="0" marR="0" indent="0" algn="ctr" defTabSz="821530" eaLnBrk="1" fontAlgn="ctr" latinLnBrk="0" hangingPunct="1">
                        <a:lnSpc>
                          <a:spcPct val="100000"/>
                        </a:lnSpc>
                        <a:spcBef>
                          <a:spcPts val="0"/>
                        </a:spcBef>
                        <a:spcAft>
                          <a:spcPts val="0"/>
                        </a:spcAft>
                        <a:buClrTx/>
                        <a:buSzTx/>
                        <a:buFontTx/>
                        <a:buNone/>
                        <a:tabLst/>
                        <a:defRPr/>
                      </a:pPr>
                      <a:endParaRPr lang="en-US" altLang="zh-CN" sz="1800" b="0" i="0" u="none" strike="noStrike" cap="none" spc="0" baseline="0" dirty="0">
                        <a:ln>
                          <a:noFill/>
                        </a:ln>
                        <a:solidFill>
                          <a:schemeClr val="tx1"/>
                        </a:solidFill>
                        <a:effectLst/>
                        <a:uFillTx/>
                        <a:latin typeface="Arial" panose="020B0604020202020204" pitchFamily="34" charset="0"/>
                        <a:ea typeface="+mn-ea"/>
                        <a:cs typeface="Arial" panose="020B0604020202020204" pitchFamily="34" charset="0"/>
                        <a:sym typeface="Helvetica Neue Light"/>
                      </a:endParaRPr>
                    </a:p>
                  </a:txBody>
                  <a:tcPr marL="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fontAlgn="ctr"/>
                      <a:r>
                        <a:rPr lang="en-US" altLang="zh-CN" sz="1600" u="none" strike="noStrike" dirty="0">
                          <a:effectLst/>
                          <a:latin typeface="Arial" panose="020B0604020202020204" pitchFamily="34" charset="0"/>
                          <a:cs typeface="Arial" panose="020B0604020202020204" pitchFamily="34" charset="0"/>
                        </a:rPr>
                        <a:t>26</a:t>
                      </a:r>
                      <a:endParaRPr lang="en-US" altLang="zh-CN" sz="1600" b="0" i="0" u="none" strike="noStrike" dirty="0">
                        <a:solidFill>
                          <a:srgbClr val="000000"/>
                        </a:solidFill>
                        <a:effectLst/>
                        <a:latin typeface="Arial" panose="020B0604020202020204" pitchFamily="34" charset="0"/>
                        <a:ea typeface="微软雅黑" panose="020B0503020204020204" pitchFamily="34" charset="-122"/>
                        <a:cs typeface="Arial" panose="020B0604020202020204" pitchFamily="34" charset="0"/>
                      </a:endParaRPr>
                    </a:p>
                  </a:txBody>
                  <a:tcPr marL="7022" marR="7022" marT="7022"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fontAlgn="ctr"/>
                      <a:r>
                        <a:rPr lang="en-US" altLang="zh-CN" sz="1600" b="0" i="0" u="none" strike="noStrike" dirty="0">
                          <a:solidFill>
                            <a:srgbClr val="000000"/>
                          </a:solidFill>
                          <a:effectLst/>
                          <a:latin typeface="Arial" panose="020B0604020202020204" pitchFamily="34" charset="0"/>
                          <a:ea typeface="等线" panose="02010600030101010101" pitchFamily="2" charset="-122"/>
                        </a:rPr>
                        <a:t>1.15</a:t>
                      </a:r>
                    </a:p>
                  </a:txBody>
                  <a:tcPr marL="9525" marR="9525" marT="9525"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10530863"/>
                  </a:ext>
                </a:extLst>
              </a:tr>
              <a:tr h="180000">
                <a:tc>
                  <a:txBody>
                    <a:bodyPr/>
                    <a:lstStyle/>
                    <a:p>
                      <a:pPr algn="ctr" fontAlgn="ctr"/>
                      <a:r>
                        <a:rPr lang="en-US" altLang="zh-CN" sz="1600" u="none" strike="noStrike" dirty="0">
                          <a:effectLst/>
                          <a:latin typeface="Arial" panose="020B0604020202020204" pitchFamily="34" charset="0"/>
                          <a:cs typeface="Arial" panose="020B0604020202020204" pitchFamily="34" charset="0"/>
                        </a:rPr>
                        <a:t>2</a:t>
                      </a:r>
                      <a:endParaRPr lang="en-US" altLang="zh-CN" sz="1600" b="0" i="0" u="none" strike="noStrike" dirty="0">
                        <a:solidFill>
                          <a:srgbClr val="000000"/>
                        </a:solidFill>
                        <a:effectLst/>
                        <a:latin typeface="Arial" panose="020B0604020202020204" pitchFamily="34" charset="0"/>
                        <a:ea typeface="微软雅黑" panose="020B0503020204020204" pitchFamily="34" charset="-122"/>
                        <a:cs typeface="Arial" panose="020B0604020202020204" pitchFamily="34" charset="0"/>
                      </a:endParaRPr>
                    </a:p>
                  </a:txBody>
                  <a:tcPr marL="7022" marR="7022" marT="7022"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fontAlgn="ctr"/>
                      <a:r>
                        <a:rPr lang="en-US" altLang="zh-CN" sz="1600" b="0" i="0" u="none" strike="noStrike" dirty="0">
                          <a:solidFill>
                            <a:srgbClr val="000000"/>
                          </a:solidFill>
                          <a:effectLst/>
                          <a:latin typeface="Arial" panose="020B0604020202020204" pitchFamily="34" charset="0"/>
                          <a:ea typeface="等线" panose="02010600030101010101" pitchFamily="2" charset="-122"/>
                        </a:rPr>
                        <a:t>0.9</a:t>
                      </a:r>
                    </a:p>
                  </a:txBody>
                  <a:tcPr marL="9525" marR="9525" marT="9525"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vMerge="1">
                  <a:txBody>
                    <a:bodyPr/>
                    <a:lstStyle/>
                    <a:p>
                      <a:endParaRPr lang="zh-CN" altLang="en-US"/>
                    </a:p>
                  </a:txBody>
                  <a:tcPr/>
                </a:tc>
                <a:tc>
                  <a:txBody>
                    <a:bodyPr/>
                    <a:lstStyle/>
                    <a:p>
                      <a:pPr algn="ctr" fontAlgn="ctr"/>
                      <a:r>
                        <a:rPr lang="en-US" altLang="zh-CN" sz="1600" u="none" strike="noStrike" dirty="0">
                          <a:effectLst/>
                          <a:latin typeface="Arial" panose="020B0604020202020204" pitchFamily="34" charset="0"/>
                          <a:cs typeface="Arial" panose="020B0604020202020204" pitchFamily="34" charset="0"/>
                        </a:rPr>
                        <a:t>27</a:t>
                      </a:r>
                      <a:endParaRPr lang="en-US" altLang="zh-CN" sz="1600" b="0" i="0" u="none" strike="noStrike" dirty="0">
                        <a:solidFill>
                          <a:srgbClr val="000000"/>
                        </a:solidFill>
                        <a:effectLst/>
                        <a:latin typeface="Arial" panose="020B0604020202020204" pitchFamily="34" charset="0"/>
                        <a:ea typeface="微软雅黑" panose="020B0503020204020204" pitchFamily="34" charset="-122"/>
                        <a:cs typeface="Arial" panose="020B0604020202020204" pitchFamily="34" charset="0"/>
                      </a:endParaRPr>
                    </a:p>
                  </a:txBody>
                  <a:tcPr marL="7022" marR="7022" marT="7022"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fontAlgn="ctr"/>
                      <a:r>
                        <a:rPr lang="en-US" altLang="zh-CN" sz="1600" b="0" i="0" u="none" strike="noStrike" dirty="0">
                          <a:solidFill>
                            <a:srgbClr val="000000"/>
                          </a:solidFill>
                          <a:effectLst/>
                          <a:latin typeface="Arial" panose="020B0604020202020204" pitchFamily="34" charset="0"/>
                          <a:ea typeface="等线" panose="02010600030101010101" pitchFamily="2" charset="-122"/>
                        </a:rPr>
                        <a:t>1.15</a:t>
                      </a:r>
                    </a:p>
                  </a:txBody>
                  <a:tcPr marL="9525" marR="9525" marT="9525"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180000">
                <a:tc>
                  <a:txBody>
                    <a:bodyPr/>
                    <a:lstStyle/>
                    <a:p>
                      <a:pPr algn="ctr" fontAlgn="ctr"/>
                      <a:r>
                        <a:rPr lang="en-US" altLang="zh-CN" sz="1600" u="none" strike="noStrike" dirty="0">
                          <a:effectLst/>
                          <a:latin typeface="Arial" panose="020B0604020202020204" pitchFamily="34" charset="0"/>
                          <a:cs typeface="Arial" panose="020B0604020202020204" pitchFamily="34" charset="0"/>
                        </a:rPr>
                        <a:t>3</a:t>
                      </a:r>
                      <a:endParaRPr lang="en-US" altLang="zh-CN" sz="1600" b="0" i="0" u="none" strike="noStrike" dirty="0">
                        <a:solidFill>
                          <a:srgbClr val="000000"/>
                        </a:solidFill>
                        <a:effectLst/>
                        <a:latin typeface="Arial" panose="020B0604020202020204" pitchFamily="34" charset="0"/>
                        <a:ea typeface="微软雅黑" panose="020B0503020204020204" pitchFamily="34" charset="-122"/>
                        <a:cs typeface="Arial" panose="020B0604020202020204" pitchFamily="34" charset="0"/>
                      </a:endParaRPr>
                    </a:p>
                  </a:txBody>
                  <a:tcPr marL="7022" marR="7022" marT="7022"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fontAlgn="ctr"/>
                      <a:r>
                        <a:rPr lang="en-US" altLang="zh-CN" sz="1600" b="0" i="0" u="none" strike="noStrike">
                          <a:solidFill>
                            <a:srgbClr val="000000"/>
                          </a:solidFill>
                          <a:effectLst/>
                          <a:latin typeface="Arial" panose="020B0604020202020204" pitchFamily="34" charset="0"/>
                          <a:ea typeface="等线" panose="02010600030101010101" pitchFamily="2" charset="-122"/>
                        </a:rPr>
                        <a:t>0.9</a:t>
                      </a:r>
                    </a:p>
                  </a:txBody>
                  <a:tcPr marL="9525" marR="9525" marT="9525"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vMerge="1">
                  <a:txBody>
                    <a:bodyPr/>
                    <a:lstStyle/>
                    <a:p>
                      <a:endParaRPr lang="zh-CN" altLang="en-US"/>
                    </a:p>
                  </a:txBody>
                  <a:tcPr/>
                </a:tc>
                <a:tc>
                  <a:txBody>
                    <a:bodyPr/>
                    <a:lstStyle/>
                    <a:p>
                      <a:pPr algn="ctr" fontAlgn="ctr"/>
                      <a:r>
                        <a:rPr lang="en-US" altLang="zh-CN" sz="1600" b="0" i="0" u="none" strike="noStrike" dirty="0">
                          <a:solidFill>
                            <a:srgbClr val="000000"/>
                          </a:solidFill>
                          <a:effectLst/>
                          <a:latin typeface="微软雅黑" panose="020B0503020204020204" pitchFamily="34" charset="-122"/>
                          <a:ea typeface="微软雅黑" panose="020B0503020204020204" pitchFamily="34" charset="-122"/>
                        </a:rPr>
                        <a:t>28</a:t>
                      </a:r>
                    </a:p>
                  </a:txBody>
                  <a:tcPr marL="9525" marR="9525" marT="9525"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fontAlgn="ctr"/>
                      <a:r>
                        <a:rPr lang="en-US" altLang="zh-CN" sz="1600" b="0" i="0" u="none" strike="noStrike" dirty="0">
                          <a:solidFill>
                            <a:srgbClr val="000000"/>
                          </a:solidFill>
                          <a:effectLst/>
                          <a:latin typeface="微软雅黑" panose="020B0503020204020204" pitchFamily="34" charset="-122"/>
                          <a:ea typeface="微软雅黑" panose="020B0503020204020204" pitchFamily="34" charset="-122"/>
                        </a:rPr>
                        <a:t>1.15</a:t>
                      </a:r>
                    </a:p>
                  </a:txBody>
                  <a:tcPr marL="9525" marR="9525" marT="9525"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180000">
                <a:tc>
                  <a:txBody>
                    <a:bodyPr/>
                    <a:lstStyle/>
                    <a:p>
                      <a:pPr algn="ctr" fontAlgn="ctr"/>
                      <a:r>
                        <a:rPr lang="en-US" altLang="zh-CN" sz="1600" u="none" strike="noStrike" dirty="0">
                          <a:effectLst/>
                          <a:latin typeface="Arial" panose="020B0604020202020204" pitchFamily="34" charset="0"/>
                          <a:cs typeface="Arial" panose="020B0604020202020204" pitchFamily="34" charset="0"/>
                        </a:rPr>
                        <a:t>4</a:t>
                      </a:r>
                      <a:endParaRPr lang="en-US" altLang="zh-CN" sz="1600" b="0" i="0" u="none" strike="noStrike" dirty="0">
                        <a:solidFill>
                          <a:srgbClr val="000000"/>
                        </a:solidFill>
                        <a:effectLst/>
                        <a:latin typeface="Arial" panose="020B0604020202020204" pitchFamily="34" charset="0"/>
                        <a:ea typeface="微软雅黑" panose="020B0503020204020204" pitchFamily="34" charset="-122"/>
                        <a:cs typeface="Arial" panose="020B0604020202020204" pitchFamily="34" charset="0"/>
                      </a:endParaRPr>
                    </a:p>
                  </a:txBody>
                  <a:tcPr marL="7022" marR="7022" marT="7022"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fontAlgn="ctr"/>
                      <a:r>
                        <a:rPr lang="en-US" altLang="zh-CN" sz="1600" b="0" i="0" u="none" strike="noStrike">
                          <a:solidFill>
                            <a:srgbClr val="000000"/>
                          </a:solidFill>
                          <a:effectLst/>
                          <a:latin typeface="Arial" panose="020B0604020202020204" pitchFamily="34" charset="0"/>
                          <a:ea typeface="等线" panose="02010600030101010101" pitchFamily="2" charset="-122"/>
                        </a:rPr>
                        <a:t>0.9</a:t>
                      </a:r>
                    </a:p>
                  </a:txBody>
                  <a:tcPr marL="9525" marR="9525" marT="9525"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vMerge="1">
                  <a:txBody>
                    <a:bodyPr/>
                    <a:lstStyle/>
                    <a:p>
                      <a:endParaRPr lang="zh-CN" altLang="en-US"/>
                    </a:p>
                  </a:txBody>
                  <a:tcPr/>
                </a:tc>
                <a:tc>
                  <a:txBody>
                    <a:bodyPr/>
                    <a:lstStyle/>
                    <a:p>
                      <a:pPr algn="ctr" fontAlgn="ctr"/>
                      <a:r>
                        <a:rPr lang="en-US" altLang="zh-CN" sz="1600" b="0" i="0" u="none" strike="noStrike" dirty="0">
                          <a:solidFill>
                            <a:srgbClr val="000000"/>
                          </a:solidFill>
                          <a:effectLst/>
                          <a:latin typeface="微软雅黑" panose="020B0503020204020204" pitchFamily="34" charset="-122"/>
                          <a:ea typeface="微软雅黑" panose="020B0503020204020204" pitchFamily="34" charset="-122"/>
                        </a:rPr>
                        <a:t>29</a:t>
                      </a:r>
                    </a:p>
                  </a:txBody>
                  <a:tcPr marL="9525" marR="9525" marT="9525"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fontAlgn="ctr"/>
                      <a:r>
                        <a:rPr lang="en-US" altLang="zh-CN" sz="1600" b="0" i="0" u="none" strike="noStrike" dirty="0">
                          <a:solidFill>
                            <a:srgbClr val="000000"/>
                          </a:solidFill>
                          <a:effectLst/>
                          <a:latin typeface="微软雅黑" panose="020B0503020204020204" pitchFamily="34" charset="-122"/>
                          <a:ea typeface="微软雅黑" panose="020B0503020204020204" pitchFamily="34" charset="-122"/>
                        </a:rPr>
                        <a:t>0.8</a:t>
                      </a:r>
                    </a:p>
                  </a:txBody>
                  <a:tcPr marL="9525" marR="9525" marT="9525"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180000">
                <a:tc>
                  <a:txBody>
                    <a:bodyPr/>
                    <a:lstStyle/>
                    <a:p>
                      <a:pPr algn="ctr" fontAlgn="ctr"/>
                      <a:r>
                        <a:rPr lang="en-US" altLang="zh-CN" sz="1600" u="none" strike="noStrike" dirty="0">
                          <a:effectLst/>
                          <a:latin typeface="Arial" panose="020B0604020202020204" pitchFamily="34" charset="0"/>
                          <a:cs typeface="Arial" panose="020B0604020202020204" pitchFamily="34" charset="0"/>
                        </a:rPr>
                        <a:t>5</a:t>
                      </a:r>
                      <a:endParaRPr lang="en-US" altLang="zh-CN" sz="1600" b="0" i="0" u="none" strike="noStrike" dirty="0">
                        <a:solidFill>
                          <a:srgbClr val="000000"/>
                        </a:solidFill>
                        <a:effectLst/>
                        <a:latin typeface="Arial" panose="020B0604020202020204" pitchFamily="34" charset="0"/>
                        <a:ea typeface="微软雅黑" panose="020B0503020204020204" pitchFamily="34" charset="-122"/>
                        <a:cs typeface="Arial" panose="020B0604020202020204" pitchFamily="34" charset="0"/>
                      </a:endParaRPr>
                    </a:p>
                  </a:txBody>
                  <a:tcPr marL="7022" marR="7022" marT="7022"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fontAlgn="ctr"/>
                      <a:r>
                        <a:rPr lang="en-US" altLang="zh-CN" sz="1600" b="0" i="0" u="none" strike="noStrike" dirty="0">
                          <a:solidFill>
                            <a:srgbClr val="000000"/>
                          </a:solidFill>
                          <a:effectLst/>
                          <a:latin typeface="Arial" panose="020B0604020202020204" pitchFamily="34" charset="0"/>
                          <a:ea typeface="等线" panose="02010600030101010101" pitchFamily="2" charset="-122"/>
                        </a:rPr>
                        <a:t>0.9</a:t>
                      </a:r>
                    </a:p>
                  </a:txBody>
                  <a:tcPr marL="9525" marR="9525" marT="9525"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vMerge="1">
                  <a:txBody>
                    <a:bodyPr/>
                    <a:lstStyle/>
                    <a:p>
                      <a:endParaRPr lang="zh-CN" altLang="en-US"/>
                    </a:p>
                  </a:txBody>
                  <a:tcPr/>
                </a:tc>
                <a:tc>
                  <a:txBody>
                    <a:bodyPr/>
                    <a:lstStyle/>
                    <a:p>
                      <a:pPr algn="ctr" fontAlgn="ctr"/>
                      <a:r>
                        <a:rPr lang="en-US" altLang="zh-CN" sz="1600" b="0" i="0" u="none" strike="noStrike" dirty="0">
                          <a:solidFill>
                            <a:srgbClr val="000000"/>
                          </a:solidFill>
                          <a:effectLst/>
                          <a:latin typeface="微软雅黑" panose="020B0503020204020204" pitchFamily="34" charset="-122"/>
                          <a:ea typeface="微软雅黑" panose="020B0503020204020204" pitchFamily="34" charset="-122"/>
                        </a:rPr>
                        <a:t>30</a:t>
                      </a:r>
                    </a:p>
                  </a:txBody>
                  <a:tcPr marL="9525" marR="9525" marT="9525"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fontAlgn="ctr"/>
                      <a:r>
                        <a:rPr lang="en-US" altLang="zh-CN" sz="1600" b="0" i="0" u="none" strike="noStrike" dirty="0">
                          <a:solidFill>
                            <a:srgbClr val="000000"/>
                          </a:solidFill>
                          <a:effectLst/>
                          <a:latin typeface="微软雅黑" panose="020B0503020204020204" pitchFamily="34" charset="-122"/>
                          <a:ea typeface="微软雅黑" panose="020B0503020204020204" pitchFamily="34" charset="-122"/>
                        </a:rPr>
                        <a:t>0.8</a:t>
                      </a:r>
                    </a:p>
                  </a:txBody>
                  <a:tcPr marL="9525" marR="9525" marT="9525"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4"/>
                  </a:ext>
                </a:extLst>
              </a:tr>
              <a:tr h="180000">
                <a:tc>
                  <a:txBody>
                    <a:bodyPr/>
                    <a:lstStyle/>
                    <a:p>
                      <a:pPr algn="ctr" fontAlgn="ctr"/>
                      <a:r>
                        <a:rPr lang="en-US" altLang="zh-CN" sz="1600" u="none" strike="noStrike" dirty="0">
                          <a:effectLst/>
                          <a:latin typeface="Arial" panose="020B0604020202020204" pitchFamily="34" charset="0"/>
                          <a:cs typeface="Arial" panose="020B0604020202020204" pitchFamily="34" charset="0"/>
                        </a:rPr>
                        <a:t>6</a:t>
                      </a:r>
                      <a:endParaRPr lang="en-US" altLang="zh-CN" sz="1600" b="0" i="0" u="none" strike="noStrike" dirty="0">
                        <a:solidFill>
                          <a:srgbClr val="000000"/>
                        </a:solidFill>
                        <a:effectLst/>
                        <a:latin typeface="Arial" panose="020B0604020202020204" pitchFamily="34" charset="0"/>
                        <a:ea typeface="微软雅黑" panose="020B0503020204020204" pitchFamily="34" charset="-122"/>
                        <a:cs typeface="Arial" panose="020B0604020202020204" pitchFamily="34" charset="0"/>
                      </a:endParaRPr>
                    </a:p>
                  </a:txBody>
                  <a:tcPr marL="7022" marR="7022" marT="7022"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fontAlgn="ctr"/>
                      <a:r>
                        <a:rPr lang="en-US" altLang="zh-CN" sz="1600" b="0" i="0" u="none" strike="noStrike" dirty="0">
                          <a:solidFill>
                            <a:srgbClr val="000000"/>
                          </a:solidFill>
                          <a:effectLst/>
                          <a:latin typeface="Arial" panose="020B0604020202020204" pitchFamily="34" charset="0"/>
                          <a:ea typeface="等线" panose="02010600030101010101" pitchFamily="2" charset="-122"/>
                        </a:rPr>
                        <a:t>0.9</a:t>
                      </a:r>
                    </a:p>
                  </a:txBody>
                  <a:tcPr marL="9525" marR="9525" marT="9525"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vMerge="1">
                  <a:txBody>
                    <a:bodyPr/>
                    <a:lstStyle/>
                    <a:p>
                      <a:endParaRPr lang="zh-CN" altLang="en-US"/>
                    </a:p>
                  </a:txBody>
                  <a:tcPr/>
                </a:tc>
                <a:tc>
                  <a:txBody>
                    <a:bodyPr/>
                    <a:lstStyle/>
                    <a:p>
                      <a:pPr algn="ctr" fontAlgn="ctr"/>
                      <a:r>
                        <a:rPr lang="en-US" altLang="zh-CN" sz="1600" b="0" i="0" u="none" strike="noStrike" dirty="0">
                          <a:solidFill>
                            <a:srgbClr val="000000"/>
                          </a:solidFill>
                          <a:effectLst/>
                          <a:latin typeface="微软雅黑" panose="020B0503020204020204" pitchFamily="34" charset="-122"/>
                          <a:ea typeface="微软雅黑" panose="020B0503020204020204" pitchFamily="34" charset="-122"/>
                        </a:rPr>
                        <a:t>31</a:t>
                      </a:r>
                    </a:p>
                  </a:txBody>
                  <a:tcPr marL="9525" marR="9525" marT="9525"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fontAlgn="ctr"/>
                      <a:r>
                        <a:rPr lang="en-US" altLang="zh-CN" sz="1600" b="0" i="0" u="none" strike="noStrike" dirty="0">
                          <a:solidFill>
                            <a:srgbClr val="000000"/>
                          </a:solidFill>
                          <a:effectLst/>
                          <a:latin typeface="微软雅黑" panose="020B0503020204020204" pitchFamily="34" charset="-122"/>
                          <a:ea typeface="微软雅黑" panose="020B0503020204020204" pitchFamily="34" charset="-122"/>
                        </a:rPr>
                        <a:t>0.8</a:t>
                      </a:r>
                    </a:p>
                  </a:txBody>
                  <a:tcPr marL="9525" marR="9525" marT="9525"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5"/>
                  </a:ext>
                </a:extLst>
              </a:tr>
              <a:tr h="180000">
                <a:tc>
                  <a:txBody>
                    <a:bodyPr/>
                    <a:lstStyle/>
                    <a:p>
                      <a:pPr algn="ctr" fontAlgn="ctr"/>
                      <a:r>
                        <a:rPr lang="en-US" altLang="zh-CN" sz="1600" u="none" strike="noStrike" dirty="0">
                          <a:effectLst/>
                          <a:latin typeface="Arial" panose="020B0604020202020204" pitchFamily="34" charset="0"/>
                          <a:cs typeface="Arial" panose="020B0604020202020204" pitchFamily="34" charset="0"/>
                        </a:rPr>
                        <a:t>7</a:t>
                      </a:r>
                      <a:endParaRPr lang="en-US" altLang="zh-CN" sz="1600" b="0" i="0" u="none" strike="noStrike" dirty="0">
                        <a:solidFill>
                          <a:srgbClr val="000000"/>
                        </a:solidFill>
                        <a:effectLst/>
                        <a:latin typeface="Arial" panose="020B0604020202020204" pitchFamily="34" charset="0"/>
                        <a:ea typeface="微软雅黑" panose="020B0503020204020204" pitchFamily="34" charset="-122"/>
                        <a:cs typeface="Arial" panose="020B0604020202020204" pitchFamily="34" charset="0"/>
                      </a:endParaRPr>
                    </a:p>
                  </a:txBody>
                  <a:tcPr marL="7022" marR="7022" marT="7022"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fontAlgn="ctr"/>
                      <a:r>
                        <a:rPr lang="en-US" altLang="zh-CN" sz="1600" b="0" i="0" u="none" strike="noStrike" dirty="0">
                          <a:solidFill>
                            <a:srgbClr val="000000"/>
                          </a:solidFill>
                          <a:effectLst/>
                          <a:latin typeface="Arial" panose="020B0604020202020204" pitchFamily="34" charset="0"/>
                          <a:ea typeface="等线" panose="02010600030101010101" pitchFamily="2" charset="-122"/>
                        </a:rPr>
                        <a:t>0.9</a:t>
                      </a:r>
                    </a:p>
                  </a:txBody>
                  <a:tcPr marL="9525" marR="9525" marT="9525"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vMerge="1">
                  <a:txBody>
                    <a:bodyPr/>
                    <a:lstStyle/>
                    <a:p>
                      <a:endParaRPr lang="zh-CN" altLang="en-US"/>
                    </a:p>
                  </a:txBody>
                  <a:tcPr/>
                </a:tc>
                <a:tc>
                  <a:txBody>
                    <a:bodyPr/>
                    <a:lstStyle/>
                    <a:p>
                      <a:pPr algn="ctr" fontAlgn="ctr"/>
                      <a:r>
                        <a:rPr lang="en-US" altLang="zh-CN" sz="1600" b="0" i="0" u="none" strike="noStrike" dirty="0">
                          <a:solidFill>
                            <a:srgbClr val="000000"/>
                          </a:solidFill>
                          <a:effectLst/>
                          <a:latin typeface="微软雅黑" panose="020B0503020204020204" pitchFamily="34" charset="-122"/>
                          <a:ea typeface="微软雅黑" panose="020B0503020204020204" pitchFamily="34" charset="-122"/>
                        </a:rPr>
                        <a:t>32</a:t>
                      </a:r>
                    </a:p>
                  </a:txBody>
                  <a:tcPr marL="9525" marR="9525" marT="9525"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fontAlgn="ctr"/>
                      <a:r>
                        <a:rPr lang="en-US" altLang="zh-CN" sz="1600" b="0" i="0" u="none" strike="noStrike" dirty="0">
                          <a:solidFill>
                            <a:srgbClr val="000000"/>
                          </a:solidFill>
                          <a:effectLst/>
                          <a:latin typeface="微软雅黑" panose="020B0503020204020204" pitchFamily="34" charset="-122"/>
                          <a:ea typeface="微软雅黑" panose="020B0503020204020204" pitchFamily="34" charset="-122"/>
                        </a:rPr>
                        <a:t>1.1</a:t>
                      </a:r>
                    </a:p>
                  </a:txBody>
                  <a:tcPr marL="9525" marR="9525" marT="9525"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6"/>
                  </a:ext>
                </a:extLst>
              </a:tr>
              <a:tr h="180000">
                <a:tc>
                  <a:txBody>
                    <a:bodyPr/>
                    <a:lstStyle/>
                    <a:p>
                      <a:pPr algn="ctr" fontAlgn="ctr"/>
                      <a:r>
                        <a:rPr lang="en-US" altLang="zh-CN" sz="1600" u="none" strike="noStrike" dirty="0">
                          <a:effectLst/>
                          <a:latin typeface="Arial" panose="020B0604020202020204" pitchFamily="34" charset="0"/>
                          <a:cs typeface="Arial" panose="020B0604020202020204" pitchFamily="34" charset="0"/>
                        </a:rPr>
                        <a:t>8</a:t>
                      </a:r>
                      <a:endParaRPr lang="en-US" altLang="zh-CN" sz="1600" b="0" i="0" u="none" strike="noStrike" dirty="0">
                        <a:solidFill>
                          <a:srgbClr val="000000"/>
                        </a:solidFill>
                        <a:effectLst/>
                        <a:latin typeface="Arial" panose="020B0604020202020204" pitchFamily="34" charset="0"/>
                        <a:ea typeface="微软雅黑" panose="020B0503020204020204" pitchFamily="34" charset="-122"/>
                        <a:cs typeface="Arial" panose="020B0604020202020204" pitchFamily="34" charset="0"/>
                      </a:endParaRPr>
                    </a:p>
                  </a:txBody>
                  <a:tcPr marL="7022" marR="7022" marT="7022"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fontAlgn="ctr"/>
                      <a:r>
                        <a:rPr lang="en-US" altLang="zh-CN" sz="1600" b="0" i="0" u="none" strike="noStrike" dirty="0">
                          <a:solidFill>
                            <a:srgbClr val="000000"/>
                          </a:solidFill>
                          <a:effectLst/>
                          <a:latin typeface="Arial" panose="020B0604020202020204" pitchFamily="34" charset="0"/>
                          <a:ea typeface="等线" panose="02010600030101010101" pitchFamily="2" charset="-122"/>
                        </a:rPr>
                        <a:t>0.9</a:t>
                      </a:r>
                    </a:p>
                  </a:txBody>
                  <a:tcPr marL="9525" marR="9525" marT="9525"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vMerge="1">
                  <a:txBody>
                    <a:bodyPr/>
                    <a:lstStyle/>
                    <a:p>
                      <a:endParaRPr lang="zh-CN" altLang="en-US"/>
                    </a:p>
                  </a:txBody>
                  <a:tcPr/>
                </a:tc>
                <a:tc>
                  <a:txBody>
                    <a:bodyPr/>
                    <a:lstStyle/>
                    <a:p>
                      <a:pPr algn="ctr" fontAlgn="ctr"/>
                      <a:r>
                        <a:rPr lang="en-US" altLang="zh-CN" sz="1600" b="0" i="0" u="none" strike="noStrike" dirty="0">
                          <a:solidFill>
                            <a:srgbClr val="000000"/>
                          </a:solidFill>
                          <a:effectLst/>
                          <a:latin typeface="微软雅黑" panose="020B0503020204020204" pitchFamily="34" charset="-122"/>
                          <a:ea typeface="微软雅黑" panose="020B0503020204020204" pitchFamily="34" charset="-122"/>
                        </a:rPr>
                        <a:t>33</a:t>
                      </a:r>
                    </a:p>
                  </a:txBody>
                  <a:tcPr marL="9525" marR="9525" marT="9525"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fontAlgn="ctr"/>
                      <a:r>
                        <a:rPr lang="en-US" altLang="zh-CN" sz="1600" b="0" i="0" u="none" strike="noStrike" dirty="0">
                          <a:solidFill>
                            <a:srgbClr val="000000"/>
                          </a:solidFill>
                          <a:effectLst/>
                          <a:latin typeface="微软雅黑" panose="020B0503020204020204" pitchFamily="34" charset="-122"/>
                          <a:ea typeface="微软雅黑" panose="020B0503020204020204" pitchFamily="34" charset="-122"/>
                        </a:rPr>
                        <a:t>1.1</a:t>
                      </a:r>
                    </a:p>
                  </a:txBody>
                  <a:tcPr marL="9525" marR="9525" marT="9525"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7"/>
                  </a:ext>
                </a:extLst>
              </a:tr>
              <a:tr h="180000">
                <a:tc>
                  <a:txBody>
                    <a:bodyPr/>
                    <a:lstStyle/>
                    <a:p>
                      <a:pPr algn="ctr" fontAlgn="ctr"/>
                      <a:r>
                        <a:rPr lang="en-US" altLang="zh-CN" sz="1600" u="none" strike="noStrike" dirty="0">
                          <a:effectLst/>
                          <a:latin typeface="Arial" panose="020B0604020202020204" pitchFamily="34" charset="0"/>
                          <a:cs typeface="Arial" panose="020B0604020202020204" pitchFamily="34" charset="0"/>
                        </a:rPr>
                        <a:t>9</a:t>
                      </a:r>
                      <a:endParaRPr lang="en-US" altLang="zh-CN" sz="1600" b="0" i="0" u="none" strike="noStrike" dirty="0">
                        <a:solidFill>
                          <a:srgbClr val="000000"/>
                        </a:solidFill>
                        <a:effectLst/>
                        <a:latin typeface="Arial" panose="020B0604020202020204" pitchFamily="34" charset="0"/>
                        <a:ea typeface="微软雅黑" panose="020B0503020204020204" pitchFamily="34" charset="-122"/>
                        <a:cs typeface="Arial" panose="020B0604020202020204" pitchFamily="34" charset="0"/>
                      </a:endParaRPr>
                    </a:p>
                  </a:txBody>
                  <a:tcPr marL="7022" marR="7022" marT="7022"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fontAlgn="ctr"/>
                      <a:r>
                        <a:rPr lang="en-US" altLang="zh-CN" sz="1600" b="0" i="0" u="none" strike="noStrike" dirty="0">
                          <a:solidFill>
                            <a:srgbClr val="000000"/>
                          </a:solidFill>
                          <a:effectLst/>
                          <a:latin typeface="Arial" panose="020B0604020202020204" pitchFamily="34" charset="0"/>
                          <a:ea typeface="等线" panose="02010600030101010101" pitchFamily="2" charset="-122"/>
                        </a:rPr>
                        <a:t>0.9</a:t>
                      </a:r>
                    </a:p>
                  </a:txBody>
                  <a:tcPr marL="9525" marR="9525" marT="9525"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vMerge="1">
                  <a:txBody>
                    <a:bodyPr/>
                    <a:lstStyle/>
                    <a:p>
                      <a:endParaRPr lang="zh-CN" altLang="en-US"/>
                    </a:p>
                  </a:txBody>
                  <a:tcPr/>
                </a:tc>
                <a:tc>
                  <a:txBody>
                    <a:bodyPr/>
                    <a:lstStyle/>
                    <a:p>
                      <a:pPr algn="ctr" fontAlgn="ctr"/>
                      <a:r>
                        <a:rPr lang="en-US" altLang="zh-CN" sz="1600" b="0" i="0" u="none" strike="noStrike" dirty="0">
                          <a:solidFill>
                            <a:srgbClr val="000000"/>
                          </a:solidFill>
                          <a:effectLst/>
                          <a:latin typeface="微软雅黑" panose="020B0503020204020204" pitchFamily="34" charset="-122"/>
                          <a:ea typeface="微软雅黑" panose="020B0503020204020204" pitchFamily="34" charset="-122"/>
                        </a:rPr>
                        <a:t>34</a:t>
                      </a:r>
                    </a:p>
                  </a:txBody>
                  <a:tcPr marL="9525" marR="9525" marT="9525"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fontAlgn="ctr"/>
                      <a:r>
                        <a:rPr lang="en-US" altLang="zh-CN" sz="1600" b="0" i="0" u="none" strike="noStrike" dirty="0">
                          <a:solidFill>
                            <a:srgbClr val="000000"/>
                          </a:solidFill>
                          <a:effectLst/>
                          <a:latin typeface="微软雅黑" panose="020B0503020204020204" pitchFamily="34" charset="-122"/>
                          <a:ea typeface="微软雅黑" panose="020B0503020204020204" pitchFamily="34" charset="-122"/>
                        </a:rPr>
                        <a:t>0.8</a:t>
                      </a:r>
                    </a:p>
                  </a:txBody>
                  <a:tcPr marL="9525" marR="9525" marT="9525"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8"/>
                  </a:ext>
                </a:extLst>
              </a:tr>
              <a:tr h="180000">
                <a:tc>
                  <a:txBody>
                    <a:bodyPr/>
                    <a:lstStyle/>
                    <a:p>
                      <a:pPr algn="ctr" fontAlgn="ctr"/>
                      <a:r>
                        <a:rPr lang="en-US" altLang="zh-CN" sz="1600" u="none" strike="noStrike" dirty="0">
                          <a:effectLst/>
                          <a:latin typeface="Arial" panose="020B0604020202020204" pitchFamily="34" charset="0"/>
                          <a:cs typeface="Arial" panose="020B0604020202020204" pitchFamily="34" charset="0"/>
                        </a:rPr>
                        <a:t>10</a:t>
                      </a:r>
                      <a:endParaRPr lang="en-US" altLang="zh-CN" sz="1600" b="0" i="0" u="none" strike="noStrike" dirty="0">
                        <a:solidFill>
                          <a:srgbClr val="000000"/>
                        </a:solidFill>
                        <a:effectLst/>
                        <a:latin typeface="Arial" panose="020B0604020202020204" pitchFamily="34" charset="0"/>
                        <a:ea typeface="微软雅黑" panose="020B0503020204020204" pitchFamily="34" charset="-122"/>
                        <a:cs typeface="Arial" panose="020B0604020202020204" pitchFamily="34" charset="0"/>
                      </a:endParaRPr>
                    </a:p>
                  </a:txBody>
                  <a:tcPr marL="7022" marR="7022" marT="7022"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fontAlgn="ctr"/>
                      <a:r>
                        <a:rPr lang="en-US" altLang="zh-CN" sz="1600" b="0" i="0" u="none" strike="noStrike" dirty="0">
                          <a:solidFill>
                            <a:srgbClr val="000000"/>
                          </a:solidFill>
                          <a:effectLst/>
                          <a:latin typeface="Arial" panose="020B0604020202020204" pitchFamily="34" charset="0"/>
                          <a:ea typeface="等线" panose="02010600030101010101" pitchFamily="2" charset="-122"/>
                        </a:rPr>
                        <a:t>0.8</a:t>
                      </a:r>
                    </a:p>
                  </a:txBody>
                  <a:tcPr marL="9525" marR="9525" marT="9525"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vMerge="1">
                  <a:txBody>
                    <a:bodyPr/>
                    <a:lstStyle/>
                    <a:p>
                      <a:endParaRPr lang="zh-CN" altLang="en-US"/>
                    </a:p>
                  </a:txBody>
                  <a:tcPr/>
                </a:tc>
                <a:tc>
                  <a:txBody>
                    <a:bodyPr/>
                    <a:lstStyle/>
                    <a:p>
                      <a:pPr algn="ctr" fontAlgn="ctr"/>
                      <a:r>
                        <a:rPr lang="en-US" altLang="zh-CN" sz="1600" b="0" i="0" u="none" strike="noStrike" dirty="0">
                          <a:solidFill>
                            <a:srgbClr val="000000"/>
                          </a:solidFill>
                          <a:effectLst/>
                          <a:latin typeface="微软雅黑" panose="020B0503020204020204" pitchFamily="34" charset="-122"/>
                          <a:ea typeface="微软雅黑" panose="020B0503020204020204" pitchFamily="34" charset="-122"/>
                        </a:rPr>
                        <a:t>35</a:t>
                      </a:r>
                    </a:p>
                  </a:txBody>
                  <a:tcPr marL="9525" marR="9525" marT="9525"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fontAlgn="ctr"/>
                      <a:r>
                        <a:rPr lang="en-US" altLang="zh-CN" sz="1600" b="0" i="0" u="none" strike="noStrike" dirty="0">
                          <a:solidFill>
                            <a:srgbClr val="000000"/>
                          </a:solidFill>
                          <a:effectLst/>
                          <a:latin typeface="微软雅黑" panose="020B0503020204020204" pitchFamily="34" charset="-122"/>
                          <a:ea typeface="微软雅黑" panose="020B0503020204020204" pitchFamily="34" charset="-122"/>
                        </a:rPr>
                        <a:t>0.8</a:t>
                      </a:r>
                    </a:p>
                  </a:txBody>
                  <a:tcPr marL="9525" marR="9525" marT="9525"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9"/>
                  </a:ext>
                </a:extLst>
              </a:tr>
              <a:tr h="180000">
                <a:tc>
                  <a:txBody>
                    <a:bodyPr/>
                    <a:lstStyle/>
                    <a:p>
                      <a:pPr algn="ctr" fontAlgn="ctr"/>
                      <a:r>
                        <a:rPr lang="en-US" altLang="zh-CN" sz="1600" u="none" strike="noStrike" dirty="0">
                          <a:effectLst/>
                          <a:latin typeface="Arial" panose="020B0604020202020204" pitchFamily="34" charset="0"/>
                          <a:cs typeface="Arial" panose="020B0604020202020204" pitchFamily="34" charset="0"/>
                        </a:rPr>
                        <a:t>11</a:t>
                      </a:r>
                      <a:endParaRPr lang="en-US" altLang="zh-CN" sz="1600" b="0" i="0" u="none" strike="noStrike" dirty="0">
                        <a:solidFill>
                          <a:srgbClr val="000000"/>
                        </a:solidFill>
                        <a:effectLst/>
                        <a:latin typeface="Arial" panose="020B0604020202020204" pitchFamily="34" charset="0"/>
                        <a:ea typeface="微软雅黑" panose="020B0503020204020204" pitchFamily="34" charset="-122"/>
                        <a:cs typeface="Arial" panose="020B0604020202020204" pitchFamily="34" charset="0"/>
                      </a:endParaRPr>
                    </a:p>
                  </a:txBody>
                  <a:tcPr marL="7022" marR="7022" marT="7022"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fontAlgn="ctr"/>
                      <a:r>
                        <a:rPr lang="en-US" altLang="zh-CN" sz="1600" b="0" i="0" u="none" strike="noStrike" dirty="0">
                          <a:solidFill>
                            <a:srgbClr val="000000"/>
                          </a:solidFill>
                          <a:effectLst/>
                          <a:latin typeface="Arial" panose="020B0604020202020204" pitchFamily="34" charset="0"/>
                          <a:ea typeface="等线" panose="02010600030101010101" pitchFamily="2" charset="-122"/>
                        </a:rPr>
                        <a:t>0.8</a:t>
                      </a:r>
                    </a:p>
                  </a:txBody>
                  <a:tcPr marL="9525" marR="9525" marT="9525"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vMerge="1">
                  <a:txBody>
                    <a:bodyPr/>
                    <a:lstStyle/>
                    <a:p>
                      <a:endParaRPr lang="zh-CN" altLang="en-US"/>
                    </a:p>
                  </a:txBody>
                  <a:tcPr/>
                </a:tc>
                <a:tc>
                  <a:txBody>
                    <a:bodyPr/>
                    <a:lstStyle/>
                    <a:p>
                      <a:pPr algn="ctr" fontAlgn="ctr"/>
                      <a:r>
                        <a:rPr lang="en-US" altLang="zh-CN" sz="1600" b="0" i="0" u="none" strike="noStrike" dirty="0">
                          <a:solidFill>
                            <a:srgbClr val="000000"/>
                          </a:solidFill>
                          <a:effectLst/>
                          <a:latin typeface="微软雅黑" panose="020B0503020204020204" pitchFamily="34" charset="-122"/>
                          <a:ea typeface="微软雅黑" panose="020B0503020204020204" pitchFamily="34" charset="-122"/>
                        </a:rPr>
                        <a:t>38</a:t>
                      </a:r>
                    </a:p>
                  </a:txBody>
                  <a:tcPr marL="9525" marR="9525" marT="9525"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fontAlgn="ctr"/>
                      <a:r>
                        <a:rPr lang="en-US" altLang="zh-CN" sz="1600" b="0" i="0" u="none" strike="noStrike">
                          <a:solidFill>
                            <a:srgbClr val="000000"/>
                          </a:solidFill>
                          <a:effectLst/>
                          <a:latin typeface="微软雅黑" panose="020B0503020204020204" pitchFamily="34" charset="-122"/>
                          <a:ea typeface="微软雅黑" panose="020B0503020204020204" pitchFamily="34" charset="-122"/>
                        </a:rPr>
                        <a:t>0.8</a:t>
                      </a:r>
                    </a:p>
                  </a:txBody>
                  <a:tcPr marL="9525" marR="9525" marT="9525"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20"/>
                  </a:ext>
                </a:extLst>
              </a:tr>
              <a:tr h="180000">
                <a:tc>
                  <a:txBody>
                    <a:bodyPr/>
                    <a:lstStyle/>
                    <a:p>
                      <a:pPr algn="ctr" fontAlgn="ctr"/>
                      <a:r>
                        <a:rPr lang="en-US" altLang="zh-CN" sz="1600" u="none" strike="noStrike" dirty="0">
                          <a:effectLst/>
                          <a:latin typeface="Arial" panose="020B0604020202020204" pitchFamily="34" charset="0"/>
                          <a:cs typeface="Arial" panose="020B0604020202020204" pitchFamily="34" charset="0"/>
                        </a:rPr>
                        <a:t>13</a:t>
                      </a:r>
                      <a:endParaRPr lang="en-US" altLang="zh-CN" sz="1600" b="0" i="0" u="none" strike="noStrike" dirty="0">
                        <a:solidFill>
                          <a:srgbClr val="000000"/>
                        </a:solidFill>
                        <a:effectLst/>
                        <a:latin typeface="Arial" panose="020B0604020202020204" pitchFamily="34" charset="0"/>
                        <a:ea typeface="微软雅黑" panose="020B0503020204020204" pitchFamily="34" charset="-122"/>
                        <a:cs typeface="Arial" panose="020B0604020202020204" pitchFamily="34" charset="0"/>
                      </a:endParaRPr>
                    </a:p>
                  </a:txBody>
                  <a:tcPr marL="7022" marR="7022" marT="7022"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fontAlgn="ctr"/>
                      <a:r>
                        <a:rPr lang="en-US" altLang="zh-CN" sz="1600" b="0" i="0" u="none" strike="noStrike" dirty="0">
                          <a:solidFill>
                            <a:srgbClr val="000000"/>
                          </a:solidFill>
                          <a:effectLst/>
                          <a:latin typeface="Arial" panose="020B0604020202020204" pitchFamily="34" charset="0"/>
                          <a:ea typeface="等线" panose="02010600030101010101" pitchFamily="2" charset="-122"/>
                        </a:rPr>
                        <a:t>0.8</a:t>
                      </a:r>
                    </a:p>
                  </a:txBody>
                  <a:tcPr marL="9525" marR="9525" marT="9525"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vMerge="1">
                  <a:txBody>
                    <a:bodyPr/>
                    <a:lstStyle/>
                    <a:p>
                      <a:pPr marL="0" marR="0" indent="0" algn="ctr" defTabSz="821530" eaLnBrk="1" fontAlgn="ctr" latinLnBrk="0" hangingPunct="1">
                        <a:lnSpc>
                          <a:spcPct val="100000"/>
                        </a:lnSpc>
                        <a:spcBef>
                          <a:spcPts val="0"/>
                        </a:spcBef>
                        <a:spcAft>
                          <a:spcPts val="0"/>
                        </a:spcAft>
                        <a:buClrTx/>
                        <a:buSzTx/>
                        <a:buFontTx/>
                        <a:buNone/>
                        <a:tabLst/>
                        <a:defRPr/>
                      </a:pPr>
                      <a:endParaRPr lang="en-US" altLang="zh-CN" sz="2000" b="0" i="0" u="none" strike="noStrike" cap="none" spc="0" baseline="0" dirty="0">
                        <a:ln>
                          <a:noFill/>
                        </a:ln>
                        <a:solidFill>
                          <a:schemeClr val="tx1"/>
                        </a:solidFill>
                        <a:effectLst/>
                        <a:uFillTx/>
                        <a:latin typeface="Arial" panose="020B0604020202020204" pitchFamily="34" charset="0"/>
                        <a:ea typeface="Arial Unicode MS" panose="020B0604020202020204" pitchFamily="34" charset="-122"/>
                        <a:cs typeface="Arial" panose="020B0604020202020204" pitchFamily="34" charset="0"/>
                        <a:sym typeface="Helvetica Neue Light"/>
                      </a:endParaRPr>
                    </a:p>
                  </a:txBody>
                  <a:tcPr marL="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fontAlgn="ctr"/>
                      <a:r>
                        <a:rPr lang="en-US" altLang="zh-CN" sz="1600" b="0" i="0" u="none" strike="noStrike" dirty="0">
                          <a:solidFill>
                            <a:srgbClr val="000000"/>
                          </a:solidFill>
                          <a:effectLst/>
                          <a:latin typeface="微软雅黑" panose="020B0503020204020204" pitchFamily="34" charset="-122"/>
                          <a:ea typeface="微软雅黑" panose="020B0503020204020204" pitchFamily="34" charset="-122"/>
                        </a:rPr>
                        <a:t>39</a:t>
                      </a:r>
                    </a:p>
                  </a:txBody>
                  <a:tcPr marL="9525" marR="9525" marT="9525"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fontAlgn="ctr"/>
                      <a:r>
                        <a:rPr lang="en-US" altLang="zh-CN" sz="1600" b="0" i="0" u="none" strike="noStrike" dirty="0">
                          <a:solidFill>
                            <a:srgbClr val="000000"/>
                          </a:solidFill>
                          <a:effectLst/>
                          <a:latin typeface="微软雅黑" panose="020B0503020204020204" pitchFamily="34" charset="-122"/>
                          <a:ea typeface="微软雅黑" panose="020B0503020204020204" pitchFamily="34" charset="-122"/>
                        </a:rPr>
                        <a:t>0.8</a:t>
                      </a:r>
                    </a:p>
                  </a:txBody>
                  <a:tcPr marL="9525" marR="9525" marT="9525"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21"/>
                  </a:ext>
                </a:extLst>
              </a:tr>
              <a:tr h="180000">
                <a:tc>
                  <a:txBody>
                    <a:bodyPr/>
                    <a:lstStyle/>
                    <a:p>
                      <a:pPr algn="ctr" fontAlgn="ctr"/>
                      <a:r>
                        <a:rPr lang="en-US" altLang="zh-CN" sz="1600" u="none" strike="noStrike" dirty="0">
                          <a:effectLst/>
                          <a:latin typeface="Arial" panose="020B0604020202020204" pitchFamily="34" charset="0"/>
                          <a:cs typeface="Arial" panose="020B0604020202020204" pitchFamily="34" charset="0"/>
                        </a:rPr>
                        <a:t>14</a:t>
                      </a:r>
                      <a:endParaRPr lang="en-US" altLang="zh-CN" sz="1600" b="0" i="0" u="none" strike="noStrike" dirty="0">
                        <a:solidFill>
                          <a:srgbClr val="000000"/>
                        </a:solidFill>
                        <a:effectLst/>
                        <a:latin typeface="Arial" panose="020B0604020202020204" pitchFamily="34" charset="0"/>
                        <a:ea typeface="微软雅黑" panose="020B0503020204020204" pitchFamily="34" charset="-122"/>
                        <a:cs typeface="Arial" panose="020B0604020202020204" pitchFamily="34" charset="0"/>
                      </a:endParaRPr>
                    </a:p>
                  </a:txBody>
                  <a:tcPr marL="7022" marR="7022" marT="7022"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fontAlgn="ctr"/>
                      <a:r>
                        <a:rPr lang="en-US" altLang="zh-CN" sz="1600" b="0" i="0" u="none" strike="noStrike" dirty="0">
                          <a:solidFill>
                            <a:srgbClr val="000000"/>
                          </a:solidFill>
                          <a:effectLst/>
                          <a:latin typeface="Arial" panose="020B0604020202020204" pitchFamily="34" charset="0"/>
                          <a:ea typeface="等线" panose="02010600030101010101" pitchFamily="2" charset="-122"/>
                        </a:rPr>
                        <a:t>0.8</a:t>
                      </a:r>
                    </a:p>
                  </a:txBody>
                  <a:tcPr marL="9525" marR="9525" marT="9525"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vMerge="1">
                  <a:txBody>
                    <a:bodyPr/>
                    <a:lstStyle/>
                    <a:p>
                      <a:pPr marL="0" marR="0" indent="0" algn="ctr" defTabSz="821530" eaLnBrk="1" fontAlgn="ctr" latinLnBrk="0" hangingPunct="1">
                        <a:lnSpc>
                          <a:spcPct val="100000"/>
                        </a:lnSpc>
                        <a:spcBef>
                          <a:spcPts val="0"/>
                        </a:spcBef>
                        <a:spcAft>
                          <a:spcPts val="0"/>
                        </a:spcAft>
                        <a:buClrTx/>
                        <a:buSzTx/>
                        <a:buFontTx/>
                        <a:buNone/>
                        <a:tabLst/>
                        <a:defRPr/>
                      </a:pPr>
                      <a:endParaRPr lang="en-US" altLang="zh-CN" sz="2000" b="0" i="0" u="none" strike="noStrike" cap="none" spc="0" baseline="0" dirty="0">
                        <a:ln>
                          <a:noFill/>
                        </a:ln>
                        <a:solidFill>
                          <a:schemeClr val="tx1"/>
                        </a:solidFill>
                        <a:effectLst/>
                        <a:uFillTx/>
                        <a:latin typeface="Arial" panose="020B0604020202020204" pitchFamily="34" charset="0"/>
                        <a:ea typeface="Arial Unicode MS" panose="020B0604020202020204" pitchFamily="34" charset="-122"/>
                        <a:cs typeface="Arial" panose="020B0604020202020204" pitchFamily="34" charset="0"/>
                        <a:sym typeface="Helvetica Neue Light"/>
                      </a:endParaRPr>
                    </a:p>
                  </a:txBody>
                  <a:tcPr marL="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fontAlgn="ctr"/>
                      <a:r>
                        <a:rPr lang="en-US" altLang="zh-CN" sz="1600" b="0" i="0" u="none" strike="noStrike" dirty="0">
                          <a:solidFill>
                            <a:srgbClr val="000000"/>
                          </a:solidFill>
                          <a:effectLst/>
                          <a:latin typeface="微软雅黑" panose="020B0503020204020204" pitchFamily="34" charset="-122"/>
                          <a:ea typeface="微软雅黑" panose="020B0503020204020204" pitchFamily="34" charset="-122"/>
                        </a:rPr>
                        <a:t>40</a:t>
                      </a:r>
                    </a:p>
                  </a:txBody>
                  <a:tcPr marL="9525" marR="9525" marT="9525"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fontAlgn="ctr"/>
                      <a:r>
                        <a:rPr lang="en-US" altLang="zh-CN" sz="1600" b="0" i="0" u="none" strike="noStrike">
                          <a:solidFill>
                            <a:srgbClr val="000000"/>
                          </a:solidFill>
                          <a:effectLst/>
                          <a:latin typeface="微软雅黑" panose="020B0503020204020204" pitchFamily="34" charset="-122"/>
                          <a:ea typeface="微软雅黑" panose="020B0503020204020204" pitchFamily="34" charset="-122"/>
                        </a:rPr>
                        <a:t>0.8</a:t>
                      </a:r>
                    </a:p>
                  </a:txBody>
                  <a:tcPr marL="9525" marR="9525" marT="9525"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22"/>
                  </a:ext>
                </a:extLst>
              </a:tr>
              <a:tr h="180000">
                <a:tc>
                  <a:txBody>
                    <a:bodyPr/>
                    <a:lstStyle/>
                    <a:p>
                      <a:pPr algn="ctr" fontAlgn="ctr"/>
                      <a:r>
                        <a:rPr lang="en-US" altLang="zh-CN" sz="1600" u="none" strike="noStrike" dirty="0">
                          <a:effectLst/>
                          <a:latin typeface="Arial" panose="020B0604020202020204" pitchFamily="34" charset="0"/>
                          <a:cs typeface="Arial" panose="020B0604020202020204" pitchFamily="34" charset="0"/>
                        </a:rPr>
                        <a:t>15</a:t>
                      </a:r>
                      <a:endParaRPr lang="en-US" altLang="zh-CN" sz="1600" b="0" i="0" u="none" strike="noStrike" dirty="0">
                        <a:solidFill>
                          <a:srgbClr val="000000"/>
                        </a:solidFill>
                        <a:effectLst/>
                        <a:latin typeface="Arial" panose="020B0604020202020204" pitchFamily="34" charset="0"/>
                        <a:ea typeface="微软雅黑" panose="020B0503020204020204" pitchFamily="34" charset="-122"/>
                        <a:cs typeface="Arial" panose="020B0604020202020204" pitchFamily="34" charset="0"/>
                      </a:endParaRPr>
                    </a:p>
                  </a:txBody>
                  <a:tcPr marL="7022" marR="7022" marT="7022"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fontAlgn="ctr"/>
                      <a:r>
                        <a:rPr lang="en-US" altLang="zh-CN" sz="1600" b="0" i="0" u="none" strike="noStrike" dirty="0">
                          <a:solidFill>
                            <a:srgbClr val="000000"/>
                          </a:solidFill>
                          <a:effectLst/>
                          <a:latin typeface="Arial" panose="020B0604020202020204" pitchFamily="34" charset="0"/>
                          <a:ea typeface="等线" panose="02010600030101010101" pitchFamily="2" charset="-122"/>
                        </a:rPr>
                        <a:t>0.7</a:t>
                      </a:r>
                    </a:p>
                  </a:txBody>
                  <a:tcPr marL="9525" marR="9525" marT="9525"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vMerge="1">
                  <a:txBody>
                    <a:bodyPr/>
                    <a:lstStyle/>
                    <a:p>
                      <a:pPr marL="0" marR="0" indent="0" algn="ctr" defTabSz="821530" eaLnBrk="1" fontAlgn="ctr" latinLnBrk="0" hangingPunct="1">
                        <a:lnSpc>
                          <a:spcPct val="100000"/>
                        </a:lnSpc>
                        <a:spcBef>
                          <a:spcPts val="0"/>
                        </a:spcBef>
                        <a:spcAft>
                          <a:spcPts val="0"/>
                        </a:spcAft>
                        <a:buClrTx/>
                        <a:buSzTx/>
                        <a:buFontTx/>
                        <a:buNone/>
                        <a:tabLst/>
                        <a:defRPr/>
                      </a:pPr>
                      <a:endParaRPr lang="en-US" altLang="zh-CN" sz="2000" b="0" i="0" u="none" strike="noStrike" cap="none" spc="0" baseline="0" dirty="0">
                        <a:ln>
                          <a:noFill/>
                        </a:ln>
                        <a:solidFill>
                          <a:schemeClr val="tx1"/>
                        </a:solidFill>
                        <a:effectLst/>
                        <a:uFillTx/>
                        <a:latin typeface="Arial" panose="020B0604020202020204" pitchFamily="34" charset="0"/>
                        <a:ea typeface="Arial Unicode MS" panose="020B0604020202020204" pitchFamily="34" charset="-122"/>
                        <a:cs typeface="Arial" panose="020B0604020202020204" pitchFamily="34" charset="0"/>
                        <a:sym typeface="Helvetica Neue Light"/>
                      </a:endParaRPr>
                    </a:p>
                  </a:txBody>
                  <a:tcPr marL="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fontAlgn="ctr"/>
                      <a:r>
                        <a:rPr lang="en-US" altLang="zh-CN" sz="1600" b="0" i="0" u="none" strike="noStrike" dirty="0">
                          <a:solidFill>
                            <a:srgbClr val="000000"/>
                          </a:solidFill>
                          <a:effectLst/>
                          <a:latin typeface="微软雅黑" panose="020B0503020204020204" pitchFamily="34" charset="-122"/>
                          <a:ea typeface="微软雅黑" panose="020B0503020204020204" pitchFamily="34" charset="-122"/>
                        </a:rPr>
                        <a:t>41</a:t>
                      </a:r>
                    </a:p>
                  </a:txBody>
                  <a:tcPr marL="9525" marR="9525" marT="9525"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fontAlgn="ctr"/>
                      <a:r>
                        <a:rPr lang="en-US" altLang="zh-CN" sz="1600" b="0" i="0" u="none" strike="noStrike">
                          <a:solidFill>
                            <a:srgbClr val="000000"/>
                          </a:solidFill>
                          <a:effectLst/>
                          <a:latin typeface="微软雅黑" panose="020B0503020204020204" pitchFamily="34" charset="-122"/>
                          <a:ea typeface="微软雅黑" panose="020B0503020204020204" pitchFamily="34" charset="-122"/>
                        </a:rPr>
                        <a:t>0.8</a:t>
                      </a:r>
                    </a:p>
                  </a:txBody>
                  <a:tcPr marL="9525" marR="9525" marT="9525"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23"/>
                  </a:ext>
                </a:extLst>
              </a:tr>
              <a:tr h="180000">
                <a:tc>
                  <a:txBody>
                    <a:bodyPr/>
                    <a:lstStyle/>
                    <a:p>
                      <a:pPr algn="ctr" fontAlgn="ctr"/>
                      <a:r>
                        <a:rPr lang="en-US" altLang="zh-CN" sz="1600" u="none" strike="noStrike" dirty="0">
                          <a:effectLst/>
                          <a:latin typeface="Arial" panose="020B0604020202020204" pitchFamily="34" charset="0"/>
                          <a:cs typeface="Arial" panose="020B0604020202020204" pitchFamily="34" charset="0"/>
                        </a:rPr>
                        <a:t>16</a:t>
                      </a:r>
                      <a:endParaRPr lang="en-US" altLang="zh-CN" sz="1600" b="0" i="0" u="none" strike="noStrike" dirty="0">
                        <a:solidFill>
                          <a:srgbClr val="000000"/>
                        </a:solidFill>
                        <a:effectLst/>
                        <a:latin typeface="Arial" panose="020B0604020202020204" pitchFamily="34" charset="0"/>
                        <a:ea typeface="微软雅黑" panose="020B0503020204020204" pitchFamily="34" charset="-122"/>
                        <a:cs typeface="Arial" panose="020B0604020202020204" pitchFamily="34" charset="0"/>
                      </a:endParaRPr>
                    </a:p>
                  </a:txBody>
                  <a:tcPr marL="7022" marR="7022" marT="7022"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fontAlgn="ctr"/>
                      <a:r>
                        <a:rPr lang="en-US" altLang="zh-CN" sz="1600" b="0" i="0" u="none" strike="noStrike" dirty="0">
                          <a:solidFill>
                            <a:srgbClr val="000000"/>
                          </a:solidFill>
                          <a:effectLst/>
                          <a:latin typeface="Arial" panose="020B0604020202020204" pitchFamily="34" charset="0"/>
                          <a:ea typeface="等线" panose="02010600030101010101" pitchFamily="2" charset="-122"/>
                        </a:rPr>
                        <a:t>0.8</a:t>
                      </a:r>
                    </a:p>
                  </a:txBody>
                  <a:tcPr marL="9525" marR="9525" marT="9525"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vMerge="1">
                  <a:txBody>
                    <a:bodyPr/>
                    <a:lstStyle/>
                    <a:p>
                      <a:pPr marL="0" marR="0" indent="0" algn="ctr" defTabSz="821530" eaLnBrk="1" fontAlgn="ctr" latinLnBrk="0" hangingPunct="1">
                        <a:lnSpc>
                          <a:spcPct val="100000"/>
                        </a:lnSpc>
                        <a:spcBef>
                          <a:spcPts val="0"/>
                        </a:spcBef>
                        <a:spcAft>
                          <a:spcPts val="0"/>
                        </a:spcAft>
                        <a:buClrTx/>
                        <a:buSzTx/>
                        <a:buFontTx/>
                        <a:buNone/>
                        <a:tabLst/>
                        <a:defRPr/>
                      </a:pPr>
                      <a:endParaRPr lang="en-US" altLang="zh-CN" sz="2000" b="0" i="0" u="none" strike="noStrike" cap="none" spc="0" baseline="0" dirty="0">
                        <a:ln>
                          <a:noFill/>
                        </a:ln>
                        <a:solidFill>
                          <a:schemeClr val="tx1"/>
                        </a:solidFill>
                        <a:effectLst/>
                        <a:uFillTx/>
                        <a:latin typeface="Arial" panose="020B0604020202020204" pitchFamily="34" charset="0"/>
                        <a:ea typeface="Arial Unicode MS" panose="020B0604020202020204" pitchFamily="34" charset="-122"/>
                        <a:cs typeface="Arial" panose="020B0604020202020204" pitchFamily="34" charset="0"/>
                        <a:sym typeface="Helvetica Neue Light"/>
                      </a:endParaRPr>
                    </a:p>
                  </a:txBody>
                  <a:tcPr marL="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fontAlgn="ctr"/>
                      <a:r>
                        <a:rPr lang="en-US" altLang="zh-CN" sz="1600" b="0" i="0" u="none" strike="noStrike" dirty="0">
                          <a:solidFill>
                            <a:srgbClr val="000000"/>
                          </a:solidFill>
                          <a:effectLst/>
                          <a:latin typeface="微软雅黑" panose="020B0503020204020204" pitchFamily="34" charset="-122"/>
                          <a:ea typeface="微软雅黑" panose="020B0503020204020204" pitchFamily="34" charset="-122"/>
                        </a:rPr>
                        <a:t>42</a:t>
                      </a:r>
                    </a:p>
                  </a:txBody>
                  <a:tcPr marL="9525" marR="9525" marT="9525"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fontAlgn="ctr"/>
                      <a:r>
                        <a:rPr lang="en-US" altLang="zh-CN" sz="1600" b="0" i="0" u="none" strike="noStrike" dirty="0">
                          <a:solidFill>
                            <a:srgbClr val="000000"/>
                          </a:solidFill>
                          <a:effectLst/>
                          <a:latin typeface="微软雅黑" panose="020B0503020204020204" pitchFamily="34" charset="-122"/>
                          <a:ea typeface="微软雅黑" panose="020B0503020204020204" pitchFamily="34" charset="-122"/>
                        </a:rPr>
                        <a:t>0.8</a:t>
                      </a:r>
                    </a:p>
                  </a:txBody>
                  <a:tcPr marL="9525" marR="9525" marT="9525"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24"/>
                  </a:ext>
                </a:extLst>
              </a:tr>
              <a:tr h="180000">
                <a:tc>
                  <a:txBody>
                    <a:bodyPr/>
                    <a:lstStyle/>
                    <a:p>
                      <a:pPr algn="ctr" fontAlgn="ctr"/>
                      <a:r>
                        <a:rPr lang="en-US" altLang="zh-CN" sz="1600" u="none" strike="noStrike" dirty="0">
                          <a:effectLst/>
                          <a:latin typeface="Arial" panose="020B0604020202020204" pitchFamily="34" charset="0"/>
                          <a:cs typeface="Arial" panose="020B0604020202020204" pitchFamily="34" charset="0"/>
                        </a:rPr>
                        <a:t>17</a:t>
                      </a:r>
                      <a:endParaRPr lang="en-US" altLang="zh-CN" sz="1600" b="0" i="0" u="none" strike="noStrike" dirty="0">
                        <a:solidFill>
                          <a:srgbClr val="000000"/>
                        </a:solidFill>
                        <a:effectLst/>
                        <a:latin typeface="Arial" panose="020B0604020202020204" pitchFamily="34" charset="0"/>
                        <a:ea typeface="微软雅黑" panose="020B0503020204020204" pitchFamily="34" charset="-122"/>
                        <a:cs typeface="Arial" panose="020B0604020202020204" pitchFamily="34" charset="0"/>
                      </a:endParaRPr>
                    </a:p>
                  </a:txBody>
                  <a:tcPr marL="7022" marR="7022" marT="7022"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fontAlgn="ctr"/>
                      <a:r>
                        <a:rPr lang="en-US" altLang="zh-CN" sz="1600" b="0" i="0" u="none" strike="noStrike" dirty="0">
                          <a:solidFill>
                            <a:srgbClr val="000000"/>
                          </a:solidFill>
                          <a:effectLst/>
                          <a:latin typeface="Arial" panose="020B0604020202020204" pitchFamily="34" charset="0"/>
                          <a:ea typeface="等线" panose="02010600030101010101" pitchFamily="2" charset="-122"/>
                        </a:rPr>
                        <a:t>0.8</a:t>
                      </a:r>
                    </a:p>
                  </a:txBody>
                  <a:tcPr marL="9525" marR="9525" marT="9525"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vMerge="1">
                  <a:txBody>
                    <a:bodyPr/>
                    <a:lstStyle/>
                    <a:p>
                      <a:pPr marL="0" marR="0" indent="0" algn="ctr" defTabSz="821530" eaLnBrk="1" fontAlgn="ctr" latinLnBrk="0" hangingPunct="1">
                        <a:lnSpc>
                          <a:spcPct val="100000"/>
                        </a:lnSpc>
                        <a:spcBef>
                          <a:spcPts val="0"/>
                        </a:spcBef>
                        <a:spcAft>
                          <a:spcPts val="0"/>
                        </a:spcAft>
                        <a:buClrTx/>
                        <a:buSzTx/>
                        <a:buFontTx/>
                        <a:buNone/>
                        <a:tabLst/>
                        <a:defRPr/>
                      </a:pPr>
                      <a:endParaRPr lang="en-US" altLang="zh-CN" sz="2000" b="0" i="0" u="none" strike="noStrike" cap="none" spc="0" baseline="0" dirty="0">
                        <a:ln>
                          <a:noFill/>
                        </a:ln>
                        <a:solidFill>
                          <a:schemeClr val="tx1"/>
                        </a:solidFill>
                        <a:effectLst/>
                        <a:uFillTx/>
                        <a:latin typeface="Arial" panose="020B0604020202020204" pitchFamily="34" charset="0"/>
                        <a:ea typeface="Arial Unicode MS" panose="020B0604020202020204" pitchFamily="34" charset="-122"/>
                        <a:cs typeface="Arial" panose="020B0604020202020204" pitchFamily="34" charset="0"/>
                        <a:sym typeface="Helvetica Neue Light"/>
                      </a:endParaRPr>
                    </a:p>
                  </a:txBody>
                  <a:tcPr marL="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fontAlgn="ctr"/>
                      <a:r>
                        <a:rPr lang="en-US" altLang="zh-CN" sz="1600" b="0" i="0" u="none" strike="noStrike" dirty="0">
                          <a:solidFill>
                            <a:srgbClr val="000000"/>
                          </a:solidFill>
                          <a:effectLst/>
                          <a:latin typeface="微软雅黑" panose="020B0503020204020204" pitchFamily="34" charset="-122"/>
                          <a:ea typeface="微软雅黑" panose="020B0503020204020204" pitchFamily="34" charset="-122"/>
                        </a:rPr>
                        <a:t>43</a:t>
                      </a:r>
                    </a:p>
                  </a:txBody>
                  <a:tcPr marL="9525" marR="9525" marT="9525"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fontAlgn="ctr"/>
                      <a:r>
                        <a:rPr lang="en-US" altLang="zh-CN" sz="1600" b="0" i="0" u="none" strike="noStrike" dirty="0">
                          <a:solidFill>
                            <a:srgbClr val="000000"/>
                          </a:solidFill>
                          <a:effectLst/>
                          <a:latin typeface="微软雅黑" panose="020B0503020204020204" pitchFamily="34" charset="-122"/>
                          <a:ea typeface="微软雅黑" panose="020B0503020204020204" pitchFamily="34" charset="-122"/>
                        </a:rPr>
                        <a:t>0.8</a:t>
                      </a:r>
                    </a:p>
                  </a:txBody>
                  <a:tcPr marL="9525" marR="9525" marT="9525"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25"/>
                  </a:ext>
                </a:extLst>
              </a:tr>
              <a:tr h="180000">
                <a:tc>
                  <a:txBody>
                    <a:bodyPr/>
                    <a:lstStyle/>
                    <a:p>
                      <a:pPr algn="ctr" fontAlgn="ctr"/>
                      <a:r>
                        <a:rPr lang="en-US" altLang="zh-CN" sz="1600" u="none" strike="noStrike" dirty="0">
                          <a:effectLst/>
                          <a:latin typeface="Arial" panose="020B0604020202020204" pitchFamily="34" charset="0"/>
                          <a:cs typeface="Arial" panose="020B0604020202020204" pitchFamily="34" charset="0"/>
                        </a:rPr>
                        <a:t>18</a:t>
                      </a:r>
                      <a:endParaRPr lang="en-US" altLang="zh-CN" sz="1600" b="0" i="0" u="none" strike="noStrike" dirty="0">
                        <a:solidFill>
                          <a:srgbClr val="000000"/>
                        </a:solidFill>
                        <a:effectLst/>
                        <a:latin typeface="Arial" panose="020B0604020202020204" pitchFamily="34" charset="0"/>
                        <a:ea typeface="微软雅黑" panose="020B0503020204020204" pitchFamily="34" charset="-122"/>
                        <a:cs typeface="Arial" panose="020B0604020202020204" pitchFamily="34" charset="0"/>
                      </a:endParaRPr>
                    </a:p>
                  </a:txBody>
                  <a:tcPr marL="7022" marR="7022" marT="7022"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fontAlgn="ctr"/>
                      <a:r>
                        <a:rPr lang="en-US" altLang="zh-CN" sz="1600" b="0" i="0" u="none" strike="noStrike" dirty="0">
                          <a:solidFill>
                            <a:srgbClr val="000000"/>
                          </a:solidFill>
                          <a:effectLst/>
                          <a:latin typeface="Arial" panose="020B0604020202020204" pitchFamily="34" charset="0"/>
                          <a:ea typeface="等线" panose="02010600030101010101" pitchFamily="2" charset="-122"/>
                        </a:rPr>
                        <a:t>0.7</a:t>
                      </a:r>
                    </a:p>
                  </a:txBody>
                  <a:tcPr marL="9525" marR="9525" marT="9525"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vMerge="1">
                  <a:txBody>
                    <a:bodyPr/>
                    <a:lstStyle/>
                    <a:p>
                      <a:pPr marL="0" marR="0" indent="0" algn="ctr" defTabSz="821530" eaLnBrk="1" fontAlgn="ctr" latinLnBrk="0" hangingPunct="1">
                        <a:lnSpc>
                          <a:spcPct val="100000"/>
                        </a:lnSpc>
                        <a:spcBef>
                          <a:spcPts val="0"/>
                        </a:spcBef>
                        <a:spcAft>
                          <a:spcPts val="0"/>
                        </a:spcAft>
                        <a:buClrTx/>
                        <a:buSzTx/>
                        <a:buFontTx/>
                        <a:buNone/>
                        <a:tabLst/>
                        <a:defRPr/>
                      </a:pPr>
                      <a:endParaRPr lang="en-US" altLang="zh-CN" sz="2000" b="0" i="0" u="none" strike="noStrike" cap="none" spc="0" baseline="0" dirty="0">
                        <a:ln>
                          <a:noFill/>
                        </a:ln>
                        <a:solidFill>
                          <a:schemeClr val="tx1"/>
                        </a:solidFill>
                        <a:effectLst/>
                        <a:uFillTx/>
                        <a:latin typeface="Arial" panose="020B0604020202020204" pitchFamily="34" charset="0"/>
                        <a:ea typeface="Arial Unicode MS" panose="020B0604020202020204" pitchFamily="34" charset="-122"/>
                        <a:cs typeface="Arial" panose="020B0604020202020204" pitchFamily="34" charset="0"/>
                        <a:sym typeface="Helvetica Neue Light"/>
                      </a:endParaRPr>
                    </a:p>
                  </a:txBody>
                  <a:tcPr marL="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fontAlgn="ctr"/>
                      <a:r>
                        <a:rPr lang="en-US" altLang="zh-CN" sz="1600" b="0" i="0" u="none" strike="noStrike" dirty="0">
                          <a:solidFill>
                            <a:srgbClr val="000000"/>
                          </a:solidFill>
                          <a:effectLst/>
                          <a:latin typeface="微软雅黑" panose="020B0503020204020204" pitchFamily="34" charset="-122"/>
                          <a:ea typeface="微软雅黑" panose="020B0503020204020204" pitchFamily="34" charset="-122"/>
                        </a:rPr>
                        <a:t>44</a:t>
                      </a:r>
                    </a:p>
                  </a:txBody>
                  <a:tcPr marL="9525" marR="9525" marT="9525"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fontAlgn="ctr"/>
                      <a:r>
                        <a:rPr lang="en-US" altLang="zh-CN" sz="1600" b="0" i="0" u="none" strike="noStrike" dirty="0">
                          <a:solidFill>
                            <a:srgbClr val="000000"/>
                          </a:solidFill>
                          <a:effectLst/>
                          <a:latin typeface="微软雅黑" panose="020B0503020204020204" pitchFamily="34" charset="-122"/>
                          <a:ea typeface="微软雅黑" panose="020B0503020204020204" pitchFamily="34" charset="-122"/>
                        </a:rPr>
                        <a:t>0.8</a:t>
                      </a:r>
                    </a:p>
                  </a:txBody>
                  <a:tcPr marL="9525" marR="9525" marT="9525"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26"/>
                  </a:ext>
                </a:extLst>
              </a:tr>
              <a:tr h="180000">
                <a:tc>
                  <a:txBody>
                    <a:bodyPr/>
                    <a:lstStyle/>
                    <a:p>
                      <a:pPr algn="ctr" fontAlgn="ctr"/>
                      <a:r>
                        <a:rPr lang="en-US" altLang="zh-CN" sz="1600" u="none" strike="noStrike" dirty="0">
                          <a:effectLst/>
                          <a:latin typeface="Arial" panose="020B0604020202020204" pitchFamily="34" charset="0"/>
                          <a:cs typeface="Arial" panose="020B0604020202020204" pitchFamily="34" charset="0"/>
                        </a:rPr>
                        <a:t>19</a:t>
                      </a:r>
                      <a:endParaRPr lang="en-US" altLang="zh-CN" sz="1600" b="0" i="0" u="none" strike="noStrike" dirty="0">
                        <a:solidFill>
                          <a:srgbClr val="000000"/>
                        </a:solidFill>
                        <a:effectLst/>
                        <a:latin typeface="Arial" panose="020B0604020202020204" pitchFamily="34" charset="0"/>
                        <a:ea typeface="微软雅黑" panose="020B0503020204020204" pitchFamily="34" charset="-122"/>
                        <a:cs typeface="Arial" panose="020B0604020202020204" pitchFamily="34" charset="0"/>
                      </a:endParaRPr>
                    </a:p>
                  </a:txBody>
                  <a:tcPr marL="7022" marR="7022" marT="7022"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fontAlgn="ctr"/>
                      <a:r>
                        <a:rPr lang="en-US" altLang="zh-CN" sz="1600" b="0" i="0" u="none" strike="noStrike" dirty="0">
                          <a:solidFill>
                            <a:srgbClr val="000000"/>
                          </a:solidFill>
                          <a:effectLst/>
                          <a:latin typeface="Arial" panose="020B0604020202020204" pitchFamily="34" charset="0"/>
                          <a:ea typeface="等线" panose="02010600030101010101" pitchFamily="2" charset="-122"/>
                        </a:rPr>
                        <a:t>0.7</a:t>
                      </a:r>
                    </a:p>
                  </a:txBody>
                  <a:tcPr marL="9525" marR="9525" marT="9525"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vMerge="1">
                  <a:txBody>
                    <a:bodyPr/>
                    <a:lstStyle/>
                    <a:p>
                      <a:pPr marL="0" marR="0" indent="0" algn="ctr" defTabSz="821530" eaLnBrk="1" fontAlgn="ctr" latinLnBrk="0" hangingPunct="1">
                        <a:lnSpc>
                          <a:spcPct val="100000"/>
                        </a:lnSpc>
                        <a:spcBef>
                          <a:spcPts val="0"/>
                        </a:spcBef>
                        <a:spcAft>
                          <a:spcPts val="0"/>
                        </a:spcAft>
                        <a:buClrTx/>
                        <a:buSzTx/>
                        <a:buFontTx/>
                        <a:buNone/>
                        <a:tabLst/>
                        <a:defRPr/>
                      </a:pPr>
                      <a:endParaRPr lang="en-US" altLang="zh-CN" sz="2000" b="0" i="0" u="none" strike="noStrike" cap="none" spc="0" baseline="0" dirty="0">
                        <a:ln>
                          <a:noFill/>
                        </a:ln>
                        <a:solidFill>
                          <a:schemeClr val="tx1"/>
                        </a:solidFill>
                        <a:effectLst/>
                        <a:uFillTx/>
                        <a:latin typeface="Arial" panose="020B0604020202020204" pitchFamily="34" charset="0"/>
                        <a:ea typeface="Arial Unicode MS" panose="020B0604020202020204" pitchFamily="34" charset="-122"/>
                        <a:cs typeface="Arial" panose="020B0604020202020204" pitchFamily="34" charset="0"/>
                        <a:sym typeface="Helvetica Neue Light"/>
                      </a:endParaRPr>
                    </a:p>
                  </a:txBody>
                  <a:tcPr marL="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fontAlgn="ctr"/>
                      <a:r>
                        <a:rPr lang="en-US" altLang="zh-CN" sz="1600" b="0" i="0" u="none" strike="noStrike" dirty="0">
                          <a:solidFill>
                            <a:srgbClr val="000000"/>
                          </a:solidFill>
                          <a:effectLst/>
                          <a:latin typeface="微软雅黑" panose="020B0503020204020204" pitchFamily="34" charset="-122"/>
                          <a:ea typeface="微软雅黑" panose="020B0503020204020204" pitchFamily="34" charset="-122"/>
                        </a:rPr>
                        <a:t>45</a:t>
                      </a:r>
                    </a:p>
                  </a:txBody>
                  <a:tcPr marL="9525" marR="9525" marT="9525"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fontAlgn="ctr"/>
                      <a:r>
                        <a:rPr lang="en-US" altLang="zh-CN" sz="1600" b="0" i="0" u="none" strike="noStrike" dirty="0">
                          <a:solidFill>
                            <a:srgbClr val="000000"/>
                          </a:solidFill>
                          <a:effectLst/>
                          <a:latin typeface="微软雅黑" panose="020B0503020204020204" pitchFamily="34" charset="-122"/>
                          <a:ea typeface="微软雅黑" panose="020B0503020204020204" pitchFamily="34" charset="-122"/>
                        </a:rPr>
                        <a:t>0.8</a:t>
                      </a:r>
                    </a:p>
                  </a:txBody>
                  <a:tcPr marL="9525" marR="9525" marT="9525"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27"/>
                  </a:ext>
                </a:extLst>
              </a:tr>
              <a:tr h="180000">
                <a:tc>
                  <a:txBody>
                    <a:bodyPr/>
                    <a:lstStyle/>
                    <a:p>
                      <a:pPr algn="ctr" fontAlgn="ctr"/>
                      <a:r>
                        <a:rPr lang="en-US" altLang="zh-CN" sz="1600" u="none" strike="noStrike" dirty="0">
                          <a:effectLst/>
                          <a:latin typeface="Arial" panose="020B0604020202020204" pitchFamily="34" charset="0"/>
                          <a:cs typeface="Arial" panose="020B0604020202020204" pitchFamily="34" charset="0"/>
                        </a:rPr>
                        <a:t>20</a:t>
                      </a:r>
                      <a:endParaRPr lang="en-US" altLang="zh-CN" sz="1600" b="0" i="0" u="none" strike="noStrike" dirty="0">
                        <a:solidFill>
                          <a:srgbClr val="000000"/>
                        </a:solidFill>
                        <a:effectLst/>
                        <a:latin typeface="Arial" panose="020B0604020202020204" pitchFamily="34" charset="0"/>
                        <a:ea typeface="微软雅黑" panose="020B0503020204020204" pitchFamily="34" charset="-122"/>
                        <a:cs typeface="Arial" panose="020B0604020202020204" pitchFamily="34" charset="0"/>
                      </a:endParaRPr>
                    </a:p>
                  </a:txBody>
                  <a:tcPr marL="7022" marR="7022" marT="7022"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fontAlgn="ctr"/>
                      <a:r>
                        <a:rPr lang="en-US" altLang="zh-CN" sz="1600" b="0" i="0" u="none" strike="noStrike" dirty="0">
                          <a:solidFill>
                            <a:srgbClr val="000000"/>
                          </a:solidFill>
                          <a:effectLst/>
                          <a:latin typeface="Arial" panose="020B0604020202020204" pitchFamily="34" charset="0"/>
                          <a:ea typeface="等线" panose="02010600030101010101" pitchFamily="2" charset="-122"/>
                        </a:rPr>
                        <a:t>1.15</a:t>
                      </a:r>
                    </a:p>
                  </a:txBody>
                  <a:tcPr marL="9525" marR="9525" marT="9525"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vMerge="1">
                  <a:txBody>
                    <a:bodyPr/>
                    <a:lstStyle/>
                    <a:p>
                      <a:pPr marL="0" marR="0" indent="0" algn="ctr" defTabSz="821530" eaLnBrk="1" fontAlgn="ctr" latinLnBrk="0" hangingPunct="1">
                        <a:lnSpc>
                          <a:spcPct val="100000"/>
                        </a:lnSpc>
                        <a:spcBef>
                          <a:spcPts val="0"/>
                        </a:spcBef>
                        <a:spcAft>
                          <a:spcPts val="0"/>
                        </a:spcAft>
                        <a:buClrTx/>
                        <a:buSzTx/>
                        <a:buFontTx/>
                        <a:buNone/>
                        <a:tabLst/>
                        <a:defRPr/>
                      </a:pPr>
                      <a:endParaRPr lang="en-US" altLang="zh-CN" sz="2000" b="0" i="0" u="none" strike="noStrike" cap="none" spc="0" baseline="0" dirty="0">
                        <a:ln>
                          <a:noFill/>
                        </a:ln>
                        <a:solidFill>
                          <a:schemeClr val="tx1"/>
                        </a:solidFill>
                        <a:effectLst/>
                        <a:uFillTx/>
                        <a:latin typeface="Arial" panose="020B0604020202020204" pitchFamily="34" charset="0"/>
                        <a:ea typeface="Arial Unicode MS" panose="020B0604020202020204" pitchFamily="34" charset="-122"/>
                        <a:cs typeface="Arial" panose="020B0604020202020204" pitchFamily="34" charset="0"/>
                        <a:sym typeface="Helvetica Neue Light"/>
                      </a:endParaRPr>
                    </a:p>
                  </a:txBody>
                  <a:tcPr marL="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fontAlgn="ctr"/>
                      <a:r>
                        <a:rPr lang="en-US" altLang="zh-CN" sz="1600" b="0" i="0" u="none" strike="noStrike" dirty="0">
                          <a:solidFill>
                            <a:srgbClr val="000000"/>
                          </a:solidFill>
                          <a:effectLst/>
                          <a:latin typeface="微软雅黑" panose="020B0503020204020204" pitchFamily="34" charset="-122"/>
                          <a:ea typeface="微软雅黑" panose="020B0503020204020204" pitchFamily="34" charset="-122"/>
                        </a:rPr>
                        <a:t>46</a:t>
                      </a:r>
                    </a:p>
                  </a:txBody>
                  <a:tcPr marL="9525" marR="9525" marT="9525"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fontAlgn="ctr"/>
                      <a:r>
                        <a:rPr lang="en-US" altLang="zh-CN" sz="1600" b="0" i="0" u="none" strike="noStrike" dirty="0">
                          <a:solidFill>
                            <a:srgbClr val="000000"/>
                          </a:solidFill>
                          <a:effectLst/>
                          <a:latin typeface="微软雅黑" panose="020B0503020204020204" pitchFamily="34" charset="-122"/>
                          <a:ea typeface="微软雅黑" panose="020B0503020204020204" pitchFamily="34" charset="-122"/>
                        </a:rPr>
                        <a:t>0.8</a:t>
                      </a:r>
                    </a:p>
                  </a:txBody>
                  <a:tcPr marL="9525" marR="9525" marT="9525"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28"/>
                  </a:ext>
                </a:extLst>
              </a:tr>
              <a:tr h="180000">
                <a:tc>
                  <a:txBody>
                    <a:bodyPr/>
                    <a:lstStyle/>
                    <a:p>
                      <a:pPr algn="ctr" fontAlgn="ctr"/>
                      <a:r>
                        <a:rPr lang="en-US" altLang="zh-CN" sz="1600" u="none" strike="noStrike" dirty="0">
                          <a:effectLst/>
                          <a:latin typeface="Arial" panose="020B0604020202020204" pitchFamily="34" charset="0"/>
                          <a:cs typeface="Arial" panose="020B0604020202020204" pitchFamily="34" charset="0"/>
                        </a:rPr>
                        <a:t>21</a:t>
                      </a:r>
                      <a:endParaRPr lang="en-US" altLang="zh-CN" sz="1600" b="0" i="0" u="none" strike="noStrike" dirty="0">
                        <a:solidFill>
                          <a:srgbClr val="000000"/>
                        </a:solidFill>
                        <a:effectLst/>
                        <a:latin typeface="Arial" panose="020B0604020202020204" pitchFamily="34" charset="0"/>
                        <a:ea typeface="微软雅黑" panose="020B0503020204020204" pitchFamily="34" charset="-122"/>
                        <a:cs typeface="Arial" panose="020B0604020202020204" pitchFamily="34" charset="0"/>
                      </a:endParaRPr>
                    </a:p>
                  </a:txBody>
                  <a:tcPr marL="7022" marR="7022" marT="7022"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fontAlgn="ctr"/>
                      <a:r>
                        <a:rPr lang="en-US" altLang="zh-CN" sz="1600" b="0" i="0" u="none" strike="noStrike" dirty="0">
                          <a:solidFill>
                            <a:srgbClr val="000000"/>
                          </a:solidFill>
                          <a:effectLst/>
                          <a:latin typeface="Arial" panose="020B0604020202020204" pitchFamily="34" charset="0"/>
                          <a:ea typeface="等线" panose="02010600030101010101" pitchFamily="2" charset="-122"/>
                        </a:rPr>
                        <a:t>1.15</a:t>
                      </a:r>
                    </a:p>
                  </a:txBody>
                  <a:tcPr marL="9525" marR="9525" marT="9525"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vMerge="1">
                  <a:txBody>
                    <a:bodyPr/>
                    <a:lstStyle/>
                    <a:p>
                      <a:pPr marL="0" marR="0" indent="0" algn="ctr" defTabSz="821530" eaLnBrk="1" fontAlgn="ctr" latinLnBrk="0" hangingPunct="1">
                        <a:lnSpc>
                          <a:spcPct val="100000"/>
                        </a:lnSpc>
                        <a:spcBef>
                          <a:spcPts val="0"/>
                        </a:spcBef>
                        <a:spcAft>
                          <a:spcPts val="0"/>
                        </a:spcAft>
                        <a:buClrTx/>
                        <a:buSzTx/>
                        <a:buFontTx/>
                        <a:buNone/>
                        <a:tabLst/>
                        <a:defRPr/>
                      </a:pPr>
                      <a:endParaRPr lang="en-US" altLang="zh-CN" sz="2000" b="0" i="0" u="none" strike="noStrike" cap="none" spc="0" baseline="0" dirty="0">
                        <a:ln>
                          <a:noFill/>
                        </a:ln>
                        <a:solidFill>
                          <a:schemeClr val="tx1"/>
                        </a:solidFill>
                        <a:effectLst/>
                        <a:uFillTx/>
                        <a:latin typeface="Arial" panose="020B0604020202020204" pitchFamily="34" charset="0"/>
                        <a:ea typeface="Arial Unicode MS" panose="020B0604020202020204" pitchFamily="34" charset="-122"/>
                        <a:cs typeface="Arial" panose="020B0604020202020204" pitchFamily="34" charset="0"/>
                        <a:sym typeface="Helvetica Neue Light"/>
                      </a:endParaRPr>
                    </a:p>
                  </a:txBody>
                  <a:tcPr marL="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fontAlgn="ctr"/>
                      <a:r>
                        <a:rPr lang="en-US" altLang="zh-CN" sz="1600" b="0" i="0" u="none" strike="noStrike" dirty="0">
                          <a:solidFill>
                            <a:srgbClr val="000000"/>
                          </a:solidFill>
                          <a:effectLst/>
                          <a:latin typeface="微软雅黑" panose="020B0503020204020204" pitchFamily="34" charset="-122"/>
                          <a:ea typeface="微软雅黑" panose="020B0503020204020204" pitchFamily="34" charset="-122"/>
                        </a:rPr>
                        <a:t>47</a:t>
                      </a:r>
                    </a:p>
                  </a:txBody>
                  <a:tcPr marL="9525" marR="9525" marT="9525"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fontAlgn="ctr"/>
                      <a:r>
                        <a:rPr lang="en-US" altLang="zh-CN" sz="1600" b="0" i="0" u="none" strike="noStrike" dirty="0">
                          <a:solidFill>
                            <a:srgbClr val="000000"/>
                          </a:solidFill>
                          <a:effectLst/>
                          <a:latin typeface="微软雅黑" panose="020B0503020204020204" pitchFamily="34" charset="-122"/>
                          <a:ea typeface="微软雅黑" panose="020B0503020204020204" pitchFamily="34" charset="-122"/>
                        </a:rPr>
                        <a:t>0.8</a:t>
                      </a:r>
                    </a:p>
                  </a:txBody>
                  <a:tcPr marL="9525" marR="9525" marT="9525"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29508736"/>
                  </a:ext>
                </a:extLst>
              </a:tr>
              <a:tr h="180000">
                <a:tc>
                  <a:txBody>
                    <a:bodyPr/>
                    <a:lstStyle/>
                    <a:p>
                      <a:pPr algn="ctr" fontAlgn="ctr"/>
                      <a:r>
                        <a:rPr lang="en-US" altLang="zh-CN" sz="1600" u="none" strike="noStrike" dirty="0">
                          <a:effectLst/>
                          <a:latin typeface="Arial" panose="020B0604020202020204" pitchFamily="34" charset="0"/>
                          <a:cs typeface="Arial" panose="020B0604020202020204" pitchFamily="34" charset="0"/>
                        </a:rPr>
                        <a:t>22</a:t>
                      </a:r>
                      <a:endParaRPr lang="en-US" altLang="zh-CN" sz="1600" b="0" i="0" u="none" strike="noStrike" dirty="0">
                        <a:solidFill>
                          <a:srgbClr val="000000"/>
                        </a:solidFill>
                        <a:effectLst/>
                        <a:latin typeface="Arial" panose="020B0604020202020204" pitchFamily="34" charset="0"/>
                        <a:ea typeface="微软雅黑" panose="020B0503020204020204" pitchFamily="34" charset="-122"/>
                        <a:cs typeface="Arial" panose="020B0604020202020204" pitchFamily="34" charset="0"/>
                      </a:endParaRPr>
                    </a:p>
                  </a:txBody>
                  <a:tcPr marL="7022" marR="7022" marT="7022"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fontAlgn="ctr"/>
                      <a:r>
                        <a:rPr lang="en-US" altLang="zh-CN" sz="1600" b="0" i="0" u="none" strike="noStrike" dirty="0">
                          <a:solidFill>
                            <a:srgbClr val="000000"/>
                          </a:solidFill>
                          <a:effectLst/>
                          <a:latin typeface="Arial" panose="020B0604020202020204" pitchFamily="34" charset="0"/>
                          <a:ea typeface="等线" panose="02010600030101010101" pitchFamily="2" charset="-122"/>
                        </a:rPr>
                        <a:t>1.15</a:t>
                      </a:r>
                    </a:p>
                  </a:txBody>
                  <a:tcPr marL="9525" marR="9525" marT="9525"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vMerge="1">
                  <a:txBody>
                    <a:bodyPr/>
                    <a:lstStyle/>
                    <a:p>
                      <a:pPr marL="0" marR="0" indent="0" algn="ctr" defTabSz="821530" eaLnBrk="1" fontAlgn="ctr" latinLnBrk="0" hangingPunct="1">
                        <a:lnSpc>
                          <a:spcPct val="100000"/>
                        </a:lnSpc>
                        <a:spcBef>
                          <a:spcPts val="0"/>
                        </a:spcBef>
                        <a:spcAft>
                          <a:spcPts val="0"/>
                        </a:spcAft>
                        <a:buClrTx/>
                        <a:buSzTx/>
                        <a:buFontTx/>
                        <a:buNone/>
                        <a:tabLst/>
                        <a:defRPr/>
                      </a:pPr>
                      <a:endParaRPr lang="en-US" altLang="zh-CN" sz="2000" b="0" i="0" u="none" strike="noStrike" cap="none" spc="0" baseline="0" dirty="0">
                        <a:ln>
                          <a:noFill/>
                        </a:ln>
                        <a:solidFill>
                          <a:schemeClr val="tx1"/>
                        </a:solidFill>
                        <a:effectLst/>
                        <a:uFillTx/>
                        <a:latin typeface="Arial" panose="020B0604020202020204" pitchFamily="34" charset="0"/>
                        <a:ea typeface="Arial Unicode MS" panose="020B0604020202020204" pitchFamily="34" charset="-122"/>
                        <a:cs typeface="Arial" panose="020B0604020202020204" pitchFamily="34" charset="0"/>
                        <a:sym typeface="Helvetica Neue Light"/>
                      </a:endParaRPr>
                    </a:p>
                  </a:txBody>
                  <a:tcPr marL="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fontAlgn="ctr"/>
                      <a:r>
                        <a:rPr lang="en-US" altLang="zh-CN" sz="1600" b="0" i="0" u="none" strike="noStrike" dirty="0">
                          <a:solidFill>
                            <a:srgbClr val="000000"/>
                          </a:solidFill>
                          <a:effectLst/>
                          <a:latin typeface="微软雅黑" panose="020B0503020204020204" pitchFamily="34" charset="-122"/>
                          <a:ea typeface="微软雅黑" panose="020B0503020204020204" pitchFamily="34" charset="-122"/>
                        </a:rPr>
                        <a:t>48</a:t>
                      </a:r>
                    </a:p>
                  </a:txBody>
                  <a:tcPr marL="9525" marR="9525" marT="9525"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fontAlgn="ctr"/>
                      <a:r>
                        <a:rPr lang="en-US" altLang="zh-CN" sz="1600" b="0" i="0" u="none" strike="noStrike" dirty="0">
                          <a:solidFill>
                            <a:srgbClr val="000000"/>
                          </a:solidFill>
                          <a:effectLst/>
                          <a:latin typeface="微软雅黑" panose="020B0503020204020204" pitchFamily="34" charset="-122"/>
                          <a:ea typeface="微软雅黑" panose="020B0503020204020204" pitchFamily="34" charset="-122"/>
                        </a:rPr>
                        <a:t>0.8</a:t>
                      </a:r>
                    </a:p>
                  </a:txBody>
                  <a:tcPr marL="9525" marR="9525" marT="9525"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36444517"/>
                  </a:ext>
                </a:extLst>
              </a:tr>
              <a:tr h="180000">
                <a:tc>
                  <a:txBody>
                    <a:bodyPr/>
                    <a:lstStyle/>
                    <a:p>
                      <a:pPr algn="ctr" fontAlgn="ctr"/>
                      <a:r>
                        <a:rPr lang="en-US" altLang="zh-CN" sz="1600" u="none" strike="noStrike" dirty="0">
                          <a:effectLst/>
                          <a:latin typeface="Arial" panose="020B0604020202020204" pitchFamily="34" charset="0"/>
                          <a:cs typeface="Arial" panose="020B0604020202020204" pitchFamily="34" charset="0"/>
                        </a:rPr>
                        <a:t>23</a:t>
                      </a:r>
                      <a:endParaRPr lang="en-US" altLang="zh-CN" sz="1600" b="0" i="0" u="none" strike="noStrike" dirty="0">
                        <a:solidFill>
                          <a:srgbClr val="000000"/>
                        </a:solidFill>
                        <a:effectLst/>
                        <a:latin typeface="Arial" panose="020B0604020202020204" pitchFamily="34" charset="0"/>
                        <a:ea typeface="微软雅黑" panose="020B0503020204020204" pitchFamily="34" charset="-122"/>
                        <a:cs typeface="Arial" panose="020B0604020202020204" pitchFamily="34" charset="0"/>
                      </a:endParaRPr>
                    </a:p>
                  </a:txBody>
                  <a:tcPr marL="7022" marR="7022" marT="7022"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fontAlgn="ctr"/>
                      <a:r>
                        <a:rPr lang="en-US" altLang="zh-CN" sz="1600" b="0" i="0" u="none" strike="noStrike" dirty="0">
                          <a:solidFill>
                            <a:srgbClr val="000000"/>
                          </a:solidFill>
                          <a:effectLst/>
                          <a:latin typeface="Arial" panose="020B0604020202020204" pitchFamily="34" charset="0"/>
                          <a:ea typeface="等线" panose="02010600030101010101" pitchFamily="2" charset="-122"/>
                        </a:rPr>
                        <a:t>1.15</a:t>
                      </a:r>
                    </a:p>
                  </a:txBody>
                  <a:tcPr marL="9525" marR="9525" marT="9525"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vMerge="1">
                  <a:txBody>
                    <a:bodyPr/>
                    <a:lstStyle/>
                    <a:p>
                      <a:pPr marL="0" marR="0" indent="0" algn="ctr" defTabSz="821530" eaLnBrk="1" fontAlgn="ctr" latinLnBrk="0" hangingPunct="1">
                        <a:lnSpc>
                          <a:spcPct val="100000"/>
                        </a:lnSpc>
                        <a:spcBef>
                          <a:spcPts val="0"/>
                        </a:spcBef>
                        <a:spcAft>
                          <a:spcPts val="0"/>
                        </a:spcAft>
                        <a:buClrTx/>
                        <a:buSzTx/>
                        <a:buFontTx/>
                        <a:buNone/>
                        <a:tabLst/>
                        <a:defRPr/>
                      </a:pPr>
                      <a:endParaRPr lang="en-US" altLang="zh-CN" sz="2000" b="0" i="0" u="none" strike="noStrike" cap="none" spc="0" baseline="0" dirty="0">
                        <a:ln>
                          <a:noFill/>
                        </a:ln>
                        <a:solidFill>
                          <a:schemeClr val="tx1"/>
                        </a:solidFill>
                        <a:effectLst/>
                        <a:uFillTx/>
                        <a:latin typeface="Arial" panose="020B0604020202020204" pitchFamily="34" charset="0"/>
                        <a:ea typeface="Arial Unicode MS" panose="020B0604020202020204" pitchFamily="34" charset="-122"/>
                        <a:cs typeface="Arial" panose="020B0604020202020204" pitchFamily="34" charset="0"/>
                        <a:sym typeface="Helvetica Neue Light"/>
                      </a:endParaRPr>
                    </a:p>
                  </a:txBody>
                  <a:tcPr marL="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fontAlgn="ctr"/>
                      <a:r>
                        <a:rPr lang="en-US" altLang="zh-CN" sz="1600" b="0" i="0" u="none" strike="noStrike" dirty="0">
                          <a:solidFill>
                            <a:srgbClr val="000000"/>
                          </a:solidFill>
                          <a:effectLst/>
                          <a:latin typeface="微软雅黑" panose="020B0503020204020204" pitchFamily="34" charset="-122"/>
                          <a:ea typeface="微软雅黑" panose="020B0503020204020204" pitchFamily="34" charset="-122"/>
                        </a:rPr>
                        <a:t>49</a:t>
                      </a:r>
                    </a:p>
                  </a:txBody>
                  <a:tcPr marL="9525" marR="9525" marT="9525"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fontAlgn="ctr"/>
                      <a:r>
                        <a:rPr lang="en-US" altLang="zh-CN" sz="1600" b="0" i="0" u="none" strike="noStrike" dirty="0">
                          <a:solidFill>
                            <a:srgbClr val="000000"/>
                          </a:solidFill>
                          <a:effectLst/>
                          <a:latin typeface="微软雅黑" panose="020B0503020204020204" pitchFamily="34" charset="-122"/>
                          <a:ea typeface="微软雅黑" panose="020B0503020204020204" pitchFamily="34" charset="-122"/>
                        </a:rPr>
                        <a:t>0.8</a:t>
                      </a:r>
                    </a:p>
                  </a:txBody>
                  <a:tcPr marL="9525" marR="9525" marT="9525"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40134711"/>
                  </a:ext>
                </a:extLst>
              </a:tr>
              <a:tr h="180000">
                <a:tc>
                  <a:txBody>
                    <a:bodyPr/>
                    <a:lstStyle/>
                    <a:p>
                      <a:pPr algn="ctr" fontAlgn="ctr"/>
                      <a:r>
                        <a:rPr lang="en-US" altLang="zh-CN" sz="1600" u="none" strike="noStrike" dirty="0">
                          <a:effectLst/>
                          <a:latin typeface="Arial" panose="020B0604020202020204" pitchFamily="34" charset="0"/>
                          <a:cs typeface="Arial" panose="020B0604020202020204" pitchFamily="34" charset="0"/>
                        </a:rPr>
                        <a:t>24</a:t>
                      </a:r>
                      <a:endParaRPr lang="en-US" altLang="zh-CN" sz="1600" b="0" i="0" u="none" strike="noStrike" dirty="0">
                        <a:solidFill>
                          <a:srgbClr val="000000"/>
                        </a:solidFill>
                        <a:effectLst/>
                        <a:latin typeface="Arial" panose="020B0604020202020204" pitchFamily="34" charset="0"/>
                        <a:ea typeface="微软雅黑" panose="020B0503020204020204" pitchFamily="34" charset="-122"/>
                        <a:cs typeface="Arial" panose="020B0604020202020204" pitchFamily="34" charset="0"/>
                      </a:endParaRPr>
                    </a:p>
                  </a:txBody>
                  <a:tcPr marL="7022" marR="7022" marT="7022"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fontAlgn="ctr"/>
                      <a:r>
                        <a:rPr lang="en-US" altLang="zh-CN" sz="1600" b="0" i="0" u="none" strike="noStrike" dirty="0">
                          <a:solidFill>
                            <a:srgbClr val="000000"/>
                          </a:solidFill>
                          <a:effectLst/>
                          <a:latin typeface="Arial" panose="020B0604020202020204" pitchFamily="34" charset="0"/>
                          <a:ea typeface="等线" panose="02010600030101010101" pitchFamily="2" charset="-122"/>
                        </a:rPr>
                        <a:t>1.15</a:t>
                      </a:r>
                    </a:p>
                  </a:txBody>
                  <a:tcPr marL="9525" marR="9525" marT="9525"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vMerge="1">
                  <a:txBody>
                    <a:bodyPr/>
                    <a:lstStyle/>
                    <a:p>
                      <a:pPr marL="0" marR="0" indent="0" algn="ctr" defTabSz="821530" eaLnBrk="1" fontAlgn="ctr" latinLnBrk="0" hangingPunct="1">
                        <a:lnSpc>
                          <a:spcPct val="100000"/>
                        </a:lnSpc>
                        <a:spcBef>
                          <a:spcPts val="0"/>
                        </a:spcBef>
                        <a:spcAft>
                          <a:spcPts val="0"/>
                        </a:spcAft>
                        <a:buClrTx/>
                        <a:buSzTx/>
                        <a:buFontTx/>
                        <a:buNone/>
                        <a:tabLst/>
                        <a:defRPr/>
                      </a:pPr>
                      <a:endParaRPr lang="en-US" altLang="zh-CN" sz="2000" b="0" i="0" u="none" strike="noStrike" cap="none" spc="0" baseline="0" dirty="0">
                        <a:ln>
                          <a:noFill/>
                        </a:ln>
                        <a:solidFill>
                          <a:schemeClr val="tx1"/>
                        </a:solidFill>
                        <a:effectLst/>
                        <a:uFillTx/>
                        <a:latin typeface="Arial" panose="020B0604020202020204" pitchFamily="34" charset="0"/>
                        <a:ea typeface="Arial Unicode MS" panose="020B0604020202020204" pitchFamily="34" charset="-122"/>
                        <a:cs typeface="Arial" panose="020B0604020202020204" pitchFamily="34" charset="0"/>
                        <a:sym typeface="Helvetica Neue Light"/>
                      </a:endParaRPr>
                    </a:p>
                  </a:txBody>
                  <a:tcPr marL="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fontAlgn="ctr"/>
                      <a:r>
                        <a:rPr lang="en-US" altLang="zh-CN" sz="1600" b="0" i="0" u="none" strike="noStrike" dirty="0">
                          <a:solidFill>
                            <a:srgbClr val="000000"/>
                          </a:solidFill>
                          <a:effectLst/>
                          <a:latin typeface="微软雅黑" panose="020B0503020204020204" pitchFamily="34" charset="-122"/>
                          <a:ea typeface="微软雅黑" panose="020B0503020204020204" pitchFamily="34" charset="-122"/>
                        </a:rPr>
                        <a:t>50</a:t>
                      </a:r>
                    </a:p>
                  </a:txBody>
                  <a:tcPr marL="9525" marR="9525" marT="9525"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fontAlgn="ctr"/>
                      <a:r>
                        <a:rPr lang="en-US" altLang="zh-CN" sz="1600" b="0" i="0" u="none" strike="noStrike" dirty="0">
                          <a:solidFill>
                            <a:srgbClr val="000000"/>
                          </a:solidFill>
                          <a:effectLst/>
                          <a:latin typeface="微软雅黑" panose="020B0503020204020204" pitchFamily="34" charset="-122"/>
                          <a:ea typeface="微软雅黑" panose="020B0503020204020204" pitchFamily="34" charset="-122"/>
                        </a:rPr>
                        <a:t>0.8</a:t>
                      </a:r>
                    </a:p>
                  </a:txBody>
                  <a:tcPr marL="9525" marR="9525" marT="9525"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r h="180000">
                <a:tc>
                  <a:txBody>
                    <a:bodyPr/>
                    <a:lstStyle/>
                    <a:p>
                      <a:pPr algn="ctr" fontAlgn="ctr"/>
                      <a:r>
                        <a:rPr lang="en-US" altLang="zh-CN" sz="1600" u="none" strike="noStrike" dirty="0">
                          <a:effectLst/>
                          <a:latin typeface="Arial" panose="020B0604020202020204" pitchFamily="34" charset="0"/>
                          <a:cs typeface="Arial" panose="020B0604020202020204" pitchFamily="34" charset="0"/>
                        </a:rPr>
                        <a:t>25</a:t>
                      </a:r>
                      <a:endParaRPr lang="en-US" altLang="zh-CN" sz="1600" b="0" i="0" u="none" strike="noStrike" dirty="0">
                        <a:solidFill>
                          <a:srgbClr val="000000"/>
                        </a:solidFill>
                        <a:effectLst/>
                        <a:latin typeface="Arial" panose="020B0604020202020204" pitchFamily="34" charset="0"/>
                        <a:ea typeface="微软雅黑" panose="020B0503020204020204" pitchFamily="34" charset="-122"/>
                        <a:cs typeface="Arial" panose="020B0604020202020204" pitchFamily="34" charset="0"/>
                      </a:endParaRPr>
                    </a:p>
                  </a:txBody>
                  <a:tcPr marL="7022" marR="7022" marT="7022"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fontAlgn="ctr"/>
                      <a:r>
                        <a:rPr lang="en-US" altLang="zh-CN" sz="1600" b="0" i="0" u="none" strike="noStrike" dirty="0">
                          <a:solidFill>
                            <a:srgbClr val="000000"/>
                          </a:solidFill>
                          <a:effectLst/>
                          <a:latin typeface="Arial" panose="020B0604020202020204" pitchFamily="34" charset="0"/>
                          <a:ea typeface="等线" panose="02010600030101010101" pitchFamily="2" charset="-122"/>
                        </a:rPr>
                        <a:t>1.15</a:t>
                      </a:r>
                    </a:p>
                  </a:txBody>
                  <a:tcPr marL="9525" marR="9525" marT="9525"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vMerge="1">
                  <a:txBody>
                    <a:bodyPr/>
                    <a:lstStyle/>
                    <a:p>
                      <a:pPr marL="0" marR="0" indent="0" algn="ctr" defTabSz="821530" eaLnBrk="1" fontAlgn="ctr" latinLnBrk="0" hangingPunct="1">
                        <a:lnSpc>
                          <a:spcPct val="100000"/>
                        </a:lnSpc>
                        <a:spcBef>
                          <a:spcPts val="0"/>
                        </a:spcBef>
                        <a:spcAft>
                          <a:spcPts val="0"/>
                        </a:spcAft>
                        <a:buClrTx/>
                        <a:buSzTx/>
                        <a:buFontTx/>
                        <a:buNone/>
                        <a:tabLst/>
                        <a:defRPr/>
                      </a:pPr>
                      <a:endParaRPr lang="en-US" altLang="zh-CN" sz="2000" b="0" i="0" u="none" strike="noStrike" cap="none" spc="0" baseline="0" dirty="0">
                        <a:ln>
                          <a:noFill/>
                        </a:ln>
                        <a:solidFill>
                          <a:schemeClr val="tx1"/>
                        </a:solidFill>
                        <a:effectLst/>
                        <a:uFillTx/>
                        <a:latin typeface="Arial" panose="020B0604020202020204" pitchFamily="34" charset="0"/>
                        <a:ea typeface="Arial Unicode MS" panose="020B0604020202020204" pitchFamily="34" charset="-122"/>
                        <a:cs typeface="Arial" panose="020B0604020202020204" pitchFamily="34" charset="0"/>
                        <a:sym typeface="Helvetica Neue Light"/>
                      </a:endParaRPr>
                    </a:p>
                  </a:txBody>
                  <a:tcPr marL="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lvl="0" indent="0" algn="ctr" defTabSz="821530" eaLnBrk="1" fontAlgn="ctr" latinLnBrk="0" hangingPunct="1">
                        <a:lnSpc>
                          <a:spcPct val="100000"/>
                        </a:lnSpc>
                        <a:spcBef>
                          <a:spcPts val="0"/>
                        </a:spcBef>
                        <a:spcAft>
                          <a:spcPts val="0"/>
                        </a:spcAft>
                        <a:buClrTx/>
                        <a:buSzTx/>
                        <a:buFontTx/>
                        <a:buNone/>
                        <a:tabLst/>
                        <a:defRPr/>
                      </a:pPr>
                      <a:r>
                        <a:rPr lang="en-US" altLang="zh-CN" sz="1600" b="0" i="0" u="none" strike="noStrike" dirty="0">
                          <a:solidFill>
                            <a:srgbClr val="000000"/>
                          </a:solidFill>
                          <a:effectLst/>
                          <a:latin typeface="微软雅黑" panose="020B0503020204020204" pitchFamily="34" charset="-122"/>
                          <a:ea typeface="微软雅黑" panose="020B0503020204020204" pitchFamily="34" charset="-122"/>
                        </a:rPr>
                        <a:t>51</a:t>
                      </a:r>
                    </a:p>
                  </a:txBody>
                  <a:tcPr marL="9525" marR="9525" marT="9525"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fontAlgn="ctr"/>
                      <a:r>
                        <a:rPr lang="en-US" altLang="zh-CN" sz="1600" b="0" i="0" u="none" strike="noStrike" dirty="0">
                          <a:solidFill>
                            <a:srgbClr val="000000"/>
                          </a:solidFill>
                          <a:effectLst/>
                          <a:latin typeface="微软雅黑" panose="020B0503020204020204" pitchFamily="34" charset="-122"/>
                          <a:ea typeface="微软雅黑" panose="020B0503020204020204" pitchFamily="34" charset="-122"/>
                        </a:rPr>
                        <a:t>0.8</a:t>
                      </a:r>
                    </a:p>
                  </a:txBody>
                  <a:tcPr marL="9525" marR="9525" marT="9525"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2993573887"/>
      </p:ext>
    </p:extLst>
  </p:cSld>
  <p:clrMapOvr>
    <a:masterClrMapping/>
  </p:clrMapOvr>
  <p:transition spd="me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59" name="表格"/>
          <p:cNvGraphicFramePr/>
          <p:nvPr>
            <p:extLst>
              <p:ext uri="{D42A27DB-BD31-4B8C-83A1-F6EECF244321}">
                <p14:modId xmlns:p14="http://schemas.microsoft.com/office/powerpoint/2010/main" val="1409258423"/>
              </p:ext>
            </p:extLst>
          </p:nvPr>
        </p:nvGraphicFramePr>
        <p:xfrm>
          <a:off x="771524" y="1801814"/>
          <a:ext cx="22791678" cy="11642677"/>
        </p:xfrm>
        <a:graphic>
          <a:graphicData uri="http://schemas.openxmlformats.org/drawingml/2006/table">
            <a:tbl>
              <a:tblPr>
                <a:tableStyleId>{8F44A2F1-9E1F-4B54-A3A2-5F16C0AD49E2}</a:tableStyleId>
              </a:tblPr>
              <a:tblGrid>
                <a:gridCol w="11889399">
                  <a:extLst>
                    <a:ext uri="{9D8B030D-6E8A-4147-A177-3AD203B41FA5}">
                      <a16:colId xmlns:a16="http://schemas.microsoft.com/office/drawing/2014/main" val="20000"/>
                    </a:ext>
                  </a:extLst>
                </a:gridCol>
                <a:gridCol w="10902279">
                  <a:extLst>
                    <a:ext uri="{9D8B030D-6E8A-4147-A177-3AD203B41FA5}">
                      <a16:colId xmlns:a16="http://schemas.microsoft.com/office/drawing/2014/main" val="20001"/>
                    </a:ext>
                  </a:extLst>
                </a:gridCol>
              </a:tblGrid>
              <a:tr h="648201">
                <a:tc gridSpan="2">
                  <a:txBody>
                    <a:bodyPr/>
                    <a:lstStyle/>
                    <a:p>
                      <a:pPr marL="0" marR="0" indent="0" algn="l" defTabSz="409575" eaLnBrk="1" fontAlgn="auto" latinLnBrk="0" hangingPunct="1">
                        <a:lnSpc>
                          <a:spcPct val="100000"/>
                        </a:lnSpc>
                        <a:spcBef>
                          <a:spcPts val="0"/>
                        </a:spcBef>
                        <a:spcAft>
                          <a:spcPts val="0"/>
                        </a:spcAft>
                        <a:buClrTx/>
                        <a:buSzTx/>
                        <a:buFontTx/>
                        <a:buNone/>
                        <a:tabLst/>
                        <a:defRPr sz="1800"/>
                      </a:pPr>
                      <a:r>
                        <a:rPr lang="en-US" altLang="zh-CN" sz="3200" dirty="0">
                          <a:latin typeface="Arial" panose="020B0604020202020204" pitchFamily="34" charset="0"/>
                          <a:cs typeface="Arial" panose="020B0604020202020204" pitchFamily="34" charset="0"/>
                          <a:sym typeface="Helvetica Neue Medium"/>
                        </a:rPr>
                        <a:t>MAGNET </a:t>
                      </a:r>
                      <a:r>
                        <a:rPr lang="en-US" altLang="zh-CN" sz="3200" b="0" i="0" u="none" strike="noStrike" cap="none" spc="0" baseline="0" dirty="0">
                          <a:ln>
                            <a:noFill/>
                          </a:ln>
                          <a:solidFill>
                            <a:srgbClr val="000000"/>
                          </a:solidFill>
                          <a:uFillTx/>
                          <a:latin typeface="Arial" panose="020B0604020202020204" pitchFamily="34" charset="0"/>
                          <a:ea typeface="+mj-ea"/>
                          <a:cs typeface="Arial" panose="020B0604020202020204" pitchFamily="34" charset="0"/>
                          <a:sym typeface="Helvetica Neue Medium"/>
                        </a:rPr>
                        <a:t>MOMENT :</a:t>
                      </a:r>
                      <a:r>
                        <a:rPr lang="en-US" altLang="zh-CN" sz="3200" b="0" i="0" u="none" strike="noStrike" cap="none" spc="0" baseline="0" dirty="0">
                          <a:ln>
                            <a:noFill/>
                          </a:ln>
                          <a:solidFill>
                            <a:srgbClr val="000000"/>
                          </a:solidFill>
                          <a:uFillTx/>
                          <a:latin typeface="Arial" panose="020B0604020202020204" pitchFamily="34" charset="0"/>
                          <a:ea typeface="+mj-ea"/>
                          <a:cs typeface="Arial" panose="020B0604020202020204" pitchFamily="34" charset="0"/>
                          <a:sym typeface="Helvetica Neue Light"/>
                        </a:rPr>
                        <a:t>FAI4/SPCD</a:t>
                      </a:r>
                      <a:r>
                        <a:rPr lang="en-US" altLang="zh-CN" sz="3200" b="0" i="0" u="none" strike="noStrike" cap="none" spc="0" baseline="0" dirty="0">
                          <a:ln>
                            <a:noFill/>
                          </a:ln>
                          <a:solidFill>
                            <a:srgbClr val="000000"/>
                          </a:solidFill>
                          <a:uFillTx/>
                          <a:latin typeface="Arial" panose="020B0604020202020204" pitchFamily="34" charset="0"/>
                          <a:ea typeface="+mj-ea"/>
                          <a:cs typeface="Arial" panose="020B0604020202020204" pitchFamily="34" charset="0"/>
                          <a:sym typeface="Helvetica Neue Medium"/>
                        </a:rPr>
                        <a:t> </a:t>
                      </a:r>
                      <a:r>
                        <a:rPr lang="el-GR" altLang="zh-CN" sz="3200" dirty="0">
                          <a:latin typeface="Arial" panose="020B0604020202020204" pitchFamily="34" charset="0"/>
                          <a:cs typeface="Arial" panose="020B0604020202020204" pitchFamily="34" charset="0"/>
                          <a:sym typeface="Helvetica Neue Medium"/>
                        </a:rPr>
                        <a:t>μ</a:t>
                      </a:r>
                      <a:r>
                        <a:rPr lang="en-US" altLang="zh-CN" sz="3200" dirty="0" err="1">
                          <a:latin typeface="Arial" panose="020B0604020202020204" pitchFamily="34" charset="0"/>
                          <a:cs typeface="Arial" panose="020B0604020202020204" pitchFamily="34" charset="0"/>
                          <a:sym typeface="Helvetica Neue Medium"/>
                        </a:rPr>
                        <a:t>Wb</a:t>
                      </a:r>
                      <a:r>
                        <a:rPr lang="en-US" altLang="zh-CN" sz="3200" dirty="0">
                          <a:latin typeface="Arial" panose="020B0604020202020204" pitchFamily="34" charset="0"/>
                          <a:cs typeface="Arial" panose="020B0604020202020204" pitchFamily="34" charset="0"/>
                          <a:sym typeface="Helvetica Neue Medium"/>
                        </a:rPr>
                        <a:t>*cm</a:t>
                      </a:r>
                    </a:p>
                  </a:txBody>
                  <a:tcPr marL="12700" marR="12700" marT="12700" marB="127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1E1FE"/>
                    </a:solidFill>
                  </a:tcPr>
                </a:tc>
                <a:tc hMerge="1">
                  <a:txBody>
                    <a:bodyPr/>
                    <a:lstStyle/>
                    <a:p>
                      <a:endParaRPr lang="zh-CN"/>
                    </a:p>
                  </a:txBody>
                  <a:tcPr/>
                </a:tc>
                <a:extLst>
                  <a:ext uri="{0D108BD9-81ED-4DB2-BD59-A6C34878D82A}">
                    <a16:rowId xmlns:a16="http://schemas.microsoft.com/office/drawing/2014/main" val="10000"/>
                  </a:ext>
                </a:extLst>
              </a:tr>
              <a:tr h="638934">
                <a:tc>
                  <a:txBody>
                    <a:bodyPr/>
                    <a:lstStyle/>
                    <a:p>
                      <a:pPr defTabSz="409575">
                        <a:defRPr sz="1800"/>
                      </a:pPr>
                      <a:r>
                        <a:rPr lang="en-US" sz="3000" dirty="0">
                          <a:latin typeface="Arial" panose="020B0604020202020204" pitchFamily="34" charset="0"/>
                          <a:cs typeface="Arial" panose="020B0604020202020204" pitchFamily="34" charset="0"/>
                          <a:sym typeface="Helvetica Neue Medium"/>
                        </a:rPr>
                        <a:t>CPK</a:t>
                      </a:r>
                      <a:endParaRPr sz="3000" dirty="0">
                        <a:latin typeface="Arial" panose="020B0604020202020204" pitchFamily="34" charset="0"/>
                        <a:cs typeface="Arial" panose="020B0604020202020204" pitchFamily="34" charset="0"/>
                        <a:sym typeface="Helvetica Neue Medium"/>
                      </a:endParaRPr>
                    </a:p>
                  </a:txBody>
                  <a:tcPr marL="12700" marR="12700" marT="12700" marB="127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1E1FE"/>
                    </a:solidFill>
                  </a:tcPr>
                </a:tc>
                <a:tc>
                  <a:txBody>
                    <a:bodyPr/>
                    <a:lstStyle/>
                    <a:p>
                      <a:pPr defTabSz="409575">
                        <a:defRPr sz="1800"/>
                      </a:pPr>
                      <a:r>
                        <a:rPr sz="3000">
                          <a:latin typeface="Arial" panose="020B0604020202020204" pitchFamily="34" charset="0"/>
                          <a:cs typeface="Arial" panose="020B0604020202020204" pitchFamily="34" charset="0"/>
                          <a:sym typeface="Helvetica Neue Medium"/>
                        </a:rPr>
                        <a:t>In-process</a:t>
                      </a:r>
                    </a:p>
                  </a:txBody>
                  <a:tcPr marL="12700" marR="12700" marT="12700" marB="127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1E1FE"/>
                    </a:solidFill>
                  </a:tcPr>
                </a:tc>
                <a:extLst>
                  <a:ext uri="{0D108BD9-81ED-4DB2-BD59-A6C34878D82A}">
                    <a16:rowId xmlns:a16="http://schemas.microsoft.com/office/drawing/2014/main" val="10001"/>
                  </a:ext>
                </a:extLst>
              </a:tr>
              <a:tr h="10355542">
                <a:tc>
                  <a:txBody>
                    <a:bodyPr/>
                    <a:lstStyle/>
                    <a:p>
                      <a:pPr algn="l" defTabSz="409575">
                        <a:defRPr sz="2600">
                          <a:sym typeface="Helvetica Neue Medium"/>
                        </a:defRPr>
                      </a:pPr>
                      <a:r>
                        <a:rPr dirty="0">
                          <a:latin typeface="Arial" panose="020B0604020202020204" pitchFamily="34" charset="0"/>
                          <a:cs typeface="Arial" panose="020B0604020202020204" pitchFamily="34" charset="0"/>
                        </a:rPr>
                        <a:t>1 . Measurement Method ：</a:t>
                      </a:r>
                      <a:r>
                        <a:rPr lang="en-US" altLang="zh-CN" sz="2600" b="0" i="0" u="none" strike="noStrike" cap="none" spc="0" baseline="0" dirty="0">
                          <a:ln>
                            <a:noFill/>
                          </a:ln>
                          <a:solidFill>
                            <a:schemeClr val="tx1"/>
                          </a:solidFill>
                          <a:uFillTx/>
                          <a:latin typeface="Arial" panose="020B0604020202020204" pitchFamily="34" charset="0"/>
                          <a:ea typeface="+mj-ea"/>
                          <a:cs typeface="Arial" panose="020B0604020202020204" pitchFamily="34" charset="0"/>
                          <a:sym typeface="Helvetica Neue Medium"/>
                        </a:rPr>
                        <a:t>Three-dimensional coil tester</a:t>
                      </a:r>
                    </a:p>
                    <a:p>
                      <a:pPr algn="l" defTabSz="457200">
                        <a:defRPr sz="1800"/>
                      </a:pPr>
                      <a:r>
                        <a:rPr sz="2600" b="0" i="0" u="none" strike="noStrike" cap="none" spc="0" baseline="0" dirty="0">
                          <a:ln>
                            <a:noFill/>
                          </a:ln>
                          <a:solidFill>
                            <a:srgbClr val="000000"/>
                          </a:solidFill>
                          <a:uFillTx/>
                          <a:latin typeface="Arial" panose="020B0604020202020204" pitchFamily="34" charset="0"/>
                          <a:ea typeface="+mj-ea"/>
                          <a:cs typeface="Arial" panose="020B0604020202020204" pitchFamily="34" charset="0"/>
                          <a:sym typeface="Helvetica Neue Light"/>
                        </a:rPr>
                        <a:t>2.  Fixture ：</a:t>
                      </a:r>
                      <a:r>
                        <a:rPr lang="en-US" altLang="zh-CN" sz="2600" b="0" i="0" u="none" strike="noStrike" cap="none" spc="0" baseline="0" dirty="0">
                          <a:ln>
                            <a:noFill/>
                          </a:ln>
                          <a:solidFill>
                            <a:srgbClr val="000000"/>
                          </a:solidFill>
                          <a:uFillTx/>
                          <a:latin typeface="Arial" panose="020B0604020202020204" pitchFamily="34" charset="0"/>
                          <a:ea typeface="+mj-ea"/>
                          <a:cs typeface="Arial" panose="020B0604020202020204" pitchFamily="34" charset="0"/>
                          <a:sym typeface="Helvetica Neue Medium"/>
                        </a:rPr>
                        <a:t>J-R240-1#</a:t>
                      </a:r>
                    </a:p>
                    <a:p>
                      <a:pPr algn="l" defTabSz="409575">
                        <a:defRPr sz="2600">
                          <a:sym typeface="Helvetica Neue Medium"/>
                        </a:defRPr>
                      </a:pPr>
                      <a:r>
                        <a:rPr sz="2600" b="0" i="0" u="none" strike="noStrike" cap="none" spc="0" baseline="0" dirty="0">
                          <a:ln>
                            <a:noFill/>
                          </a:ln>
                          <a:solidFill>
                            <a:srgbClr val="000000"/>
                          </a:solidFill>
                          <a:uFillTx/>
                          <a:latin typeface="Arial" panose="020B0604020202020204" pitchFamily="34" charset="0"/>
                          <a:ea typeface="+mj-ea"/>
                          <a:cs typeface="Arial" panose="020B0604020202020204" pitchFamily="34" charset="0"/>
                          <a:sym typeface="Helvetica Neue Light"/>
                        </a:rPr>
                        <a:t>3.  Measurement status ：</a:t>
                      </a:r>
                      <a:r>
                        <a:rPr lang="en-US" sz="2600" b="0" i="0" u="none" strike="noStrike" cap="none" spc="0" baseline="0" dirty="0">
                          <a:ln>
                            <a:noFill/>
                          </a:ln>
                          <a:solidFill>
                            <a:srgbClr val="000000"/>
                          </a:solidFill>
                          <a:uFillTx/>
                          <a:latin typeface="Arial" panose="020B0604020202020204" pitchFamily="34" charset="0"/>
                          <a:ea typeface="+mj-ea"/>
                          <a:cs typeface="Arial" panose="020B0604020202020204" pitchFamily="34" charset="0"/>
                          <a:sym typeface="Helvetica Neue Light"/>
                        </a:rPr>
                        <a:t>Constrained </a:t>
                      </a:r>
                    </a:p>
                    <a:p>
                      <a:pPr algn="l" defTabSz="409575">
                        <a:defRPr sz="2600">
                          <a:sym typeface="Helvetica Neue Medium"/>
                        </a:defRPr>
                      </a:pPr>
                      <a:r>
                        <a:rPr sz="2600" b="0" i="0" u="none" strike="noStrike" cap="none" spc="0" baseline="0" dirty="0">
                          <a:ln>
                            <a:noFill/>
                          </a:ln>
                          <a:solidFill>
                            <a:srgbClr val="000000"/>
                          </a:solidFill>
                          <a:uFillTx/>
                          <a:latin typeface="Arial" panose="020B0604020202020204" pitchFamily="34" charset="0"/>
                          <a:ea typeface="+mj-ea"/>
                          <a:cs typeface="Arial" panose="020B0604020202020204" pitchFamily="34" charset="0"/>
                          <a:sym typeface="Helvetica Neue Light"/>
                        </a:rPr>
                        <a:t>4.  Measurement procedure ：</a:t>
                      </a:r>
                    </a:p>
                    <a:p>
                      <a:pPr marL="0" marR="0" indent="0" algn="l" defTabSz="819150" rtl="0" latinLnBrk="0">
                        <a:lnSpc>
                          <a:spcPct val="100000"/>
                        </a:lnSpc>
                        <a:spcBef>
                          <a:spcPts val="0"/>
                        </a:spcBef>
                        <a:spcAft>
                          <a:spcPts val="0"/>
                        </a:spcAft>
                        <a:buClrTx/>
                        <a:buSzPct val="100000"/>
                        <a:buFontTx/>
                        <a:buNone/>
                        <a:defRPr sz="1800"/>
                      </a:pPr>
                      <a:r>
                        <a:rPr lang="en-US" altLang="zh-CN" sz="1400" b="0" i="0" u="none" strike="noStrike" cap="none" spc="0" baseline="0" dirty="0">
                          <a:ln>
                            <a:noFill/>
                          </a:ln>
                          <a:solidFill>
                            <a:schemeClr val="tx1"/>
                          </a:solidFill>
                          <a:uFillTx/>
                          <a:latin typeface="Arial" panose="020B0604020202020204" pitchFamily="34" charset="0"/>
                          <a:ea typeface="+mj-ea"/>
                          <a:cs typeface="Arial" panose="020B0604020202020204" pitchFamily="34" charset="0"/>
                          <a:sym typeface="Helvetica Neue Thin" panose="02000503000000020004"/>
                        </a:rPr>
                        <a:t>a.</a:t>
                      </a:r>
                      <a:r>
                        <a:rPr lang="zh-CN" altLang="en-US" sz="1400" b="0" i="0" u="none" strike="noStrike" cap="none" spc="0" baseline="0" dirty="0">
                          <a:ln>
                            <a:noFill/>
                          </a:ln>
                          <a:solidFill>
                            <a:schemeClr val="tx1"/>
                          </a:solidFill>
                          <a:uFillTx/>
                          <a:latin typeface="Arial" panose="020B0604020202020204" pitchFamily="34" charset="0"/>
                          <a:ea typeface="+mj-ea"/>
                          <a:cs typeface="Arial" panose="020B0604020202020204" pitchFamily="34" charset="0"/>
                          <a:sym typeface="Helvetica Neue Thin" panose="02000503000000020004"/>
                        </a:rPr>
                        <a:t>校正：</a:t>
                      </a:r>
                      <a:endParaRPr lang="en-US" altLang="zh-CN" sz="1400" b="0" i="0" u="none" strike="noStrike" cap="none" spc="0" baseline="0" dirty="0">
                        <a:ln>
                          <a:noFill/>
                        </a:ln>
                        <a:solidFill>
                          <a:schemeClr val="tx1"/>
                        </a:solidFill>
                        <a:uFillTx/>
                        <a:latin typeface="Arial" panose="020B0604020202020204" pitchFamily="34" charset="0"/>
                        <a:ea typeface="+mj-ea"/>
                        <a:cs typeface="Arial" panose="020B0604020202020204" pitchFamily="34" charset="0"/>
                        <a:sym typeface="Helvetica Neue Thin" panose="02000503000000020004"/>
                      </a:endParaRPr>
                    </a:p>
                    <a:p>
                      <a:pPr marL="0" marR="0" indent="0" algn="l" defTabSz="819150" rtl="0" latinLnBrk="0">
                        <a:lnSpc>
                          <a:spcPct val="100000"/>
                        </a:lnSpc>
                        <a:spcBef>
                          <a:spcPts val="0"/>
                        </a:spcBef>
                        <a:spcAft>
                          <a:spcPts val="0"/>
                        </a:spcAft>
                        <a:buClrTx/>
                        <a:buSzPct val="100000"/>
                        <a:buFontTx/>
                        <a:buNone/>
                        <a:defRPr sz="1800"/>
                      </a:pPr>
                      <a:r>
                        <a:rPr lang="en-US" altLang="zh-CN" sz="1400" b="0" i="0" u="none" strike="noStrike" cap="none" spc="0" baseline="0" dirty="0">
                          <a:ln>
                            <a:noFill/>
                          </a:ln>
                          <a:solidFill>
                            <a:schemeClr val="tx1"/>
                          </a:solidFill>
                          <a:uFillTx/>
                          <a:latin typeface="Arial" panose="020B0604020202020204" pitchFamily="34" charset="0"/>
                          <a:ea typeface="+mj-ea"/>
                          <a:cs typeface="Arial" panose="020B0604020202020204" pitchFamily="34" charset="0"/>
                          <a:sym typeface="Helvetica Neue Thin" panose="02000503000000020004"/>
                        </a:rPr>
                        <a:t>   1)</a:t>
                      </a:r>
                      <a:r>
                        <a:rPr lang="zh-CN" altLang="en-US" sz="1400" b="0" i="0" u="none" strike="noStrike" cap="none" spc="0" baseline="0" dirty="0">
                          <a:ln>
                            <a:noFill/>
                          </a:ln>
                          <a:solidFill>
                            <a:schemeClr val="tx1"/>
                          </a:solidFill>
                          <a:uFillTx/>
                          <a:latin typeface="Arial" panose="020B0604020202020204" pitchFamily="34" charset="0"/>
                          <a:ea typeface="+mj-ea"/>
                          <a:cs typeface="Arial" panose="020B0604020202020204" pitchFamily="34" charset="0"/>
                          <a:sym typeface="Helvetica Neue Thin" panose="02000503000000020004"/>
                        </a:rPr>
                        <a:t>打开设备电源开关，预热</a:t>
                      </a:r>
                      <a:r>
                        <a:rPr lang="en-US" altLang="zh-CN" sz="1400" b="0" i="0" u="none" strike="noStrike" cap="none" spc="0" baseline="0" dirty="0">
                          <a:ln>
                            <a:noFill/>
                          </a:ln>
                          <a:solidFill>
                            <a:schemeClr val="tx1"/>
                          </a:solidFill>
                          <a:uFillTx/>
                          <a:latin typeface="Arial" panose="020B0604020202020204" pitchFamily="34" charset="0"/>
                          <a:ea typeface="+mj-ea"/>
                          <a:cs typeface="Arial" panose="020B0604020202020204" pitchFamily="34" charset="0"/>
                          <a:sym typeface="Helvetica Neue Thin" panose="02000503000000020004"/>
                        </a:rPr>
                        <a:t>15</a:t>
                      </a:r>
                      <a:r>
                        <a:rPr lang="zh-CN" altLang="en-US" sz="1400" b="0" i="0" u="none" strike="noStrike" cap="none" spc="0" baseline="0" dirty="0">
                          <a:ln>
                            <a:noFill/>
                          </a:ln>
                          <a:solidFill>
                            <a:schemeClr val="tx1"/>
                          </a:solidFill>
                          <a:uFillTx/>
                          <a:latin typeface="Arial" panose="020B0604020202020204" pitchFamily="34" charset="0"/>
                          <a:ea typeface="+mj-ea"/>
                          <a:cs typeface="Arial" panose="020B0604020202020204" pitchFamily="34" charset="0"/>
                          <a:sym typeface="Helvetica Neue Thin" panose="02000503000000020004"/>
                        </a:rPr>
                        <a:t>分钟，调节面板的</a:t>
                      </a:r>
                      <a:r>
                        <a:rPr lang="en-US" altLang="zh-CN" sz="1400" b="0" i="0" u="none" strike="noStrike" cap="none" spc="0" baseline="0" dirty="0">
                          <a:ln>
                            <a:noFill/>
                          </a:ln>
                          <a:solidFill>
                            <a:schemeClr val="tx1"/>
                          </a:solidFill>
                          <a:uFillTx/>
                          <a:latin typeface="Arial" panose="020B0604020202020204" pitchFamily="34" charset="0"/>
                          <a:ea typeface="+mj-ea"/>
                          <a:cs typeface="Arial" panose="020B0604020202020204" pitchFamily="34" charset="0"/>
                          <a:sym typeface="Helvetica Neue Thin" panose="02000503000000020004"/>
                        </a:rPr>
                        <a:t>X-ADJ，Y-ADJ，Z-ADJ</a:t>
                      </a:r>
                      <a:r>
                        <a:rPr lang="zh-CN" altLang="en-US" sz="1400" b="0" i="0" u="none" strike="noStrike" cap="none" spc="0" baseline="0" dirty="0">
                          <a:ln>
                            <a:noFill/>
                          </a:ln>
                          <a:solidFill>
                            <a:schemeClr val="tx1"/>
                          </a:solidFill>
                          <a:uFillTx/>
                          <a:latin typeface="Arial" panose="020B0604020202020204" pitchFamily="34" charset="0"/>
                          <a:ea typeface="+mj-ea"/>
                          <a:cs typeface="Arial" panose="020B0604020202020204" pitchFamily="34" charset="0"/>
                          <a:sym typeface="Helvetica Neue Thin" panose="02000503000000020004"/>
                        </a:rPr>
                        <a:t>分别使数据跳动幅度</a:t>
                      </a:r>
                      <a:endParaRPr lang="en-US" altLang="zh-CN" sz="1400" b="0" i="0" u="none" strike="noStrike" cap="none" spc="0" baseline="0" dirty="0">
                        <a:ln>
                          <a:noFill/>
                        </a:ln>
                        <a:solidFill>
                          <a:schemeClr val="tx1"/>
                        </a:solidFill>
                        <a:uFillTx/>
                        <a:latin typeface="Arial" panose="020B0604020202020204" pitchFamily="34" charset="0"/>
                        <a:ea typeface="+mj-ea"/>
                        <a:cs typeface="Arial" panose="020B0604020202020204" pitchFamily="34" charset="0"/>
                        <a:sym typeface="Helvetica Neue Thin" panose="02000503000000020004"/>
                      </a:endParaRPr>
                    </a:p>
                    <a:p>
                      <a:pPr marL="0" marR="0" indent="0" algn="l" defTabSz="819150" rtl="0" latinLnBrk="0">
                        <a:lnSpc>
                          <a:spcPct val="100000"/>
                        </a:lnSpc>
                        <a:spcBef>
                          <a:spcPts val="0"/>
                        </a:spcBef>
                        <a:spcAft>
                          <a:spcPts val="0"/>
                        </a:spcAft>
                        <a:buClrTx/>
                        <a:buSzPct val="100000"/>
                        <a:buFontTx/>
                        <a:buNone/>
                        <a:defRPr sz="1800"/>
                      </a:pPr>
                      <a:r>
                        <a:rPr lang="zh-CN" altLang="en-US" sz="1400" b="0" i="0" u="none" strike="noStrike" cap="none" spc="0" baseline="0" dirty="0">
                          <a:ln>
                            <a:noFill/>
                          </a:ln>
                          <a:solidFill>
                            <a:schemeClr val="tx1"/>
                          </a:solidFill>
                          <a:uFillTx/>
                          <a:latin typeface="Arial" panose="020B0604020202020204" pitchFamily="34" charset="0"/>
                          <a:ea typeface="+mj-ea"/>
                          <a:cs typeface="Arial" panose="020B0604020202020204" pitchFamily="34" charset="0"/>
                          <a:sym typeface="Helvetica Neue Thin" panose="02000503000000020004"/>
                        </a:rPr>
                        <a:t>   变小，</a:t>
                      </a:r>
                      <a:r>
                        <a:rPr lang="en-US" altLang="zh-CN" sz="1400" b="0" i="0" u="none" strike="noStrike" cap="none" spc="0" baseline="0" dirty="0">
                          <a:ln>
                            <a:noFill/>
                          </a:ln>
                          <a:solidFill>
                            <a:schemeClr val="tx1"/>
                          </a:solidFill>
                          <a:uFillTx/>
                          <a:latin typeface="Arial" panose="020B0604020202020204" pitchFamily="34" charset="0"/>
                          <a:ea typeface="+mj-ea"/>
                          <a:cs typeface="Arial" panose="020B0604020202020204" pitchFamily="34" charset="0"/>
                          <a:sym typeface="Helvetica Neue Thin" panose="02000503000000020004"/>
                        </a:rPr>
                        <a:t>1</a:t>
                      </a:r>
                      <a:r>
                        <a:rPr lang="zh-CN" altLang="en-US" sz="1400" b="0" i="0" u="none" strike="noStrike" cap="none" spc="0" baseline="0" dirty="0">
                          <a:ln>
                            <a:noFill/>
                          </a:ln>
                          <a:solidFill>
                            <a:schemeClr val="tx1"/>
                          </a:solidFill>
                          <a:uFillTx/>
                          <a:latin typeface="Arial" panose="020B0604020202020204" pitchFamily="34" charset="0"/>
                          <a:ea typeface="+mj-ea"/>
                          <a:cs typeface="Arial" panose="020B0604020202020204" pitchFamily="34" charset="0"/>
                          <a:sym typeface="Helvetica Neue Thin" panose="02000503000000020004"/>
                        </a:rPr>
                        <a:t>秒内跳动</a:t>
                      </a:r>
                      <a:r>
                        <a:rPr lang="en-US" altLang="zh-CN" sz="1400" b="0" i="0" u="none" strike="noStrike" cap="none" spc="0" baseline="0" dirty="0">
                          <a:ln>
                            <a:noFill/>
                          </a:ln>
                          <a:solidFill>
                            <a:schemeClr val="tx1"/>
                          </a:solidFill>
                          <a:uFillTx/>
                          <a:latin typeface="Arial" panose="020B0604020202020204" pitchFamily="34" charset="0"/>
                          <a:ea typeface="+mj-ea"/>
                          <a:cs typeface="Arial" panose="020B0604020202020204" pitchFamily="34" charset="0"/>
                          <a:sym typeface="Helvetica Neue Thin" panose="02000503000000020004"/>
                        </a:rPr>
                        <a:t>0.0005mWb</a:t>
                      </a:r>
                      <a:r>
                        <a:rPr lang="zh-CN" altLang="en-US" sz="1400" b="0" i="0" u="none" strike="noStrike" cap="none" spc="0" baseline="0" dirty="0">
                          <a:ln>
                            <a:noFill/>
                          </a:ln>
                          <a:solidFill>
                            <a:schemeClr val="tx1"/>
                          </a:solidFill>
                          <a:uFillTx/>
                          <a:latin typeface="Arial" panose="020B0604020202020204" pitchFamily="34" charset="0"/>
                          <a:ea typeface="+mj-ea"/>
                          <a:cs typeface="Arial" panose="020B0604020202020204" pitchFamily="34" charset="0"/>
                          <a:sym typeface="Helvetica Neue Thin" panose="02000503000000020004"/>
                        </a:rPr>
                        <a:t>即判定调漂完成</a:t>
                      </a:r>
                      <a:r>
                        <a:rPr lang="en-US" altLang="zh-CN" sz="1400" b="0" i="0" u="none" strike="noStrike" cap="none" spc="0" baseline="0" dirty="0">
                          <a:ln>
                            <a:noFill/>
                          </a:ln>
                          <a:solidFill>
                            <a:schemeClr val="tx1"/>
                          </a:solidFill>
                          <a:uFillTx/>
                          <a:latin typeface="Arial" panose="020B0604020202020204" pitchFamily="34" charset="0"/>
                          <a:ea typeface="+mj-ea"/>
                          <a:cs typeface="Arial" panose="020B0604020202020204" pitchFamily="34" charset="0"/>
                          <a:sym typeface="Helvetica Neue Thin" panose="02000503000000020004"/>
                        </a:rPr>
                        <a:t>(Pic1) </a:t>
                      </a:r>
                      <a:r>
                        <a:rPr lang="zh-CN" altLang="en-US" sz="1400" b="0" i="0" u="none" strike="noStrike" cap="none" spc="0" baseline="0" dirty="0">
                          <a:ln>
                            <a:noFill/>
                          </a:ln>
                          <a:solidFill>
                            <a:schemeClr val="tx1"/>
                          </a:solidFill>
                          <a:uFillTx/>
                          <a:latin typeface="Arial" panose="020B0604020202020204" pitchFamily="34" charset="0"/>
                          <a:ea typeface="+mj-ea"/>
                          <a:cs typeface="Arial" panose="020B0604020202020204" pitchFamily="34" charset="0"/>
                          <a:sym typeface="Helvetica Neue Thin" panose="02000503000000020004"/>
                        </a:rPr>
                        <a:t>； </a:t>
                      </a:r>
                      <a:endParaRPr lang="en-US" altLang="zh-CN" sz="1400" b="0" i="0" u="none" strike="noStrike" cap="none" spc="0" baseline="0" dirty="0">
                        <a:ln>
                          <a:noFill/>
                        </a:ln>
                        <a:solidFill>
                          <a:schemeClr val="tx1"/>
                        </a:solidFill>
                        <a:uFillTx/>
                        <a:latin typeface="Arial" panose="020B0604020202020204" pitchFamily="34" charset="0"/>
                        <a:ea typeface="+mj-ea"/>
                        <a:cs typeface="Arial" panose="020B0604020202020204" pitchFamily="34" charset="0"/>
                        <a:sym typeface="Helvetica Neue Thin" panose="02000503000000020004"/>
                      </a:endParaRPr>
                    </a:p>
                    <a:p>
                      <a:pPr marL="0" marR="0" indent="0" algn="l" defTabSz="819150" rtl="0" latinLnBrk="0">
                        <a:lnSpc>
                          <a:spcPct val="100000"/>
                        </a:lnSpc>
                        <a:spcBef>
                          <a:spcPts val="0"/>
                        </a:spcBef>
                        <a:spcAft>
                          <a:spcPts val="0"/>
                        </a:spcAft>
                        <a:buClrTx/>
                        <a:buSzPct val="100000"/>
                        <a:buFontTx/>
                        <a:buNone/>
                        <a:defRPr sz="1800"/>
                      </a:pPr>
                      <a:r>
                        <a:rPr lang="en-US" altLang="zh-CN" sz="1400" b="0" i="0" u="none" strike="noStrike" cap="none" spc="0" baseline="0" dirty="0">
                          <a:ln>
                            <a:noFill/>
                          </a:ln>
                          <a:solidFill>
                            <a:schemeClr val="tx1"/>
                          </a:solidFill>
                          <a:uFillTx/>
                          <a:latin typeface="Arial" panose="020B0604020202020204" pitchFamily="34" charset="0"/>
                          <a:ea typeface="+mj-ea"/>
                          <a:cs typeface="Arial" panose="020B0604020202020204" pitchFamily="34" charset="0"/>
                          <a:sym typeface="Helvetica Neue Thin" panose="02000503000000020004"/>
                        </a:rPr>
                        <a:t>   2</a:t>
                      </a:r>
                      <a:r>
                        <a:rPr lang="zh-CN" altLang="en-US" sz="1400" b="0" i="0" u="none" strike="noStrike" cap="none" spc="0" baseline="0" dirty="0">
                          <a:ln>
                            <a:noFill/>
                          </a:ln>
                          <a:solidFill>
                            <a:schemeClr val="tx1"/>
                          </a:solidFill>
                          <a:uFillTx/>
                          <a:latin typeface="Arial" panose="020B0604020202020204" pitchFamily="34" charset="0"/>
                          <a:ea typeface="+mj-ea"/>
                          <a:cs typeface="Arial" panose="020B0604020202020204" pitchFamily="34" charset="0"/>
                          <a:sym typeface="Helvetica Neue Thin" panose="02000503000000020004"/>
                        </a:rPr>
                        <a:t>）标样放在测试治具上</a:t>
                      </a:r>
                      <a:r>
                        <a:rPr lang="en-US" altLang="zh-CN" sz="1400" b="0" i="0" u="none" strike="noStrike" cap="none" spc="0" baseline="0" dirty="0">
                          <a:ln>
                            <a:noFill/>
                          </a:ln>
                          <a:solidFill>
                            <a:schemeClr val="tx1"/>
                          </a:solidFill>
                          <a:uFillTx/>
                          <a:latin typeface="Arial" panose="020B0604020202020204" pitchFamily="34" charset="0"/>
                          <a:ea typeface="+mj-ea"/>
                          <a:cs typeface="Arial" panose="020B0604020202020204" pitchFamily="34" charset="0"/>
                          <a:sym typeface="Helvetica Neue Thin" panose="02000503000000020004"/>
                        </a:rPr>
                        <a:t>,</a:t>
                      </a:r>
                      <a:r>
                        <a:rPr lang="zh-CN" altLang="en-US" sz="1400" b="0" i="0" u="none" strike="noStrike" cap="none" spc="0" baseline="0" dirty="0">
                          <a:ln>
                            <a:noFill/>
                          </a:ln>
                          <a:solidFill>
                            <a:schemeClr val="tx1"/>
                          </a:solidFill>
                          <a:uFillTx/>
                          <a:latin typeface="Arial" panose="020B0604020202020204" pitchFamily="34" charset="0"/>
                          <a:ea typeface="+mj-ea"/>
                          <a:cs typeface="Arial" panose="020B0604020202020204" pitchFamily="34" charset="0"/>
                          <a:sym typeface="Helvetica Neue Thin" panose="02000503000000020004"/>
                        </a:rPr>
                        <a:t>治具放入线圈中</a:t>
                      </a:r>
                      <a:r>
                        <a:rPr lang="en-US" altLang="zh-CN" sz="1400" b="0" i="0" u="none" strike="noStrike" cap="none" spc="0" baseline="0" dirty="0">
                          <a:ln>
                            <a:noFill/>
                          </a:ln>
                          <a:solidFill>
                            <a:schemeClr val="tx1"/>
                          </a:solidFill>
                          <a:uFillTx/>
                          <a:latin typeface="Arial" panose="020B0604020202020204" pitchFamily="34" charset="0"/>
                          <a:ea typeface="+mj-ea"/>
                          <a:cs typeface="Arial" panose="020B0604020202020204" pitchFamily="34" charset="0"/>
                          <a:sym typeface="Helvetica Neue Thin" panose="02000503000000020004"/>
                        </a:rPr>
                        <a:t>,</a:t>
                      </a:r>
                      <a:r>
                        <a:rPr lang="zh-CN" altLang="en-US" sz="1400" b="0" i="0" u="none" strike="noStrike" cap="none" spc="0" baseline="0" dirty="0">
                          <a:ln>
                            <a:noFill/>
                          </a:ln>
                          <a:solidFill>
                            <a:schemeClr val="tx1"/>
                          </a:solidFill>
                          <a:uFillTx/>
                          <a:latin typeface="Arial" panose="020B0604020202020204" pitchFamily="34" charset="0"/>
                          <a:ea typeface="+mj-ea"/>
                          <a:cs typeface="Arial" panose="020B0604020202020204" pitchFamily="34" charset="0"/>
                          <a:sym typeface="Helvetica Neue Thin" panose="02000503000000020004"/>
                        </a:rPr>
                        <a:t>先按红色的“</a:t>
                      </a:r>
                      <a:r>
                        <a:rPr lang="en-US" altLang="zh-CN" sz="1400" b="0" i="0" u="none" strike="noStrike" cap="none" spc="0" baseline="0" dirty="0">
                          <a:ln>
                            <a:noFill/>
                          </a:ln>
                          <a:solidFill>
                            <a:schemeClr val="tx1"/>
                          </a:solidFill>
                          <a:uFillTx/>
                          <a:latin typeface="Arial" panose="020B0604020202020204" pitchFamily="34" charset="0"/>
                          <a:ea typeface="+mj-ea"/>
                          <a:cs typeface="Arial" panose="020B0604020202020204" pitchFamily="34" charset="0"/>
                          <a:sym typeface="Helvetica Neue Thin" panose="02000503000000020004"/>
                        </a:rPr>
                        <a:t>Rest”</a:t>
                      </a:r>
                      <a:r>
                        <a:rPr lang="zh-CN" altLang="en-US" sz="1400" b="0" i="0" u="none" strike="noStrike" cap="none" spc="0" baseline="0" dirty="0">
                          <a:ln>
                            <a:noFill/>
                          </a:ln>
                          <a:solidFill>
                            <a:schemeClr val="tx1"/>
                          </a:solidFill>
                          <a:uFillTx/>
                          <a:latin typeface="Arial" panose="020B0604020202020204" pitchFamily="34" charset="0"/>
                          <a:ea typeface="+mj-ea"/>
                          <a:cs typeface="Arial" panose="020B0604020202020204" pitchFamily="34" charset="0"/>
                          <a:sym typeface="Helvetica Neue Thin" panose="02000503000000020004"/>
                        </a:rPr>
                        <a:t>键</a:t>
                      </a:r>
                      <a:r>
                        <a:rPr lang="en-US" altLang="zh-CN" sz="1400" b="0" i="0" u="none" strike="noStrike" cap="none" spc="0" baseline="0" dirty="0">
                          <a:ln>
                            <a:noFill/>
                          </a:ln>
                          <a:solidFill>
                            <a:schemeClr val="tx1"/>
                          </a:solidFill>
                          <a:uFillTx/>
                          <a:latin typeface="Arial" panose="020B0604020202020204" pitchFamily="34" charset="0"/>
                          <a:ea typeface="+mj-ea"/>
                          <a:cs typeface="Arial" panose="020B0604020202020204" pitchFamily="34" charset="0"/>
                          <a:sym typeface="Helvetica Neue Thin" panose="02000503000000020004"/>
                        </a:rPr>
                        <a:t>,</a:t>
                      </a:r>
                      <a:r>
                        <a:rPr lang="zh-CN" altLang="en-US" sz="1400" b="0" i="0" u="none" strike="noStrike" cap="none" spc="0" baseline="0" dirty="0">
                          <a:ln>
                            <a:noFill/>
                          </a:ln>
                          <a:solidFill>
                            <a:schemeClr val="tx1"/>
                          </a:solidFill>
                          <a:uFillTx/>
                          <a:latin typeface="Arial" panose="020B0604020202020204" pitchFamily="34" charset="0"/>
                          <a:ea typeface="+mj-ea"/>
                          <a:cs typeface="Arial" panose="020B0604020202020204" pitchFamily="34" charset="0"/>
                          <a:sym typeface="Helvetica Neue Thin" panose="02000503000000020004"/>
                        </a:rPr>
                        <a:t>使</a:t>
                      </a:r>
                      <a:r>
                        <a:rPr lang="en-US" altLang="zh-CN" sz="1400" b="0" i="0" u="none" strike="noStrike" cap="none" spc="0" baseline="0" dirty="0">
                          <a:ln>
                            <a:noFill/>
                          </a:ln>
                          <a:solidFill>
                            <a:schemeClr val="tx1"/>
                          </a:solidFill>
                          <a:uFillTx/>
                          <a:latin typeface="Arial" panose="020B0604020202020204" pitchFamily="34" charset="0"/>
                          <a:ea typeface="+mj-ea"/>
                          <a:cs typeface="Arial" panose="020B0604020202020204" pitchFamily="34" charset="0"/>
                          <a:sym typeface="Helvetica Neue Thin" panose="02000503000000020004"/>
                        </a:rPr>
                        <a:t>XYZ</a:t>
                      </a:r>
                      <a:r>
                        <a:rPr lang="zh-CN" altLang="en-US" sz="1400" b="0" i="0" u="none" strike="noStrike" cap="none" spc="0" baseline="0" dirty="0">
                          <a:ln>
                            <a:noFill/>
                          </a:ln>
                          <a:solidFill>
                            <a:schemeClr val="tx1"/>
                          </a:solidFill>
                          <a:uFillTx/>
                          <a:latin typeface="Arial" panose="020B0604020202020204" pitchFamily="34" charset="0"/>
                          <a:ea typeface="+mj-ea"/>
                          <a:cs typeface="Arial" panose="020B0604020202020204" pitchFamily="34" charset="0"/>
                          <a:sym typeface="Helvetica Neue Thin" panose="02000503000000020004"/>
                        </a:rPr>
                        <a:t>读数清零</a:t>
                      </a:r>
                      <a:r>
                        <a:rPr lang="en-US" altLang="zh-CN" sz="1400" b="0" i="0" u="none" strike="noStrike" cap="none" spc="0" baseline="0" dirty="0">
                          <a:ln>
                            <a:noFill/>
                          </a:ln>
                          <a:solidFill>
                            <a:schemeClr val="tx1"/>
                          </a:solidFill>
                          <a:uFillTx/>
                          <a:latin typeface="Arial" panose="020B0604020202020204" pitchFamily="34" charset="0"/>
                          <a:ea typeface="+mj-ea"/>
                          <a:cs typeface="Arial" panose="020B0604020202020204" pitchFamily="34" charset="0"/>
                          <a:sym typeface="Helvetica Neue Thin" panose="02000503000000020004"/>
                        </a:rPr>
                        <a:t>;</a:t>
                      </a:r>
                      <a:r>
                        <a:rPr lang="zh-CN" altLang="en-US" sz="1400" b="0" i="0" u="none" strike="noStrike" cap="none" spc="0" baseline="0" dirty="0">
                          <a:ln>
                            <a:noFill/>
                          </a:ln>
                          <a:solidFill>
                            <a:schemeClr val="tx1"/>
                          </a:solidFill>
                          <a:uFillTx/>
                          <a:latin typeface="Arial" panose="020B0604020202020204" pitchFamily="34" charset="0"/>
                          <a:ea typeface="+mj-ea"/>
                          <a:cs typeface="Arial" panose="020B0604020202020204" pitchFamily="34" charset="0"/>
                          <a:sym typeface="Helvetica Neue Thin" panose="02000503000000020004"/>
                        </a:rPr>
                        <a:t>再按</a:t>
                      </a:r>
                      <a:r>
                        <a:rPr lang="en-US" altLang="zh-CN" sz="1400" b="0" i="0" u="none" strike="noStrike" cap="none" spc="0" baseline="0" dirty="0">
                          <a:ln>
                            <a:noFill/>
                          </a:ln>
                          <a:solidFill>
                            <a:schemeClr val="tx1"/>
                          </a:solidFill>
                          <a:uFillTx/>
                          <a:latin typeface="Arial" panose="020B0604020202020204" pitchFamily="34" charset="0"/>
                          <a:ea typeface="+mj-ea"/>
                          <a:cs typeface="Arial" panose="020B0604020202020204" pitchFamily="34" charset="0"/>
                          <a:sym typeface="Helvetica Neue Thin" panose="02000503000000020004"/>
                        </a:rPr>
                        <a:t>”Zero”</a:t>
                      </a:r>
                      <a:r>
                        <a:rPr lang="zh-CN" altLang="en-US" sz="1400" b="0" i="0" u="none" strike="noStrike" cap="none" spc="0" baseline="0" dirty="0">
                          <a:ln>
                            <a:noFill/>
                          </a:ln>
                          <a:solidFill>
                            <a:schemeClr val="tx1"/>
                          </a:solidFill>
                          <a:uFillTx/>
                          <a:latin typeface="Arial" panose="020B0604020202020204" pitchFamily="34" charset="0"/>
                          <a:ea typeface="+mj-ea"/>
                          <a:cs typeface="Arial" panose="020B0604020202020204" pitchFamily="34" charset="0"/>
                          <a:sym typeface="Helvetica Neue Thin" panose="02000503000000020004"/>
                        </a:rPr>
                        <a:t>键归零</a:t>
                      </a:r>
                      <a:r>
                        <a:rPr lang="en-US" altLang="zh-CN" sz="1400" b="0" i="0" u="none" strike="noStrike" cap="none" spc="0" baseline="0" dirty="0">
                          <a:ln>
                            <a:noFill/>
                          </a:ln>
                          <a:solidFill>
                            <a:schemeClr val="tx1"/>
                          </a:solidFill>
                          <a:uFillTx/>
                          <a:latin typeface="Arial" panose="020B0604020202020204" pitchFamily="34" charset="0"/>
                          <a:ea typeface="+mj-ea"/>
                          <a:cs typeface="Arial" panose="020B0604020202020204" pitchFamily="34" charset="0"/>
                          <a:sym typeface="Helvetica Neue Thin" panose="02000503000000020004"/>
                        </a:rPr>
                        <a:t>(Pic2) </a:t>
                      </a:r>
                      <a:r>
                        <a:rPr lang="zh-CN" altLang="en-US" sz="1400" b="0" i="0" u="none" strike="noStrike" cap="none" spc="0" baseline="0" dirty="0">
                          <a:ln>
                            <a:noFill/>
                          </a:ln>
                          <a:solidFill>
                            <a:schemeClr val="tx1"/>
                          </a:solidFill>
                          <a:uFillTx/>
                          <a:latin typeface="Arial" panose="020B0604020202020204" pitchFamily="34" charset="0"/>
                          <a:ea typeface="+mj-ea"/>
                          <a:cs typeface="Arial" panose="020B0604020202020204" pitchFamily="34" charset="0"/>
                          <a:sym typeface="Helvetica Neue Thin" panose="02000503000000020004"/>
                        </a:rPr>
                        <a:t>，将产品水平拉出线圈</a:t>
                      </a:r>
                      <a:r>
                        <a:rPr lang="en-US" altLang="zh-CN" sz="1400" b="0" i="0" u="none" strike="noStrike" cap="none" spc="0" baseline="0" dirty="0">
                          <a:ln>
                            <a:noFill/>
                          </a:ln>
                          <a:solidFill>
                            <a:schemeClr val="tx1"/>
                          </a:solidFill>
                          <a:uFillTx/>
                          <a:latin typeface="Arial" panose="020B0604020202020204" pitchFamily="34" charset="0"/>
                          <a:ea typeface="+mj-ea"/>
                          <a:cs typeface="Arial" panose="020B0604020202020204" pitchFamily="34" charset="0"/>
                          <a:sym typeface="Helvetica Neue Thin" panose="02000503000000020004"/>
                        </a:rPr>
                        <a:t>600mm</a:t>
                      </a:r>
                      <a:r>
                        <a:rPr lang="zh-CN" altLang="en-US" sz="1400" b="0" i="0" u="none" strike="noStrike" cap="none" spc="0" baseline="0" dirty="0">
                          <a:ln>
                            <a:noFill/>
                          </a:ln>
                          <a:solidFill>
                            <a:schemeClr val="tx1"/>
                          </a:solidFill>
                          <a:uFillTx/>
                          <a:latin typeface="Arial" panose="020B0604020202020204" pitchFamily="34" charset="0"/>
                          <a:ea typeface="+mj-ea"/>
                          <a:cs typeface="Arial" panose="020B0604020202020204" pitchFamily="34" charset="0"/>
                          <a:sym typeface="Helvetica Neue Thin" panose="02000503000000020004"/>
                        </a:rPr>
                        <a:t>外</a:t>
                      </a:r>
                      <a:r>
                        <a:rPr lang="en-US" altLang="zh-CN" sz="1400" b="0" i="0" u="none" strike="noStrike" cap="none" spc="0" baseline="0" dirty="0">
                          <a:ln>
                            <a:noFill/>
                          </a:ln>
                          <a:solidFill>
                            <a:schemeClr val="tx1"/>
                          </a:solidFill>
                          <a:uFillTx/>
                          <a:latin typeface="Arial" panose="020B0604020202020204" pitchFamily="34" charset="0"/>
                          <a:ea typeface="+mj-ea"/>
                          <a:cs typeface="Arial" panose="020B0604020202020204" pitchFamily="34" charset="0"/>
                          <a:sym typeface="Helvetica Neue Thin" panose="02000503000000020004"/>
                        </a:rPr>
                        <a:t>,</a:t>
                      </a:r>
                      <a:r>
                        <a:rPr lang="zh-CN" altLang="en-US" sz="1400" b="0" i="0" u="none" strike="noStrike" cap="none" spc="0" baseline="0" dirty="0">
                          <a:ln>
                            <a:noFill/>
                          </a:ln>
                          <a:solidFill>
                            <a:schemeClr val="tx1"/>
                          </a:solidFill>
                          <a:uFillTx/>
                          <a:latin typeface="Arial" panose="020B0604020202020204" pitchFamily="34" charset="0"/>
                          <a:ea typeface="+mj-ea"/>
                          <a:cs typeface="Arial" panose="020B0604020202020204" pitchFamily="34" charset="0"/>
                          <a:sym typeface="Helvetica Neue Thin" panose="02000503000000020004"/>
                        </a:rPr>
                        <a:t>按“</a:t>
                      </a:r>
                      <a:r>
                        <a:rPr lang="en-US" altLang="zh-CN" sz="1400" b="0" i="0" u="none" strike="noStrike" cap="none" spc="0" baseline="0" dirty="0">
                          <a:ln>
                            <a:noFill/>
                          </a:ln>
                          <a:solidFill>
                            <a:schemeClr val="tx1"/>
                          </a:solidFill>
                          <a:uFillTx/>
                          <a:latin typeface="Arial" panose="020B0604020202020204" pitchFamily="34" charset="0"/>
                          <a:ea typeface="+mj-ea"/>
                          <a:cs typeface="Arial" panose="020B0604020202020204" pitchFamily="34" charset="0"/>
                          <a:sym typeface="Helvetica Neue Thin" panose="02000503000000020004"/>
                        </a:rPr>
                        <a:t>Test”</a:t>
                      </a:r>
                      <a:r>
                        <a:rPr lang="zh-CN" altLang="en-US" sz="1400" b="0" i="0" u="none" strike="noStrike" cap="none" spc="0" baseline="0" dirty="0">
                          <a:ln>
                            <a:noFill/>
                          </a:ln>
                          <a:solidFill>
                            <a:schemeClr val="tx1"/>
                          </a:solidFill>
                          <a:uFillTx/>
                          <a:latin typeface="Arial" panose="020B0604020202020204" pitchFamily="34" charset="0"/>
                          <a:ea typeface="+mj-ea"/>
                          <a:cs typeface="Arial" panose="020B0604020202020204" pitchFamily="34" charset="0"/>
                          <a:sym typeface="Helvetica Neue Thin" panose="02000503000000020004"/>
                        </a:rPr>
                        <a:t>测出结果；</a:t>
                      </a:r>
                      <a:endParaRPr lang="en-US" altLang="zh-CN" sz="1400" b="0" i="0" u="none" strike="noStrike" cap="none" spc="0" baseline="0" dirty="0">
                        <a:ln>
                          <a:noFill/>
                        </a:ln>
                        <a:solidFill>
                          <a:schemeClr val="tx1"/>
                        </a:solidFill>
                        <a:uFillTx/>
                        <a:latin typeface="Arial" panose="020B0604020202020204" pitchFamily="34" charset="0"/>
                        <a:ea typeface="+mj-ea"/>
                        <a:cs typeface="Arial" panose="020B0604020202020204" pitchFamily="34" charset="0"/>
                        <a:sym typeface="Helvetica Neue Thin" panose="02000503000000020004"/>
                      </a:endParaRPr>
                    </a:p>
                    <a:p>
                      <a:pPr marL="0" marR="0" indent="0" algn="l" defTabSz="819150" rtl="0" eaLnBrk="1" fontAlgn="auto" latinLnBrk="0" hangingPunct="1">
                        <a:lnSpc>
                          <a:spcPct val="100000"/>
                        </a:lnSpc>
                        <a:spcBef>
                          <a:spcPts val="0"/>
                        </a:spcBef>
                        <a:spcAft>
                          <a:spcPts val="0"/>
                        </a:spcAft>
                        <a:buClrTx/>
                        <a:buSzPct val="100000"/>
                        <a:buFontTx/>
                        <a:buNone/>
                        <a:defRPr sz="1800"/>
                      </a:pPr>
                      <a:r>
                        <a:rPr lang="en-US" altLang="zh-CN" sz="1400" b="0" i="0" u="none" strike="noStrike" cap="none" spc="0" baseline="0" dirty="0">
                          <a:ln>
                            <a:noFill/>
                          </a:ln>
                          <a:solidFill>
                            <a:schemeClr val="tx1"/>
                          </a:solidFill>
                          <a:uFillTx/>
                          <a:latin typeface="Arial" panose="020B0604020202020204" pitchFamily="34" charset="0"/>
                          <a:ea typeface="+mj-ea"/>
                          <a:cs typeface="Arial" panose="020B0604020202020204" pitchFamily="34" charset="0"/>
                          <a:sym typeface="Helvetica Neue Thin" panose="02000503000000020004"/>
                        </a:rPr>
                        <a:t>  3</a:t>
                      </a:r>
                      <a:r>
                        <a:rPr lang="zh-CN" altLang="en-US" sz="1400" b="0" i="0" u="none" strike="noStrike" cap="none" spc="0" baseline="0" dirty="0">
                          <a:ln>
                            <a:noFill/>
                          </a:ln>
                          <a:solidFill>
                            <a:schemeClr val="tx1"/>
                          </a:solidFill>
                          <a:uFillTx/>
                          <a:latin typeface="Arial" panose="020B0604020202020204" pitchFamily="34" charset="0"/>
                          <a:ea typeface="+mj-ea"/>
                          <a:cs typeface="Arial" panose="020B0604020202020204" pitchFamily="34" charset="0"/>
                          <a:sym typeface="Helvetica Neue Thin" panose="02000503000000020004"/>
                        </a:rPr>
                        <a:t>）标样磁矩标准公差</a:t>
                      </a:r>
                      <a:r>
                        <a:rPr lang="en-US" altLang="zh-CN" sz="1400" b="0" i="0" u="none" strike="noStrike" cap="none" spc="0" baseline="0" dirty="0">
                          <a:ln>
                            <a:noFill/>
                          </a:ln>
                          <a:solidFill>
                            <a:schemeClr val="tx1"/>
                          </a:solidFill>
                          <a:uFillTx/>
                          <a:latin typeface="Arial" panose="020B0604020202020204" pitchFamily="34" charset="0"/>
                          <a:ea typeface="+mj-ea"/>
                          <a:cs typeface="Arial" panose="020B0604020202020204" pitchFamily="34" charset="0"/>
                          <a:sym typeface="Helvetica Neue Thin" panose="02000503000000020004"/>
                        </a:rPr>
                        <a:t>±0.3%(Pic3) </a:t>
                      </a:r>
                      <a:r>
                        <a:rPr lang="zh-CN" altLang="en-US" sz="1400" b="0" i="0" u="none" strike="noStrike" cap="none" spc="0" baseline="0" dirty="0">
                          <a:ln>
                            <a:noFill/>
                          </a:ln>
                          <a:solidFill>
                            <a:schemeClr val="tx1"/>
                          </a:solidFill>
                          <a:uFillTx/>
                          <a:latin typeface="Arial" panose="020B0604020202020204" pitchFamily="34" charset="0"/>
                          <a:ea typeface="+mj-ea"/>
                          <a:cs typeface="Arial" panose="020B0604020202020204" pitchFamily="34" charset="0"/>
                          <a:sym typeface="Helvetica Neue Thin" panose="02000503000000020004"/>
                        </a:rPr>
                        <a:t>；</a:t>
                      </a:r>
                      <a:endParaRPr lang="en-US" altLang="zh-CN" sz="1400" b="0" i="0" u="none" strike="noStrike" cap="none" spc="0" baseline="0" dirty="0">
                        <a:ln>
                          <a:noFill/>
                        </a:ln>
                        <a:solidFill>
                          <a:schemeClr val="tx1"/>
                        </a:solidFill>
                        <a:uFillTx/>
                        <a:latin typeface="Arial" panose="020B0604020202020204" pitchFamily="34" charset="0"/>
                        <a:ea typeface="+mj-ea"/>
                        <a:cs typeface="Arial" panose="020B0604020202020204" pitchFamily="34" charset="0"/>
                        <a:sym typeface="Helvetica Neue Thin" panose="02000503000000020004"/>
                      </a:endParaRPr>
                    </a:p>
                    <a:p>
                      <a:pPr marL="0" marR="0" indent="0" algn="l" defTabSz="819150" rtl="0" eaLnBrk="1" fontAlgn="auto" latinLnBrk="0" hangingPunct="1">
                        <a:lnSpc>
                          <a:spcPct val="100000"/>
                        </a:lnSpc>
                        <a:spcBef>
                          <a:spcPts val="0"/>
                        </a:spcBef>
                        <a:spcAft>
                          <a:spcPts val="0"/>
                        </a:spcAft>
                        <a:buClrTx/>
                        <a:buSzPct val="100000"/>
                        <a:buFontTx/>
                        <a:buNone/>
                        <a:defRPr sz="1800"/>
                      </a:pPr>
                      <a:r>
                        <a:rPr lang="en-US" altLang="zh-CN" sz="1400" b="0" i="0" u="none" strike="noStrike" cap="none" spc="0" baseline="0" dirty="0">
                          <a:ln>
                            <a:noFill/>
                          </a:ln>
                          <a:solidFill>
                            <a:schemeClr val="tx1"/>
                          </a:solidFill>
                          <a:uFillTx/>
                          <a:latin typeface="Arial" panose="020B0604020202020204" pitchFamily="34" charset="0"/>
                          <a:ea typeface="+mj-ea"/>
                          <a:cs typeface="Arial" panose="020B0604020202020204" pitchFamily="34" charset="0"/>
                          <a:sym typeface="Helvetica Neue Thin" panose="02000503000000020004"/>
                        </a:rPr>
                        <a:t>  4</a:t>
                      </a:r>
                      <a:r>
                        <a:rPr lang="zh-CN" altLang="en-US" sz="1400" b="0" i="0" u="none" strike="noStrike" cap="none" spc="0" baseline="0" dirty="0">
                          <a:ln>
                            <a:noFill/>
                          </a:ln>
                          <a:solidFill>
                            <a:schemeClr val="tx1"/>
                          </a:solidFill>
                          <a:uFillTx/>
                          <a:latin typeface="Arial" panose="020B0604020202020204" pitchFamily="34" charset="0"/>
                          <a:ea typeface="+mj-ea"/>
                          <a:cs typeface="Arial" panose="020B0604020202020204" pitchFamily="34" charset="0"/>
                          <a:sym typeface="Helvetica Neue Thin" panose="02000503000000020004"/>
                        </a:rPr>
                        <a:t>）再测试标样</a:t>
                      </a:r>
                      <a:r>
                        <a:rPr lang="en-US" altLang="zh-CN" sz="1400" b="0" i="0" u="none" strike="noStrike" cap="none" spc="0" baseline="0" dirty="0">
                          <a:ln>
                            <a:noFill/>
                          </a:ln>
                          <a:solidFill>
                            <a:schemeClr val="tx1"/>
                          </a:solidFill>
                          <a:uFillTx/>
                          <a:latin typeface="Arial" panose="020B0604020202020204" pitchFamily="34" charset="0"/>
                          <a:ea typeface="+mj-ea"/>
                          <a:cs typeface="Arial" panose="020B0604020202020204" pitchFamily="34" charset="0"/>
                          <a:sym typeface="Helvetica Neue Thin" panose="02000503000000020004"/>
                        </a:rPr>
                        <a:t>Q1-Q5</a:t>
                      </a:r>
                      <a:r>
                        <a:rPr lang="zh-CN" altLang="en-US" sz="1400" b="0" i="0" u="none" strike="noStrike" cap="none" spc="0" baseline="0" dirty="0">
                          <a:ln>
                            <a:noFill/>
                          </a:ln>
                          <a:solidFill>
                            <a:schemeClr val="tx1"/>
                          </a:solidFill>
                          <a:uFillTx/>
                          <a:latin typeface="Arial" panose="020B0604020202020204" pitchFamily="34" charset="0"/>
                          <a:ea typeface="+mj-ea"/>
                          <a:cs typeface="Arial" panose="020B0604020202020204" pitchFamily="34" charset="0"/>
                          <a:sym typeface="Helvetica Neue Thin" panose="02000503000000020004"/>
                        </a:rPr>
                        <a:t>磁矩值在表</a:t>
                      </a:r>
                      <a:r>
                        <a:rPr lang="en-US" altLang="zh-CN" sz="1400" b="0" i="0" u="none" strike="noStrike" cap="none" spc="0" baseline="0" dirty="0">
                          <a:ln>
                            <a:noFill/>
                          </a:ln>
                          <a:solidFill>
                            <a:schemeClr val="tx1"/>
                          </a:solidFill>
                          <a:uFillTx/>
                          <a:latin typeface="Arial" panose="020B0604020202020204" pitchFamily="34" charset="0"/>
                          <a:ea typeface="+mj-ea"/>
                          <a:cs typeface="Arial" panose="020B0604020202020204" pitchFamily="34" charset="0"/>
                          <a:sym typeface="Helvetica Neue Thin" panose="02000503000000020004"/>
                        </a:rPr>
                        <a:t>1</a:t>
                      </a:r>
                      <a:r>
                        <a:rPr lang="zh-CN" altLang="en-US" sz="1400" b="0" i="0" u="none" strike="noStrike" cap="none" spc="0" baseline="0" dirty="0">
                          <a:ln>
                            <a:noFill/>
                          </a:ln>
                          <a:solidFill>
                            <a:schemeClr val="tx1"/>
                          </a:solidFill>
                          <a:uFillTx/>
                          <a:latin typeface="Arial" panose="020B0604020202020204" pitchFamily="34" charset="0"/>
                          <a:ea typeface="+mj-ea"/>
                          <a:cs typeface="Arial" panose="020B0604020202020204" pitchFamily="34" charset="0"/>
                          <a:sym typeface="Helvetica Neue Thin" panose="02000503000000020004"/>
                        </a:rPr>
                        <a:t>波动范围内</a:t>
                      </a:r>
                      <a:r>
                        <a:rPr lang="en-US" altLang="zh-CN" sz="1400" b="0" i="0" u="none" strike="noStrike" cap="none" spc="0" baseline="0" dirty="0">
                          <a:ln>
                            <a:noFill/>
                          </a:ln>
                          <a:solidFill>
                            <a:schemeClr val="tx1"/>
                          </a:solidFill>
                          <a:uFillTx/>
                          <a:latin typeface="Arial" panose="020B0604020202020204" pitchFamily="34" charset="0"/>
                          <a:ea typeface="+mj-ea"/>
                          <a:cs typeface="Arial" panose="020B0604020202020204" pitchFamily="34" charset="0"/>
                          <a:sym typeface="Helvetica Neue Thin" panose="02000503000000020004"/>
                        </a:rPr>
                        <a:t>(Pic4) </a:t>
                      </a:r>
                      <a:r>
                        <a:rPr lang="zh-CN" altLang="en-US" sz="1400" b="0" i="0" u="none" strike="noStrike" cap="none" spc="0" baseline="0" dirty="0">
                          <a:ln>
                            <a:noFill/>
                          </a:ln>
                          <a:solidFill>
                            <a:schemeClr val="tx1"/>
                          </a:solidFill>
                          <a:uFillTx/>
                          <a:latin typeface="Arial" panose="020B0604020202020204" pitchFamily="34" charset="0"/>
                          <a:ea typeface="+mj-ea"/>
                          <a:cs typeface="Arial" panose="020B0604020202020204" pitchFamily="34" charset="0"/>
                          <a:sym typeface="Helvetica Neue Thin" panose="02000503000000020004"/>
                        </a:rPr>
                        <a:t>，方可正式测试</a:t>
                      </a:r>
                      <a:r>
                        <a:rPr lang="en-US" altLang="zh-CN" sz="1400" b="0" i="0" u="none" strike="noStrike" cap="none" spc="0" baseline="0" dirty="0">
                          <a:ln>
                            <a:noFill/>
                          </a:ln>
                          <a:solidFill>
                            <a:schemeClr val="tx1"/>
                          </a:solidFill>
                          <a:uFillTx/>
                          <a:latin typeface="Arial" panose="020B0604020202020204" pitchFamily="34" charset="0"/>
                          <a:ea typeface="+mj-ea"/>
                          <a:cs typeface="Arial" panose="020B0604020202020204" pitchFamily="34" charset="0"/>
                          <a:sym typeface="Helvetica Neue Thin" panose="02000503000000020004"/>
                        </a:rPr>
                        <a:t>.</a:t>
                      </a:r>
                    </a:p>
                    <a:p>
                      <a:pPr marL="0" marR="0" indent="0" algn="l" defTabSz="819150" rtl="0" latinLnBrk="0">
                        <a:lnSpc>
                          <a:spcPct val="100000"/>
                        </a:lnSpc>
                        <a:spcBef>
                          <a:spcPts val="0"/>
                        </a:spcBef>
                        <a:spcAft>
                          <a:spcPts val="0"/>
                        </a:spcAft>
                        <a:buClrTx/>
                        <a:buSzPct val="100000"/>
                        <a:buFontTx/>
                        <a:buNone/>
                        <a:defRPr sz="1800"/>
                      </a:pPr>
                      <a:r>
                        <a:rPr lang="en-US" altLang="zh-CN" sz="1400" b="0" i="0" u="none" strike="noStrike" cap="none" spc="0" baseline="0" dirty="0">
                          <a:ln>
                            <a:noFill/>
                          </a:ln>
                          <a:solidFill>
                            <a:schemeClr val="tx1"/>
                          </a:solidFill>
                          <a:uFillTx/>
                          <a:latin typeface="Arial" panose="020B0604020202020204" pitchFamily="34" charset="0"/>
                          <a:ea typeface="+mj-ea"/>
                          <a:cs typeface="Arial" panose="020B0604020202020204" pitchFamily="34" charset="0"/>
                          <a:sym typeface="Helvetica Neue Thin" panose="02000503000000020004"/>
                        </a:rPr>
                        <a:t>b.</a:t>
                      </a:r>
                      <a:r>
                        <a:rPr lang="zh-CN" altLang="en-US" sz="1400" b="0" i="0" u="none" strike="noStrike" cap="none" spc="0" baseline="0" dirty="0">
                          <a:ln>
                            <a:noFill/>
                          </a:ln>
                          <a:solidFill>
                            <a:schemeClr val="tx1"/>
                          </a:solidFill>
                          <a:uFillTx/>
                          <a:latin typeface="Arial" panose="020B0604020202020204" pitchFamily="34" charset="0"/>
                          <a:ea typeface="+mj-ea"/>
                          <a:cs typeface="Arial" panose="020B0604020202020204" pitchFamily="34" charset="0"/>
                          <a:sym typeface="Helvetica Neue Thin" panose="02000503000000020004"/>
                        </a:rPr>
                        <a:t>夹具和产品放置：</a:t>
                      </a:r>
                      <a:endParaRPr lang="en-US" altLang="zh-CN" sz="1400" b="0" i="0" u="none" strike="noStrike" cap="none" spc="0" baseline="0" dirty="0">
                        <a:ln>
                          <a:noFill/>
                        </a:ln>
                        <a:solidFill>
                          <a:schemeClr val="tx1"/>
                        </a:solidFill>
                        <a:uFillTx/>
                        <a:latin typeface="Arial" panose="020B0604020202020204" pitchFamily="34" charset="0"/>
                        <a:ea typeface="+mj-ea"/>
                        <a:cs typeface="Arial" panose="020B0604020202020204" pitchFamily="34" charset="0"/>
                        <a:sym typeface="Helvetica Neue Thin" panose="02000503000000020004"/>
                      </a:endParaRPr>
                    </a:p>
                    <a:p>
                      <a:pPr marL="0" marR="0" indent="0" algn="l" defTabSz="819150" rtl="0" latinLnBrk="0">
                        <a:lnSpc>
                          <a:spcPct val="100000"/>
                        </a:lnSpc>
                        <a:spcBef>
                          <a:spcPts val="0"/>
                        </a:spcBef>
                        <a:spcAft>
                          <a:spcPts val="0"/>
                        </a:spcAft>
                        <a:buClrTx/>
                        <a:buSzPct val="100000"/>
                        <a:buFontTx/>
                        <a:buNone/>
                        <a:defRPr sz="1800"/>
                      </a:pPr>
                      <a:r>
                        <a:rPr lang="en-US" altLang="zh-CN" sz="1400" b="0" i="0" u="none" strike="noStrike" cap="none" spc="0" baseline="0" dirty="0">
                          <a:ln>
                            <a:noFill/>
                          </a:ln>
                          <a:solidFill>
                            <a:schemeClr val="tx1"/>
                          </a:solidFill>
                          <a:uFillTx/>
                          <a:latin typeface="Arial" panose="020B0604020202020204" pitchFamily="34" charset="0"/>
                          <a:ea typeface="+mj-ea"/>
                          <a:cs typeface="Arial" panose="020B0604020202020204" pitchFamily="34" charset="0"/>
                          <a:sym typeface="Helvetica Neue Thin" panose="02000503000000020004"/>
                        </a:rPr>
                        <a:t>  </a:t>
                      </a:r>
                      <a:r>
                        <a:rPr lang="zh-CN" altLang="en-US" sz="1400" b="0" i="0" u="none" strike="noStrike" cap="none" spc="0" baseline="0" dirty="0">
                          <a:ln>
                            <a:noFill/>
                          </a:ln>
                          <a:solidFill>
                            <a:schemeClr val="tx1"/>
                          </a:solidFill>
                          <a:uFillTx/>
                          <a:latin typeface="Arial" panose="020B0604020202020204" pitchFamily="34" charset="0"/>
                          <a:ea typeface="+mj-ea"/>
                          <a:cs typeface="Arial" panose="020B0604020202020204" pitchFamily="34" charset="0"/>
                          <a:sym typeface="Helvetica Neue Thin" panose="02000503000000020004"/>
                        </a:rPr>
                        <a:t>使用夹具</a:t>
                      </a:r>
                      <a:r>
                        <a:rPr lang="en-US" altLang="zh-CN" sz="1400" b="0" i="0" u="none" strike="noStrike" cap="none" spc="0" baseline="0" dirty="0">
                          <a:ln>
                            <a:noFill/>
                          </a:ln>
                          <a:solidFill>
                            <a:schemeClr val="tx1"/>
                          </a:solidFill>
                          <a:uFillTx/>
                          <a:latin typeface="Arial" panose="020B0604020202020204" pitchFamily="34" charset="0"/>
                          <a:ea typeface="+mj-ea"/>
                          <a:cs typeface="Arial" panose="020B0604020202020204" pitchFamily="34" charset="0"/>
                          <a:sym typeface="Helvetica Neue Thin" panose="02000503000000020004"/>
                        </a:rPr>
                        <a:t>1(Pic5) </a:t>
                      </a:r>
                      <a:r>
                        <a:rPr lang="zh-CN" altLang="en-US" sz="1400" b="0" i="0" u="none" strike="noStrike" cap="none" spc="0" baseline="0" dirty="0">
                          <a:ln>
                            <a:noFill/>
                          </a:ln>
                          <a:solidFill>
                            <a:schemeClr val="tx1"/>
                          </a:solidFill>
                          <a:uFillTx/>
                          <a:latin typeface="Arial" panose="020B0604020202020204" pitchFamily="34" charset="0"/>
                          <a:ea typeface="+mj-ea"/>
                          <a:cs typeface="Arial" panose="020B0604020202020204" pitchFamily="34" charset="0"/>
                          <a:sym typeface="Helvetica Neue Thin" panose="02000503000000020004"/>
                        </a:rPr>
                        <a:t>将产品嵌入到轮廓内</a:t>
                      </a:r>
                      <a:r>
                        <a:rPr lang="en-US" altLang="zh-CN" sz="1400" b="0" i="0" u="none" strike="noStrike" cap="none" spc="0" baseline="0" dirty="0">
                          <a:ln>
                            <a:noFill/>
                          </a:ln>
                          <a:solidFill>
                            <a:schemeClr val="tx1"/>
                          </a:solidFill>
                          <a:uFillTx/>
                          <a:latin typeface="Arial" panose="020B0604020202020204" pitchFamily="34" charset="0"/>
                          <a:ea typeface="+mj-ea"/>
                          <a:cs typeface="Arial" panose="020B0604020202020204" pitchFamily="34" charset="0"/>
                          <a:sym typeface="Helvetica Neue Thin" panose="02000503000000020004"/>
                        </a:rPr>
                        <a:t>(Pic6) </a:t>
                      </a:r>
                    </a:p>
                    <a:p>
                      <a:pPr marL="0" marR="0" indent="0" algn="l" defTabSz="819150" rtl="0" latinLnBrk="0">
                        <a:lnSpc>
                          <a:spcPct val="100000"/>
                        </a:lnSpc>
                        <a:spcBef>
                          <a:spcPts val="0"/>
                        </a:spcBef>
                        <a:spcAft>
                          <a:spcPts val="0"/>
                        </a:spcAft>
                        <a:buClrTx/>
                        <a:buSzPct val="100000"/>
                        <a:buFontTx/>
                        <a:buNone/>
                        <a:defRPr sz="1800"/>
                      </a:pPr>
                      <a:r>
                        <a:rPr lang="en-US" altLang="zh-CN" sz="1400" b="0" i="0" u="none" strike="noStrike" cap="none" spc="0" baseline="0" dirty="0">
                          <a:ln>
                            <a:noFill/>
                          </a:ln>
                          <a:solidFill>
                            <a:schemeClr val="tx1"/>
                          </a:solidFill>
                          <a:uFillTx/>
                          <a:latin typeface="Arial" panose="020B0604020202020204" pitchFamily="34" charset="0"/>
                          <a:ea typeface="+mj-ea"/>
                          <a:cs typeface="Arial" panose="020B0604020202020204" pitchFamily="34" charset="0"/>
                          <a:sym typeface="Helvetica Neue Thin" panose="02000503000000020004"/>
                        </a:rPr>
                        <a:t>c.</a:t>
                      </a:r>
                      <a:r>
                        <a:rPr lang="zh-CN" altLang="en-US" sz="1400" b="0" i="0" u="none" strike="noStrike" cap="none" spc="0" baseline="0" dirty="0">
                          <a:ln>
                            <a:noFill/>
                          </a:ln>
                          <a:solidFill>
                            <a:schemeClr val="tx1"/>
                          </a:solidFill>
                          <a:uFillTx/>
                          <a:latin typeface="Arial" panose="020B0604020202020204" pitchFamily="34" charset="0"/>
                          <a:ea typeface="+mj-ea"/>
                          <a:cs typeface="Arial" panose="020B0604020202020204" pitchFamily="34" charset="0"/>
                          <a:sym typeface="Helvetica Neue Thin" panose="02000503000000020004"/>
                        </a:rPr>
                        <a:t>测量：</a:t>
                      </a:r>
                      <a:endParaRPr lang="en-US" altLang="zh-CN" sz="1400" b="0" i="0" u="none" strike="noStrike" cap="none" spc="0" baseline="0" dirty="0">
                        <a:ln>
                          <a:noFill/>
                        </a:ln>
                        <a:solidFill>
                          <a:schemeClr val="tx1"/>
                        </a:solidFill>
                        <a:uFillTx/>
                        <a:latin typeface="Arial" panose="020B0604020202020204" pitchFamily="34" charset="0"/>
                        <a:ea typeface="+mj-ea"/>
                        <a:cs typeface="Arial" panose="020B0604020202020204" pitchFamily="34" charset="0"/>
                        <a:sym typeface="Helvetica Neue Thin" panose="02000503000000020004"/>
                      </a:endParaRPr>
                    </a:p>
                    <a:p>
                      <a:pPr marL="0" marR="0" indent="0" algn="l" defTabSz="819150" rtl="0" latinLnBrk="0">
                        <a:lnSpc>
                          <a:spcPct val="100000"/>
                        </a:lnSpc>
                        <a:spcBef>
                          <a:spcPts val="0"/>
                        </a:spcBef>
                        <a:spcAft>
                          <a:spcPts val="0"/>
                        </a:spcAft>
                        <a:buClrTx/>
                        <a:buSzPct val="100000"/>
                        <a:buFontTx/>
                        <a:buNone/>
                        <a:defRPr sz="1800"/>
                      </a:pPr>
                      <a:r>
                        <a:rPr lang="en-US" altLang="zh-CN" sz="1400" b="0" i="0" u="none" strike="noStrike" cap="none" spc="0" baseline="0" dirty="0">
                          <a:ln>
                            <a:noFill/>
                          </a:ln>
                          <a:solidFill>
                            <a:schemeClr val="tx1"/>
                          </a:solidFill>
                          <a:uFillTx/>
                          <a:latin typeface="Arial" panose="020B0604020202020204" pitchFamily="34" charset="0"/>
                          <a:ea typeface="+mj-ea"/>
                          <a:cs typeface="Arial" panose="020B0604020202020204" pitchFamily="34" charset="0"/>
                          <a:sym typeface="Helvetica Neue Thin" panose="02000503000000020004"/>
                        </a:rPr>
                        <a:t>  </a:t>
                      </a:r>
                      <a:r>
                        <a:rPr lang="zh-CN" altLang="en-US" sz="1400" b="0" i="0" u="none" strike="noStrike" cap="none" spc="0" baseline="0" dirty="0">
                          <a:ln>
                            <a:noFill/>
                          </a:ln>
                          <a:solidFill>
                            <a:schemeClr val="tx1"/>
                          </a:solidFill>
                          <a:uFillTx/>
                          <a:latin typeface="Arial" panose="020B0604020202020204" pitchFamily="34" charset="0"/>
                          <a:ea typeface="+mj-ea"/>
                          <a:cs typeface="Arial" panose="020B0604020202020204" pitchFamily="34" charset="0"/>
                          <a:sym typeface="Helvetica Neue Thin" panose="02000503000000020004"/>
                        </a:rPr>
                        <a:t>先按红色的“</a:t>
                      </a:r>
                      <a:r>
                        <a:rPr lang="en-US" altLang="zh-CN" sz="1400" b="0" i="0" u="none" strike="noStrike" cap="none" spc="0" baseline="0" dirty="0">
                          <a:ln>
                            <a:noFill/>
                          </a:ln>
                          <a:solidFill>
                            <a:schemeClr val="tx1"/>
                          </a:solidFill>
                          <a:uFillTx/>
                          <a:latin typeface="Arial" panose="020B0604020202020204" pitchFamily="34" charset="0"/>
                          <a:ea typeface="+mj-ea"/>
                          <a:cs typeface="Arial" panose="020B0604020202020204" pitchFamily="34" charset="0"/>
                          <a:sym typeface="Helvetica Neue Thin" panose="02000503000000020004"/>
                        </a:rPr>
                        <a:t>Rest”</a:t>
                      </a:r>
                      <a:r>
                        <a:rPr lang="zh-CN" altLang="en-US" sz="1400" b="0" i="0" u="none" strike="noStrike" cap="none" spc="0" baseline="0" dirty="0">
                          <a:ln>
                            <a:noFill/>
                          </a:ln>
                          <a:solidFill>
                            <a:schemeClr val="tx1"/>
                          </a:solidFill>
                          <a:uFillTx/>
                          <a:latin typeface="Arial" panose="020B0604020202020204" pitchFamily="34" charset="0"/>
                          <a:ea typeface="+mj-ea"/>
                          <a:cs typeface="Arial" panose="020B0604020202020204" pitchFamily="34" charset="0"/>
                          <a:sym typeface="Helvetica Neue Thin" panose="02000503000000020004"/>
                        </a:rPr>
                        <a:t>键，使</a:t>
                      </a:r>
                      <a:r>
                        <a:rPr lang="en-US" altLang="zh-CN" sz="1400" b="0" i="0" u="none" strike="noStrike" cap="none" spc="0" baseline="0" dirty="0">
                          <a:ln>
                            <a:noFill/>
                          </a:ln>
                          <a:solidFill>
                            <a:schemeClr val="tx1"/>
                          </a:solidFill>
                          <a:uFillTx/>
                          <a:latin typeface="Arial" panose="020B0604020202020204" pitchFamily="34" charset="0"/>
                          <a:ea typeface="+mj-ea"/>
                          <a:cs typeface="Arial" panose="020B0604020202020204" pitchFamily="34" charset="0"/>
                          <a:sym typeface="Helvetica Neue Thin" panose="02000503000000020004"/>
                        </a:rPr>
                        <a:t>XYZ</a:t>
                      </a:r>
                      <a:r>
                        <a:rPr lang="zh-CN" altLang="en-US" sz="1400" b="0" i="0" u="none" strike="noStrike" cap="none" spc="0" baseline="0" dirty="0">
                          <a:ln>
                            <a:noFill/>
                          </a:ln>
                          <a:solidFill>
                            <a:schemeClr val="tx1"/>
                          </a:solidFill>
                          <a:uFillTx/>
                          <a:latin typeface="Arial" panose="020B0604020202020204" pitchFamily="34" charset="0"/>
                          <a:ea typeface="+mj-ea"/>
                          <a:cs typeface="Arial" panose="020B0604020202020204" pitchFamily="34" charset="0"/>
                          <a:sym typeface="Helvetica Neue Thin" panose="02000503000000020004"/>
                        </a:rPr>
                        <a:t>读数清零；再按“</a:t>
                      </a:r>
                      <a:r>
                        <a:rPr lang="en-US" altLang="zh-CN" sz="1400" b="0" i="0" u="none" strike="noStrike" cap="none" spc="0" baseline="0" dirty="0">
                          <a:ln>
                            <a:noFill/>
                          </a:ln>
                          <a:solidFill>
                            <a:schemeClr val="tx1"/>
                          </a:solidFill>
                          <a:uFillTx/>
                          <a:latin typeface="Arial" panose="020B0604020202020204" pitchFamily="34" charset="0"/>
                          <a:ea typeface="+mj-ea"/>
                          <a:cs typeface="Arial" panose="020B0604020202020204" pitchFamily="34" charset="0"/>
                          <a:sym typeface="Helvetica Neue Thin" panose="02000503000000020004"/>
                        </a:rPr>
                        <a:t>Zero”</a:t>
                      </a:r>
                      <a:r>
                        <a:rPr lang="zh-CN" altLang="en-US" sz="1400" b="0" i="0" u="none" strike="noStrike" cap="none" spc="0" baseline="0" dirty="0">
                          <a:ln>
                            <a:noFill/>
                          </a:ln>
                          <a:solidFill>
                            <a:schemeClr val="tx1"/>
                          </a:solidFill>
                          <a:uFillTx/>
                          <a:latin typeface="Arial" panose="020B0604020202020204" pitchFamily="34" charset="0"/>
                          <a:ea typeface="+mj-ea"/>
                          <a:cs typeface="Arial" panose="020B0604020202020204" pitchFamily="34" charset="0"/>
                          <a:sym typeface="Helvetica Neue Thin" panose="02000503000000020004"/>
                        </a:rPr>
                        <a:t>键归零，将产品水平拉出线圈</a:t>
                      </a:r>
                      <a:r>
                        <a:rPr lang="en-US" altLang="zh-CN" sz="1400" b="0" i="0" u="none" strike="noStrike" cap="none" spc="0" baseline="0" dirty="0">
                          <a:ln>
                            <a:noFill/>
                          </a:ln>
                          <a:solidFill>
                            <a:schemeClr val="tx1"/>
                          </a:solidFill>
                          <a:uFillTx/>
                          <a:latin typeface="Arial" panose="020B0604020202020204" pitchFamily="34" charset="0"/>
                          <a:ea typeface="+mj-ea"/>
                          <a:cs typeface="Arial" panose="020B0604020202020204" pitchFamily="34" charset="0"/>
                          <a:sym typeface="Helvetica Neue Thin" panose="02000503000000020004"/>
                        </a:rPr>
                        <a:t>600mm</a:t>
                      </a:r>
                      <a:r>
                        <a:rPr lang="zh-CN" altLang="en-US" sz="1400" b="0" i="0" u="none" strike="noStrike" cap="none" spc="0" baseline="0" dirty="0">
                          <a:ln>
                            <a:noFill/>
                          </a:ln>
                          <a:solidFill>
                            <a:schemeClr val="tx1"/>
                          </a:solidFill>
                          <a:uFillTx/>
                          <a:latin typeface="Arial" panose="020B0604020202020204" pitchFamily="34" charset="0"/>
                          <a:ea typeface="+mj-ea"/>
                          <a:cs typeface="Arial" panose="020B0604020202020204" pitchFamily="34" charset="0"/>
                          <a:sym typeface="Helvetica Neue Thin" panose="02000503000000020004"/>
                        </a:rPr>
                        <a:t>外</a:t>
                      </a:r>
                      <a:r>
                        <a:rPr lang="en-US" altLang="zh-CN" sz="1400" b="0" i="0" u="none" strike="noStrike" cap="none" spc="0" baseline="0" dirty="0">
                          <a:ln>
                            <a:noFill/>
                          </a:ln>
                          <a:solidFill>
                            <a:schemeClr val="tx1"/>
                          </a:solidFill>
                          <a:uFillTx/>
                          <a:latin typeface="Arial" panose="020B0604020202020204" pitchFamily="34" charset="0"/>
                          <a:ea typeface="+mj-ea"/>
                          <a:cs typeface="Arial" panose="020B0604020202020204" pitchFamily="34" charset="0"/>
                          <a:sym typeface="Helvetica Neue Thin" panose="02000503000000020004"/>
                        </a:rPr>
                        <a:t>(Pic7) </a:t>
                      </a:r>
                      <a:r>
                        <a:rPr lang="zh-CN" altLang="en-US" sz="1400" b="0" i="0" u="none" strike="noStrike" cap="none" spc="0" baseline="0" dirty="0">
                          <a:ln>
                            <a:noFill/>
                          </a:ln>
                          <a:solidFill>
                            <a:schemeClr val="tx1"/>
                          </a:solidFill>
                          <a:uFillTx/>
                          <a:latin typeface="Arial" panose="020B0604020202020204" pitchFamily="34" charset="0"/>
                          <a:ea typeface="+mj-ea"/>
                          <a:cs typeface="Arial" panose="020B0604020202020204" pitchFamily="34" charset="0"/>
                          <a:sym typeface="Helvetica Neue Thin" panose="02000503000000020004"/>
                        </a:rPr>
                        <a:t>，按“</a:t>
                      </a:r>
                      <a:r>
                        <a:rPr lang="en-US" altLang="zh-CN" sz="1400" b="0" i="0" u="none" strike="noStrike" cap="none" spc="0" baseline="0" dirty="0">
                          <a:ln>
                            <a:noFill/>
                          </a:ln>
                          <a:solidFill>
                            <a:schemeClr val="tx1"/>
                          </a:solidFill>
                          <a:uFillTx/>
                          <a:latin typeface="Arial" panose="020B0604020202020204" pitchFamily="34" charset="0"/>
                          <a:ea typeface="+mj-ea"/>
                          <a:cs typeface="Arial" panose="020B0604020202020204" pitchFamily="34" charset="0"/>
                          <a:sym typeface="Helvetica Neue Thin" panose="02000503000000020004"/>
                        </a:rPr>
                        <a:t>Test”</a:t>
                      </a:r>
                      <a:r>
                        <a:rPr lang="zh-CN" altLang="en-US" sz="1400" b="0" i="0" u="none" strike="noStrike" cap="none" spc="0" baseline="0" dirty="0">
                          <a:ln>
                            <a:noFill/>
                          </a:ln>
                          <a:solidFill>
                            <a:schemeClr val="tx1"/>
                          </a:solidFill>
                          <a:uFillTx/>
                          <a:latin typeface="Arial" panose="020B0604020202020204" pitchFamily="34" charset="0"/>
                          <a:ea typeface="+mj-ea"/>
                          <a:cs typeface="Arial" panose="020B0604020202020204" pitchFamily="34" charset="0"/>
                          <a:sym typeface="Helvetica Neue Thin" panose="02000503000000020004"/>
                        </a:rPr>
                        <a:t>测出结果，记录</a:t>
                      </a:r>
                      <a:r>
                        <a:rPr lang="en-US" altLang="zh-CN" sz="1400" b="0" i="0" u="none" strike="noStrike" cap="none" spc="0" baseline="0" dirty="0">
                          <a:ln>
                            <a:noFill/>
                          </a:ln>
                          <a:solidFill>
                            <a:schemeClr val="tx1"/>
                          </a:solidFill>
                          <a:uFillTx/>
                          <a:latin typeface="Arial" panose="020B0604020202020204" pitchFamily="34" charset="0"/>
                          <a:ea typeface="+mj-ea"/>
                          <a:cs typeface="Arial" panose="020B0604020202020204" pitchFamily="34" charset="0"/>
                          <a:sym typeface="Helvetica Neue Thin" panose="02000503000000020004"/>
                        </a:rPr>
                        <a:t>MM</a:t>
                      </a:r>
                      <a:r>
                        <a:rPr lang="zh-CN" altLang="en-US" sz="1400" b="0" i="0" u="none" strike="noStrike" cap="none" spc="0" baseline="0" dirty="0">
                          <a:ln>
                            <a:noFill/>
                          </a:ln>
                          <a:solidFill>
                            <a:schemeClr val="tx1"/>
                          </a:solidFill>
                          <a:uFillTx/>
                          <a:latin typeface="Arial" panose="020B0604020202020204" pitchFamily="34" charset="0"/>
                          <a:ea typeface="+mj-ea"/>
                          <a:cs typeface="Arial" panose="020B0604020202020204" pitchFamily="34" charset="0"/>
                          <a:sym typeface="Helvetica Neue Thin" panose="02000503000000020004"/>
                        </a:rPr>
                        <a:t>值</a:t>
                      </a:r>
                      <a:r>
                        <a:rPr lang="en-US" altLang="zh-CN" sz="1400" b="0" i="0" u="none" strike="noStrike" cap="none" spc="0" baseline="0" dirty="0">
                          <a:ln>
                            <a:noFill/>
                          </a:ln>
                          <a:solidFill>
                            <a:schemeClr val="tx1"/>
                          </a:solidFill>
                          <a:uFillTx/>
                          <a:latin typeface="Arial" panose="020B0604020202020204" pitchFamily="34" charset="0"/>
                          <a:ea typeface="+mj-ea"/>
                          <a:cs typeface="Arial" panose="020B0604020202020204" pitchFamily="34" charset="0"/>
                          <a:sym typeface="Helvetica Neue Thin" panose="02000503000000020004"/>
                        </a:rPr>
                        <a:t>-</a:t>
                      </a:r>
                      <a:r>
                        <a:rPr lang="zh-CN" altLang="en-US" sz="1400" b="0" i="0" u="none" strike="noStrike" cap="none" spc="0" baseline="0" dirty="0">
                          <a:ln>
                            <a:noFill/>
                          </a:ln>
                          <a:solidFill>
                            <a:schemeClr val="tx1"/>
                          </a:solidFill>
                          <a:uFillTx/>
                          <a:latin typeface="Arial" panose="020B0604020202020204" pitchFamily="34" charset="0"/>
                          <a:ea typeface="+mj-ea"/>
                          <a:cs typeface="Arial" panose="020B0604020202020204" pitchFamily="34" charset="0"/>
                          <a:sym typeface="Helvetica Neue Thin" panose="02000503000000020004"/>
                        </a:rPr>
                        <a:t>单位</a:t>
                      </a:r>
                      <a:r>
                        <a:rPr lang="en-US" altLang="zh-CN" sz="1400" b="0" i="0" u="none" strike="noStrike" cap="none" spc="0" baseline="0" dirty="0" err="1">
                          <a:ln>
                            <a:noFill/>
                          </a:ln>
                          <a:solidFill>
                            <a:schemeClr val="tx1"/>
                          </a:solidFill>
                          <a:uFillTx/>
                          <a:latin typeface="Arial" panose="020B0604020202020204" pitchFamily="34" charset="0"/>
                          <a:ea typeface="+mj-ea"/>
                          <a:cs typeface="Arial" panose="020B0604020202020204" pitchFamily="34" charset="0"/>
                          <a:sym typeface="Helvetica Neue Thin" panose="02000503000000020004"/>
                        </a:rPr>
                        <a:t>uWb</a:t>
                      </a:r>
                      <a:r>
                        <a:rPr lang="en-US" altLang="zh-CN" sz="1400" b="0" i="0" u="none" strike="noStrike" cap="none" spc="0" baseline="0" dirty="0">
                          <a:ln>
                            <a:noFill/>
                          </a:ln>
                          <a:solidFill>
                            <a:schemeClr val="tx1"/>
                          </a:solidFill>
                          <a:uFillTx/>
                          <a:latin typeface="Arial" panose="020B0604020202020204" pitchFamily="34" charset="0"/>
                          <a:ea typeface="+mj-ea"/>
                          <a:cs typeface="Arial" panose="020B0604020202020204" pitchFamily="34" charset="0"/>
                          <a:sym typeface="Helvetica Neue Thin" panose="02000503000000020004"/>
                        </a:rPr>
                        <a:t>*cm(Pic8) </a:t>
                      </a:r>
                      <a:r>
                        <a:rPr lang="zh-CN" altLang="en-US" sz="1400" b="0" i="0" u="none" strike="noStrike" cap="none" spc="0" baseline="0" dirty="0">
                          <a:ln>
                            <a:noFill/>
                          </a:ln>
                          <a:solidFill>
                            <a:schemeClr val="tx1"/>
                          </a:solidFill>
                          <a:uFillTx/>
                          <a:latin typeface="Arial" panose="020B0604020202020204" pitchFamily="34" charset="0"/>
                          <a:ea typeface="+mj-ea"/>
                          <a:cs typeface="Arial" panose="020B0604020202020204" pitchFamily="34" charset="0"/>
                          <a:sym typeface="Helvetica Neue Thin" panose="02000503000000020004"/>
                        </a:rPr>
                        <a:t>；</a:t>
                      </a:r>
                    </a:p>
                    <a:p>
                      <a:pPr marL="0" marR="0" indent="0" algn="l" defTabSz="819150" rtl="0" latinLnBrk="0">
                        <a:lnSpc>
                          <a:spcPct val="100000"/>
                        </a:lnSpc>
                        <a:spcBef>
                          <a:spcPts val="0"/>
                        </a:spcBef>
                        <a:spcAft>
                          <a:spcPts val="0"/>
                        </a:spcAft>
                        <a:buClrTx/>
                        <a:buSzPct val="100000"/>
                        <a:buFontTx/>
                        <a:buNone/>
                        <a:defRPr sz="1800"/>
                      </a:pPr>
                      <a:r>
                        <a:rPr lang="en-US" altLang="zh-CN" sz="1400" b="0" i="0" u="none" strike="noStrike" cap="none" spc="0" baseline="0" dirty="0">
                          <a:ln>
                            <a:noFill/>
                          </a:ln>
                          <a:solidFill>
                            <a:schemeClr val="tx1"/>
                          </a:solidFill>
                          <a:uFillTx/>
                          <a:latin typeface="Arial" panose="020B0604020202020204" pitchFamily="34" charset="0"/>
                          <a:ea typeface="+mj-ea"/>
                          <a:cs typeface="Arial" panose="020B0604020202020204" pitchFamily="34" charset="0"/>
                          <a:sym typeface="Helvetica Neue Thin" panose="02000503000000020004"/>
                        </a:rPr>
                        <a:t>d.</a:t>
                      </a:r>
                      <a:r>
                        <a:rPr lang="zh-CN" altLang="en-US" sz="1400" b="0" i="0" u="none" strike="noStrike" cap="none" spc="0" baseline="0" dirty="0">
                          <a:ln>
                            <a:noFill/>
                          </a:ln>
                          <a:solidFill>
                            <a:schemeClr val="tx1"/>
                          </a:solidFill>
                          <a:uFillTx/>
                          <a:latin typeface="Arial" panose="020B0604020202020204" pitchFamily="34" charset="0"/>
                          <a:ea typeface="+mj-ea"/>
                          <a:cs typeface="Arial" panose="020B0604020202020204" pitchFamily="34" charset="0"/>
                          <a:sym typeface="Helvetica Neue Thin" panose="02000503000000020004"/>
                        </a:rPr>
                        <a:t>重点事项：至少</a:t>
                      </a:r>
                      <a:r>
                        <a:rPr lang="en-US" altLang="zh-CN" sz="1400" b="0" i="0" u="none" strike="noStrike" cap="none" spc="0" baseline="0" dirty="0">
                          <a:ln>
                            <a:noFill/>
                          </a:ln>
                          <a:solidFill>
                            <a:schemeClr val="tx1"/>
                          </a:solidFill>
                          <a:uFillTx/>
                          <a:latin typeface="Arial" panose="020B0604020202020204" pitchFamily="34" charset="0"/>
                          <a:ea typeface="+mj-ea"/>
                          <a:cs typeface="Arial" panose="020B0604020202020204" pitchFamily="34" charset="0"/>
                          <a:sym typeface="Helvetica Neue Thin" panose="02000503000000020004"/>
                        </a:rPr>
                        <a:t>2.5 </a:t>
                      </a:r>
                      <a:r>
                        <a:rPr lang="zh-CN" altLang="en-US" sz="1400" b="0" i="0" u="none" strike="noStrike" cap="none" spc="0" baseline="0" dirty="0">
                          <a:ln>
                            <a:noFill/>
                          </a:ln>
                          <a:solidFill>
                            <a:schemeClr val="tx1"/>
                          </a:solidFill>
                          <a:uFillTx/>
                          <a:latin typeface="Arial" panose="020B0604020202020204" pitchFamily="34" charset="0"/>
                          <a:ea typeface="+mj-ea"/>
                          <a:cs typeface="Arial" panose="020B0604020202020204" pitchFamily="34" charset="0"/>
                          <a:sym typeface="Helvetica Neue Thin" panose="02000503000000020004"/>
                        </a:rPr>
                        <a:t>米内不可有电子设备，磁性材料，金属等。</a:t>
                      </a:r>
                    </a:p>
                    <a:p>
                      <a:pPr marL="0" marR="0" indent="0" algn="l" defTabSz="819150" rtl="0" latinLnBrk="0">
                        <a:lnSpc>
                          <a:spcPct val="100000"/>
                        </a:lnSpc>
                        <a:spcBef>
                          <a:spcPts val="0"/>
                        </a:spcBef>
                        <a:spcAft>
                          <a:spcPts val="0"/>
                        </a:spcAft>
                        <a:buClrTx/>
                        <a:buSzPct val="100000"/>
                        <a:buFontTx/>
                        <a:buNone/>
                        <a:defRPr sz="1800"/>
                      </a:pPr>
                      <a:r>
                        <a:rPr lang="en-US" altLang="zh-CN" sz="1400" b="0" i="0" u="none" strike="noStrike" cap="none" spc="0" baseline="0" dirty="0" err="1">
                          <a:ln>
                            <a:noFill/>
                          </a:ln>
                          <a:solidFill>
                            <a:schemeClr val="tx1"/>
                          </a:solidFill>
                          <a:uFillTx/>
                          <a:latin typeface="Arial" panose="020B0604020202020204" pitchFamily="34" charset="0"/>
                          <a:ea typeface="+mj-ea"/>
                          <a:cs typeface="Arial" panose="020B0604020202020204" pitchFamily="34" charset="0"/>
                          <a:sym typeface="Helvetica Neue Thin" panose="02000503000000020004"/>
                        </a:rPr>
                        <a:t>a.Calibration</a:t>
                      </a:r>
                      <a:r>
                        <a:rPr lang="en-US" altLang="zh-CN" sz="1400" b="0" i="0" u="none" strike="noStrike" cap="none" spc="0" baseline="0" dirty="0">
                          <a:ln>
                            <a:noFill/>
                          </a:ln>
                          <a:solidFill>
                            <a:schemeClr val="tx1"/>
                          </a:solidFill>
                          <a:uFillTx/>
                          <a:latin typeface="Arial" panose="020B0604020202020204" pitchFamily="34" charset="0"/>
                          <a:ea typeface="+mj-ea"/>
                          <a:cs typeface="Arial" panose="020B0604020202020204" pitchFamily="34" charset="0"/>
                          <a:sym typeface="Helvetica Neue Thin" panose="02000503000000020004"/>
                        </a:rPr>
                        <a:t>: 1) Turn on the power switch of the equipment, preheat for 15 minutes, and adjust the X-ADJ, Y-ADJ and Z-ADJ of the panel to reduce the data jump amplitude. Judging that the </a:t>
                      </a:r>
                    </a:p>
                    <a:p>
                      <a:pPr marL="0" marR="0" indent="0" algn="l" defTabSz="819150" rtl="0" latinLnBrk="0">
                        <a:lnSpc>
                          <a:spcPct val="100000"/>
                        </a:lnSpc>
                        <a:spcBef>
                          <a:spcPts val="0"/>
                        </a:spcBef>
                        <a:spcAft>
                          <a:spcPts val="0"/>
                        </a:spcAft>
                        <a:buClrTx/>
                        <a:buSzPct val="100000"/>
                        <a:buFontTx/>
                        <a:buNone/>
                        <a:defRPr sz="1800"/>
                      </a:pPr>
                      <a:r>
                        <a:rPr lang="zh-CN" altLang="en-US" sz="1400" b="0" i="0" u="none" strike="noStrike" cap="none" spc="0" baseline="0" dirty="0">
                          <a:ln>
                            <a:noFill/>
                          </a:ln>
                          <a:solidFill>
                            <a:schemeClr val="tx1"/>
                          </a:solidFill>
                          <a:uFillTx/>
                          <a:latin typeface="Arial" panose="020B0604020202020204" pitchFamily="34" charset="0"/>
                          <a:ea typeface="+mj-ea"/>
                          <a:cs typeface="Arial" panose="020B0604020202020204" pitchFamily="34" charset="0"/>
                          <a:sym typeface="Helvetica Neue Thin" panose="02000503000000020004"/>
                        </a:rPr>
                        <a:t>   </a:t>
                      </a:r>
                      <a:r>
                        <a:rPr lang="en-US" altLang="zh-CN" sz="1400" b="0" i="0" u="none" strike="noStrike" cap="none" spc="0" baseline="0" dirty="0">
                          <a:ln>
                            <a:noFill/>
                          </a:ln>
                          <a:solidFill>
                            <a:schemeClr val="tx1"/>
                          </a:solidFill>
                          <a:uFillTx/>
                          <a:latin typeface="Arial" panose="020B0604020202020204" pitchFamily="34" charset="0"/>
                          <a:ea typeface="+mj-ea"/>
                          <a:cs typeface="Arial" panose="020B0604020202020204" pitchFamily="34" charset="0"/>
                          <a:sym typeface="Helvetica Neue Thin" panose="02000503000000020004"/>
                        </a:rPr>
                        <a:t>adjustment is completed by 0.0005 </a:t>
                      </a:r>
                      <a:r>
                        <a:rPr lang="en-US" altLang="zh-CN" sz="1400" b="0" i="0" u="none" strike="noStrike" cap="none" spc="0" baseline="0" dirty="0" err="1">
                          <a:ln>
                            <a:noFill/>
                          </a:ln>
                          <a:solidFill>
                            <a:schemeClr val="tx1"/>
                          </a:solidFill>
                          <a:uFillTx/>
                          <a:latin typeface="Arial" panose="020B0604020202020204" pitchFamily="34" charset="0"/>
                          <a:ea typeface="+mj-ea"/>
                          <a:cs typeface="Arial" panose="020B0604020202020204" pitchFamily="34" charset="0"/>
                          <a:sym typeface="Helvetica Neue Thin" panose="02000503000000020004"/>
                        </a:rPr>
                        <a:t>mWb</a:t>
                      </a:r>
                      <a:r>
                        <a:rPr lang="en-US" altLang="zh-CN" sz="1400" b="0" i="0" u="none" strike="noStrike" cap="none" spc="0" baseline="0" dirty="0">
                          <a:ln>
                            <a:noFill/>
                          </a:ln>
                          <a:solidFill>
                            <a:schemeClr val="tx1"/>
                          </a:solidFill>
                          <a:uFillTx/>
                          <a:latin typeface="Arial" panose="020B0604020202020204" pitchFamily="34" charset="0"/>
                          <a:ea typeface="+mj-ea"/>
                          <a:cs typeface="Arial" panose="020B0604020202020204" pitchFamily="34" charset="0"/>
                          <a:sym typeface="Helvetica Neue Thin" panose="02000503000000020004"/>
                        </a:rPr>
                        <a:t> in one second (Pic. 1); 2) Put the standard sample on the test fixture, put it in the coil, press the red "Rest" key first, make the XYZ reading clear; and then press the "Zero" button. Keyboard to zero (Pic 2). Pull the product out of the coil 600 mm </a:t>
                      </a:r>
                    </a:p>
                    <a:p>
                      <a:pPr marL="0" marR="0" indent="0" algn="l" defTabSz="819150" rtl="0" latinLnBrk="0">
                        <a:lnSpc>
                          <a:spcPct val="100000"/>
                        </a:lnSpc>
                        <a:spcBef>
                          <a:spcPts val="0"/>
                        </a:spcBef>
                        <a:spcAft>
                          <a:spcPts val="0"/>
                        </a:spcAft>
                        <a:buClrTx/>
                        <a:buSzPct val="100000"/>
                        <a:buFontTx/>
                        <a:buNone/>
                        <a:defRPr sz="1800"/>
                      </a:pPr>
                      <a:r>
                        <a:rPr lang="zh-CN" altLang="en-US" sz="1400" b="0" i="0" u="none" strike="noStrike" cap="none" spc="0" baseline="0" dirty="0">
                          <a:ln>
                            <a:noFill/>
                          </a:ln>
                          <a:solidFill>
                            <a:schemeClr val="tx1"/>
                          </a:solidFill>
                          <a:uFillTx/>
                          <a:latin typeface="Arial" panose="020B0604020202020204" pitchFamily="34" charset="0"/>
                          <a:ea typeface="+mj-ea"/>
                          <a:cs typeface="Arial" panose="020B0604020202020204" pitchFamily="34" charset="0"/>
                          <a:sym typeface="Helvetica Neue Thin" panose="02000503000000020004"/>
                        </a:rPr>
                        <a:t>   </a:t>
                      </a:r>
                      <a:r>
                        <a:rPr lang="en-US" altLang="zh-CN" sz="1400" b="0" i="0" u="none" strike="noStrike" cap="none" spc="0" baseline="0" dirty="0">
                          <a:ln>
                            <a:noFill/>
                          </a:ln>
                          <a:solidFill>
                            <a:schemeClr val="tx1"/>
                          </a:solidFill>
                          <a:uFillTx/>
                          <a:latin typeface="Arial" panose="020B0604020202020204" pitchFamily="34" charset="0"/>
                          <a:ea typeface="+mj-ea"/>
                          <a:cs typeface="Arial" panose="020B0604020202020204" pitchFamily="34" charset="0"/>
                          <a:sym typeface="Helvetica Neue Thin" panose="02000503000000020004"/>
                        </a:rPr>
                        <a:t>horizontally and measure the result according to "Test". 3) Standard tolerance of magnetic moment of standard sample (±0.3%) (Pic 3);  4) Test the value of magnetic moment of standard sample Q1-Q5 within the fluctuation range of Table 1 (Pic 4), before formal test.</a:t>
                      </a:r>
                    </a:p>
                    <a:p>
                      <a:pPr marL="0" marR="0" indent="0" algn="l" defTabSz="819150" rtl="0" latinLnBrk="0">
                        <a:lnSpc>
                          <a:spcPct val="100000"/>
                        </a:lnSpc>
                        <a:spcBef>
                          <a:spcPts val="0"/>
                        </a:spcBef>
                        <a:spcAft>
                          <a:spcPts val="0"/>
                        </a:spcAft>
                        <a:buClrTx/>
                        <a:buSzPct val="100000"/>
                        <a:buFontTx/>
                        <a:buNone/>
                        <a:defRPr sz="1800"/>
                      </a:pPr>
                      <a:r>
                        <a:rPr lang="en-US" altLang="zh-CN" sz="1400" b="0" i="0" u="none" strike="noStrike" cap="none" spc="0" baseline="0" dirty="0" err="1">
                          <a:ln>
                            <a:noFill/>
                          </a:ln>
                          <a:solidFill>
                            <a:schemeClr val="tx1"/>
                          </a:solidFill>
                          <a:uFillTx/>
                          <a:latin typeface="Arial" panose="020B0604020202020204" pitchFamily="34" charset="0"/>
                          <a:ea typeface="+mj-ea"/>
                          <a:cs typeface="Arial" panose="020B0604020202020204" pitchFamily="34" charset="0"/>
                          <a:sym typeface="Helvetica Neue Thin" panose="02000503000000020004"/>
                        </a:rPr>
                        <a:t>b.Fixture</a:t>
                      </a:r>
                      <a:r>
                        <a:rPr lang="en-US" altLang="zh-CN" sz="1400" b="0" i="0" u="none" strike="noStrike" cap="none" spc="0" baseline="0" dirty="0">
                          <a:ln>
                            <a:noFill/>
                          </a:ln>
                          <a:solidFill>
                            <a:schemeClr val="tx1"/>
                          </a:solidFill>
                          <a:uFillTx/>
                          <a:latin typeface="Arial" panose="020B0604020202020204" pitchFamily="34" charset="0"/>
                          <a:ea typeface="+mj-ea"/>
                          <a:cs typeface="Arial" panose="020B0604020202020204" pitchFamily="34" charset="0"/>
                          <a:sym typeface="Helvetica Neue Thin" panose="02000503000000020004"/>
                        </a:rPr>
                        <a:t> and product placement: Use Fixture 1 (Pic. 5) to insert the product into the contour (Pic. 6)</a:t>
                      </a:r>
                    </a:p>
                    <a:p>
                      <a:pPr marL="0" marR="0" indent="0" algn="l" defTabSz="819150" rtl="0" latinLnBrk="0">
                        <a:lnSpc>
                          <a:spcPct val="100000"/>
                        </a:lnSpc>
                        <a:spcBef>
                          <a:spcPts val="0"/>
                        </a:spcBef>
                        <a:spcAft>
                          <a:spcPts val="0"/>
                        </a:spcAft>
                        <a:buClrTx/>
                        <a:buSzPct val="100000"/>
                        <a:buFontTx/>
                        <a:buNone/>
                        <a:defRPr sz="1800"/>
                      </a:pPr>
                      <a:r>
                        <a:rPr lang="en-US" altLang="zh-CN" sz="1400" b="0" i="0" u="none" strike="noStrike" cap="none" spc="0" baseline="0" dirty="0" err="1">
                          <a:ln>
                            <a:noFill/>
                          </a:ln>
                          <a:solidFill>
                            <a:schemeClr val="tx1"/>
                          </a:solidFill>
                          <a:uFillTx/>
                          <a:latin typeface="Arial" panose="020B0604020202020204" pitchFamily="34" charset="0"/>
                          <a:ea typeface="+mj-ea"/>
                          <a:cs typeface="Arial" panose="020B0604020202020204" pitchFamily="34" charset="0"/>
                          <a:sym typeface="Helvetica Neue Thin" panose="02000503000000020004"/>
                        </a:rPr>
                        <a:t>c.Measurement</a:t>
                      </a:r>
                      <a:r>
                        <a:rPr lang="en-US" altLang="zh-CN" sz="1400" b="0" i="0" u="none" strike="noStrike" cap="none" spc="0" baseline="0" dirty="0">
                          <a:ln>
                            <a:noFill/>
                          </a:ln>
                          <a:solidFill>
                            <a:schemeClr val="tx1"/>
                          </a:solidFill>
                          <a:uFillTx/>
                          <a:latin typeface="Arial" panose="020B0604020202020204" pitchFamily="34" charset="0"/>
                          <a:ea typeface="+mj-ea"/>
                          <a:cs typeface="Arial" panose="020B0604020202020204" pitchFamily="34" charset="0"/>
                          <a:sym typeface="Helvetica Neue Thin" panose="02000503000000020004"/>
                        </a:rPr>
                        <a:t>: First press the red "Rest" key to clear the XYZ reading; then press the "Zero" key to zero, pull the product out of the coil 600 mm (Pic. 7), press "Test" to measure the results, record the MM value-Unit </a:t>
                      </a:r>
                      <a:r>
                        <a:rPr lang="en-US" altLang="zh-CN" sz="1400" b="0" i="0" u="none" strike="noStrike" cap="none" spc="0" baseline="0" dirty="0" err="1">
                          <a:ln>
                            <a:noFill/>
                          </a:ln>
                          <a:solidFill>
                            <a:schemeClr val="tx1"/>
                          </a:solidFill>
                          <a:uFillTx/>
                          <a:latin typeface="Arial" panose="020B0604020202020204" pitchFamily="34" charset="0"/>
                          <a:ea typeface="+mj-ea"/>
                          <a:cs typeface="Arial" panose="020B0604020202020204" pitchFamily="34" charset="0"/>
                          <a:sym typeface="Helvetica Neue Thin" panose="02000503000000020004"/>
                        </a:rPr>
                        <a:t>uWb</a:t>
                      </a:r>
                      <a:r>
                        <a:rPr lang="en-US" altLang="zh-CN" sz="1400" b="0" i="0" u="none" strike="noStrike" cap="none" spc="0" baseline="0" dirty="0">
                          <a:ln>
                            <a:noFill/>
                          </a:ln>
                          <a:solidFill>
                            <a:schemeClr val="tx1"/>
                          </a:solidFill>
                          <a:uFillTx/>
                          <a:latin typeface="Arial" panose="020B0604020202020204" pitchFamily="34" charset="0"/>
                          <a:ea typeface="+mj-ea"/>
                          <a:cs typeface="Arial" panose="020B0604020202020204" pitchFamily="34" charset="0"/>
                          <a:sym typeface="Helvetica Neue Thin" panose="02000503000000020004"/>
                        </a:rPr>
                        <a:t>*cm  (Pic. 8)</a:t>
                      </a:r>
                      <a:r>
                        <a:rPr lang="en-US" altLang="zh-CN" sz="1600" b="0" i="0" u="none" strike="noStrike" cap="none" spc="0" baseline="0" dirty="0">
                          <a:ln>
                            <a:noFill/>
                          </a:ln>
                          <a:solidFill>
                            <a:srgbClr val="000000"/>
                          </a:solidFill>
                          <a:effectLst/>
                          <a:uFillTx/>
                          <a:latin typeface="+mj-lt"/>
                          <a:ea typeface="+mj-ea"/>
                          <a:cs typeface="+mj-cs"/>
                          <a:sym typeface="Helvetica Neue Light"/>
                        </a:rPr>
                        <a:t>  </a:t>
                      </a:r>
                    </a:p>
                    <a:p>
                      <a:pPr marL="0" marR="0" indent="0" algn="l" defTabSz="819150" rtl="0" latinLnBrk="0">
                        <a:lnSpc>
                          <a:spcPct val="100000"/>
                        </a:lnSpc>
                        <a:spcBef>
                          <a:spcPts val="0"/>
                        </a:spcBef>
                        <a:spcAft>
                          <a:spcPts val="0"/>
                        </a:spcAft>
                        <a:buClrTx/>
                        <a:buSzPct val="100000"/>
                        <a:buFontTx/>
                        <a:buNone/>
                        <a:defRPr sz="1800"/>
                      </a:pPr>
                      <a:r>
                        <a:rPr lang="en-US" altLang="zh-CN" sz="1400" b="0" i="0" u="none" strike="noStrike" cap="none" spc="0" baseline="0" dirty="0" err="1">
                          <a:ln>
                            <a:noFill/>
                          </a:ln>
                          <a:solidFill>
                            <a:schemeClr val="tx1"/>
                          </a:solidFill>
                          <a:uFillTx/>
                          <a:latin typeface="Arial" panose="020B0604020202020204" pitchFamily="34" charset="0"/>
                          <a:ea typeface="+mj-ea"/>
                          <a:cs typeface="Arial" panose="020B0604020202020204" pitchFamily="34" charset="0"/>
                          <a:sym typeface="Helvetica Neue Thin" panose="02000503000000020004"/>
                        </a:rPr>
                        <a:t>d.Key</a:t>
                      </a:r>
                      <a:r>
                        <a:rPr lang="en-US" altLang="zh-CN" sz="1400" b="0" i="0" u="none" strike="noStrike" cap="none" spc="0" baseline="0" dirty="0">
                          <a:ln>
                            <a:noFill/>
                          </a:ln>
                          <a:solidFill>
                            <a:schemeClr val="tx1"/>
                          </a:solidFill>
                          <a:uFillTx/>
                          <a:latin typeface="Arial" panose="020B0604020202020204" pitchFamily="34" charset="0"/>
                          <a:ea typeface="+mj-ea"/>
                          <a:cs typeface="Arial" panose="020B0604020202020204" pitchFamily="34" charset="0"/>
                          <a:sym typeface="Helvetica Neue Thin" panose="02000503000000020004"/>
                        </a:rPr>
                        <a:t> </a:t>
                      </a:r>
                      <a:r>
                        <a:rPr lang="en-US" altLang="zh-CN" sz="1400" b="0" i="0" u="none" strike="noStrike" cap="none" spc="0" baseline="0" dirty="0" err="1">
                          <a:ln>
                            <a:noFill/>
                          </a:ln>
                          <a:solidFill>
                            <a:schemeClr val="tx1"/>
                          </a:solidFill>
                          <a:uFillTx/>
                          <a:latin typeface="Arial" panose="020B0604020202020204" pitchFamily="34" charset="0"/>
                          <a:ea typeface="+mj-ea"/>
                          <a:cs typeface="Arial" panose="020B0604020202020204" pitchFamily="34" charset="0"/>
                          <a:sym typeface="Helvetica Neue Thin" panose="02000503000000020004"/>
                        </a:rPr>
                        <a:t>points:No</a:t>
                      </a:r>
                      <a:r>
                        <a:rPr lang="en-US" altLang="zh-CN" sz="1400" b="0" i="0" u="none" strike="noStrike" cap="none" spc="0" baseline="0" dirty="0">
                          <a:ln>
                            <a:noFill/>
                          </a:ln>
                          <a:solidFill>
                            <a:schemeClr val="tx1"/>
                          </a:solidFill>
                          <a:uFillTx/>
                          <a:latin typeface="Arial" panose="020B0604020202020204" pitchFamily="34" charset="0"/>
                          <a:ea typeface="+mj-ea"/>
                          <a:cs typeface="Arial" panose="020B0604020202020204" pitchFamily="34" charset="0"/>
                          <a:sym typeface="Helvetica Neue Thin" panose="02000503000000020004"/>
                        </a:rPr>
                        <a:t> electronic equipment, magnetic materials, metals, etc. shall be available </a:t>
                      </a:r>
                      <a:endParaRPr lang="en-US" altLang="zh-CN" sz="1400" dirty="0">
                        <a:latin typeface="Arial" panose="020B0604020202020204" pitchFamily="34" charset="0"/>
                        <a:cs typeface="Arial" panose="020B0604020202020204" pitchFamily="34" charset="0"/>
                      </a:endParaRPr>
                    </a:p>
                    <a:p>
                      <a:pPr algn="l" defTabSz="409575">
                        <a:defRPr sz="2500">
                          <a:latin typeface="Helvetica Neue Light"/>
                          <a:ea typeface="Helvetica Neue Light"/>
                          <a:cs typeface="Helvetica Neue Light"/>
                        </a:defRPr>
                      </a:pPr>
                      <a:endParaRPr dirty="0">
                        <a:latin typeface="Arial" panose="020B0604020202020204" pitchFamily="34" charset="0"/>
                        <a:cs typeface="Arial" panose="020B0604020202020204" pitchFamily="34" charset="0"/>
                      </a:endParaRPr>
                    </a:p>
                    <a:p>
                      <a:pPr algn="l" defTabSz="409575">
                        <a:defRPr sz="2500">
                          <a:latin typeface="Helvetica Neue Light"/>
                          <a:ea typeface="Helvetica Neue Light"/>
                          <a:cs typeface="Helvetica Neue Light"/>
                        </a:defRPr>
                      </a:pPr>
                      <a:endParaRPr dirty="0">
                        <a:latin typeface="Arial" panose="020B0604020202020204" pitchFamily="34" charset="0"/>
                        <a:cs typeface="Arial" panose="020B0604020202020204" pitchFamily="34" charset="0"/>
                      </a:endParaRPr>
                    </a:p>
                    <a:p>
                      <a:pPr algn="l" defTabSz="409575">
                        <a:defRPr sz="2500">
                          <a:latin typeface="Helvetica Neue Light"/>
                          <a:ea typeface="Helvetica Neue Light"/>
                          <a:cs typeface="Helvetica Neue Light"/>
                        </a:defRPr>
                      </a:pPr>
                      <a:endParaRPr sz="2800" dirty="0">
                        <a:latin typeface="Arial" panose="020B0604020202020204" pitchFamily="34" charset="0"/>
                        <a:cs typeface="Arial" panose="020B0604020202020204" pitchFamily="34" charset="0"/>
                      </a:endParaRPr>
                    </a:p>
                    <a:p>
                      <a:pPr algn="l" defTabSz="409575">
                        <a:defRPr sz="2800">
                          <a:latin typeface="Helvetica Neue Light"/>
                          <a:ea typeface="Helvetica Neue Light"/>
                          <a:cs typeface="Helvetica Neue Light"/>
                        </a:defRPr>
                      </a:pPr>
                      <a:endParaRPr sz="2800" dirty="0">
                        <a:latin typeface="Arial" panose="020B0604020202020204" pitchFamily="34" charset="0"/>
                        <a:cs typeface="Arial" panose="020B0604020202020204" pitchFamily="34" charset="0"/>
                      </a:endParaRPr>
                    </a:p>
                  </a:txBody>
                  <a:tcPr marL="12700" marR="12700" marT="12700" marB="127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defTabSz="409575">
                        <a:defRPr sz="2600">
                          <a:sym typeface="Helvetica Neue Medium"/>
                        </a:defRPr>
                      </a:pPr>
                      <a:r>
                        <a:rPr dirty="0">
                          <a:latin typeface="Arial" panose="020B0604020202020204" pitchFamily="34" charset="0"/>
                          <a:cs typeface="Arial" panose="020B0604020202020204" pitchFamily="34" charset="0"/>
                        </a:rPr>
                        <a:t>1 . Measurement Method ：Three Axis </a:t>
                      </a:r>
                      <a:r>
                        <a:rPr dirty="0" err="1">
                          <a:latin typeface="Arial" panose="020B0604020202020204" pitchFamily="34" charset="0"/>
                          <a:cs typeface="Arial" panose="020B0604020202020204" pitchFamily="34" charset="0"/>
                        </a:rPr>
                        <a:t>Fluxmeter</a:t>
                      </a:r>
                      <a:r>
                        <a:rPr dirty="0">
                          <a:latin typeface="Arial" panose="020B0604020202020204" pitchFamily="34" charset="0"/>
                          <a:cs typeface="Arial" panose="020B0604020202020204" pitchFamily="34" charset="0"/>
                        </a:rPr>
                        <a:t>+</a:t>
                      </a:r>
                      <a:r>
                        <a:rPr lang="en-US" dirty="0">
                          <a:latin typeface="Arial" panose="020B0604020202020204" pitchFamily="34" charset="0"/>
                          <a:cs typeface="Arial" panose="020B0604020202020204" pitchFamily="34" charset="0"/>
                        </a:rPr>
                        <a:t> </a:t>
                      </a:r>
                      <a:r>
                        <a:rPr dirty="0">
                          <a:latin typeface="Arial" panose="020B0604020202020204" pitchFamily="34" charset="0"/>
                          <a:cs typeface="Arial" panose="020B0604020202020204" pitchFamily="34" charset="0"/>
                        </a:rPr>
                        <a:t>Helmholtz coil</a:t>
                      </a:r>
                    </a:p>
                    <a:p>
                      <a:pPr marL="0" marR="0" indent="0" algn="l" defTabSz="409575" eaLnBrk="1" fontAlgn="auto" latinLnBrk="0" hangingPunct="1">
                        <a:lnSpc>
                          <a:spcPct val="100000"/>
                        </a:lnSpc>
                        <a:spcBef>
                          <a:spcPts val="0"/>
                        </a:spcBef>
                        <a:spcAft>
                          <a:spcPts val="0"/>
                        </a:spcAft>
                        <a:buClrTx/>
                        <a:buSzTx/>
                        <a:buFontTx/>
                        <a:buNone/>
                        <a:tabLst/>
                        <a:defRPr sz="2600">
                          <a:sym typeface="Helvetica Neue Medium"/>
                        </a:defRPr>
                      </a:pPr>
                      <a:r>
                        <a:rPr dirty="0">
                          <a:latin typeface="Arial" panose="020B0604020202020204" pitchFamily="34" charset="0"/>
                          <a:cs typeface="Arial" panose="020B0604020202020204" pitchFamily="34" charset="0"/>
                        </a:rPr>
                        <a:t>2. </a:t>
                      </a:r>
                      <a:r>
                        <a:rPr lang="en-US" altLang="zh-CN" sz="2600" b="0" i="0" u="none" strike="noStrike" cap="none" spc="0" baseline="0" dirty="0">
                          <a:ln>
                            <a:noFill/>
                          </a:ln>
                          <a:solidFill>
                            <a:srgbClr val="000000"/>
                          </a:solidFill>
                          <a:uFillTx/>
                          <a:latin typeface="Arial" panose="020B0604020202020204" pitchFamily="34" charset="0"/>
                          <a:ea typeface="+mj-ea"/>
                          <a:cs typeface="Arial" panose="020B0604020202020204" pitchFamily="34" charset="0"/>
                          <a:sym typeface="Helvetica Neue Light"/>
                        </a:rPr>
                        <a:t>Fixture </a:t>
                      </a:r>
                      <a:r>
                        <a:rPr lang="zh-CN" altLang="en-US" sz="2600" b="0" i="0" u="none" strike="noStrike" cap="none" spc="0" baseline="0" dirty="0">
                          <a:ln>
                            <a:noFill/>
                          </a:ln>
                          <a:solidFill>
                            <a:srgbClr val="000000"/>
                          </a:solidFill>
                          <a:uFillTx/>
                          <a:latin typeface="Arial" panose="020B0604020202020204" pitchFamily="34" charset="0"/>
                          <a:ea typeface="+mj-ea"/>
                          <a:cs typeface="Arial" panose="020B0604020202020204" pitchFamily="34" charset="0"/>
                          <a:sym typeface="Helvetica Neue Light"/>
                        </a:rPr>
                        <a:t>：</a:t>
                      </a:r>
                      <a:r>
                        <a:rPr lang="en-US" altLang="zh-CN" sz="2600" b="0" i="0" u="none" strike="noStrike" cap="none" spc="0" baseline="0" dirty="0">
                          <a:ln>
                            <a:noFill/>
                          </a:ln>
                          <a:solidFill>
                            <a:srgbClr val="000000"/>
                          </a:solidFill>
                          <a:uFillTx/>
                          <a:latin typeface="Arial" panose="020B0604020202020204" pitchFamily="34" charset="0"/>
                          <a:ea typeface="+mj-ea"/>
                          <a:cs typeface="Arial" panose="020B0604020202020204" pitchFamily="34" charset="0"/>
                          <a:sym typeface="Helvetica Neue Medium"/>
                        </a:rPr>
                        <a:t>J-R240-1#</a:t>
                      </a:r>
                      <a:endParaRPr dirty="0">
                        <a:latin typeface="Arial" panose="020B0604020202020204" pitchFamily="34" charset="0"/>
                        <a:cs typeface="Arial" panose="020B0604020202020204" pitchFamily="34" charset="0"/>
                      </a:endParaRPr>
                    </a:p>
                    <a:p>
                      <a:pPr marL="0" marR="0" indent="0" algn="l" defTabSz="409575" eaLnBrk="1" fontAlgn="auto" latinLnBrk="0" hangingPunct="1">
                        <a:lnSpc>
                          <a:spcPct val="100000"/>
                        </a:lnSpc>
                        <a:spcBef>
                          <a:spcPts val="0"/>
                        </a:spcBef>
                        <a:spcAft>
                          <a:spcPts val="0"/>
                        </a:spcAft>
                        <a:buClrTx/>
                        <a:buSzTx/>
                        <a:buFontTx/>
                        <a:buNone/>
                        <a:tabLst/>
                        <a:defRPr sz="2600">
                          <a:sym typeface="Helvetica Neue Medium"/>
                        </a:defRPr>
                      </a:pPr>
                      <a:r>
                        <a:rPr dirty="0">
                          <a:latin typeface="Arial" panose="020B0604020202020204" pitchFamily="34" charset="0"/>
                          <a:cs typeface="Arial" panose="020B0604020202020204" pitchFamily="34" charset="0"/>
                        </a:rPr>
                        <a:t>3.  Measurement status ：</a:t>
                      </a:r>
                      <a:r>
                        <a:rPr lang="en-US" altLang="zh-CN" sz="2600" b="0" i="0" u="none" strike="noStrike" cap="none" spc="0" baseline="0" dirty="0">
                          <a:ln>
                            <a:noFill/>
                          </a:ln>
                          <a:solidFill>
                            <a:srgbClr val="000000"/>
                          </a:solidFill>
                          <a:uFillTx/>
                          <a:latin typeface="Arial" panose="020B0604020202020204" pitchFamily="34" charset="0"/>
                          <a:ea typeface="+mj-ea"/>
                          <a:cs typeface="Arial" panose="020B0604020202020204" pitchFamily="34" charset="0"/>
                          <a:sym typeface="Helvetica Neue Light"/>
                        </a:rPr>
                        <a:t>Constrained </a:t>
                      </a:r>
                    </a:p>
                    <a:p>
                      <a:pPr algn="l" defTabSz="409575">
                        <a:defRPr sz="2600">
                          <a:sym typeface="Helvetica Neue Medium"/>
                        </a:defRPr>
                      </a:pPr>
                      <a:r>
                        <a:rPr dirty="0">
                          <a:latin typeface="Arial" panose="020B0604020202020204" pitchFamily="34" charset="0"/>
                          <a:cs typeface="Arial" panose="020B0604020202020204" pitchFamily="34" charset="0"/>
                        </a:rPr>
                        <a:t>4.  Measurement procedure ：Same as the </a:t>
                      </a:r>
                      <a:r>
                        <a:rPr lang="en-US" dirty="0">
                          <a:latin typeface="Arial" panose="020B0604020202020204" pitchFamily="34" charset="0"/>
                          <a:cs typeface="Arial" panose="020B0604020202020204" pitchFamily="34" charset="0"/>
                        </a:rPr>
                        <a:t>CPK</a:t>
                      </a:r>
                      <a:endParaRPr dirty="0">
                        <a:latin typeface="Arial" panose="020B0604020202020204" pitchFamily="34" charset="0"/>
                        <a:cs typeface="Arial" panose="020B0604020202020204" pitchFamily="34" charset="0"/>
                      </a:endParaRPr>
                    </a:p>
                  </a:txBody>
                  <a:tcPr marL="12700" marR="12700" marT="12700" marB="127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sp>
        <p:nvSpPr>
          <p:cNvPr id="80" name="MTD | X1335 Metrology Details-Magnet 160-02017-05 (Series)">
            <a:extLst>
              <a:ext uri="{FF2B5EF4-FFF2-40B4-BE49-F238E27FC236}">
                <a16:creationId xmlns:a16="http://schemas.microsoft.com/office/drawing/2014/main" id="{97E9F8AC-CB39-1B4D-BC63-0DDCCB87880A}"/>
              </a:ext>
            </a:extLst>
          </p:cNvPr>
          <p:cNvSpPr txBox="1">
            <a:spLocks/>
          </p:cNvSpPr>
          <p:nvPr/>
        </p:nvSpPr>
        <p:spPr>
          <a:xfrm>
            <a:off x="851245" y="959195"/>
            <a:ext cx="14591955" cy="84420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noAutofit/>
          </a:bodyPr>
          <a:lstStyle>
            <a:lvl1pPr marL="0" marR="0" indent="0" algn="ctr" defTabSz="821530" rtl="0" latinLnBrk="0">
              <a:lnSpc>
                <a:spcPct val="100000"/>
              </a:lnSpc>
              <a:spcBef>
                <a:spcPts val="0"/>
              </a:spcBef>
              <a:spcAft>
                <a:spcPts val="0"/>
              </a:spcAft>
              <a:buClrTx/>
              <a:buSzTx/>
              <a:buFontTx/>
              <a:buNone/>
              <a:tabLst/>
              <a:defRPr sz="11200" b="0" i="0" u="none" strike="noStrike" cap="none" spc="0" baseline="0">
                <a:ln>
                  <a:noFill/>
                </a:ln>
                <a:solidFill>
                  <a:srgbClr val="000000"/>
                </a:solidFill>
                <a:uFillTx/>
                <a:latin typeface="+mj-lt"/>
                <a:ea typeface="+mj-ea"/>
                <a:cs typeface="+mj-cs"/>
                <a:sym typeface="Helvetica Neue Medium"/>
              </a:defRPr>
            </a:lvl1pPr>
            <a:lvl2pPr marL="0" marR="0" indent="0" algn="ctr" defTabSz="821530" rtl="0" latinLnBrk="0">
              <a:lnSpc>
                <a:spcPct val="100000"/>
              </a:lnSpc>
              <a:spcBef>
                <a:spcPts val="0"/>
              </a:spcBef>
              <a:spcAft>
                <a:spcPts val="0"/>
              </a:spcAft>
              <a:buClrTx/>
              <a:buSzTx/>
              <a:buFontTx/>
              <a:buNone/>
              <a:tabLst/>
              <a:defRPr sz="11200" b="0" i="0" u="none" strike="noStrike" cap="none" spc="0" baseline="0">
                <a:ln>
                  <a:noFill/>
                </a:ln>
                <a:solidFill>
                  <a:srgbClr val="000000"/>
                </a:solidFill>
                <a:uFillTx/>
                <a:latin typeface="+mj-lt"/>
                <a:ea typeface="+mj-ea"/>
                <a:cs typeface="+mj-cs"/>
                <a:sym typeface="Helvetica Neue Medium"/>
              </a:defRPr>
            </a:lvl2pPr>
            <a:lvl3pPr marL="0" marR="0" indent="0" algn="ctr" defTabSz="821530" rtl="0" latinLnBrk="0">
              <a:lnSpc>
                <a:spcPct val="100000"/>
              </a:lnSpc>
              <a:spcBef>
                <a:spcPts val="0"/>
              </a:spcBef>
              <a:spcAft>
                <a:spcPts val="0"/>
              </a:spcAft>
              <a:buClrTx/>
              <a:buSzTx/>
              <a:buFontTx/>
              <a:buNone/>
              <a:tabLst/>
              <a:defRPr sz="11200" b="0" i="0" u="none" strike="noStrike" cap="none" spc="0" baseline="0">
                <a:ln>
                  <a:noFill/>
                </a:ln>
                <a:solidFill>
                  <a:srgbClr val="000000"/>
                </a:solidFill>
                <a:uFillTx/>
                <a:latin typeface="+mj-lt"/>
                <a:ea typeface="+mj-ea"/>
                <a:cs typeface="+mj-cs"/>
                <a:sym typeface="Helvetica Neue Medium"/>
              </a:defRPr>
            </a:lvl3pPr>
            <a:lvl4pPr marL="0" marR="0" indent="0" algn="ctr" defTabSz="821530" rtl="0" latinLnBrk="0">
              <a:lnSpc>
                <a:spcPct val="100000"/>
              </a:lnSpc>
              <a:spcBef>
                <a:spcPts val="0"/>
              </a:spcBef>
              <a:spcAft>
                <a:spcPts val="0"/>
              </a:spcAft>
              <a:buClrTx/>
              <a:buSzTx/>
              <a:buFontTx/>
              <a:buNone/>
              <a:tabLst/>
              <a:defRPr sz="11200" b="0" i="0" u="none" strike="noStrike" cap="none" spc="0" baseline="0">
                <a:ln>
                  <a:noFill/>
                </a:ln>
                <a:solidFill>
                  <a:srgbClr val="000000"/>
                </a:solidFill>
                <a:uFillTx/>
                <a:latin typeface="+mj-lt"/>
                <a:ea typeface="+mj-ea"/>
                <a:cs typeface="+mj-cs"/>
                <a:sym typeface="Helvetica Neue Medium"/>
              </a:defRPr>
            </a:lvl4pPr>
            <a:lvl5pPr marL="0" marR="0" indent="0" algn="ctr" defTabSz="821530" rtl="0" latinLnBrk="0">
              <a:lnSpc>
                <a:spcPct val="100000"/>
              </a:lnSpc>
              <a:spcBef>
                <a:spcPts val="0"/>
              </a:spcBef>
              <a:spcAft>
                <a:spcPts val="0"/>
              </a:spcAft>
              <a:buClrTx/>
              <a:buSzTx/>
              <a:buFontTx/>
              <a:buNone/>
              <a:tabLst/>
              <a:defRPr sz="11200" b="0" i="0" u="none" strike="noStrike" cap="none" spc="0" baseline="0">
                <a:ln>
                  <a:noFill/>
                </a:ln>
                <a:solidFill>
                  <a:srgbClr val="000000"/>
                </a:solidFill>
                <a:uFillTx/>
                <a:latin typeface="+mj-lt"/>
                <a:ea typeface="+mj-ea"/>
                <a:cs typeface="+mj-cs"/>
                <a:sym typeface="Helvetica Neue Medium"/>
              </a:defRPr>
            </a:lvl5pPr>
            <a:lvl6pPr marL="0" marR="0" indent="0" algn="ctr" defTabSz="821530" rtl="0" latinLnBrk="0">
              <a:lnSpc>
                <a:spcPct val="100000"/>
              </a:lnSpc>
              <a:spcBef>
                <a:spcPts val="0"/>
              </a:spcBef>
              <a:spcAft>
                <a:spcPts val="0"/>
              </a:spcAft>
              <a:buClrTx/>
              <a:buSzTx/>
              <a:buFontTx/>
              <a:buNone/>
              <a:tabLst/>
              <a:defRPr sz="11200" b="0" i="0" u="none" strike="noStrike" cap="none" spc="0" baseline="0">
                <a:ln>
                  <a:noFill/>
                </a:ln>
                <a:solidFill>
                  <a:srgbClr val="000000"/>
                </a:solidFill>
                <a:uFillTx/>
                <a:latin typeface="+mj-lt"/>
                <a:ea typeface="+mj-ea"/>
                <a:cs typeface="+mj-cs"/>
                <a:sym typeface="Helvetica Neue Medium"/>
              </a:defRPr>
            </a:lvl6pPr>
            <a:lvl7pPr marL="0" marR="0" indent="0" algn="ctr" defTabSz="821530" rtl="0" latinLnBrk="0">
              <a:lnSpc>
                <a:spcPct val="100000"/>
              </a:lnSpc>
              <a:spcBef>
                <a:spcPts val="0"/>
              </a:spcBef>
              <a:spcAft>
                <a:spcPts val="0"/>
              </a:spcAft>
              <a:buClrTx/>
              <a:buSzTx/>
              <a:buFontTx/>
              <a:buNone/>
              <a:tabLst/>
              <a:defRPr sz="11200" b="0" i="0" u="none" strike="noStrike" cap="none" spc="0" baseline="0">
                <a:ln>
                  <a:noFill/>
                </a:ln>
                <a:solidFill>
                  <a:srgbClr val="000000"/>
                </a:solidFill>
                <a:uFillTx/>
                <a:latin typeface="+mj-lt"/>
                <a:ea typeface="+mj-ea"/>
                <a:cs typeface="+mj-cs"/>
                <a:sym typeface="Helvetica Neue Medium"/>
              </a:defRPr>
            </a:lvl7pPr>
            <a:lvl8pPr marL="0" marR="0" indent="0" algn="ctr" defTabSz="821530" rtl="0" latinLnBrk="0">
              <a:lnSpc>
                <a:spcPct val="100000"/>
              </a:lnSpc>
              <a:spcBef>
                <a:spcPts val="0"/>
              </a:spcBef>
              <a:spcAft>
                <a:spcPts val="0"/>
              </a:spcAft>
              <a:buClrTx/>
              <a:buSzTx/>
              <a:buFontTx/>
              <a:buNone/>
              <a:tabLst/>
              <a:defRPr sz="11200" b="0" i="0" u="none" strike="noStrike" cap="none" spc="0" baseline="0">
                <a:ln>
                  <a:noFill/>
                </a:ln>
                <a:solidFill>
                  <a:srgbClr val="000000"/>
                </a:solidFill>
                <a:uFillTx/>
                <a:latin typeface="+mj-lt"/>
                <a:ea typeface="+mj-ea"/>
                <a:cs typeface="+mj-cs"/>
                <a:sym typeface="Helvetica Neue Medium"/>
              </a:defRPr>
            </a:lvl8pPr>
            <a:lvl9pPr marL="0" marR="0" indent="0" algn="ctr" defTabSz="821530" rtl="0" latinLnBrk="0">
              <a:lnSpc>
                <a:spcPct val="100000"/>
              </a:lnSpc>
              <a:spcBef>
                <a:spcPts val="0"/>
              </a:spcBef>
              <a:spcAft>
                <a:spcPts val="0"/>
              </a:spcAft>
              <a:buClrTx/>
              <a:buSzTx/>
              <a:buFontTx/>
              <a:buNone/>
              <a:tabLst/>
              <a:defRPr sz="11200" b="0" i="0" u="none" strike="noStrike" cap="none" spc="0" baseline="0">
                <a:ln>
                  <a:noFill/>
                </a:ln>
                <a:solidFill>
                  <a:srgbClr val="000000"/>
                </a:solidFill>
                <a:uFillTx/>
                <a:latin typeface="+mj-lt"/>
                <a:ea typeface="+mj-ea"/>
                <a:cs typeface="+mj-cs"/>
                <a:sym typeface="Helvetica Neue Medium"/>
              </a:defRPr>
            </a:lvl9pPr>
          </a:lstStyle>
          <a:p>
            <a:pPr algn="l" defTabSz="212866" hangingPunct="1">
              <a:defRPr sz="4400">
                <a:solidFill>
                  <a:srgbClr val="024C90"/>
                </a:solidFill>
                <a:latin typeface="Helvetica Neue Light"/>
                <a:ea typeface="Helvetica Neue Light"/>
                <a:cs typeface="Helvetica Neue Light"/>
                <a:sym typeface="Helvetica Neue Light"/>
              </a:defRPr>
            </a:pPr>
            <a:r>
              <a:rPr lang="en" sz="4400" dirty="0">
                <a:solidFill>
                  <a:srgbClr val="024C90"/>
                </a:solidFill>
                <a:latin typeface="Arial" panose="020B0604020202020204" pitchFamily="34" charset="0"/>
                <a:ea typeface="Helvetica Neue Light"/>
                <a:cs typeface="Arial" panose="020B0604020202020204" pitchFamily="34" charset="0"/>
                <a:sym typeface="Helvetica Neue Light"/>
              </a:rPr>
              <a:t>MTD</a:t>
            </a:r>
            <a:r>
              <a:rPr lang="en" sz="4400" dirty="0">
                <a:latin typeface="Arial" panose="020B0604020202020204" pitchFamily="34" charset="0"/>
                <a:ea typeface="Helvetica Neue Light"/>
                <a:cs typeface="Arial" panose="020B0604020202020204" pitchFamily="34" charset="0"/>
                <a:sym typeface="Helvetica Neue Light"/>
              </a:rPr>
              <a:t> | </a:t>
            </a:r>
            <a:r>
              <a:rPr lang="en-US" sz="4400" dirty="0">
                <a:solidFill>
                  <a:schemeClr val="tx1"/>
                </a:solidFill>
                <a:latin typeface="Arial" panose="020B0604020202020204" pitchFamily="34" charset="0"/>
                <a:ea typeface="Helvetica Neue Light"/>
                <a:cs typeface="Arial" panose="020B0604020202020204" pitchFamily="34" charset="0"/>
                <a:sym typeface="Helvetica Neue Light"/>
              </a:rPr>
              <a:t>R240</a:t>
            </a:r>
            <a:r>
              <a:rPr lang="en" sz="4400" dirty="0">
                <a:latin typeface="Arial" panose="020B0604020202020204" pitchFamily="34" charset="0"/>
                <a:ea typeface="Helvetica Neue Light"/>
                <a:cs typeface="Arial" panose="020B0604020202020204" pitchFamily="34" charset="0"/>
                <a:sym typeface="Helvetica Neue Light"/>
              </a:rPr>
              <a:t> </a:t>
            </a:r>
            <a:r>
              <a:rPr lang="en" sz="4400" dirty="0">
                <a:solidFill>
                  <a:schemeClr val="tx1"/>
                </a:solidFill>
                <a:latin typeface="Arial" panose="020B0604020202020204" pitchFamily="34" charset="0"/>
                <a:ea typeface="Helvetica Neue Light"/>
                <a:cs typeface="Arial" panose="020B0604020202020204" pitchFamily="34" charset="0"/>
                <a:sym typeface="Helvetica Neue Light"/>
              </a:rPr>
              <a:t>Metrology Details-Magnet </a:t>
            </a:r>
            <a:r>
              <a:rPr lang="sv-SE" altLang="zh-CN" sz="4400" dirty="0">
                <a:solidFill>
                  <a:schemeClr val="tx1"/>
                </a:solidFill>
                <a:latin typeface="Arial" panose="020B0604020202020204" pitchFamily="34" charset="0"/>
                <a:ea typeface="Helvetica Neue Light"/>
                <a:cs typeface="Arial" panose="020B0604020202020204" pitchFamily="34" charset="0"/>
                <a:sym typeface="Helvetica Neue Light"/>
              </a:rPr>
              <a:t>099-53721-08</a:t>
            </a:r>
          </a:p>
        </p:txBody>
      </p:sp>
      <p:graphicFrame>
        <p:nvGraphicFramePr>
          <p:cNvPr id="60" name="表格 59"/>
          <p:cNvGraphicFramePr>
            <a:graphicFrameLocks noGrp="1"/>
          </p:cNvGraphicFramePr>
          <p:nvPr>
            <p:extLst>
              <p:ext uri="{D42A27DB-BD31-4B8C-83A1-F6EECF244321}">
                <p14:modId xmlns:p14="http://schemas.microsoft.com/office/powerpoint/2010/main" val="3801911456"/>
              </p:ext>
            </p:extLst>
          </p:nvPr>
        </p:nvGraphicFramePr>
        <p:xfrm>
          <a:off x="17948713" y="4861925"/>
          <a:ext cx="4568387" cy="5029896"/>
        </p:xfrm>
        <a:graphic>
          <a:graphicData uri="http://schemas.openxmlformats.org/drawingml/2006/table">
            <a:tbl>
              <a:tblPr/>
              <a:tblGrid>
                <a:gridCol w="501956">
                  <a:extLst>
                    <a:ext uri="{9D8B030D-6E8A-4147-A177-3AD203B41FA5}">
                      <a16:colId xmlns:a16="http://schemas.microsoft.com/office/drawing/2014/main" val="20000"/>
                    </a:ext>
                  </a:extLst>
                </a:gridCol>
                <a:gridCol w="1693019">
                  <a:extLst>
                    <a:ext uri="{9D8B030D-6E8A-4147-A177-3AD203B41FA5}">
                      <a16:colId xmlns:a16="http://schemas.microsoft.com/office/drawing/2014/main" val="20003"/>
                    </a:ext>
                  </a:extLst>
                </a:gridCol>
                <a:gridCol w="101491">
                  <a:extLst>
                    <a:ext uri="{9D8B030D-6E8A-4147-A177-3AD203B41FA5}">
                      <a16:colId xmlns:a16="http://schemas.microsoft.com/office/drawing/2014/main" val="20002"/>
                    </a:ext>
                  </a:extLst>
                </a:gridCol>
                <a:gridCol w="576809">
                  <a:extLst>
                    <a:ext uri="{9D8B030D-6E8A-4147-A177-3AD203B41FA5}">
                      <a16:colId xmlns:a16="http://schemas.microsoft.com/office/drawing/2014/main" val="20004"/>
                    </a:ext>
                  </a:extLst>
                </a:gridCol>
                <a:gridCol w="1695112">
                  <a:extLst>
                    <a:ext uri="{9D8B030D-6E8A-4147-A177-3AD203B41FA5}">
                      <a16:colId xmlns:a16="http://schemas.microsoft.com/office/drawing/2014/main" val="20005"/>
                    </a:ext>
                  </a:extLst>
                </a:gridCol>
              </a:tblGrid>
              <a:tr h="285384">
                <a:tc>
                  <a:txBody>
                    <a:bodyPr/>
                    <a:lstStyle/>
                    <a:p>
                      <a:pPr algn="ctr" fontAlgn="ctr"/>
                      <a:r>
                        <a:rPr lang="en-US" sz="1200" b="0" i="0" u="none" strike="noStrike" dirty="0">
                          <a:solidFill>
                            <a:srgbClr val="000000"/>
                          </a:solidFill>
                          <a:effectLst/>
                          <a:latin typeface="Arial" panose="020B0604020202020204" pitchFamily="34" charset="0"/>
                          <a:ea typeface="Arial Unicode MS" panose="020B0604020202020204" pitchFamily="34" charset="-122"/>
                          <a:cs typeface="Arial" panose="020B0604020202020204" pitchFamily="34" charset="0"/>
                        </a:rPr>
                        <a:t>No.</a:t>
                      </a:r>
                    </a:p>
                  </a:txBody>
                  <a:tcPr marL="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56C1FF"/>
                    </a:solidFill>
                  </a:tcPr>
                </a:tc>
                <a:tc>
                  <a:txBody>
                    <a:bodyPr/>
                    <a:lstStyle/>
                    <a:p>
                      <a:pPr algn="ctr" fontAlgn="ctr"/>
                      <a:r>
                        <a:rPr lang="en-US" altLang="zh-CN" sz="1200" b="0" i="0" u="none" strike="noStrike" cap="none" spc="0" baseline="0" dirty="0">
                          <a:ln>
                            <a:noFill/>
                          </a:ln>
                          <a:solidFill>
                            <a:schemeClr val="tx1"/>
                          </a:solidFill>
                          <a:effectLst/>
                          <a:uFillTx/>
                          <a:latin typeface="Arial" panose="020B0604020202020204" pitchFamily="34" charset="0"/>
                          <a:ea typeface="+mn-ea"/>
                          <a:cs typeface="Arial" panose="020B0604020202020204" pitchFamily="34" charset="0"/>
                          <a:sym typeface="Helvetica Neue Light"/>
                        </a:rPr>
                        <a:t>FAI4/SPCD(</a:t>
                      </a:r>
                      <a:r>
                        <a:rPr lang="en-US" altLang="zh-CN" sz="1200" b="0" i="0" u="none" strike="noStrike" cap="none" spc="0" baseline="0" dirty="0" err="1">
                          <a:ln>
                            <a:noFill/>
                          </a:ln>
                          <a:solidFill>
                            <a:schemeClr val="tx1"/>
                          </a:solidFill>
                          <a:effectLst/>
                          <a:uFillTx/>
                          <a:latin typeface="Arial" panose="020B0604020202020204" pitchFamily="34" charset="0"/>
                          <a:ea typeface="+mn-ea"/>
                          <a:cs typeface="Arial" panose="020B0604020202020204" pitchFamily="34" charset="0"/>
                          <a:sym typeface="Helvetica Neue Light"/>
                        </a:rPr>
                        <a:t>μWb</a:t>
                      </a:r>
                      <a:r>
                        <a:rPr lang="en-US" altLang="zh-CN" sz="1200" b="0" i="0" u="none" strike="noStrike" cap="none" spc="0" baseline="0" dirty="0">
                          <a:ln>
                            <a:noFill/>
                          </a:ln>
                          <a:solidFill>
                            <a:schemeClr val="tx1"/>
                          </a:solidFill>
                          <a:effectLst/>
                          <a:uFillTx/>
                          <a:latin typeface="Arial" panose="020B0604020202020204" pitchFamily="34" charset="0"/>
                          <a:ea typeface="+mn-ea"/>
                          <a:cs typeface="Arial" panose="020B0604020202020204" pitchFamily="34" charset="0"/>
                          <a:sym typeface="Helvetica Neue Light"/>
                        </a:rPr>
                        <a:t>*cm</a:t>
                      </a:r>
                      <a:endParaRPr lang="en-US" altLang="zh-CN" sz="1200" b="0" i="0" u="none" strike="noStrike" dirty="0">
                        <a:solidFill>
                          <a:srgbClr val="000000"/>
                        </a:solidFill>
                        <a:effectLst/>
                        <a:latin typeface="Arial" panose="020B0604020202020204" pitchFamily="34" charset="0"/>
                        <a:ea typeface="Arial Unicode MS" panose="020B0604020202020204" pitchFamily="34" charset="-122"/>
                        <a:cs typeface="Arial" panose="020B0604020202020204" pitchFamily="34" charset="0"/>
                      </a:endParaRPr>
                    </a:p>
                  </a:txBody>
                  <a:tcPr marL="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56C1FF"/>
                    </a:solidFill>
                  </a:tcPr>
                </a:tc>
                <a:tc>
                  <a:txBody>
                    <a:bodyPr/>
                    <a:lstStyle/>
                    <a:p>
                      <a:pPr marL="0" marR="0" lvl="0" indent="0" algn="ctr" defTabSz="821530" eaLnBrk="1" fontAlgn="ctr" latinLnBrk="0" hangingPunct="1">
                        <a:lnSpc>
                          <a:spcPct val="100000"/>
                        </a:lnSpc>
                        <a:spcBef>
                          <a:spcPts val="0"/>
                        </a:spcBef>
                        <a:spcAft>
                          <a:spcPts val="0"/>
                        </a:spcAft>
                        <a:buClrTx/>
                        <a:buSzTx/>
                        <a:buFontTx/>
                        <a:buNone/>
                        <a:tabLst/>
                        <a:defRPr/>
                      </a:pPr>
                      <a:endParaRPr lang="en-US" sz="1200" b="0" i="0" u="none" strike="noStrike" cap="none" spc="0" baseline="0" dirty="0">
                        <a:ln>
                          <a:noFill/>
                        </a:ln>
                        <a:solidFill>
                          <a:schemeClr val="tx1"/>
                        </a:solidFill>
                        <a:effectLst/>
                        <a:uFillTx/>
                        <a:latin typeface="Arial" panose="020B0604020202020204" pitchFamily="34" charset="0"/>
                        <a:ea typeface="Arial Unicode MS" panose="020B0604020202020204" pitchFamily="34" charset="-122"/>
                        <a:cs typeface="Arial" panose="020B0604020202020204" pitchFamily="34" charset="0"/>
                        <a:sym typeface="Helvetica Neue Light"/>
                      </a:endParaRPr>
                    </a:p>
                  </a:txBody>
                  <a:tcPr marL="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dirty="0">
                          <a:solidFill>
                            <a:srgbClr val="000000"/>
                          </a:solidFill>
                          <a:effectLst/>
                          <a:latin typeface="Arial" panose="020B0604020202020204" pitchFamily="34" charset="0"/>
                          <a:ea typeface="Arial Unicode MS" panose="020B0604020202020204" pitchFamily="34" charset="-122"/>
                          <a:cs typeface="Arial" panose="020B0604020202020204" pitchFamily="34" charset="0"/>
                        </a:rPr>
                        <a:t>No.</a:t>
                      </a:r>
                    </a:p>
                  </a:txBody>
                  <a:tcPr marL="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56C1FF"/>
                    </a:solidFill>
                  </a:tcPr>
                </a:tc>
                <a:tc>
                  <a:txBody>
                    <a:bodyPr/>
                    <a:lstStyle/>
                    <a:p>
                      <a:pPr algn="ctr" fontAlgn="ctr"/>
                      <a:r>
                        <a:rPr lang="en-US" altLang="zh-CN" sz="1200" b="0" i="0" u="none" strike="noStrike" cap="none" spc="0" baseline="0" dirty="0">
                          <a:ln>
                            <a:noFill/>
                          </a:ln>
                          <a:solidFill>
                            <a:schemeClr val="tx1"/>
                          </a:solidFill>
                          <a:effectLst/>
                          <a:uFillTx/>
                          <a:latin typeface="Arial" panose="020B0604020202020204" pitchFamily="34" charset="0"/>
                          <a:ea typeface="+mn-ea"/>
                          <a:cs typeface="Arial" panose="020B0604020202020204" pitchFamily="34" charset="0"/>
                          <a:sym typeface="Helvetica Neue Light"/>
                        </a:rPr>
                        <a:t>FAI4/SPCD(</a:t>
                      </a:r>
                      <a:r>
                        <a:rPr lang="en-US" altLang="zh-CN" sz="1200" b="0" i="0" u="none" strike="noStrike" cap="none" spc="0" baseline="0" dirty="0" err="1">
                          <a:ln>
                            <a:noFill/>
                          </a:ln>
                          <a:solidFill>
                            <a:schemeClr val="tx1"/>
                          </a:solidFill>
                          <a:effectLst/>
                          <a:uFillTx/>
                          <a:latin typeface="Arial" panose="020B0604020202020204" pitchFamily="34" charset="0"/>
                          <a:ea typeface="+mn-ea"/>
                          <a:cs typeface="Arial" panose="020B0604020202020204" pitchFamily="34" charset="0"/>
                          <a:sym typeface="Helvetica Neue Light"/>
                        </a:rPr>
                        <a:t>μWb</a:t>
                      </a:r>
                      <a:r>
                        <a:rPr lang="en-US" altLang="zh-CN" sz="1200" b="0" i="0" u="none" strike="noStrike" cap="none" spc="0" baseline="0" dirty="0">
                          <a:ln>
                            <a:noFill/>
                          </a:ln>
                          <a:solidFill>
                            <a:schemeClr val="tx1"/>
                          </a:solidFill>
                          <a:effectLst/>
                          <a:uFillTx/>
                          <a:latin typeface="Arial" panose="020B0604020202020204" pitchFamily="34" charset="0"/>
                          <a:ea typeface="+mn-ea"/>
                          <a:cs typeface="Arial" panose="020B0604020202020204" pitchFamily="34" charset="0"/>
                          <a:sym typeface="Helvetica Neue Light"/>
                        </a:rPr>
                        <a:t>*cm</a:t>
                      </a:r>
                      <a:endParaRPr lang="en-US" altLang="zh-CN" sz="1200" b="0" i="0" u="none" strike="noStrike" dirty="0">
                        <a:solidFill>
                          <a:srgbClr val="000000"/>
                        </a:solidFill>
                        <a:effectLst/>
                        <a:latin typeface="Arial" panose="020B0604020202020204" pitchFamily="34" charset="0"/>
                        <a:ea typeface="Arial Unicode MS" panose="020B0604020202020204" pitchFamily="34" charset="-122"/>
                        <a:cs typeface="Arial" panose="020B0604020202020204" pitchFamily="34" charset="0"/>
                      </a:endParaRPr>
                    </a:p>
                  </a:txBody>
                  <a:tcPr marL="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56C1FF"/>
                    </a:solidFill>
                  </a:tcPr>
                </a:tc>
                <a:extLst>
                  <a:ext uri="{0D108BD9-81ED-4DB2-BD59-A6C34878D82A}">
                    <a16:rowId xmlns:a16="http://schemas.microsoft.com/office/drawing/2014/main" val="10000"/>
                  </a:ext>
                </a:extLst>
              </a:tr>
              <a:tr h="197688">
                <a:tc>
                  <a:txBody>
                    <a:bodyPr/>
                    <a:lstStyle/>
                    <a:p>
                      <a:pPr algn="ctr" fontAlgn="ctr"/>
                      <a:r>
                        <a:rPr lang="en-US" altLang="zh-CN" sz="1200" u="none" strike="noStrike" dirty="0">
                          <a:effectLst/>
                          <a:latin typeface="Arial" panose="020B0604020202020204" pitchFamily="34" charset="0"/>
                          <a:cs typeface="Arial" panose="020B0604020202020204" pitchFamily="34" charset="0"/>
                        </a:rPr>
                        <a:t>1</a:t>
                      </a:r>
                      <a:endParaRPr lang="en-US" altLang="zh-CN" sz="1200" b="0" i="0" u="none" strike="noStrike" dirty="0">
                        <a:solidFill>
                          <a:srgbClr val="000000"/>
                        </a:solidFill>
                        <a:effectLst/>
                        <a:latin typeface="Arial" panose="020B0604020202020204" pitchFamily="34" charset="0"/>
                        <a:ea typeface="微软雅黑" panose="020B0503020204020204" pitchFamily="34" charset="-122"/>
                        <a:cs typeface="Arial" panose="020B0604020202020204" pitchFamily="34" charset="0"/>
                      </a:endParaRPr>
                    </a:p>
                  </a:txBody>
                  <a:tcPr marL="7022" marR="7022" marT="7022"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indent="0" algn="ctr" defTabSz="821530" fontAlgn="ctr" latinLnBrk="0">
                        <a:lnSpc>
                          <a:spcPct val="100000"/>
                        </a:lnSpc>
                        <a:spcBef>
                          <a:spcPts val="0"/>
                        </a:spcBef>
                        <a:spcAft>
                          <a:spcPts val="0"/>
                        </a:spcAft>
                        <a:buClrTx/>
                        <a:buSzTx/>
                        <a:buFontTx/>
                        <a:buNone/>
                        <a:tabLst/>
                      </a:pPr>
                      <a:r>
                        <a:rPr lang="en-US" altLang="zh-CN" sz="1200" b="0" i="0" u="none" strike="noStrike" cap="none" spc="0" baseline="0" dirty="0">
                          <a:ln>
                            <a:noFill/>
                          </a:ln>
                          <a:solidFill>
                            <a:srgbClr val="000000"/>
                          </a:solidFill>
                          <a:effectLst/>
                          <a:uFillTx/>
                          <a:latin typeface="Arial" panose="020B0604020202020204" pitchFamily="34" charset="0"/>
                          <a:ea typeface="等线" panose="02010600030101010101" pitchFamily="2" charset="-122"/>
                          <a:cs typeface="+mn-cs"/>
                          <a:sym typeface="Helvetica Neue Light"/>
                        </a:rPr>
                        <a:t>4.65</a:t>
                      </a:r>
                      <a:r>
                        <a:rPr lang="el-GR" altLang="zh-CN" sz="1200" b="0" i="0" u="none" strike="noStrike" cap="none" spc="0" baseline="0" dirty="0">
                          <a:ln>
                            <a:noFill/>
                          </a:ln>
                          <a:solidFill>
                            <a:srgbClr val="000000"/>
                          </a:solidFill>
                          <a:effectLst/>
                          <a:uFillTx/>
                          <a:latin typeface="Arial" panose="020B0604020202020204" pitchFamily="34" charset="0"/>
                          <a:ea typeface="等线" panose="02010600030101010101" pitchFamily="2" charset="-122"/>
                          <a:cs typeface="+mn-cs"/>
                          <a:sym typeface="Helvetica Neue Light"/>
                        </a:rPr>
                        <a:t>~</a:t>
                      </a:r>
                      <a:r>
                        <a:rPr lang="en-US" altLang="zh-CN" sz="1200" b="0" i="0" u="none" strike="noStrike" cap="none" spc="0" baseline="0" dirty="0">
                          <a:ln>
                            <a:noFill/>
                          </a:ln>
                          <a:solidFill>
                            <a:srgbClr val="000000"/>
                          </a:solidFill>
                          <a:effectLst/>
                          <a:uFillTx/>
                          <a:latin typeface="Arial" panose="020B0604020202020204" pitchFamily="34" charset="0"/>
                          <a:ea typeface="等线" panose="02010600030101010101" pitchFamily="2" charset="-122"/>
                          <a:cs typeface="+mn-cs"/>
                          <a:sym typeface="Helvetica Neue Light"/>
                        </a:rPr>
                        <a:t>5.45</a:t>
                      </a:r>
                    </a:p>
                  </a:txBody>
                  <a:tcPr marL="9525" marR="9525" marT="9525"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rowSpan="24">
                  <a:txBody>
                    <a:bodyPr/>
                    <a:lstStyle/>
                    <a:p>
                      <a:pPr marL="0" marR="0" indent="0" algn="ctr" defTabSz="821530" eaLnBrk="1" fontAlgn="ctr" latinLnBrk="0" hangingPunct="1">
                        <a:lnSpc>
                          <a:spcPct val="100000"/>
                        </a:lnSpc>
                        <a:spcBef>
                          <a:spcPts val="0"/>
                        </a:spcBef>
                        <a:spcAft>
                          <a:spcPts val="0"/>
                        </a:spcAft>
                        <a:buClrTx/>
                        <a:buSzTx/>
                        <a:buFontTx/>
                        <a:buNone/>
                        <a:tabLst/>
                        <a:defRPr/>
                      </a:pPr>
                      <a:endParaRPr lang="en-US" altLang="zh-CN" sz="1050" b="0" i="0" u="none" strike="noStrike" cap="none" spc="0" baseline="0" dirty="0">
                        <a:ln>
                          <a:noFill/>
                        </a:ln>
                        <a:solidFill>
                          <a:schemeClr val="tx1"/>
                        </a:solidFill>
                        <a:effectLst/>
                        <a:uFillTx/>
                        <a:latin typeface="Arial" panose="020B0604020202020204" pitchFamily="34" charset="0"/>
                        <a:ea typeface="+mn-ea"/>
                        <a:cs typeface="Arial" panose="020B0604020202020204" pitchFamily="34" charset="0"/>
                        <a:sym typeface="Helvetica Neue Light"/>
                      </a:endParaRPr>
                    </a:p>
                  </a:txBody>
                  <a:tcPr marL="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fontAlgn="ctr"/>
                      <a:r>
                        <a:rPr lang="en-US" altLang="zh-CN" sz="1200" u="none" strike="noStrike" dirty="0">
                          <a:effectLst/>
                          <a:latin typeface="Arial" panose="020B0604020202020204" pitchFamily="34" charset="0"/>
                          <a:cs typeface="Arial" panose="020B0604020202020204" pitchFamily="34" charset="0"/>
                        </a:rPr>
                        <a:t>26</a:t>
                      </a:r>
                      <a:endParaRPr lang="en-US" altLang="zh-CN" sz="1200" b="0" i="0" u="none" strike="noStrike" dirty="0">
                        <a:solidFill>
                          <a:srgbClr val="000000"/>
                        </a:solidFill>
                        <a:effectLst/>
                        <a:latin typeface="Arial" panose="020B0604020202020204" pitchFamily="34" charset="0"/>
                        <a:ea typeface="微软雅黑" panose="020B0503020204020204" pitchFamily="34" charset="-122"/>
                        <a:cs typeface="Arial" panose="020B0604020202020204" pitchFamily="34" charset="0"/>
                      </a:endParaRPr>
                    </a:p>
                  </a:txBody>
                  <a:tcPr marL="7022" marR="7022" marT="7022"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indent="0" algn="ctr" defTabSz="821530" eaLnBrk="1" fontAlgn="ctr" latinLnBrk="0" hangingPunct="1">
                        <a:lnSpc>
                          <a:spcPct val="100000"/>
                        </a:lnSpc>
                        <a:spcBef>
                          <a:spcPts val="0"/>
                        </a:spcBef>
                        <a:spcAft>
                          <a:spcPts val="0"/>
                        </a:spcAft>
                        <a:buClrTx/>
                        <a:buSzTx/>
                        <a:buFontTx/>
                        <a:buNone/>
                        <a:tabLst/>
                        <a:defRPr/>
                      </a:pPr>
                      <a:r>
                        <a:rPr lang="en-US" altLang="zh-CN" sz="1200" b="0" i="0" u="none" strike="noStrike" cap="none" spc="0" baseline="0" dirty="0">
                          <a:ln>
                            <a:noFill/>
                          </a:ln>
                          <a:solidFill>
                            <a:srgbClr val="000000"/>
                          </a:solidFill>
                          <a:effectLst/>
                          <a:uFillTx/>
                          <a:latin typeface="Arial" panose="020B0604020202020204" pitchFamily="34" charset="0"/>
                          <a:ea typeface="等线" panose="02010600030101010101" pitchFamily="2" charset="-122"/>
                          <a:cs typeface="+mn-cs"/>
                          <a:sym typeface="Helvetica Neue Light"/>
                        </a:rPr>
                        <a:t>9.45</a:t>
                      </a:r>
                      <a:r>
                        <a:rPr lang="el-GR" altLang="zh-CN" sz="1200" b="0" i="0" u="none" strike="noStrike" cap="none" spc="0" baseline="0" dirty="0">
                          <a:ln>
                            <a:noFill/>
                          </a:ln>
                          <a:solidFill>
                            <a:srgbClr val="000000"/>
                          </a:solidFill>
                          <a:effectLst/>
                          <a:uFillTx/>
                          <a:latin typeface="Arial" panose="020B0604020202020204" pitchFamily="34" charset="0"/>
                          <a:ea typeface="等线" panose="02010600030101010101" pitchFamily="2" charset="-122"/>
                          <a:cs typeface="+mn-cs"/>
                          <a:sym typeface="Helvetica Neue Light"/>
                        </a:rPr>
                        <a:t>~</a:t>
                      </a:r>
                      <a:r>
                        <a:rPr lang="en-US" altLang="zh-CN" sz="1200" b="0" i="0" u="none" strike="noStrike" cap="none" spc="0" baseline="0" dirty="0">
                          <a:ln>
                            <a:noFill/>
                          </a:ln>
                          <a:solidFill>
                            <a:srgbClr val="000000"/>
                          </a:solidFill>
                          <a:effectLst/>
                          <a:uFillTx/>
                          <a:latin typeface="Arial" panose="020B0604020202020204" pitchFamily="34" charset="0"/>
                          <a:ea typeface="等线" panose="02010600030101010101" pitchFamily="2" charset="-122"/>
                          <a:cs typeface="+mn-cs"/>
                          <a:sym typeface="Helvetica Neue Light"/>
                        </a:rPr>
                        <a:t>11.09</a:t>
                      </a:r>
                    </a:p>
                  </a:txBody>
                  <a:tcPr marL="9525" marR="9525" marT="9525"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10530863"/>
                  </a:ext>
                </a:extLst>
              </a:tr>
              <a:tr h="197688">
                <a:tc>
                  <a:txBody>
                    <a:bodyPr/>
                    <a:lstStyle/>
                    <a:p>
                      <a:pPr algn="ctr" fontAlgn="ctr"/>
                      <a:r>
                        <a:rPr lang="en-US" altLang="zh-CN" sz="1200" u="none" strike="noStrike" dirty="0">
                          <a:effectLst/>
                          <a:latin typeface="Arial" panose="020B0604020202020204" pitchFamily="34" charset="0"/>
                          <a:cs typeface="Arial" panose="020B0604020202020204" pitchFamily="34" charset="0"/>
                        </a:rPr>
                        <a:t>2</a:t>
                      </a:r>
                      <a:endParaRPr lang="en-US" altLang="zh-CN" sz="1200" b="0" i="0" u="none" strike="noStrike" dirty="0">
                        <a:solidFill>
                          <a:srgbClr val="000000"/>
                        </a:solidFill>
                        <a:effectLst/>
                        <a:latin typeface="Arial" panose="020B0604020202020204" pitchFamily="34" charset="0"/>
                        <a:ea typeface="微软雅黑" panose="020B0503020204020204" pitchFamily="34" charset="-122"/>
                        <a:cs typeface="Arial" panose="020B0604020202020204" pitchFamily="34" charset="0"/>
                      </a:endParaRPr>
                    </a:p>
                  </a:txBody>
                  <a:tcPr marL="7022" marR="7022" marT="7022"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indent="0" algn="ctr" defTabSz="821530" fontAlgn="ctr" latinLnBrk="0">
                        <a:lnSpc>
                          <a:spcPct val="100000"/>
                        </a:lnSpc>
                        <a:spcBef>
                          <a:spcPts val="0"/>
                        </a:spcBef>
                        <a:spcAft>
                          <a:spcPts val="0"/>
                        </a:spcAft>
                        <a:buClrTx/>
                        <a:buSzTx/>
                        <a:buFontTx/>
                        <a:buNone/>
                        <a:tabLst/>
                      </a:pPr>
                      <a:r>
                        <a:rPr lang="en-US" altLang="zh-CN" sz="1200" b="0" i="0" u="none" strike="noStrike" cap="none" spc="0" baseline="0" dirty="0">
                          <a:ln>
                            <a:noFill/>
                          </a:ln>
                          <a:solidFill>
                            <a:srgbClr val="000000"/>
                          </a:solidFill>
                          <a:effectLst/>
                          <a:uFillTx/>
                          <a:latin typeface="Arial" panose="020B0604020202020204" pitchFamily="34" charset="0"/>
                          <a:ea typeface="等线" panose="02010600030101010101" pitchFamily="2" charset="-122"/>
                          <a:cs typeface="+mn-cs"/>
                          <a:sym typeface="Helvetica Neue Light"/>
                        </a:rPr>
                        <a:t>3.31</a:t>
                      </a:r>
                      <a:r>
                        <a:rPr lang="el-GR" altLang="zh-CN" sz="1200" b="0" i="0" u="none" strike="noStrike" cap="none" spc="0" baseline="0" dirty="0">
                          <a:ln>
                            <a:noFill/>
                          </a:ln>
                          <a:solidFill>
                            <a:srgbClr val="000000"/>
                          </a:solidFill>
                          <a:effectLst/>
                          <a:uFillTx/>
                          <a:latin typeface="Arial" panose="020B0604020202020204" pitchFamily="34" charset="0"/>
                          <a:ea typeface="等线" panose="02010600030101010101" pitchFamily="2" charset="-122"/>
                          <a:cs typeface="+mn-cs"/>
                          <a:sym typeface="Helvetica Neue Light"/>
                        </a:rPr>
                        <a:t>~</a:t>
                      </a:r>
                      <a:r>
                        <a:rPr lang="en-US" altLang="zh-CN" sz="1200" b="0" i="0" u="none" strike="noStrike" cap="none" spc="0" baseline="0" dirty="0">
                          <a:ln>
                            <a:noFill/>
                          </a:ln>
                          <a:solidFill>
                            <a:srgbClr val="000000"/>
                          </a:solidFill>
                          <a:effectLst/>
                          <a:uFillTx/>
                          <a:latin typeface="Arial" panose="020B0604020202020204" pitchFamily="34" charset="0"/>
                          <a:ea typeface="等线" panose="02010600030101010101" pitchFamily="2" charset="-122"/>
                          <a:cs typeface="+mn-cs"/>
                          <a:sym typeface="Helvetica Neue Light"/>
                        </a:rPr>
                        <a:t>3.89</a:t>
                      </a:r>
                    </a:p>
                  </a:txBody>
                  <a:tcPr marL="9525" marR="9525" marT="9525"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vMerge="1">
                  <a:txBody>
                    <a:bodyPr/>
                    <a:lstStyle/>
                    <a:p>
                      <a:endParaRPr lang="zh-CN" altLang="en-US"/>
                    </a:p>
                  </a:txBody>
                  <a:tcPr/>
                </a:tc>
                <a:tc>
                  <a:txBody>
                    <a:bodyPr/>
                    <a:lstStyle/>
                    <a:p>
                      <a:pPr marL="0" marR="0" indent="0" algn="ctr" defTabSz="821530" fontAlgn="ctr" latinLnBrk="0">
                        <a:lnSpc>
                          <a:spcPct val="100000"/>
                        </a:lnSpc>
                        <a:spcBef>
                          <a:spcPts val="0"/>
                        </a:spcBef>
                        <a:spcAft>
                          <a:spcPts val="0"/>
                        </a:spcAft>
                        <a:buClrTx/>
                        <a:buSzTx/>
                        <a:buFontTx/>
                        <a:buNone/>
                        <a:tabLst/>
                      </a:pPr>
                      <a:r>
                        <a:rPr lang="en-US" altLang="zh-CN" sz="1200" b="0" i="0" u="none" strike="noStrike" cap="none" spc="0" baseline="0" dirty="0">
                          <a:ln>
                            <a:noFill/>
                          </a:ln>
                          <a:solidFill>
                            <a:schemeClr val="tx1"/>
                          </a:solidFill>
                          <a:effectLst/>
                          <a:uFillTx/>
                          <a:latin typeface="Arial" panose="020B0604020202020204" pitchFamily="34" charset="0"/>
                          <a:ea typeface="+mn-ea"/>
                          <a:cs typeface="Arial" panose="020B0604020202020204" pitchFamily="34" charset="0"/>
                          <a:sym typeface="Helvetica Neue Light"/>
                        </a:rPr>
                        <a:t>27</a:t>
                      </a:r>
                    </a:p>
                  </a:txBody>
                  <a:tcPr marL="7022" marR="7022" marT="7022"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indent="0" algn="ctr" defTabSz="821530" eaLnBrk="1" fontAlgn="ctr" latinLnBrk="0" hangingPunct="1">
                        <a:lnSpc>
                          <a:spcPct val="100000"/>
                        </a:lnSpc>
                        <a:spcBef>
                          <a:spcPts val="0"/>
                        </a:spcBef>
                        <a:spcAft>
                          <a:spcPts val="0"/>
                        </a:spcAft>
                        <a:buClrTx/>
                        <a:buSzTx/>
                        <a:buFontTx/>
                        <a:buNone/>
                        <a:tabLst/>
                        <a:defRPr/>
                      </a:pPr>
                      <a:r>
                        <a:rPr lang="en-US" altLang="zh-CN" sz="1200" b="0" i="0" u="none" strike="noStrike" cap="none" spc="0" baseline="0" dirty="0">
                          <a:ln>
                            <a:noFill/>
                          </a:ln>
                          <a:solidFill>
                            <a:srgbClr val="000000"/>
                          </a:solidFill>
                          <a:effectLst/>
                          <a:uFillTx/>
                          <a:latin typeface="Arial" panose="020B0604020202020204" pitchFamily="34" charset="0"/>
                          <a:ea typeface="等线" panose="02010600030101010101" pitchFamily="2" charset="-122"/>
                          <a:cs typeface="+mn-cs"/>
                          <a:sym typeface="Helvetica Neue Light"/>
                        </a:rPr>
                        <a:t>10.60</a:t>
                      </a:r>
                      <a:r>
                        <a:rPr lang="el-GR" altLang="zh-CN" sz="1200" b="0" i="0" u="none" strike="noStrike" cap="none" spc="0" baseline="0" dirty="0">
                          <a:ln>
                            <a:noFill/>
                          </a:ln>
                          <a:solidFill>
                            <a:srgbClr val="000000"/>
                          </a:solidFill>
                          <a:effectLst/>
                          <a:uFillTx/>
                          <a:latin typeface="Arial" panose="020B0604020202020204" pitchFamily="34" charset="0"/>
                          <a:ea typeface="等线" panose="02010600030101010101" pitchFamily="2" charset="-122"/>
                          <a:cs typeface="+mn-cs"/>
                          <a:sym typeface="Helvetica Neue Light"/>
                        </a:rPr>
                        <a:t>~</a:t>
                      </a:r>
                      <a:r>
                        <a:rPr lang="en-US" altLang="zh-CN" sz="1200" b="0" i="0" u="none" strike="noStrike" cap="none" spc="0" baseline="0" dirty="0">
                          <a:ln>
                            <a:noFill/>
                          </a:ln>
                          <a:solidFill>
                            <a:srgbClr val="000000"/>
                          </a:solidFill>
                          <a:effectLst/>
                          <a:uFillTx/>
                          <a:latin typeface="Arial" panose="020B0604020202020204" pitchFamily="34" charset="0"/>
                          <a:ea typeface="等线" panose="02010600030101010101" pitchFamily="2" charset="-122"/>
                          <a:cs typeface="+mn-cs"/>
                          <a:sym typeface="Helvetica Neue Light"/>
                        </a:rPr>
                        <a:t>12.44</a:t>
                      </a:r>
                    </a:p>
                  </a:txBody>
                  <a:tcPr marL="9525" marR="9525" marT="9525"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197688">
                <a:tc>
                  <a:txBody>
                    <a:bodyPr/>
                    <a:lstStyle/>
                    <a:p>
                      <a:pPr algn="ctr" fontAlgn="ctr"/>
                      <a:r>
                        <a:rPr lang="en-US" altLang="zh-CN" sz="1200" u="none" strike="noStrike" dirty="0">
                          <a:effectLst/>
                          <a:latin typeface="Arial" panose="020B0604020202020204" pitchFamily="34" charset="0"/>
                          <a:cs typeface="Arial" panose="020B0604020202020204" pitchFamily="34" charset="0"/>
                        </a:rPr>
                        <a:t>3</a:t>
                      </a:r>
                      <a:endParaRPr lang="en-US" altLang="zh-CN" sz="1200" b="0" i="0" u="none" strike="noStrike" dirty="0">
                        <a:solidFill>
                          <a:srgbClr val="000000"/>
                        </a:solidFill>
                        <a:effectLst/>
                        <a:latin typeface="Arial" panose="020B0604020202020204" pitchFamily="34" charset="0"/>
                        <a:ea typeface="微软雅黑" panose="020B0503020204020204" pitchFamily="34" charset="-122"/>
                        <a:cs typeface="Arial" panose="020B0604020202020204" pitchFamily="34" charset="0"/>
                      </a:endParaRPr>
                    </a:p>
                  </a:txBody>
                  <a:tcPr marL="7022" marR="7022" marT="7022"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indent="0" algn="ctr" defTabSz="821530" fontAlgn="ctr" latinLnBrk="0">
                        <a:lnSpc>
                          <a:spcPct val="100000"/>
                        </a:lnSpc>
                        <a:spcBef>
                          <a:spcPts val="0"/>
                        </a:spcBef>
                        <a:spcAft>
                          <a:spcPts val="0"/>
                        </a:spcAft>
                        <a:buClrTx/>
                        <a:buSzTx/>
                        <a:buFontTx/>
                        <a:buNone/>
                        <a:tabLst/>
                      </a:pPr>
                      <a:r>
                        <a:rPr lang="en-US" altLang="zh-CN" sz="1200" b="0" i="0" u="none" strike="noStrike" cap="none" spc="0" baseline="0" dirty="0">
                          <a:ln>
                            <a:noFill/>
                          </a:ln>
                          <a:solidFill>
                            <a:srgbClr val="000000"/>
                          </a:solidFill>
                          <a:effectLst/>
                          <a:uFillTx/>
                          <a:latin typeface="Arial" panose="020B0604020202020204" pitchFamily="34" charset="0"/>
                          <a:ea typeface="等线" panose="02010600030101010101" pitchFamily="2" charset="-122"/>
                          <a:cs typeface="+mn-cs"/>
                          <a:sym typeface="Helvetica Neue Light"/>
                        </a:rPr>
                        <a:t>2.49</a:t>
                      </a:r>
                      <a:r>
                        <a:rPr lang="el-GR" altLang="zh-CN" sz="1200" b="0" i="0" u="none" strike="noStrike" cap="none" spc="0" baseline="0" dirty="0">
                          <a:ln>
                            <a:noFill/>
                          </a:ln>
                          <a:solidFill>
                            <a:srgbClr val="000000"/>
                          </a:solidFill>
                          <a:effectLst/>
                          <a:uFillTx/>
                          <a:latin typeface="Arial" panose="020B0604020202020204" pitchFamily="34" charset="0"/>
                          <a:ea typeface="等线" panose="02010600030101010101" pitchFamily="2" charset="-122"/>
                          <a:cs typeface="+mn-cs"/>
                          <a:sym typeface="Helvetica Neue Light"/>
                        </a:rPr>
                        <a:t>~</a:t>
                      </a:r>
                      <a:r>
                        <a:rPr lang="en-US" altLang="zh-CN" sz="1200" b="0" i="0" u="none" strike="noStrike" cap="none" spc="0" baseline="0" dirty="0">
                          <a:ln>
                            <a:noFill/>
                          </a:ln>
                          <a:solidFill>
                            <a:srgbClr val="000000"/>
                          </a:solidFill>
                          <a:effectLst/>
                          <a:uFillTx/>
                          <a:latin typeface="Arial" panose="020B0604020202020204" pitchFamily="34" charset="0"/>
                          <a:ea typeface="等线" panose="02010600030101010101" pitchFamily="2" charset="-122"/>
                          <a:cs typeface="+mn-cs"/>
                          <a:sym typeface="Helvetica Neue Light"/>
                        </a:rPr>
                        <a:t>2.93</a:t>
                      </a:r>
                    </a:p>
                  </a:txBody>
                  <a:tcPr marL="9525" marR="9525" marT="9525"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vMerge="1">
                  <a:txBody>
                    <a:bodyPr/>
                    <a:lstStyle/>
                    <a:p>
                      <a:endParaRPr lang="zh-CN" altLang="en-US"/>
                    </a:p>
                  </a:txBody>
                  <a:tcPr/>
                </a:tc>
                <a:tc>
                  <a:txBody>
                    <a:bodyPr/>
                    <a:lstStyle/>
                    <a:p>
                      <a:pPr marL="0" marR="0" indent="0" algn="ctr" defTabSz="821530" fontAlgn="ctr" latinLnBrk="0">
                        <a:lnSpc>
                          <a:spcPct val="100000"/>
                        </a:lnSpc>
                        <a:spcBef>
                          <a:spcPts val="0"/>
                        </a:spcBef>
                        <a:spcAft>
                          <a:spcPts val="0"/>
                        </a:spcAft>
                        <a:buClrTx/>
                        <a:buSzTx/>
                        <a:buFontTx/>
                        <a:buNone/>
                        <a:tabLst/>
                      </a:pPr>
                      <a:r>
                        <a:rPr lang="en-US" altLang="zh-CN" sz="1200" b="0" i="0" u="none" strike="noStrike" cap="none" spc="0" baseline="0" dirty="0">
                          <a:ln>
                            <a:noFill/>
                          </a:ln>
                          <a:solidFill>
                            <a:schemeClr val="tx1"/>
                          </a:solidFill>
                          <a:effectLst/>
                          <a:uFillTx/>
                          <a:latin typeface="Arial" panose="020B0604020202020204" pitchFamily="34" charset="0"/>
                          <a:ea typeface="+mn-ea"/>
                          <a:cs typeface="Arial" panose="020B0604020202020204" pitchFamily="34" charset="0"/>
                          <a:sym typeface="Helvetica Neue Light"/>
                        </a:rPr>
                        <a:t>28</a:t>
                      </a:r>
                    </a:p>
                  </a:txBody>
                  <a:tcPr marL="9525" marR="9525" marT="9525"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indent="0" algn="ctr" defTabSz="821530" eaLnBrk="1" fontAlgn="ctr" latinLnBrk="0" hangingPunct="1">
                        <a:lnSpc>
                          <a:spcPct val="100000"/>
                        </a:lnSpc>
                        <a:spcBef>
                          <a:spcPts val="0"/>
                        </a:spcBef>
                        <a:spcAft>
                          <a:spcPts val="0"/>
                        </a:spcAft>
                        <a:buClrTx/>
                        <a:buSzTx/>
                        <a:buFontTx/>
                        <a:buNone/>
                        <a:tabLst/>
                        <a:defRPr/>
                      </a:pPr>
                      <a:r>
                        <a:rPr lang="en-US" altLang="zh-CN" sz="1200" b="0" i="0" u="none" strike="noStrike" cap="none" spc="0" baseline="0" dirty="0">
                          <a:ln>
                            <a:noFill/>
                          </a:ln>
                          <a:solidFill>
                            <a:srgbClr val="000000"/>
                          </a:solidFill>
                          <a:effectLst/>
                          <a:uFillTx/>
                          <a:latin typeface="Arial" panose="020B0604020202020204" pitchFamily="34" charset="0"/>
                          <a:ea typeface="等线" panose="02010600030101010101" pitchFamily="2" charset="-122"/>
                          <a:cs typeface="+mn-cs"/>
                          <a:sym typeface="Helvetica Neue Light"/>
                        </a:rPr>
                        <a:t>5.65</a:t>
                      </a:r>
                      <a:r>
                        <a:rPr lang="el-GR" altLang="zh-CN" sz="1200" b="0" i="0" u="none" strike="noStrike" cap="none" spc="0" baseline="0" dirty="0">
                          <a:ln>
                            <a:noFill/>
                          </a:ln>
                          <a:solidFill>
                            <a:srgbClr val="000000"/>
                          </a:solidFill>
                          <a:effectLst/>
                          <a:uFillTx/>
                          <a:latin typeface="Arial" panose="020B0604020202020204" pitchFamily="34" charset="0"/>
                          <a:ea typeface="等线" panose="02010600030101010101" pitchFamily="2" charset="-122"/>
                          <a:cs typeface="+mn-cs"/>
                          <a:sym typeface="Helvetica Neue Light"/>
                        </a:rPr>
                        <a:t>~</a:t>
                      </a:r>
                      <a:r>
                        <a:rPr lang="en-US" altLang="zh-CN" sz="1200" b="0" i="0" u="none" strike="noStrike" cap="none" spc="0" baseline="0" dirty="0">
                          <a:ln>
                            <a:noFill/>
                          </a:ln>
                          <a:solidFill>
                            <a:srgbClr val="000000"/>
                          </a:solidFill>
                          <a:effectLst/>
                          <a:uFillTx/>
                          <a:latin typeface="Arial" panose="020B0604020202020204" pitchFamily="34" charset="0"/>
                          <a:ea typeface="等线" panose="02010600030101010101" pitchFamily="2" charset="-122"/>
                          <a:cs typeface="+mn-cs"/>
                          <a:sym typeface="Helvetica Neue Light"/>
                        </a:rPr>
                        <a:t>6.63</a:t>
                      </a:r>
                    </a:p>
                  </a:txBody>
                  <a:tcPr marL="9525" marR="9525" marT="9525"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197688">
                <a:tc>
                  <a:txBody>
                    <a:bodyPr/>
                    <a:lstStyle/>
                    <a:p>
                      <a:pPr algn="ctr" fontAlgn="ctr"/>
                      <a:r>
                        <a:rPr lang="en-US" altLang="zh-CN" sz="1200" u="none" strike="noStrike" dirty="0">
                          <a:effectLst/>
                          <a:latin typeface="Arial" panose="020B0604020202020204" pitchFamily="34" charset="0"/>
                          <a:cs typeface="Arial" panose="020B0604020202020204" pitchFamily="34" charset="0"/>
                        </a:rPr>
                        <a:t>4</a:t>
                      </a:r>
                      <a:endParaRPr lang="en-US" altLang="zh-CN" sz="1200" b="0" i="0" u="none" strike="noStrike" dirty="0">
                        <a:solidFill>
                          <a:srgbClr val="000000"/>
                        </a:solidFill>
                        <a:effectLst/>
                        <a:latin typeface="Arial" panose="020B0604020202020204" pitchFamily="34" charset="0"/>
                        <a:ea typeface="微软雅黑" panose="020B0503020204020204" pitchFamily="34" charset="-122"/>
                        <a:cs typeface="Arial" panose="020B0604020202020204" pitchFamily="34" charset="0"/>
                      </a:endParaRPr>
                    </a:p>
                  </a:txBody>
                  <a:tcPr marL="7022" marR="7022" marT="7022"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indent="0" algn="ctr" defTabSz="821530" fontAlgn="ctr" latinLnBrk="0">
                        <a:lnSpc>
                          <a:spcPct val="100000"/>
                        </a:lnSpc>
                        <a:spcBef>
                          <a:spcPts val="0"/>
                        </a:spcBef>
                        <a:spcAft>
                          <a:spcPts val="0"/>
                        </a:spcAft>
                        <a:buClrTx/>
                        <a:buSzTx/>
                        <a:buFontTx/>
                        <a:buNone/>
                        <a:tabLst/>
                      </a:pPr>
                      <a:r>
                        <a:rPr lang="en-US" altLang="zh-CN" sz="1200" b="0" i="0" u="none" strike="noStrike" cap="none" spc="0" baseline="0" dirty="0">
                          <a:ln>
                            <a:noFill/>
                          </a:ln>
                          <a:solidFill>
                            <a:srgbClr val="000000"/>
                          </a:solidFill>
                          <a:effectLst/>
                          <a:uFillTx/>
                          <a:latin typeface="Arial" panose="020B0604020202020204" pitchFamily="34" charset="0"/>
                          <a:ea typeface="等线" panose="02010600030101010101" pitchFamily="2" charset="-122"/>
                          <a:cs typeface="+mn-cs"/>
                          <a:sym typeface="Helvetica Neue Light"/>
                        </a:rPr>
                        <a:t>5.19</a:t>
                      </a:r>
                      <a:r>
                        <a:rPr lang="el-GR" altLang="zh-CN" sz="1200" b="0" i="0" u="none" strike="noStrike" cap="none" spc="0" baseline="0" dirty="0">
                          <a:ln>
                            <a:noFill/>
                          </a:ln>
                          <a:solidFill>
                            <a:srgbClr val="000000"/>
                          </a:solidFill>
                          <a:effectLst/>
                          <a:uFillTx/>
                          <a:latin typeface="Arial" panose="020B0604020202020204" pitchFamily="34" charset="0"/>
                          <a:ea typeface="等线" panose="02010600030101010101" pitchFamily="2" charset="-122"/>
                          <a:cs typeface="+mn-cs"/>
                          <a:sym typeface="Helvetica Neue Light"/>
                        </a:rPr>
                        <a:t>~</a:t>
                      </a:r>
                      <a:r>
                        <a:rPr lang="en-US" altLang="zh-CN" sz="1200" b="0" i="0" u="none" strike="noStrike" cap="none" spc="0" baseline="0" dirty="0">
                          <a:ln>
                            <a:noFill/>
                          </a:ln>
                          <a:solidFill>
                            <a:srgbClr val="000000"/>
                          </a:solidFill>
                          <a:effectLst/>
                          <a:uFillTx/>
                          <a:latin typeface="Arial" panose="020B0604020202020204" pitchFamily="34" charset="0"/>
                          <a:ea typeface="等线" panose="02010600030101010101" pitchFamily="2" charset="-122"/>
                          <a:cs typeface="+mn-cs"/>
                          <a:sym typeface="Helvetica Neue Light"/>
                        </a:rPr>
                        <a:t>6.09</a:t>
                      </a:r>
                    </a:p>
                  </a:txBody>
                  <a:tcPr marL="9525" marR="9525" marT="9525"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vMerge="1">
                  <a:txBody>
                    <a:bodyPr/>
                    <a:lstStyle/>
                    <a:p>
                      <a:endParaRPr lang="zh-CN" altLang="en-US"/>
                    </a:p>
                  </a:txBody>
                  <a:tcPr/>
                </a:tc>
                <a:tc>
                  <a:txBody>
                    <a:bodyPr/>
                    <a:lstStyle/>
                    <a:p>
                      <a:pPr marL="0" marR="0" indent="0" algn="ctr" defTabSz="821530" fontAlgn="ctr" latinLnBrk="0">
                        <a:lnSpc>
                          <a:spcPct val="100000"/>
                        </a:lnSpc>
                        <a:spcBef>
                          <a:spcPts val="0"/>
                        </a:spcBef>
                        <a:spcAft>
                          <a:spcPts val="0"/>
                        </a:spcAft>
                        <a:buClrTx/>
                        <a:buSzTx/>
                        <a:buFontTx/>
                        <a:buNone/>
                        <a:tabLst/>
                      </a:pPr>
                      <a:r>
                        <a:rPr lang="en-US" altLang="zh-CN" sz="1200" b="0" i="0" u="none" strike="noStrike" cap="none" spc="0" baseline="0" dirty="0">
                          <a:ln>
                            <a:noFill/>
                          </a:ln>
                          <a:solidFill>
                            <a:schemeClr val="tx1"/>
                          </a:solidFill>
                          <a:effectLst/>
                          <a:uFillTx/>
                          <a:latin typeface="Arial" panose="020B0604020202020204" pitchFamily="34" charset="0"/>
                          <a:ea typeface="+mn-ea"/>
                          <a:cs typeface="Arial" panose="020B0604020202020204" pitchFamily="34" charset="0"/>
                          <a:sym typeface="Helvetica Neue Light"/>
                        </a:rPr>
                        <a:t>29</a:t>
                      </a:r>
                    </a:p>
                  </a:txBody>
                  <a:tcPr marL="9525" marR="9525" marT="9525"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indent="0" algn="ctr" defTabSz="821530" eaLnBrk="1" fontAlgn="ctr" latinLnBrk="0" hangingPunct="1">
                        <a:lnSpc>
                          <a:spcPct val="100000"/>
                        </a:lnSpc>
                        <a:spcBef>
                          <a:spcPts val="0"/>
                        </a:spcBef>
                        <a:spcAft>
                          <a:spcPts val="0"/>
                        </a:spcAft>
                        <a:buClrTx/>
                        <a:buSzTx/>
                        <a:buFontTx/>
                        <a:buNone/>
                        <a:tabLst/>
                        <a:defRPr/>
                      </a:pPr>
                      <a:r>
                        <a:rPr lang="en-US" altLang="zh-CN" sz="1200" b="0" i="0" u="none" strike="noStrike" cap="none" spc="0" baseline="0" dirty="0">
                          <a:ln>
                            <a:noFill/>
                          </a:ln>
                          <a:solidFill>
                            <a:srgbClr val="000000"/>
                          </a:solidFill>
                          <a:effectLst/>
                          <a:uFillTx/>
                          <a:latin typeface="Arial" panose="020B0604020202020204" pitchFamily="34" charset="0"/>
                          <a:ea typeface="等线" panose="02010600030101010101" pitchFamily="2" charset="-122"/>
                          <a:cs typeface="+mn-cs"/>
                          <a:sym typeface="Helvetica Neue Light"/>
                        </a:rPr>
                        <a:t>3.62</a:t>
                      </a:r>
                      <a:r>
                        <a:rPr lang="el-GR" altLang="zh-CN" sz="1200" b="0" i="0" u="none" strike="noStrike" cap="none" spc="0" baseline="0" dirty="0">
                          <a:ln>
                            <a:noFill/>
                          </a:ln>
                          <a:solidFill>
                            <a:srgbClr val="000000"/>
                          </a:solidFill>
                          <a:effectLst/>
                          <a:uFillTx/>
                          <a:latin typeface="Arial" panose="020B0604020202020204" pitchFamily="34" charset="0"/>
                          <a:ea typeface="等线" panose="02010600030101010101" pitchFamily="2" charset="-122"/>
                          <a:cs typeface="+mn-cs"/>
                          <a:sym typeface="Helvetica Neue Light"/>
                        </a:rPr>
                        <a:t>~</a:t>
                      </a:r>
                      <a:r>
                        <a:rPr lang="en-US" altLang="zh-CN" sz="1200" b="0" i="0" u="none" strike="noStrike" cap="none" spc="0" baseline="0" dirty="0">
                          <a:ln>
                            <a:noFill/>
                          </a:ln>
                          <a:solidFill>
                            <a:srgbClr val="000000"/>
                          </a:solidFill>
                          <a:effectLst/>
                          <a:uFillTx/>
                          <a:latin typeface="Arial" panose="020B0604020202020204" pitchFamily="34" charset="0"/>
                          <a:ea typeface="等线" panose="02010600030101010101" pitchFamily="2" charset="-122"/>
                          <a:cs typeface="+mn-cs"/>
                          <a:sym typeface="Helvetica Neue Light"/>
                        </a:rPr>
                        <a:t>4.26</a:t>
                      </a:r>
                    </a:p>
                  </a:txBody>
                  <a:tcPr marL="9525" marR="9525" marT="9525"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197688">
                <a:tc>
                  <a:txBody>
                    <a:bodyPr/>
                    <a:lstStyle/>
                    <a:p>
                      <a:pPr algn="ctr" fontAlgn="ctr"/>
                      <a:r>
                        <a:rPr lang="en-US" altLang="zh-CN" sz="1200" u="none" strike="noStrike" dirty="0">
                          <a:effectLst/>
                          <a:latin typeface="Arial" panose="020B0604020202020204" pitchFamily="34" charset="0"/>
                          <a:cs typeface="Arial" panose="020B0604020202020204" pitchFamily="34" charset="0"/>
                        </a:rPr>
                        <a:t>5</a:t>
                      </a:r>
                      <a:endParaRPr lang="en-US" altLang="zh-CN" sz="1200" b="0" i="0" u="none" strike="noStrike" dirty="0">
                        <a:solidFill>
                          <a:srgbClr val="000000"/>
                        </a:solidFill>
                        <a:effectLst/>
                        <a:latin typeface="Arial" panose="020B0604020202020204" pitchFamily="34" charset="0"/>
                        <a:ea typeface="微软雅黑" panose="020B0503020204020204" pitchFamily="34" charset="-122"/>
                        <a:cs typeface="Arial" panose="020B0604020202020204" pitchFamily="34" charset="0"/>
                      </a:endParaRPr>
                    </a:p>
                  </a:txBody>
                  <a:tcPr marL="7022" marR="7022" marT="7022"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indent="0" algn="ctr" defTabSz="821530" eaLnBrk="1" fontAlgn="ctr" latinLnBrk="0" hangingPunct="1">
                        <a:lnSpc>
                          <a:spcPct val="100000"/>
                        </a:lnSpc>
                        <a:spcBef>
                          <a:spcPts val="0"/>
                        </a:spcBef>
                        <a:spcAft>
                          <a:spcPts val="0"/>
                        </a:spcAft>
                        <a:buClrTx/>
                        <a:buSzTx/>
                        <a:buFontTx/>
                        <a:buNone/>
                        <a:tabLst/>
                        <a:defRPr/>
                      </a:pPr>
                      <a:r>
                        <a:rPr lang="en-US" altLang="zh-CN" sz="1200" b="0" i="0" u="none" strike="noStrike" cap="none" spc="0" baseline="0" dirty="0">
                          <a:ln>
                            <a:noFill/>
                          </a:ln>
                          <a:solidFill>
                            <a:srgbClr val="000000"/>
                          </a:solidFill>
                          <a:effectLst/>
                          <a:uFillTx/>
                          <a:latin typeface="Arial" panose="020B0604020202020204" pitchFamily="34" charset="0"/>
                          <a:ea typeface="等线" panose="02010600030101010101" pitchFamily="2" charset="-122"/>
                          <a:cs typeface="+mn-cs"/>
                          <a:sym typeface="Helvetica Neue Light"/>
                        </a:rPr>
                        <a:t>3.02</a:t>
                      </a:r>
                      <a:r>
                        <a:rPr lang="el-GR" altLang="zh-CN" sz="1200" b="0" i="0" u="none" strike="noStrike" cap="none" spc="0" baseline="0" dirty="0">
                          <a:ln>
                            <a:noFill/>
                          </a:ln>
                          <a:solidFill>
                            <a:srgbClr val="000000"/>
                          </a:solidFill>
                          <a:effectLst/>
                          <a:uFillTx/>
                          <a:latin typeface="Arial" panose="020B0604020202020204" pitchFamily="34" charset="0"/>
                          <a:ea typeface="等线" panose="02010600030101010101" pitchFamily="2" charset="-122"/>
                          <a:cs typeface="+mn-cs"/>
                          <a:sym typeface="Helvetica Neue Light"/>
                        </a:rPr>
                        <a:t>~</a:t>
                      </a:r>
                      <a:r>
                        <a:rPr lang="en-US" altLang="zh-CN" sz="1200" b="0" i="0" u="none" strike="noStrike" cap="none" spc="0" baseline="0" dirty="0">
                          <a:ln>
                            <a:noFill/>
                          </a:ln>
                          <a:solidFill>
                            <a:srgbClr val="000000"/>
                          </a:solidFill>
                          <a:effectLst/>
                          <a:uFillTx/>
                          <a:latin typeface="Arial" panose="020B0604020202020204" pitchFamily="34" charset="0"/>
                          <a:ea typeface="等线" panose="02010600030101010101" pitchFamily="2" charset="-122"/>
                          <a:cs typeface="+mn-cs"/>
                          <a:sym typeface="Helvetica Neue Light"/>
                        </a:rPr>
                        <a:t>3.54</a:t>
                      </a:r>
                    </a:p>
                  </a:txBody>
                  <a:tcPr marL="9525" marR="9525" marT="9525"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vMerge="1">
                  <a:txBody>
                    <a:bodyPr/>
                    <a:lstStyle/>
                    <a:p>
                      <a:endParaRPr lang="zh-CN" altLang="en-US"/>
                    </a:p>
                  </a:txBody>
                  <a:tcPr/>
                </a:tc>
                <a:tc>
                  <a:txBody>
                    <a:bodyPr/>
                    <a:lstStyle/>
                    <a:p>
                      <a:pPr marL="0" marR="0" indent="0" algn="ctr" defTabSz="821530" fontAlgn="ctr" latinLnBrk="0">
                        <a:lnSpc>
                          <a:spcPct val="100000"/>
                        </a:lnSpc>
                        <a:spcBef>
                          <a:spcPts val="0"/>
                        </a:spcBef>
                        <a:spcAft>
                          <a:spcPts val="0"/>
                        </a:spcAft>
                        <a:buClrTx/>
                        <a:buSzTx/>
                        <a:buFontTx/>
                        <a:buNone/>
                        <a:tabLst/>
                      </a:pPr>
                      <a:r>
                        <a:rPr lang="en-US" altLang="zh-CN" sz="1200" b="0" i="0" u="none" strike="noStrike" cap="none" spc="0" baseline="0" dirty="0">
                          <a:ln>
                            <a:noFill/>
                          </a:ln>
                          <a:solidFill>
                            <a:schemeClr val="tx1"/>
                          </a:solidFill>
                          <a:effectLst/>
                          <a:uFillTx/>
                          <a:latin typeface="Arial" panose="020B0604020202020204" pitchFamily="34" charset="0"/>
                          <a:ea typeface="+mn-ea"/>
                          <a:cs typeface="Arial" panose="020B0604020202020204" pitchFamily="34" charset="0"/>
                          <a:sym typeface="Helvetica Neue Light"/>
                        </a:rPr>
                        <a:t>30</a:t>
                      </a:r>
                    </a:p>
                  </a:txBody>
                  <a:tcPr marL="9525" marR="9525" marT="9525"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indent="0" algn="ctr" defTabSz="821530" eaLnBrk="1" fontAlgn="ctr" latinLnBrk="0" hangingPunct="1">
                        <a:lnSpc>
                          <a:spcPct val="100000"/>
                        </a:lnSpc>
                        <a:spcBef>
                          <a:spcPts val="0"/>
                        </a:spcBef>
                        <a:spcAft>
                          <a:spcPts val="0"/>
                        </a:spcAft>
                        <a:buClrTx/>
                        <a:buSzTx/>
                        <a:buFontTx/>
                        <a:buNone/>
                        <a:tabLst/>
                        <a:defRPr/>
                      </a:pPr>
                      <a:r>
                        <a:rPr lang="el-GR" sz="1200" b="0" i="0" u="none" strike="noStrike" cap="none" spc="0" baseline="0" dirty="0">
                          <a:ln>
                            <a:noFill/>
                          </a:ln>
                          <a:solidFill>
                            <a:srgbClr val="000000"/>
                          </a:solidFill>
                          <a:effectLst/>
                          <a:uFillTx/>
                          <a:latin typeface="Arial" panose="020B0604020202020204" pitchFamily="34" charset="0"/>
                          <a:ea typeface="等线" panose="02010600030101010101" pitchFamily="2" charset="-122"/>
                          <a:cs typeface="+mn-cs"/>
                          <a:sym typeface="Helvetica Neue Light"/>
                        </a:rPr>
                        <a:t>2.32~2.7</a:t>
                      </a:r>
                      <a:r>
                        <a:rPr lang="en-US" sz="1200" b="0" i="0" u="none" strike="noStrike" cap="none" spc="0" baseline="0" dirty="0">
                          <a:ln>
                            <a:noFill/>
                          </a:ln>
                          <a:solidFill>
                            <a:srgbClr val="000000"/>
                          </a:solidFill>
                          <a:effectLst/>
                          <a:uFillTx/>
                          <a:latin typeface="Arial" panose="020B0604020202020204" pitchFamily="34" charset="0"/>
                          <a:ea typeface="等线" panose="02010600030101010101" pitchFamily="2" charset="-122"/>
                          <a:cs typeface="+mn-cs"/>
                          <a:sym typeface="Helvetica Neue Light"/>
                        </a:rPr>
                        <a:t>2</a:t>
                      </a:r>
                    </a:p>
                  </a:txBody>
                  <a:tcPr marL="9525" marR="9525" marT="9525"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4"/>
                  </a:ext>
                </a:extLst>
              </a:tr>
              <a:tr h="197688">
                <a:tc>
                  <a:txBody>
                    <a:bodyPr/>
                    <a:lstStyle/>
                    <a:p>
                      <a:pPr algn="ctr" fontAlgn="ctr"/>
                      <a:r>
                        <a:rPr lang="en-US" altLang="zh-CN" sz="1200" u="none" strike="noStrike" dirty="0">
                          <a:effectLst/>
                          <a:latin typeface="Arial" panose="020B0604020202020204" pitchFamily="34" charset="0"/>
                          <a:cs typeface="Arial" panose="020B0604020202020204" pitchFamily="34" charset="0"/>
                        </a:rPr>
                        <a:t>6</a:t>
                      </a:r>
                      <a:endParaRPr lang="en-US" altLang="zh-CN" sz="1200" b="0" i="0" u="none" strike="noStrike" dirty="0">
                        <a:solidFill>
                          <a:srgbClr val="000000"/>
                        </a:solidFill>
                        <a:effectLst/>
                        <a:latin typeface="Arial" panose="020B0604020202020204" pitchFamily="34" charset="0"/>
                        <a:ea typeface="微软雅黑" panose="020B0503020204020204" pitchFamily="34" charset="-122"/>
                        <a:cs typeface="Arial" panose="020B0604020202020204" pitchFamily="34" charset="0"/>
                      </a:endParaRPr>
                    </a:p>
                  </a:txBody>
                  <a:tcPr marL="7022" marR="7022" marT="7022"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indent="0" algn="ctr" defTabSz="821530" eaLnBrk="1" fontAlgn="ctr" latinLnBrk="0" hangingPunct="1">
                        <a:lnSpc>
                          <a:spcPct val="100000"/>
                        </a:lnSpc>
                        <a:spcBef>
                          <a:spcPts val="0"/>
                        </a:spcBef>
                        <a:spcAft>
                          <a:spcPts val="0"/>
                        </a:spcAft>
                        <a:buClrTx/>
                        <a:buSzTx/>
                        <a:buFontTx/>
                        <a:buNone/>
                        <a:tabLst/>
                        <a:defRPr/>
                      </a:pPr>
                      <a:r>
                        <a:rPr lang="en-US" altLang="zh-CN" sz="1200" b="0" i="0" u="none" strike="noStrike" cap="none" spc="0" baseline="0" dirty="0">
                          <a:ln>
                            <a:noFill/>
                          </a:ln>
                          <a:solidFill>
                            <a:srgbClr val="000000"/>
                          </a:solidFill>
                          <a:effectLst/>
                          <a:uFillTx/>
                          <a:latin typeface="Arial" panose="020B0604020202020204" pitchFamily="34" charset="0"/>
                          <a:ea typeface="等线" panose="02010600030101010101" pitchFamily="2" charset="-122"/>
                          <a:cs typeface="+mn-cs"/>
                          <a:sym typeface="Helvetica Neue Light"/>
                        </a:rPr>
                        <a:t>2.73</a:t>
                      </a:r>
                      <a:r>
                        <a:rPr lang="el-GR" altLang="zh-CN" sz="1200" b="0" i="0" u="none" strike="noStrike" cap="none" spc="0" baseline="0" dirty="0">
                          <a:ln>
                            <a:noFill/>
                          </a:ln>
                          <a:solidFill>
                            <a:srgbClr val="000000"/>
                          </a:solidFill>
                          <a:effectLst/>
                          <a:uFillTx/>
                          <a:latin typeface="Arial" panose="020B0604020202020204" pitchFamily="34" charset="0"/>
                          <a:ea typeface="等线" panose="02010600030101010101" pitchFamily="2" charset="-122"/>
                          <a:cs typeface="+mn-cs"/>
                          <a:sym typeface="Helvetica Neue Light"/>
                        </a:rPr>
                        <a:t>~</a:t>
                      </a:r>
                      <a:r>
                        <a:rPr lang="en-US" altLang="zh-CN" sz="1200" b="0" i="0" u="none" strike="noStrike" cap="none" spc="0" baseline="0" dirty="0">
                          <a:ln>
                            <a:noFill/>
                          </a:ln>
                          <a:solidFill>
                            <a:srgbClr val="000000"/>
                          </a:solidFill>
                          <a:effectLst/>
                          <a:uFillTx/>
                          <a:latin typeface="Arial" panose="020B0604020202020204" pitchFamily="34" charset="0"/>
                          <a:ea typeface="等线" panose="02010600030101010101" pitchFamily="2" charset="-122"/>
                          <a:cs typeface="+mn-cs"/>
                          <a:sym typeface="Helvetica Neue Light"/>
                        </a:rPr>
                        <a:t>3.21</a:t>
                      </a:r>
                    </a:p>
                  </a:txBody>
                  <a:tcPr marL="9525" marR="9525" marT="9525"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vMerge="1">
                  <a:txBody>
                    <a:bodyPr/>
                    <a:lstStyle/>
                    <a:p>
                      <a:endParaRPr lang="zh-CN" altLang="en-US"/>
                    </a:p>
                  </a:txBody>
                  <a:tcPr/>
                </a:tc>
                <a:tc>
                  <a:txBody>
                    <a:bodyPr/>
                    <a:lstStyle/>
                    <a:p>
                      <a:pPr marL="0" marR="0" indent="0" algn="ctr" defTabSz="821530" fontAlgn="ctr" latinLnBrk="0">
                        <a:lnSpc>
                          <a:spcPct val="100000"/>
                        </a:lnSpc>
                        <a:spcBef>
                          <a:spcPts val="0"/>
                        </a:spcBef>
                        <a:spcAft>
                          <a:spcPts val="0"/>
                        </a:spcAft>
                        <a:buClrTx/>
                        <a:buSzTx/>
                        <a:buFontTx/>
                        <a:buNone/>
                        <a:tabLst/>
                      </a:pPr>
                      <a:r>
                        <a:rPr lang="en-US" altLang="zh-CN" sz="1200" b="0" i="0" u="none" strike="noStrike" cap="none" spc="0" baseline="0" dirty="0">
                          <a:ln>
                            <a:noFill/>
                          </a:ln>
                          <a:solidFill>
                            <a:schemeClr val="tx1"/>
                          </a:solidFill>
                          <a:effectLst/>
                          <a:uFillTx/>
                          <a:latin typeface="Arial" panose="020B0604020202020204" pitchFamily="34" charset="0"/>
                          <a:ea typeface="+mn-ea"/>
                          <a:cs typeface="Arial" panose="020B0604020202020204" pitchFamily="34" charset="0"/>
                          <a:sym typeface="Helvetica Neue Light"/>
                        </a:rPr>
                        <a:t>31</a:t>
                      </a:r>
                    </a:p>
                  </a:txBody>
                  <a:tcPr marL="9525" marR="9525" marT="9525"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indent="0" algn="ctr" defTabSz="821530" eaLnBrk="1" fontAlgn="ctr" latinLnBrk="0" hangingPunct="1">
                        <a:lnSpc>
                          <a:spcPct val="100000"/>
                        </a:lnSpc>
                        <a:spcBef>
                          <a:spcPts val="0"/>
                        </a:spcBef>
                        <a:spcAft>
                          <a:spcPts val="0"/>
                        </a:spcAft>
                        <a:buClrTx/>
                        <a:buSzTx/>
                        <a:buFontTx/>
                        <a:buNone/>
                        <a:tabLst/>
                        <a:defRPr/>
                      </a:pPr>
                      <a:r>
                        <a:rPr lang="el-GR" sz="1200" b="0" i="0" u="none" strike="noStrike" cap="none" spc="0" baseline="0" dirty="0">
                          <a:ln>
                            <a:noFill/>
                          </a:ln>
                          <a:solidFill>
                            <a:srgbClr val="000000"/>
                          </a:solidFill>
                          <a:effectLst/>
                          <a:uFillTx/>
                          <a:latin typeface="Arial" panose="020B0604020202020204" pitchFamily="34" charset="0"/>
                          <a:ea typeface="等线" panose="02010600030101010101" pitchFamily="2" charset="-122"/>
                          <a:cs typeface="+mn-cs"/>
                          <a:sym typeface="Helvetica Neue Light"/>
                        </a:rPr>
                        <a:t>5.15~6.0</a:t>
                      </a:r>
                      <a:r>
                        <a:rPr lang="en-US" sz="1200" b="0" i="0" u="none" strike="noStrike" cap="none" spc="0" baseline="0" dirty="0">
                          <a:ln>
                            <a:noFill/>
                          </a:ln>
                          <a:solidFill>
                            <a:srgbClr val="000000"/>
                          </a:solidFill>
                          <a:effectLst/>
                          <a:uFillTx/>
                          <a:latin typeface="Arial" panose="020B0604020202020204" pitchFamily="34" charset="0"/>
                          <a:ea typeface="等线" panose="02010600030101010101" pitchFamily="2" charset="-122"/>
                          <a:cs typeface="+mn-cs"/>
                          <a:sym typeface="Helvetica Neue Light"/>
                        </a:rPr>
                        <a:t>4</a:t>
                      </a:r>
                    </a:p>
                  </a:txBody>
                  <a:tcPr marL="9525" marR="9525" marT="9525"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5"/>
                  </a:ext>
                </a:extLst>
              </a:tr>
              <a:tr h="197688">
                <a:tc>
                  <a:txBody>
                    <a:bodyPr/>
                    <a:lstStyle/>
                    <a:p>
                      <a:pPr algn="ctr" fontAlgn="ctr"/>
                      <a:r>
                        <a:rPr lang="en-US" altLang="zh-CN" sz="1200" u="none" strike="noStrike" dirty="0">
                          <a:effectLst/>
                          <a:latin typeface="Arial" panose="020B0604020202020204" pitchFamily="34" charset="0"/>
                          <a:cs typeface="Arial" panose="020B0604020202020204" pitchFamily="34" charset="0"/>
                        </a:rPr>
                        <a:t>7</a:t>
                      </a:r>
                      <a:endParaRPr lang="en-US" altLang="zh-CN" sz="1200" b="0" i="0" u="none" strike="noStrike" dirty="0">
                        <a:solidFill>
                          <a:srgbClr val="000000"/>
                        </a:solidFill>
                        <a:effectLst/>
                        <a:latin typeface="Arial" panose="020B0604020202020204" pitchFamily="34" charset="0"/>
                        <a:ea typeface="微软雅黑" panose="020B0503020204020204" pitchFamily="34" charset="-122"/>
                        <a:cs typeface="Arial" panose="020B0604020202020204" pitchFamily="34" charset="0"/>
                      </a:endParaRPr>
                    </a:p>
                  </a:txBody>
                  <a:tcPr marL="7022" marR="7022" marT="7022"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indent="0" algn="ctr" defTabSz="821530" eaLnBrk="1" fontAlgn="ctr" latinLnBrk="0" hangingPunct="1">
                        <a:lnSpc>
                          <a:spcPct val="100000"/>
                        </a:lnSpc>
                        <a:spcBef>
                          <a:spcPts val="0"/>
                        </a:spcBef>
                        <a:spcAft>
                          <a:spcPts val="0"/>
                        </a:spcAft>
                        <a:buClrTx/>
                        <a:buSzTx/>
                        <a:buFontTx/>
                        <a:buNone/>
                        <a:tabLst/>
                        <a:defRPr/>
                      </a:pPr>
                      <a:r>
                        <a:rPr lang="en-US" altLang="zh-CN" sz="1200" b="0" i="0" u="none" strike="noStrike" cap="none" spc="0" baseline="0" dirty="0">
                          <a:ln>
                            <a:noFill/>
                          </a:ln>
                          <a:solidFill>
                            <a:srgbClr val="000000"/>
                          </a:solidFill>
                          <a:effectLst/>
                          <a:uFillTx/>
                          <a:latin typeface="Arial" panose="020B0604020202020204" pitchFamily="34" charset="0"/>
                          <a:ea typeface="等线" panose="02010600030101010101" pitchFamily="2" charset="-122"/>
                          <a:cs typeface="+mn-cs"/>
                          <a:sym typeface="Helvetica Neue Light"/>
                        </a:rPr>
                        <a:t>6.54</a:t>
                      </a:r>
                      <a:r>
                        <a:rPr lang="el-GR" altLang="zh-CN" sz="1200" b="0" i="0" u="none" strike="noStrike" cap="none" spc="0" baseline="0" dirty="0">
                          <a:ln>
                            <a:noFill/>
                          </a:ln>
                          <a:solidFill>
                            <a:srgbClr val="000000"/>
                          </a:solidFill>
                          <a:effectLst/>
                          <a:uFillTx/>
                          <a:latin typeface="Arial" panose="020B0604020202020204" pitchFamily="34" charset="0"/>
                          <a:ea typeface="等线" panose="02010600030101010101" pitchFamily="2" charset="-122"/>
                          <a:cs typeface="+mn-cs"/>
                          <a:sym typeface="Helvetica Neue Light"/>
                        </a:rPr>
                        <a:t>~</a:t>
                      </a:r>
                      <a:r>
                        <a:rPr lang="en-US" altLang="zh-CN" sz="1200" b="0" i="0" u="none" strike="noStrike" cap="none" spc="0" baseline="0" dirty="0">
                          <a:ln>
                            <a:noFill/>
                          </a:ln>
                          <a:solidFill>
                            <a:srgbClr val="000000"/>
                          </a:solidFill>
                          <a:effectLst/>
                          <a:uFillTx/>
                          <a:latin typeface="Arial" panose="020B0604020202020204" pitchFamily="34" charset="0"/>
                          <a:ea typeface="等线" panose="02010600030101010101" pitchFamily="2" charset="-122"/>
                          <a:cs typeface="+mn-cs"/>
                          <a:sym typeface="Helvetica Neue Light"/>
                        </a:rPr>
                        <a:t>7.68</a:t>
                      </a:r>
                    </a:p>
                  </a:txBody>
                  <a:tcPr marL="9525" marR="9525" marT="9525"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vMerge="1">
                  <a:txBody>
                    <a:bodyPr/>
                    <a:lstStyle/>
                    <a:p>
                      <a:endParaRPr lang="zh-CN" altLang="en-US"/>
                    </a:p>
                  </a:txBody>
                  <a:tcPr/>
                </a:tc>
                <a:tc>
                  <a:txBody>
                    <a:bodyPr/>
                    <a:lstStyle/>
                    <a:p>
                      <a:pPr marL="0" marR="0" indent="0" algn="ctr" defTabSz="821530" fontAlgn="ctr" latinLnBrk="0">
                        <a:lnSpc>
                          <a:spcPct val="100000"/>
                        </a:lnSpc>
                        <a:spcBef>
                          <a:spcPts val="0"/>
                        </a:spcBef>
                        <a:spcAft>
                          <a:spcPts val="0"/>
                        </a:spcAft>
                        <a:buClrTx/>
                        <a:buSzTx/>
                        <a:buFontTx/>
                        <a:buNone/>
                        <a:tabLst/>
                      </a:pPr>
                      <a:r>
                        <a:rPr lang="en-US" altLang="zh-CN" sz="1200" b="0" i="0" u="none" strike="noStrike" cap="none" spc="0" baseline="0" dirty="0">
                          <a:ln>
                            <a:noFill/>
                          </a:ln>
                          <a:solidFill>
                            <a:schemeClr val="tx1"/>
                          </a:solidFill>
                          <a:effectLst/>
                          <a:uFillTx/>
                          <a:latin typeface="Arial" panose="020B0604020202020204" pitchFamily="34" charset="0"/>
                          <a:ea typeface="+mn-ea"/>
                          <a:cs typeface="Arial" panose="020B0604020202020204" pitchFamily="34" charset="0"/>
                          <a:sym typeface="Helvetica Neue Light"/>
                        </a:rPr>
                        <a:t>32</a:t>
                      </a:r>
                    </a:p>
                  </a:txBody>
                  <a:tcPr marL="9525" marR="9525" marT="9525"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indent="0" algn="ctr" defTabSz="821530" eaLnBrk="1" fontAlgn="ctr" latinLnBrk="0" hangingPunct="1">
                        <a:lnSpc>
                          <a:spcPct val="100000"/>
                        </a:lnSpc>
                        <a:spcBef>
                          <a:spcPts val="0"/>
                        </a:spcBef>
                        <a:spcAft>
                          <a:spcPts val="0"/>
                        </a:spcAft>
                        <a:buClrTx/>
                        <a:buSzTx/>
                        <a:buFontTx/>
                        <a:buNone/>
                        <a:tabLst/>
                        <a:defRPr/>
                      </a:pPr>
                      <a:r>
                        <a:rPr lang="el-GR" sz="1200" b="0" i="0" u="none" strike="noStrike" cap="none" spc="0" baseline="0" dirty="0">
                          <a:ln>
                            <a:noFill/>
                          </a:ln>
                          <a:solidFill>
                            <a:srgbClr val="000000"/>
                          </a:solidFill>
                          <a:effectLst/>
                          <a:uFillTx/>
                          <a:latin typeface="Arial" panose="020B0604020202020204" pitchFamily="34" charset="0"/>
                          <a:ea typeface="等线" panose="02010600030101010101" pitchFamily="2" charset="-122"/>
                          <a:cs typeface="+mn-cs"/>
                          <a:sym typeface="Helvetica Neue Light"/>
                        </a:rPr>
                        <a:t>3.02~2.58</a:t>
                      </a:r>
                      <a:endParaRPr lang="en-US" sz="1200" b="0" i="0" u="none" strike="noStrike" cap="none" spc="0" baseline="0" dirty="0">
                        <a:ln>
                          <a:noFill/>
                        </a:ln>
                        <a:solidFill>
                          <a:srgbClr val="000000"/>
                        </a:solidFill>
                        <a:effectLst/>
                        <a:uFillTx/>
                        <a:latin typeface="Arial" panose="020B0604020202020204" pitchFamily="34" charset="0"/>
                        <a:ea typeface="等线" panose="02010600030101010101" pitchFamily="2" charset="-122"/>
                        <a:cs typeface="+mn-cs"/>
                        <a:sym typeface="Helvetica Neue Light"/>
                      </a:endParaRPr>
                    </a:p>
                  </a:txBody>
                  <a:tcPr marL="9525" marR="9525" marT="9525"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6"/>
                  </a:ext>
                </a:extLst>
              </a:tr>
              <a:tr h="197688">
                <a:tc>
                  <a:txBody>
                    <a:bodyPr/>
                    <a:lstStyle/>
                    <a:p>
                      <a:pPr algn="ctr" fontAlgn="ctr"/>
                      <a:r>
                        <a:rPr lang="en-US" altLang="zh-CN" sz="1200" u="none" strike="noStrike" dirty="0">
                          <a:effectLst/>
                          <a:latin typeface="Arial" panose="020B0604020202020204" pitchFamily="34" charset="0"/>
                          <a:cs typeface="Arial" panose="020B0604020202020204" pitchFamily="34" charset="0"/>
                        </a:rPr>
                        <a:t>8</a:t>
                      </a:r>
                      <a:endParaRPr lang="en-US" altLang="zh-CN" sz="1200" b="0" i="0" u="none" strike="noStrike" dirty="0">
                        <a:solidFill>
                          <a:srgbClr val="000000"/>
                        </a:solidFill>
                        <a:effectLst/>
                        <a:latin typeface="Arial" panose="020B0604020202020204" pitchFamily="34" charset="0"/>
                        <a:ea typeface="微软雅黑" panose="020B0503020204020204" pitchFamily="34" charset="-122"/>
                        <a:cs typeface="Arial" panose="020B0604020202020204" pitchFamily="34" charset="0"/>
                      </a:endParaRPr>
                    </a:p>
                  </a:txBody>
                  <a:tcPr marL="7022" marR="7022" marT="7022"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indent="0" algn="ctr" defTabSz="821530" eaLnBrk="1" fontAlgn="ctr" latinLnBrk="0" hangingPunct="1">
                        <a:lnSpc>
                          <a:spcPct val="100000"/>
                        </a:lnSpc>
                        <a:spcBef>
                          <a:spcPts val="0"/>
                        </a:spcBef>
                        <a:spcAft>
                          <a:spcPts val="0"/>
                        </a:spcAft>
                        <a:buClrTx/>
                        <a:buSzTx/>
                        <a:buFontTx/>
                        <a:buNone/>
                        <a:tabLst/>
                        <a:defRPr/>
                      </a:pPr>
                      <a:r>
                        <a:rPr lang="en-US" altLang="zh-CN" sz="1200" b="0" i="0" u="none" strike="noStrike" cap="none" spc="0" baseline="0" dirty="0">
                          <a:ln>
                            <a:noFill/>
                          </a:ln>
                          <a:solidFill>
                            <a:srgbClr val="000000"/>
                          </a:solidFill>
                          <a:effectLst/>
                          <a:uFillTx/>
                          <a:latin typeface="Arial" panose="020B0604020202020204" pitchFamily="34" charset="0"/>
                          <a:ea typeface="等线" panose="02010600030101010101" pitchFamily="2" charset="-122"/>
                          <a:cs typeface="+mn-cs"/>
                          <a:sym typeface="Helvetica Neue Light"/>
                        </a:rPr>
                        <a:t>5.26</a:t>
                      </a:r>
                      <a:r>
                        <a:rPr lang="el-GR" altLang="zh-CN" sz="1200" b="0" i="0" u="none" strike="noStrike" cap="none" spc="0" baseline="0" dirty="0">
                          <a:ln>
                            <a:noFill/>
                          </a:ln>
                          <a:solidFill>
                            <a:srgbClr val="000000"/>
                          </a:solidFill>
                          <a:effectLst/>
                          <a:uFillTx/>
                          <a:latin typeface="Arial" panose="020B0604020202020204" pitchFamily="34" charset="0"/>
                          <a:ea typeface="等线" panose="02010600030101010101" pitchFamily="2" charset="-122"/>
                          <a:cs typeface="+mn-cs"/>
                          <a:sym typeface="Helvetica Neue Light"/>
                        </a:rPr>
                        <a:t>~</a:t>
                      </a:r>
                      <a:r>
                        <a:rPr lang="en-US" altLang="zh-CN" sz="1200" b="0" i="0" u="none" strike="noStrike" cap="none" spc="0" baseline="0" dirty="0">
                          <a:ln>
                            <a:noFill/>
                          </a:ln>
                          <a:solidFill>
                            <a:srgbClr val="000000"/>
                          </a:solidFill>
                          <a:effectLst/>
                          <a:uFillTx/>
                          <a:latin typeface="Arial" panose="020B0604020202020204" pitchFamily="34" charset="0"/>
                          <a:ea typeface="等线" panose="02010600030101010101" pitchFamily="2" charset="-122"/>
                          <a:cs typeface="+mn-cs"/>
                          <a:sym typeface="Helvetica Neue Light"/>
                        </a:rPr>
                        <a:t>6.18</a:t>
                      </a:r>
                    </a:p>
                  </a:txBody>
                  <a:tcPr marL="9525" marR="9525" marT="9525"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vMerge="1">
                  <a:txBody>
                    <a:bodyPr/>
                    <a:lstStyle/>
                    <a:p>
                      <a:endParaRPr lang="zh-CN" altLang="en-US"/>
                    </a:p>
                  </a:txBody>
                  <a:tcPr/>
                </a:tc>
                <a:tc>
                  <a:txBody>
                    <a:bodyPr/>
                    <a:lstStyle/>
                    <a:p>
                      <a:pPr marL="0" marR="0" indent="0" algn="ctr" defTabSz="821530" fontAlgn="ctr" latinLnBrk="0">
                        <a:lnSpc>
                          <a:spcPct val="100000"/>
                        </a:lnSpc>
                        <a:spcBef>
                          <a:spcPts val="0"/>
                        </a:spcBef>
                        <a:spcAft>
                          <a:spcPts val="0"/>
                        </a:spcAft>
                        <a:buClrTx/>
                        <a:buSzTx/>
                        <a:buFontTx/>
                        <a:buNone/>
                        <a:tabLst/>
                      </a:pPr>
                      <a:r>
                        <a:rPr lang="en-US" altLang="zh-CN" sz="1200" b="0" i="0" u="none" strike="noStrike" cap="none" spc="0" baseline="0" dirty="0">
                          <a:ln>
                            <a:noFill/>
                          </a:ln>
                          <a:solidFill>
                            <a:schemeClr val="tx1"/>
                          </a:solidFill>
                          <a:effectLst/>
                          <a:uFillTx/>
                          <a:latin typeface="Arial" panose="020B0604020202020204" pitchFamily="34" charset="0"/>
                          <a:ea typeface="+mn-ea"/>
                          <a:cs typeface="Arial" panose="020B0604020202020204" pitchFamily="34" charset="0"/>
                          <a:sym typeface="Helvetica Neue Light"/>
                        </a:rPr>
                        <a:t>33</a:t>
                      </a:r>
                    </a:p>
                  </a:txBody>
                  <a:tcPr marL="9525" marR="9525" marT="9525"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indent="0" algn="ctr" defTabSz="821530" eaLnBrk="1" fontAlgn="ctr" latinLnBrk="0" hangingPunct="1">
                        <a:lnSpc>
                          <a:spcPct val="100000"/>
                        </a:lnSpc>
                        <a:spcBef>
                          <a:spcPts val="0"/>
                        </a:spcBef>
                        <a:spcAft>
                          <a:spcPts val="0"/>
                        </a:spcAft>
                        <a:buClrTx/>
                        <a:buSzTx/>
                        <a:buFontTx/>
                        <a:buNone/>
                        <a:tabLst/>
                        <a:defRPr/>
                      </a:pPr>
                      <a:r>
                        <a:rPr lang="el-GR" sz="1200" b="0" i="0" u="none" strike="noStrike" cap="none" spc="0" baseline="0" dirty="0">
                          <a:ln>
                            <a:noFill/>
                          </a:ln>
                          <a:solidFill>
                            <a:srgbClr val="000000"/>
                          </a:solidFill>
                          <a:effectLst/>
                          <a:uFillTx/>
                          <a:latin typeface="Arial" panose="020B0604020202020204" pitchFamily="34" charset="0"/>
                          <a:ea typeface="等线" panose="02010600030101010101" pitchFamily="2" charset="-122"/>
                          <a:cs typeface="+mn-cs"/>
                          <a:sym typeface="Helvetica Neue Light"/>
                        </a:rPr>
                        <a:t>3.43~2.93</a:t>
                      </a:r>
                      <a:endParaRPr lang="en-US" sz="1200" b="0" i="0" u="none" strike="noStrike" cap="none" spc="0" baseline="0" dirty="0">
                        <a:ln>
                          <a:noFill/>
                        </a:ln>
                        <a:solidFill>
                          <a:srgbClr val="000000"/>
                        </a:solidFill>
                        <a:effectLst/>
                        <a:uFillTx/>
                        <a:latin typeface="Arial" panose="020B0604020202020204" pitchFamily="34" charset="0"/>
                        <a:ea typeface="等线" panose="02010600030101010101" pitchFamily="2" charset="-122"/>
                        <a:cs typeface="+mn-cs"/>
                        <a:sym typeface="Helvetica Neue Light"/>
                      </a:endParaRPr>
                    </a:p>
                  </a:txBody>
                  <a:tcPr marL="9525" marR="9525" marT="9525"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7"/>
                  </a:ext>
                </a:extLst>
              </a:tr>
              <a:tr h="197688">
                <a:tc>
                  <a:txBody>
                    <a:bodyPr/>
                    <a:lstStyle/>
                    <a:p>
                      <a:pPr algn="ctr" fontAlgn="ctr"/>
                      <a:r>
                        <a:rPr lang="en-US" altLang="zh-CN" sz="1200" u="none" strike="noStrike" dirty="0">
                          <a:effectLst/>
                          <a:latin typeface="Arial" panose="020B0604020202020204" pitchFamily="34" charset="0"/>
                          <a:cs typeface="Arial" panose="020B0604020202020204" pitchFamily="34" charset="0"/>
                        </a:rPr>
                        <a:t>9</a:t>
                      </a:r>
                      <a:endParaRPr lang="en-US" altLang="zh-CN" sz="1200" b="0" i="0" u="none" strike="noStrike" dirty="0">
                        <a:solidFill>
                          <a:srgbClr val="000000"/>
                        </a:solidFill>
                        <a:effectLst/>
                        <a:latin typeface="Arial" panose="020B0604020202020204" pitchFamily="34" charset="0"/>
                        <a:ea typeface="微软雅黑" panose="020B0503020204020204" pitchFamily="34" charset="-122"/>
                        <a:cs typeface="Arial" panose="020B0604020202020204" pitchFamily="34" charset="0"/>
                      </a:endParaRPr>
                    </a:p>
                  </a:txBody>
                  <a:tcPr marL="7022" marR="7022" marT="7022"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indent="0" algn="ctr" defTabSz="821530" eaLnBrk="1" fontAlgn="ctr" latinLnBrk="0" hangingPunct="1">
                        <a:lnSpc>
                          <a:spcPct val="100000"/>
                        </a:lnSpc>
                        <a:spcBef>
                          <a:spcPts val="0"/>
                        </a:spcBef>
                        <a:spcAft>
                          <a:spcPts val="0"/>
                        </a:spcAft>
                        <a:buClrTx/>
                        <a:buSzTx/>
                        <a:buFontTx/>
                        <a:buNone/>
                        <a:tabLst/>
                        <a:defRPr/>
                      </a:pPr>
                      <a:r>
                        <a:rPr lang="en-US" altLang="zh-CN" sz="1200" b="0" i="0" u="none" strike="noStrike" cap="none" spc="0" baseline="0" dirty="0">
                          <a:ln>
                            <a:noFill/>
                          </a:ln>
                          <a:solidFill>
                            <a:srgbClr val="000000"/>
                          </a:solidFill>
                          <a:effectLst/>
                          <a:uFillTx/>
                          <a:latin typeface="Arial" panose="020B0604020202020204" pitchFamily="34" charset="0"/>
                          <a:ea typeface="等线" panose="02010600030101010101" pitchFamily="2" charset="-122"/>
                          <a:cs typeface="+mn-cs"/>
                          <a:sym typeface="Helvetica Neue Light"/>
                        </a:rPr>
                        <a:t>4.78</a:t>
                      </a:r>
                      <a:r>
                        <a:rPr lang="el-GR" altLang="zh-CN" sz="1200" b="0" i="0" u="none" strike="noStrike" cap="none" spc="0" baseline="0" dirty="0">
                          <a:ln>
                            <a:noFill/>
                          </a:ln>
                          <a:solidFill>
                            <a:srgbClr val="000000"/>
                          </a:solidFill>
                          <a:effectLst/>
                          <a:uFillTx/>
                          <a:latin typeface="Arial" panose="020B0604020202020204" pitchFamily="34" charset="0"/>
                          <a:ea typeface="等线" panose="02010600030101010101" pitchFamily="2" charset="-122"/>
                          <a:cs typeface="+mn-cs"/>
                          <a:sym typeface="Helvetica Neue Light"/>
                        </a:rPr>
                        <a:t>~</a:t>
                      </a:r>
                      <a:r>
                        <a:rPr lang="en-US" altLang="zh-CN" sz="1200" b="0" i="0" u="none" strike="noStrike" cap="none" spc="0" baseline="0" dirty="0">
                          <a:ln>
                            <a:noFill/>
                          </a:ln>
                          <a:solidFill>
                            <a:srgbClr val="000000"/>
                          </a:solidFill>
                          <a:effectLst/>
                          <a:uFillTx/>
                          <a:latin typeface="Arial" panose="020B0604020202020204" pitchFamily="34" charset="0"/>
                          <a:ea typeface="等线" panose="02010600030101010101" pitchFamily="2" charset="-122"/>
                          <a:cs typeface="+mn-cs"/>
                          <a:sym typeface="Helvetica Neue Light"/>
                        </a:rPr>
                        <a:t>5.62</a:t>
                      </a:r>
                    </a:p>
                  </a:txBody>
                  <a:tcPr marL="9525" marR="9525" marT="9525"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vMerge="1">
                  <a:txBody>
                    <a:bodyPr/>
                    <a:lstStyle/>
                    <a:p>
                      <a:endParaRPr lang="zh-CN" altLang="en-US"/>
                    </a:p>
                  </a:txBody>
                  <a:tcPr/>
                </a:tc>
                <a:tc>
                  <a:txBody>
                    <a:bodyPr/>
                    <a:lstStyle/>
                    <a:p>
                      <a:pPr marL="0" marR="0" indent="0" algn="ctr" defTabSz="821530" fontAlgn="ctr" latinLnBrk="0">
                        <a:lnSpc>
                          <a:spcPct val="100000"/>
                        </a:lnSpc>
                        <a:spcBef>
                          <a:spcPts val="0"/>
                        </a:spcBef>
                        <a:spcAft>
                          <a:spcPts val="0"/>
                        </a:spcAft>
                        <a:buClrTx/>
                        <a:buSzTx/>
                        <a:buFontTx/>
                        <a:buNone/>
                        <a:tabLst/>
                      </a:pPr>
                      <a:r>
                        <a:rPr lang="en-US" altLang="zh-CN" sz="1200" b="0" i="0" u="none" strike="noStrike" cap="none" spc="0" baseline="0" dirty="0">
                          <a:ln>
                            <a:noFill/>
                          </a:ln>
                          <a:solidFill>
                            <a:schemeClr val="tx1"/>
                          </a:solidFill>
                          <a:effectLst/>
                          <a:uFillTx/>
                          <a:latin typeface="Arial" panose="020B0604020202020204" pitchFamily="34" charset="0"/>
                          <a:ea typeface="+mn-ea"/>
                          <a:cs typeface="Arial" panose="020B0604020202020204" pitchFamily="34" charset="0"/>
                          <a:sym typeface="Helvetica Neue Light"/>
                        </a:rPr>
                        <a:t>34</a:t>
                      </a:r>
                    </a:p>
                  </a:txBody>
                  <a:tcPr marL="9525" marR="9525" marT="9525"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indent="0" algn="ctr" defTabSz="821530" eaLnBrk="1" fontAlgn="ctr" latinLnBrk="0" hangingPunct="1">
                        <a:lnSpc>
                          <a:spcPct val="100000"/>
                        </a:lnSpc>
                        <a:spcBef>
                          <a:spcPts val="0"/>
                        </a:spcBef>
                        <a:spcAft>
                          <a:spcPts val="0"/>
                        </a:spcAft>
                        <a:buClrTx/>
                        <a:buSzTx/>
                        <a:buFontTx/>
                        <a:buNone/>
                        <a:tabLst/>
                        <a:defRPr/>
                      </a:pPr>
                      <a:r>
                        <a:rPr lang="en-US" altLang="zh-CN" sz="1200" b="0" i="0" u="none" strike="noStrike" cap="none" spc="0" baseline="0" dirty="0">
                          <a:ln>
                            <a:noFill/>
                          </a:ln>
                          <a:solidFill>
                            <a:srgbClr val="000000"/>
                          </a:solidFill>
                          <a:effectLst/>
                          <a:uFillTx/>
                          <a:latin typeface="Arial" panose="020B0604020202020204" pitchFamily="34" charset="0"/>
                          <a:ea typeface="等线" panose="02010600030101010101" pitchFamily="2" charset="-122"/>
                          <a:cs typeface="+mn-cs"/>
                          <a:sym typeface="Helvetica Neue Light"/>
                        </a:rPr>
                        <a:t>2.95</a:t>
                      </a:r>
                      <a:r>
                        <a:rPr lang="el-GR" altLang="zh-CN" sz="1200" b="0" i="0" u="none" strike="noStrike" cap="none" spc="0" baseline="0" dirty="0">
                          <a:ln>
                            <a:noFill/>
                          </a:ln>
                          <a:solidFill>
                            <a:srgbClr val="000000"/>
                          </a:solidFill>
                          <a:effectLst/>
                          <a:uFillTx/>
                          <a:latin typeface="Arial" panose="020B0604020202020204" pitchFamily="34" charset="0"/>
                          <a:ea typeface="等线" panose="02010600030101010101" pitchFamily="2" charset="-122"/>
                          <a:cs typeface="+mn-cs"/>
                          <a:sym typeface="Helvetica Neue Light"/>
                        </a:rPr>
                        <a:t>~</a:t>
                      </a:r>
                      <a:r>
                        <a:rPr lang="en-US" altLang="zh-CN" sz="1200" b="0" i="0" u="none" strike="noStrike" cap="none" spc="0" baseline="0" dirty="0">
                          <a:ln>
                            <a:noFill/>
                          </a:ln>
                          <a:solidFill>
                            <a:srgbClr val="000000"/>
                          </a:solidFill>
                          <a:effectLst/>
                          <a:uFillTx/>
                          <a:latin typeface="Arial" panose="020B0604020202020204" pitchFamily="34" charset="0"/>
                          <a:ea typeface="等线" panose="02010600030101010101" pitchFamily="2" charset="-122"/>
                          <a:cs typeface="+mn-cs"/>
                          <a:sym typeface="Helvetica Neue Light"/>
                        </a:rPr>
                        <a:t>3.423</a:t>
                      </a:r>
                    </a:p>
                  </a:txBody>
                  <a:tcPr marL="9525" marR="9525" marT="9525"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8"/>
                  </a:ext>
                </a:extLst>
              </a:tr>
              <a:tr h="197688">
                <a:tc>
                  <a:txBody>
                    <a:bodyPr/>
                    <a:lstStyle/>
                    <a:p>
                      <a:pPr algn="ctr" fontAlgn="ctr"/>
                      <a:r>
                        <a:rPr lang="en-US" altLang="zh-CN" sz="1200" u="none" strike="noStrike" dirty="0">
                          <a:effectLst/>
                          <a:latin typeface="Arial" panose="020B0604020202020204" pitchFamily="34" charset="0"/>
                          <a:cs typeface="Arial" panose="020B0604020202020204" pitchFamily="34" charset="0"/>
                        </a:rPr>
                        <a:t>10</a:t>
                      </a:r>
                      <a:endParaRPr lang="en-US" altLang="zh-CN" sz="1200" b="0" i="0" u="none" strike="noStrike" dirty="0">
                        <a:solidFill>
                          <a:srgbClr val="000000"/>
                        </a:solidFill>
                        <a:effectLst/>
                        <a:latin typeface="Arial" panose="020B0604020202020204" pitchFamily="34" charset="0"/>
                        <a:ea typeface="微软雅黑" panose="020B0503020204020204" pitchFamily="34" charset="-122"/>
                        <a:cs typeface="Arial" panose="020B0604020202020204" pitchFamily="34" charset="0"/>
                      </a:endParaRPr>
                    </a:p>
                  </a:txBody>
                  <a:tcPr marL="7022" marR="7022" marT="7022"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indent="0" algn="ctr" defTabSz="821530" fontAlgn="ctr" latinLnBrk="0">
                        <a:lnSpc>
                          <a:spcPct val="100000"/>
                        </a:lnSpc>
                        <a:spcBef>
                          <a:spcPts val="0"/>
                        </a:spcBef>
                        <a:spcAft>
                          <a:spcPts val="0"/>
                        </a:spcAft>
                        <a:buClrTx/>
                        <a:buSzTx/>
                        <a:buFontTx/>
                        <a:buNone/>
                        <a:tabLst/>
                      </a:pPr>
                      <a:r>
                        <a:rPr lang="el-GR" sz="1200" b="0" i="0" u="none" strike="noStrike" cap="none" spc="0" baseline="0" dirty="0">
                          <a:ln>
                            <a:noFill/>
                          </a:ln>
                          <a:solidFill>
                            <a:srgbClr val="000000"/>
                          </a:solidFill>
                          <a:effectLst/>
                          <a:uFillTx/>
                          <a:latin typeface="Arial" panose="020B0604020202020204" pitchFamily="34" charset="0"/>
                          <a:ea typeface="等线" panose="02010600030101010101" pitchFamily="2" charset="-122"/>
                          <a:cs typeface="+mn-cs"/>
                          <a:sym typeface="Helvetica Neue Light"/>
                        </a:rPr>
                        <a:t>3.04~3.57</a:t>
                      </a:r>
                      <a:endParaRPr lang="en-US" sz="1200" b="0" i="0" u="none" strike="noStrike" cap="none" spc="0" baseline="0" dirty="0">
                        <a:ln>
                          <a:noFill/>
                        </a:ln>
                        <a:solidFill>
                          <a:srgbClr val="000000"/>
                        </a:solidFill>
                        <a:effectLst/>
                        <a:uFillTx/>
                        <a:latin typeface="Arial" panose="020B0604020202020204" pitchFamily="34" charset="0"/>
                        <a:ea typeface="等线" panose="02010600030101010101" pitchFamily="2" charset="-122"/>
                        <a:cs typeface="+mn-cs"/>
                        <a:sym typeface="Helvetica Neue Light"/>
                      </a:endParaRPr>
                    </a:p>
                  </a:txBody>
                  <a:tcPr marL="9525" marR="9525" marT="9525"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vMerge="1">
                  <a:txBody>
                    <a:bodyPr/>
                    <a:lstStyle/>
                    <a:p>
                      <a:endParaRPr lang="zh-CN" altLang="en-US"/>
                    </a:p>
                  </a:txBody>
                  <a:tcPr/>
                </a:tc>
                <a:tc>
                  <a:txBody>
                    <a:bodyPr/>
                    <a:lstStyle/>
                    <a:p>
                      <a:pPr marL="0" marR="0" indent="0" algn="ctr" defTabSz="821530" fontAlgn="ctr" latinLnBrk="0">
                        <a:lnSpc>
                          <a:spcPct val="100000"/>
                        </a:lnSpc>
                        <a:spcBef>
                          <a:spcPts val="0"/>
                        </a:spcBef>
                        <a:spcAft>
                          <a:spcPts val="0"/>
                        </a:spcAft>
                        <a:buClrTx/>
                        <a:buSzTx/>
                        <a:buFontTx/>
                        <a:buNone/>
                        <a:tabLst/>
                      </a:pPr>
                      <a:r>
                        <a:rPr lang="en-US" altLang="zh-CN" sz="1200" b="0" i="0" u="none" strike="noStrike" cap="none" spc="0" baseline="0" dirty="0">
                          <a:ln>
                            <a:noFill/>
                          </a:ln>
                          <a:solidFill>
                            <a:schemeClr val="tx1"/>
                          </a:solidFill>
                          <a:effectLst/>
                          <a:uFillTx/>
                          <a:latin typeface="Arial" panose="020B0604020202020204" pitchFamily="34" charset="0"/>
                          <a:ea typeface="+mn-ea"/>
                          <a:cs typeface="Arial" panose="020B0604020202020204" pitchFamily="34" charset="0"/>
                          <a:sym typeface="Helvetica Neue Light"/>
                        </a:rPr>
                        <a:t>35</a:t>
                      </a:r>
                    </a:p>
                  </a:txBody>
                  <a:tcPr marL="9525" marR="9525" marT="9525"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indent="0" algn="ctr" defTabSz="821530" eaLnBrk="1" fontAlgn="ctr" latinLnBrk="0" hangingPunct="1">
                        <a:lnSpc>
                          <a:spcPct val="100000"/>
                        </a:lnSpc>
                        <a:spcBef>
                          <a:spcPts val="0"/>
                        </a:spcBef>
                        <a:spcAft>
                          <a:spcPts val="0"/>
                        </a:spcAft>
                        <a:buClrTx/>
                        <a:buSzTx/>
                        <a:buFontTx/>
                        <a:buNone/>
                        <a:tabLst/>
                        <a:defRPr/>
                      </a:pPr>
                      <a:r>
                        <a:rPr lang="el-GR" sz="1200" b="0" i="0" u="none" strike="noStrike" cap="none" spc="0" baseline="0" dirty="0">
                          <a:ln>
                            <a:noFill/>
                          </a:ln>
                          <a:solidFill>
                            <a:srgbClr val="000000"/>
                          </a:solidFill>
                          <a:effectLst/>
                          <a:uFillTx/>
                          <a:latin typeface="Arial" panose="020B0604020202020204" pitchFamily="34" charset="0"/>
                          <a:ea typeface="等线" panose="02010600030101010101" pitchFamily="2" charset="-122"/>
                          <a:cs typeface="+mn-cs"/>
                          <a:sym typeface="Helvetica Neue Light"/>
                        </a:rPr>
                        <a:t>5.03~5.91 </a:t>
                      </a:r>
                      <a:endParaRPr lang="en-US" sz="1200" b="0" i="0" u="none" strike="noStrike" cap="none" spc="0" baseline="0" dirty="0">
                        <a:ln>
                          <a:noFill/>
                        </a:ln>
                        <a:solidFill>
                          <a:srgbClr val="000000"/>
                        </a:solidFill>
                        <a:effectLst/>
                        <a:uFillTx/>
                        <a:latin typeface="Arial" panose="020B0604020202020204" pitchFamily="34" charset="0"/>
                        <a:ea typeface="等线" panose="02010600030101010101" pitchFamily="2" charset="-122"/>
                        <a:cs typeface="+mn-cs"/>
                        <a:sym typeface="Helvetica Neue Light"/>
                      </a:endParaRPr>
                    </a:p>
                  </a:txBody>
                  <a:tcPr marL="9525" marR="9525" marT="9525"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9"/>
                  </a:ext>
                </a:extLst>
              </a:tr>
              <a:tr h="197688">
                <a:tc>
                  <a:txBody>
                    <a:bodyPr/>
                    <a:lstStyle/>
                    <a:p>
                      <a:pPr algn="ctr" fontAlgn="ctr"/>
                      <a:r>
                        <a:rPr lang="en-US" altLang="zh-CN" sz="1200" u="none" strike="noStrike" dirty="0">
                          <a:effectLst/>
                          <a:latin typeface="Arial" panose="020B0604020202020204" pitchFamily="34" charset="0"/>
                          <a:cs typeface="Arial" panose="020B0604020202020204" pitchFamily="34" charset="0"/>
                        </a:rPr>
                        <a:t>11</a:t>
                      </a:r>
                      <a:endParaRPr lang="en-US" altLang="zh-CN" sz="1200" b="0" i="0" u="none" strike="noStrike" dirty="0">
                        <a:solidFill>
                          <a:srgbClr val="000000"/>
                        </a:solidFill>
                        <a:effectLst/>
                        <a:latin typeface="Arial" panose="020B0604020202020204" pitchFamily="34" charset="0"/>
                        <a:ea typeface="微软雅黑" panose="020B0503020204020204" pitchFamily="34" charset="-122"/>
                        <a:cs typeface="Arial" panose="020B0604020202020204" pitchFamily="34" charset="0"/>
                      </a:endParaRPr>
                    </a:p>
                  </a:txBody>
                  <a:tcPr marL="7022" marR="7022" marT="7022"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indent="0" algn="ctr" defTabSz="821530" fontAlgn="ctr" latinLnBrk="0">
                        <a:lnSpc>
                          <a:spcPct val="100000"/>
                        </a:lnSpc>
                        <a:spcBef>
                          <a:spcPts val="0"/>
                        </a:spcBef>
                        <a:spcAft>
                          <a:spcPts val="0"/>
                        </a:spcAft>
                        <a:buClrTx/>
                        <a:buSzTx/>
                        <a:buFontTx/>
                        <a:buNone/>
                        <a:tabLst/>
                      </a:pPr>
                      <a:r>
                        <a:rPr lang="el-GR" sz="1200" b="0" i="0" u="none" strike="noStrike" cap="none" spc="0" baseline="0" dirty="0">
                          <a:ln>
                            <a:noFill/>
                          </a:ln>
                          <a:solidFill>
                            <a:srgbClr val="000000"/>
                          </a:solidFill>
                          <a:effectLst/>
                          <a:uFillTx/>
                          <a:latin typeface="Arial" panose="020B0604020202020204" pitchFamily="34" charset="0"/>
                          <a:ea typeface="等线" panose="02010600030101010101" pitchFamily="2" charset="-122"/>
                          <a:cs typeface="+mn-cs"/>
                          <a:sym typeface="Helvetica Neue Light"/>
                        </a:rPr>
                        <a:t>6.46~7.58</a:t>
                      </a:r>
                      <a:endParaRPr lang="en-US" sz="1200" b="0" i="0" u="none" strike="noStrike" cap="none" spc="0" baseline="0" dirty="0">
                        <a:ln>
                          <a:noFill/>
                        </a:ln>
                        <a:solidFill>
                          <a:srgbClr val="000000"/>
                        </a:solidFill>
                        <a:effectLst/>
                        <a:uFillTx/>
                        <a:latin typeface="Arial" panose="020B0604020202020204" pitchFamily="34" charset="0"/>
                        <a:ea typeface="等线" panose="02010600030101010101" pitchFamily="2" charset="-122"/>
                        <a:cs typeface="+mn-cs"/>
                        <a:sym typeface="Helvetica Neue Light"/>
                      </a:endParaRPr>
                    </a:p>
                  </a:txBody>
                  <a:tcPr marL="9525" marR="9525" marT="9525"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vMerge="1">
                  <a:txBody>
                    <a:bodyPr/>
                    <a:lstStyle/>
                    <a:p>
                      <a:endParaRPr lang="zh-CN" altLang="en-US"/>
                    </a:p>
                  </a:txBody>
                  <a:tcPr/>
                </a:tc>
                <a:tc>
                  <a:txBody>
                    <a:bodyPr/>
                    <a:lstStyle/>
                    <a:p>
                      <a:pPr marL="0" marR="0" indent="0" algn="ctr" defTabSz="821530" fontAlgn="ctr" latinLnBrk="0">
                        <a:lnSpc>
                          <a:spcPct val="100000"/>
                        </a:lnSpc>
                        <a:spcBef>
                          <a:spcPts val="0"/>
                        </a:spcBef>
                        <a:spcAft>
                          <a:spcPts val="0"/>
                        </a:spcAft>
                        <a:buClrTx/>
                        <a:buSzTx/>
                        <a:buFontTx/>
                        <a:buNone/>
                        <a:tabLst/>
                      </a:pPr>
                      <a:r>
                        <a:rPr lang="en-US" altLang="zh-CN" sz="1200" b="0" i="0" u="none" strike="noStrike" cap="none" spc="0" baseline="0" dirty="0">
                          <a:ln>
                            <a:noFill/>
                          </a:ln>
                          <a:solidFill>
                            <a:schemeClr val="tx1"/>
                          </a:solidFill>
                          <a:effectLst/>
                          <a:uFillTx/>
                          <a:latin typeface="Arial" panose="020B0604020202020204" pitchFamily="34" charset="0"/>
                          <a:ea typeface="+mn-ea"/>
                          <a:cs typeface="Arial" panose="020B0604020202020204" pitchFamily="34" charset="0"/>
                          <a:sym typeface="Helvetica Neue Light"/>
                        </a:rPr>
                        <a:t>38</a:t>
                      </a:r>
                    </a:p>
                  </a:txBody>
                  <a:tcPr marL="9525" marR="9525" marT="9525"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indent="0" algn="ctr" defTabSz="821530" eaLnBrk="1" fontAlgn="ctr" latinLnBrk="0" hangingPunct="1">
                        <a:lnSpc>
                          <a:spcPct val="100000"/>
                        </a:lnSpc>
                        <a:spcBef>
                          <a:spcPts val="0"/>
                        </a:spcBef>
                        <a:spcAft>
                          <a:spcPts val="0"/>
                        </a:spcAft>
                        <a:buClrTx/>
                        <a:buSzTx/>
                        <a:buFontTx/>
                        <a:buNone/>
                        <a:tabLst/>
                        <a:defRPr/>
                      </a:pPr>
                      <a:r>
                        <a:rPr lang="el-GR" sz="1200" b="0" i="0" u="none" strike="noStrike" cap="none" spc="0" baseline="0" dirty="0">
                          <a:ln>
                            <a:noFill/>
                          </a:ln>
                          <a:solidFill>
                            <a:srgbClr val="000000"/>
                          </a:solidFill>
                          <a:effectLst/>
                          <a:uFillTx/>
                          <a:latin typeface="Arial" panose="020B0604020202020204" pitchFamily="34" charset="0"/>
                          <a:ea typeface="等线" panose="02010600030101010101" pitchFamily="2" charset="-122"/>
                          <a:cs typeface="+mn-cs"/>
                          <a:sym typeface="Helvetica Neue Light"/>
                        </a:rPr>
                        <a:t>2.49~2.92 </a:t>
                      </a:r>
                      <a:endParaRPr lang="en-US" sz="1200" b="0" i="0" u="none" strike="noStrike" cap="none" spc="0" baseline="0" dirty="0">
                        <a:ln>
                          <a:noFill/>
                        </a:ln>
                        <a:solidFill>
                          <a:srgbClr val="000000"/>
                        </a:solidFill>
                        <a:effectLst/>
                        <a:uFillTx/>
                        <a:latin typeface="Arial" panose="020B0604020202020204" pitchFamily="34" charset="0"/>
                        <a:ea typeface="等线" panose="02010600030101010101" pitchFamily="2" charset="-122"/>
                        <a:cs typeface="+mn-cs"/>
                        <a:sym typeface="Helvetica Neue Light"/>
                      </a:endParaRPr>
                    </a:p>
                  </a:txBody>
                  <a:tcPr marL="9525" marR="9525" marT="9525"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20"/>
                  </a:ext>
                </a:extLst>
              </a:tr>
              <a:tr h="197688">
                <a:tc>
                  <a:txBody>
                    <a:bodyPr/>
                    <a:lstStyle/>
                    <a:p>
                      <a:pPr algn="ctr" fontAlgn="ctr"/>
                      <a:r>
                        <a:rPr lang="en-US" altLang="zh-CN" sz="1200" u="none" strike="noStrike" dirty="0">
                          <a:effectLst/>
                          <a:latin typeface="Arial" panose="020B0604020202020204" pitchFamily="34" charset="0"/>
                          <a:cs typeface="Arial" panose="020B0604020202020204" pitchFamily="34" charset="0"/>
                        </a:rPr>
                        <a:t>13</a:t>
                      </a:r>
                      <a:endParaRPr lang="en-US" altLang="zh-CN" sz="1200" b="0" i="0" u="none" strike="noStrike" dirty="0">
                        <a:solidFill>
                          <a:srgbClr val="000000"/>
                        </a:solidFill>
                        <a:effectLst/>
                        <a:latin typeface="Arial" panose="020B0604020202020204" pitchFamily="34" charset="0"/>
                        <a:ea typeface="微软雅黑" panose="020B0503020204020204" pitchFamily="34" charset="-122"/>
                        <a:cs typeface="Arial" panose="020B0604020202020204" pitchFamily="34" charset="0"/>
                      </a:endParaRPr>
                    </a:p>
                  </a:txBody>
                  <a:tcPr marL="7022" marR="7022" marT="7022"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indent="0" algn="ctr" defTabSz="821530" fontAlgn="ctr" latinLnBrk="0">
                        <a:lnSpc>
                          <a:spcPct val="100000"/>
                        </a:lnSpc>
                        <a:spcBef>
                          <a:spcPts val="0"/>
                        </a:spcBef>
                        <a:spcAft>
                          <a:spcPts val="0"/>
                        </a:spcAft>
                        <a:buClrTx/>
                        <a:buSzTx/>
                        <a:buFontTx/>
                        <a:buNone/>
                        <a:tabLst/>
                      </a:pPr>
                      <a:r>
                        <a:rPr lang="el-GR" sz="1200" b="0" i="0" u="none" strike="noStrike" cap="none" spc="0" baseline="0" dirty="0">
                          <a:ln>
                            <a:noFill/>
                          </a:ln>
                          <a:solidFill>
                            <a:srgbClr val="000000"/>
                          </a:solidFill>
                          <a:effectLst/>
                          <a:uFillTx/>
                          <a:latin typeface="Arial" panose="020B0604020202020204" pitchFamily="34" charset="0"/>
                          <a:ea typeface="等线" panose="02010600030101010101" pitchFamily="2" charset="-122"/>
                          <a:cs typeface="+mn-cs"/>
                          <a:sym typeface="Helvetica Neue Light"/>
                        </a:rPr>
                        <a:t>2.39~2.8</a:t>
                      </a:r>
                      <a:r>
                        <a:rPr lang="en-US" sz="1200" b="0" i="0" u="none" strike="noStrike" cap="none" spc="0" baseline="0" dirty="0">
                          <a:ln>
                            <a:noFill/>
                          </a:ln>
                          <a:solidFill>
                            <a:srgbClr val="000000"/>
                          </a:solidFill>
                          <a:effectLst/>
                          <a:uFillTx/>
                          <a:latin typeface="Arial" panose="020B0604020202020204" pitchFamily="34" charset="0"/>
                          <a:ea typeface="等线" panose="02010600030101010101" pitchFamily="2" charset="-122"/>
                          <a:cs typeface="+mn-cs"/>
                          <a:sym typeface="Helvetica Neue Light"/>
                        </a:rPr>
                        <a:t>0</a:t>
                      </a:r>
                    </a:p>
                  </a:txBody>
                  <a:tcPr marL="9525" marR="9525" marT="9525"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vMerge="1">
                  <a:txBody>
                    <a:bodyPr/>
                    <a:lstStyle/>
                    <a:p>
                      <a:pPr marL="0" marR="0" indent="0" algn="ctr" defTabSz="821530" eaLnBrk="1" fontAlgn="ctr" latinLnBrk="0" hangingPunct="1">
                        <a:lnSpc>
                          <a:spcPct val="100000"/>
                        </a:lnSpc>
                        <a:spcBef>
                          <a:spcPts val="0"/>
                        </a:spcBef>
                        <a:spcAft>
                          <a:spcPts val="0"/>
                        </a:spcAft>
                        <a:buClrTx/>
                        <a:buSzTx/>
                        <a:buFontTx/>
                        <a:buNone/>
                        <a:tabLst/>
                        <a:defRPr/>
                      </a:pPr>
                      <a:endParaRPr lang="en-US" altLang="zh-CN" sz="2000" b="0" i="0" u="none" strike="noStrike" cap="none" spc="0" baseline="0" dirty="0">
                        <a:ln>
                          <a:noFill/>
                        </a:ln>
                        <a:solidFill>
                          <a:schemeClr val="tx1"/>
                        </a:solidFill>
                        <a:effectLst/>
                        <a:uFillTx/>
                        <a:latin typeface="Arial" panose="020B0604020202020204" pitchFamily="34" charset="0"/>
                        <a:ea typeface="Arial Unicode MS" panose="020B0604020202020204" pitchFamily="34" charset="-122"/>
                        <a:cs typeface="Arial" panose="020B0604020202020204" pitchFamily="34" charset="0"/>
                        <a:sym typeface="Helvetica Neue Light"/>
                      </a:endParaRPr>
                    </a:p>
                  </a:txBody>
                  <a:tcPr marL="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indent="0" algn="ctr" defTabSz="821530" fontAlgn="ctr" latinLnBrk="0">
                        <a:lnSpc>
                          <a:spcPct val="100000"/>
                        </a:lnSpc>
                        <a:spcBef>
                          <a:spcPts val="0"/>
                        </a:spcBef>
                        <a:spcAft>
                          <a:spcPts val="0"/>
                        </a:spcAft>
                        <a:buClrTx/>
                        <a:buSzTx/>
                        <a:buFontTx/>
                        <a:buNone/>
                        <a:tabLst/>
                      </a:pPr>
                      <a:r>
                        <a:rPr lang="en-US" altLang="zh-CN" sz="1200" b="0" i="0" u="none" strike="noStrike" cap="none" spc="0" baseline="0" dirty="0">
                          <a:ln>
                            <a:noFill/>
                          </a:ln>
                          <a:solidFill>
                            <a:schemeClr val="tx1"/>
                          </a:solidFill>
                          <a:effectLst/>
                          <a:uFillTx/>
                          <a:latin typeface="Arial" panose="020B0604020202020204" pitchFamily="34" charset="0"/>
                          <a:ea typeface="+mn-ea"/>
                          <a:cs typeface="Arial" panose="020B0604020202020204" pitchFamily="34" charset="0"/>
                          <a:sym typeface="Helvetica Neue Light"/>
                        </a:rPr>
                        <a:t>39</a:t>
                      </a:r>
                    </a:p>
                  </a:txBody>
                  <a:tcPr marL="9525" marR="9525" marT="9525"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indent="0" algn="ctr" defTabSz="821530" eaLnBrk="1" fontAlgn="ctr" latinLnBrk="0" hangingPunct="1">
                        <a:lnSpc>
                          <a:spcPct val="100000"/>
                        </a:lnSpc>
                        <a:spcBef>
                          <a:spcPts val="0"/>
                        </a:spcBef>
                        <a:spcAft>
                          <a:spcPts val="0"/>
                        </a:spcAft>
                        <a:buClrTx/>
                        <a:buSzTx/>
                        <a:buFontTx/>
                        <a:buNone/>
                        <a:tabLst/>
                        <a:defRPr/>
                      </a:pPr>
                      <a:r>
                        <a:rPr lang="el-GR" sz="1200" b="0" i="0" u="none" strike="noStrike" cap="none" spc="0" baseline="0" dirty="0">
                          <a:ln>
                            <a:noFill/>
                          </a:ln>
                          <a:solidFill>
                            <a:srgbClr val="000000"/>
                          </a:solidFill>
                          <a:effectLst/>
                          <a:uFillTx/>
                          <a:latin typeface="Arial" panose="020B0604020202020204" pitchFamily="34" charset="0"/>
                          <a:ea typeface="等线" panose="02010600030101010101" pitchFamily="2" charset="-122"/>
                          <a:cs typeface="+mn-cs"/>
                          <a:sym typeface="Helvetica Neue Light"/>
                        </a:rPr>
                        <a:t>1.98~2.33 </a:t>
                      </a:r>
                      <a:endParaRPr lang="en-US" sz="1200" b="0" i="0" u="none" strike="noStrike" cap="none" spc="0" baseline="0" dirty="0">
                        <a:ln>
                          <a:noFill/>
                        </a:ln>
                        <a:solidFill>
                          <a:srgbClr val="000000"/>
                        </a:solidFill>
                        <a:effectLst/>
                        <a:uFillTx/>
                        <a:latin typeface="Arial" panose="020B0604020202020204" pitchFamily="34" charset="0"/>
                        <a:ea typeface="等线" panose="02010600030101010101" pitchFamily="2" charset="-122"/>
                        <a:cs typeface="+mn-cs"/>
                        <a:sym typeface="Helvetica Neue Light"/>
                      </a:endParaRPr>
                    </a:p>
                  </a:txBody>
                  <a:tcPr marL="9525" marR="9525" marT="9525"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21"/>
                  </a:ext>
                </a:extLst>
              </a:tr>
              <a:tr h="197688">
                <a:tc>
                  <a:txBody>
                    <a:bodyPr/>
                    <a:lstStyle/>
                    <a:p>
                      <a:pPr algn="ctr" fontAlgn="ctr"/>
                      <a:r>
                        <a:rPr lang="en-US" altLang="zh-CN" sz="1200" u="none" strike="noStrike" dirty="0">
                          <a:effectLst/>
                          <a:latin typeface="Arial" panose="020B0604020202020204" pitchFamily="34" charset="0"/>
                          <a:cs typeface="Arial" panose="020B0604020202020204" pitchFamily="34" charset="0"/>
                        </a:rPr>
                        <a:t>14</a:t>
                      </a:r>
                      <a:endParaRPr lang="en-US" altLang="zh-CN" sz="1200" b="0" i="0" u="none" strike="noStrike" dirty="0">
                        <a:solidFill>
                          <a:srgbClr val="000000"/>
                        </a:solidFill>
                        <a:effectLst/>
                        <a:latin typeface="Arial" panose="020B0604020202020204" pitchFamily="34" charset="0"/>
                        <a:ea typeface="微软雅黑" panose="020B0503020204020204" pitchFamily="34" charset="-122"/>
                        <a:cs typeface="Arial" panose="020B0604020202020204" pitchFamily="34" charset="0"/>
                      </a:endParaRPr>
                    </a:p>
                  </a:txBody>
                  <a:tcPr marL="7022" marR="7022" marT="7022"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indent="0" algn="ctr" defTabSz="821530" fontAlgn="ctr" latinLnBrk="0">
                        <a:lnSpc>
                          <a:spcPct val="100000"/>
                        </a:lnSpc>
                        <a:spcBef>
                          <a:spcPts val="0"/>
                        </a:spcBef>
                        <a:spcAft>
                          <a:spcPts val="0"/>
                        </a:spcAft>
                        <a:buClrTx/>
                        <a:buSzTx/>
                        <a:buFontTx/>
                        <a:buNone/>
                        <a:tabLst/>
                      </a:pPr>
                      <a:r>
                        <a:rPr lang="el-GR" sz="1200" b="0" i="0" u="none" strike="noStrike" cap="none" spc="0" baseline="0" dirty="0">
                          <a:ln>
                            <a:noFill/>
                          </a:ln>
                          <a:solidFill>
                            <a:srgbClr val="000000"/>
                          </a:solidFill>
                          <a:effectLst/>
                          <a:uFillTx/>
                          <a:latin typeface="Arial" panose="020B0604020202020204" pitchFamily="34" charset="0"/>
                          <a:ea typeface="等线" panose="02010600030101010101" pitchFamily="2" charset="-122"/>
                          <a:cs typeface="+mn-cs"/>
                          <a:sym typeface="Helvetica Neue Light"/>
                        </a:rPr>
                        <a:t>1.43~1.6</a:t>
                      </a:r>
                      <a:r>
                        <a:rPr lang="en-US" sz="1200" b="0" i="0" u="none" strike="noStrike" cap="none" spc="0" baseline="0" dirty="0">
                          <a:ln>
                            <a:noFill/>
                          </a:ln>
                          <a:solidFill>
                            <a:srgbClr val="000000"/>
                          </a:solidFill>
                          <a:effectLst/>
                          <a:uFillTx/>
                          <a:latin typeface="Arial" panose="020B0604020202020204" pitchFamily="34" charset="0"/>
                          <a:ea typeface="等线" panose="02010600030101010101" pitchFamily="2" charset="-122"/>
                          <a:cs typeface="+mn-cs"/>
                          <a:sym typeface="Helvetica Neue Light"/>
                        </a:rPr>
                        <a:t>7</a:t>
                      </a:r>
                    </a:p>
                  </a:txBody>
                  <a:tcPr marL="9525" marR="9525" marT="9525"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vMerge="1">
                  <a:txBody>
                    <a:bodyPr/>
                    <a:lstStyle/>
                    <a:p>
                      <a:pPr marL="0" marR="0" indent="0" algn="ctr" defTabSz="821530" eaLnBrk="1" fontAlgn="ctr" latinLnBrk="0" hangingPunct="1">
                        <a:lnSpc>
                          <a:spcPct val="100000"/>
                        </a:lnSpc>
                        <a:spcBef>
                          <a:spcPts val="0"/>
                        </a:spcBef>
                        <a:spcAft>
                          <a:spcPts val="0"/>
                        </a:spcAft>
                        <a:buClrTx/>
                        <a:buSzTx/>
                        <a:buFontTx/>
                        <a:buNone/>
                        <a:tabLst/>
                        <a:defRPr/>
                      </a:pPr>
                      <a:endParaRPr lang="en-US" altLang="zh-CN" sz="2000" b="0" i="0" u="none" strike="noStrike" cap="none" spc="0" baseline="0" dirty="0">
                        <a:ln>
                          <a:noFill/>
                        </a:ln>
                        <a:solidFill>
                          <a:schemeClr val="tx1"/>
                        </a:solidFill>
                        <a:effectLst/>
                        <a:uFillTx/>
                        <a:latin typeface="Arial" panose="020B0604020202020204" pitchFamily="34" charset="0"/>
                        <a:ea typeface="Arial Unicode MS" panose="020B0604020202020204" pitchFamily="34" charset="-122"/>
                        <a:cs typeface="Arial" panose="020B0604020202020204" pitchFamily="34" charset="0"/>
                        <a:sym typeface="Helvetica Neue Light"/>
                      </a:endParaRPr>
                    </a:p>
                  </a:txBody>
                  <a:tcPr marL="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indent="0" algn="ctr" defTabSz="821530" fontAlgn="ctr" latinLnBrk="0">
                        <a:lnSpc>
                          <a:spcPct val="100000"/>
                        </a:lnSpc>
                        <a:spcBef>
                          <a:spcPts val="0"/>
                        </a:spcBef>
                        <a:spcAft>
                          <a:spcPts val="0"/>
                        </a:spcAft>
                        <a:buClrTx/>
                        <a:buSzTx/>
                        <a:buFontTx/>
                        <a:buNone/>
                        <a:tabLst/>
                      </a:pPr>
                      <a:r>
                        <a:rPr lang="en-US" altLang="zh-CN" sz="1200" b="0" i="0" u="none" strike="noStrike" cap="none" spc="0" baseline="0" dirty="0">
                          <a:ln>
                            <a:noFill/>
                          </a:ln>
                          <a:solidFill>
                            <a:schemeClr val="tx1"/>
                          </a:solidFill>
                          <a:effectLst/>
                          <a:uFillTx/>
                          <a:latin typeface="Arial" panose="020B0604020202020204" pitchFamily="34" charset="0"/>
                          <a:ea typeface="+mn-ea"/>
                          <a:cs typeface="Arial" panose="020B0604020202020204" pitchFamily="34" charset="0"/>
                          <a:sym typeface="Helvetica Neue Light"/>
                        </a:rPr>
                        <a:t>40</a:t>
                      </a:r>
                    </a:p>
                  </a:txBody>
                  <a:tcPr marL="9525" marR="9525" marT="9525"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indent="0" algn="ctr" defTabSz="821530" eaLnBrk="1" fontAlgn="ctr" latinLnBrk="0" hangingPunct="1">
                        <a:lnSpc>
                          <a:spcPct val="100000"/>
                        </a:lnSpc>
                        <a:spcBef>
                          <a:spcPts val="0"/>
                        </a:spcBef>
                        <a:spcAft>
                          <a:spcPts val="0"/>
                        </a:spcAft>
                        <a:buClrTx/>
                        <a:buSzTx/>
                        <a:buFontTx/>
                        <a:buNone/>
                        <a:tabLst/>
                        <a:defRPr/>
                      </a:pPr>
                      <a:r>
                        <a:rPr lang="el-GR" sz="1200" b="0" i="0" u="none" strike="noStrike" cap="none" spc="0" baseline="0" dirty="0">
                          <a:ln>
                            <a:noFill/>
                          </a:ln>
                          <a:solidFill>
                            <a:srgbClr val="000000"/>
                          </a:solidFill>
                          <a:effectLst/>
                          <a:uFillTx/>
                          <a:latin typeface="Arial" panose="020B0604020202020204" pitchFamily="34" charset="0"/>
                          <a:ea typeface="等线" panose="02010600030101010101" pitchFamily="2" charset="-122"/>
                          <a:cs typeface="+mn-cs"/>
                          <a:sym typeface="Helvetica Neue Light"/>
                        </a:rPr>
                        <a:t>1.17~1.37 </a:t>
                      </a:r>
                      <a:endParaRPr lang="en-US" sz="1200" b="0" i="0" u="none" strike="noStrike" cap="none" spc="0" baseline="0" dirty="0">
                        <a:ln>
                          <a:noFill/>
                        </a:ln>
                        <a:solidFill>
                          <a:srgbClr val="000000"/>
                        </a:solidFill>
                        <a:effectLst/>
                        <a:uFillTx/>
                        <a:latin typeface="Arial" panose="020B0604020202020204" pitchFamily="34" charset="0"/>
                        <a:ea typeface="等线" panose="02010600030101010101" pitchFamily="2" charset="-122"/>
                        <a:cs typeface="+mn-cs"/>
                        <a:sym typeface="Helvetica Neue Light"/>
                      </a:endParaRPr>
                    </a:p>
                  </a:txBody>
                  <a:tcPr marL="9525" marR="9525" marT="9525"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22"/>
                  </a:ext>
                </a:extLst>
              </a:tr>
              <a:tr h="197688">
                <a:tc>
                  <a:txBody>
                    <a:bodyPr/>
                    <a:lstStyle/>
                    <a:p>
                      <a:pPr algn="ctr" fontAlgn="ctr"/>
                      <a:r>
                        <a:rPr lang="en-US" altLang="zh-CN" sz="1200" u="none" strike="noStrike" dirty="0">
                          <a:effectLst/>
                          <a:latin typeface="Arial" panose="020B0604020202020204" pitchFamily="34" charset="0"/>
                          <a:cs typeface="Arial" panose="020B0604020202020204" pitchFamily="34" charset="0"/>
                        </a:rPr>
                        <a:t>15</a:t>
                      </a:r>
                      <a:endParaRPr lang="en-US" altLang="zh-CN" sz="1200" b="0" i="0" u="none" strike="noStrike" dirty="0">
                        <a:solidFill>
                          <a:srgbClr val="000000"/>
                        </a:solidFill>
                        <a:effectLst/>
                        <a:latin typeface="Arial" panose="020B0604020202020204" pitchFamily="34" charset="0"/>
                        <a:ea typeface="微软雅黑" panose="020B0503020204020204" pitchFamily="34" charset="-122"/>
                        <a:cs typeface="Arial" panose="020B0604020202020204" pitchFamily="34" charset="0"/>
                      </a:endParaRPr>
                    </a:p>
                  </a:txBody>
                  <a:tcPr marL="7022" marR="7022" marT="7022"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indent="0" algn="ctr" defTabSz="821530" fontAlgn="ctr" latinLnBrk="0">
                        <a:lnSpc>
                          <a:spcPct val="100000"/>
                        </a:lnSpc>
                        <a:spcBef>
                          <a:spcPts val="0"/>
                        </a:spcBef>
                        <a:spcAft>
                          <a:spcPts val="0"/>
                        </a:spcAft>
                        <a:buClrTx/>
                        <a:buSzTx/>
                        <a:buFontTx/>
                        <a:buNone/>
                        <a:tabLst/>
                      </a:pPr>
                      <a:r>
                        <a:rPr lang="el-GR" sz="1200" b="0" i="0" u="none" strike="noStrike" cap="none" spc="0" baseline="0" dirty="0">
                          <a:ln>
                            <a:noFill/>
                          </a:ln>
                          <a:solidFill>
                            <a:srgbClr val="000000"/>
                          </a:solidFill>
                          <a:effectLst/>
                          <a:uFillTx/>
                          <a:latin typeface="Arial" panose="020B0604020202020204" pitchFamily="34" charset="0"/>
                          <a:ea typeface="等线" panose="02010600030101010101" pitchFamily="2" charset="-122"/>
                          <a:cs typeface="+mn-cs"/>
                          <a:sym typeface="Helvetica Neue Light"/>
                        </a:rPr>
                        <a:t>8.66~10.17</a:t>
                      </a:r>
                      <a:endParaRPr lang="en-US" sz="1200" b="0" i="0" u="none" strike="noStrike" cap="none" spc="0" baseline="0" dirty="0">
                        <a:ln>
                          <a:noFill/>
                        </a:ln>
                        <a:solidFill>
                          <a:srgbClr val="000000"/>
                        </a:solidFill>
                        <a:effectLst/>
                        <a:uFillTx/>
                        <a:latin typeface="Arial" panose="020B0604020202020204" pitchFamily="34" charset="0"/>
                        <a:ea typeface="等线" panose="02010600030101010101" pitchFamily="2" charset="-122"/>
                        <a:cs typeface="+mn-cs"/>
                        <a:sym typeface="Helvetica Neue Light"/>
                      </a:endParaRPr>
                    </a:p>
                  </a:txBody>
                  <a:tcPr marL="9525" marR="9525" marT="9525"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vMerge="1">
                  <a:txBody>
                    <a:bodyPr/>
                    <a:lstStyle/>
                    <a:p>
                      <a:pPr marL="0" marR="0" indent="0" algn="ctr" defTabSz="821530" eaLnBrk="1" fontAlgn="ctr" latinLnBrk="0" hangingPunct="1">
                        <a:lnSpc>
                          <a:spcPct val="100000"/>
                        </a:lnSpc>
                        <a:spcBef>
                          <a:spcPts val="0"/>
                        </a:spcBef>
                        <a:spcAft>
                          <a:spcPts val="0"/>
                        </a:spcAft>
                        <a:buClrTx/>
                        <a:buSzTx/>
                        <a:buFontTx/>
                        <a:buNone/>
                        <a:tabLst/>
                        <a:defRPr/>
                      </a:pPr>
                      <a:endParaRPr lang="en-US" altLang="zh-CN" sz="2000" b="0" i="0" u="none" strike="noStrike" cap="none" spc="0" baseline="0" dirty="0">
                        <a:ln>
                          <a:noFill/>
                        </a:ln>
                        <a:solidFill>
                          <a:schemeClr val="tx1"/>
                        </a:solidFill>
                        <a:effectLst/>
                        <a:uFillTx/>
                        <a:latin typeface="Arial" panose="020B0604020202020204" pitchFamily="34" charset="0"/>
                        <a:ea typeface="Arial Unicode MS" panose="020B0604020202020204" pitchFamily="34" charset="-122"/>
                        <a:cs typeface="Arial" panose="020B0604020202020204" pitchFamily="34" charset="0"/>
                        <a:sym typeface="Helvetica Neue Light"/>
                      </a:endParaRPr>
                    </a:p>
                  </a:txBody>
                  <a:tcPr marL="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indent="0" algn="ctr" defTabSz="821530" fontAlgn="ctr" latinLnBrk="0">
                        <a:lnSpc>
                          <a:spcPct val="100000"/>
                        </a:lnSpc>
                        <a:spcBef>
                          <a:spcPts val="0"/>
                        </a:spcBef>
                        <a:spcAft>
                          <a:spcPts val="0"/>
                        </a:spcAft>
                        <a:buClrTx/>
                        <a:buSzTx/>
                        <a:buFontTx/>
                        <a:buNone/>
                        <a:tabLst/>
                      </a:pPr>
                      <a:r>
                        <a:rPr lang="en-US" altLang="zh-CN" sz="1200" b="0" i="0" u="none" strike="noStrike" cap="none" spc="0" baseline="0" dirty="0">
                          <a:ln>
                            <a:noFill/>
                          </a:ln>
                          <a:solidFill>
                            <a:schemeClr val="tx1"/>
                          </a:solidFill>
                          <a:effectLst/>
                          <a:uFillTx/>
                          <a:latin typeface="Arial" panose="020B0604020202020204" pitchFamily="34" charset="0"/>
                          <a:ea typeface="+mn-ea"/>
                          <a:cs typeface="Arial" panose="020B0604020202020204" pitchFamily="34" charset="0"/>
                          <a:sym typeface="Helvetica Neue Light"/>
                        </a:rPr>
                        <a:t>41</a:t>
                      </a:r>
                    </a:p>
                  </a:txBody>
                  <a:tcPr marL="9525" marR="9525" marT="9525"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indent="0" algn="ctr" defTabSz="821530" eaLnBrk="1" fontAlgn="ctr" latinLnBrk="0" hangingPunct="1">
                        <a:lnSpc>
                          <a:spcPct val="100000"/>
                        </a:lnSpc>
                        <a:spcBef>
                          <a:spcPts val="0"/>
                        </a:spcBef>
                        <a:spcAft>
                          <a:spcPts val="0"/>
                        </a:spcAft>
                        <a:buClrTx/>
                        <a:buSzTx/>
                        <a:buFontTx/>
                        <a:buNone/>
                        <a:tabLst/>
                        <a:defRPr/>
                      </a:pPr>
                      <a:r>
                        <a:rPr lang="el-GR" sz="1200" b="0" i="0" u="none" strike="noStrike" cap="none" spc="0" baseline="0" dirty="0">
                          <a:ln>
                            <a:noFill/>
                          </a:ln>
                          <a:solidFill>
                            <a:srgbClr val="000000"/>
                          </a:solidFill>
                          <a:effectLst/>
                          <a:uFillTx/>
                          <a:latin typeface="Arial" panose="020B0604020202020204" pitchFamily="34" charset="0"/>
                          <a:ea typeface="等线" panose="02010600030101010101" pitchFamily="2" charset="-122"/>
                          <a:cs typeface="+mn-cs"/>
                          <a:sym typeface="Helvetica Neue Light"/>
                        </a:rPr>
                        <a:t>0.65~0.76 </a:t>
                      </a:r>
                      <a:endParaRPr lang="en-US" sz="1200" b="0" i="0" u="none" strike="noStrike" cap="none" spc="0" baseline="0" dirty="0">
                        <a:ln>
                          <a:noFill/>
                        </a:ln>
                        <a:solidFill>
                          <a:srgbClr val="000000"/>
                        </a:solidFill>
                        <a:effectLst/>
                        <a:uFillTx/>
                        <a:latin typeface="Arial" panose="020B0604020202020204" pitchFamily="34" charset="0"/>
                        <a:ea typeface="等线" panose="02010600030101010101" pitchFamily="2" charset="-122"/>
                        <a:cs typeface="+mn-cs"/>
                        <a:sym typeface="Helvetica Neue Light"/>
                      </a:endParaRPr>
                    </a:p>
                  </a:txBody>
                  <a:tcPr marL="9525" marR="9525" marT="9525"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23"/>
                  </a:ext>
                </a:extLst>
              </a:tr>
              <a:tr h="197688">
                <a:tc>
                  <a:txBody>
                    <a:bodyPr/>
                    <a:lstStyle/>
                    <a:p>
                      <a:pPr algn="ctr" fontAlgn="ctr"/>
                      <a:r>
                        <a:rPr lang="en-US" altLang="zh-CN" sz="1200" u="none" strike="noStrike" dirty="0">
                          <a:effectLst/>
                          <a:latin typeface="Arial" panose="020B0604020202020204" pitchFamily="34" charset="0"/>
                          <a:cs typeface="Arial" panose="020B0604020202020204" pitchFamily="34" charset="0"/>
                        </a:rPr>
                        <a:t>16</a:t>
                      </a:r>
                      <a:endParaRPr lang="en-US" altLang="zh-CN" sz="1200" b="0" i="0" u="none" strike="noStrike" dirty="0">
                        <a:solidFill>
                          <a:srgbClr val="000000"/>
                        </a:solidFill>
                        <a:effectLst/>
                        <a:latin typeface="Arial" panose="020B0604020202020204" pitchFamily="34" charset="0"/>
                        <a:ea typeface="微软雅黑" panose="020B0503020204020204" pitchFamily="34" charset="-122"/>
                        <a:cs typeface="Arial" panose="020B0604020202020204" pitchFamily="34" charset="0"/>
                      </a:endParaRPr>
                    </a:p>
                  </a:txBody>
                  <a:tcPr marL="7022" marR="7022" marT="7022"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indent="0" algn="ctr" defTabSz="821530" fontAlgn="ctr" latinLnBrk="0">
                        <a:lnSpc>
                          <a:spcPct val="100000"/>
                        </a:lnSpc>
                        <a:spcBef>
                          <a:spcPts val="0"/>
                        </a:spcBef>
                        <a:spcAft>
                          <a:spcPts val="0"/>
                        </a:spcAft>
                        <a:buClrTx/>
                        <a:buSzTx/>
                        <a:buFontTx/>
                        <a:buNone/>
                        <a:tabLst/>
                      </a:pPr>
                      <a:r>
                        <a:rPr lang="el-GR" sz="1200" b="0" i="0" u="none" strike="noStrike" cap="none" spc="0" baseline="0" dirty="0">
                          <a:ln>
                            <a:noFill/>
                          </a:ln>
                          <a:solidFill>
                            <a:srgbClr val="000000"/>
                          </a:solidFill>
                          <a:effectLst/>
                          <a:uFillTx/>
                          <a:latin typeface="Arial" panose="020B0604020202020204" pitchFamily="34" charset="0"/>
                          <a:ea typeface="等线" panose="02010600030101010101" pitchFamily="2" charset="-122"/>
                          <a:cs typeface="+mn-cs"/>
                          <a:sym typeface="Helvetica Neue Light"/>
                        </a:rPr>
                        <a:t>6.66~7.82</a:t>
                      </a:r>
                      <a:endParaRPr lang="en-US" sz="1200" b="0" i="0" u="none" strike="noStrike" cap="none" spc="0" baseline="0" dirty="0">
                        <a:ln>
                          <a:noFill/>
                        </a:ln>
                        <a:solidFill>
                          <a:srgbClr val="000000"/>
                        </a:solidFill>
                        <a:effectLst/>
                        <a:uFillTx/>
                        <a:latin typeface="Arial" panose="020B0604020202020204" pitchFamily="34" charset="0"/>
                        <a:ea typeface="等线" panose="02010600030101010101" pitchFamily="2" charset="-122"/>
                        <a:cs typeface="+mn-cs"/>
                        <a:sym typeface="Helvetica Neue Light"/>
                      </a:endParaRPr>
                    </a:p>
                  </a:txBody>
                  <a:tcPr marL="9525" marR="9525" marT="9525"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vMerge="1">
                  <a:txBody>
                    <a:bodyPr/>
                    <a:lstStyle/>
                    <a:p>
                      <a:pPr marL="0" marR="0" indent="0" algn="ctr" defTabSz="821530" eaLnBrk="1" fontAlgn="ctr" latinLnBrk="0" hangingPunct="1">
                        <a:lnSpc>
                          <a:spcPct val="100000"/>
                        </a:lnSpc>
                        <a:spcBef>
                          <a:spcPts val="0"/>
                        </a:spcBef>
                        <a:spcAft>
                          <a:spcPts val="0"/>
                        </a:spcAft>
                        <a:buClrTx/>
                        <a:buSzTx/>
                        <a:buFontTx/>
                        <a:buNone/>
                        <a:tabLst/>
                        <a:defRPr/>
                      </a:pPr>
                      <a:endParaRPr lang="en-US" altLang="zh-CN" sz="2000" b="0" i="0" u="none" strike="noStrike" cap="none" spc="0" baseline="0" dirty="0">
                        <a:ln>
                          <a:noFill/>
                        </a:ln>
                        <a:solidFill>
                          <a:schemeClr val="tx1"/>
                        </a:solidFill>
                        <a:effectLst/>
                        <a:uFillTx/>
                        <a:latin typeface="Arial" panose="020B0604020202020204" pitchFamily="34" charset="0"/>
                        <a:ea typeface="Arial Unicode MS" panose="020B0604020202020204" pitchFamily="34" charset="-122"/>
                        <a:cs typeface="Arial" panose="020B0604020202020204" pitchFamily="34" charset="0"/>
                        <a:sym typeface="Helvetica Neue Light"/>
                      </a:endParaRPr>
                    </a:p>
                  </a:txBody>
                  <a:tcPr marL="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indent="0" algn="ctr" defTabSz="821530" fontAlgn="ctr" latinLnBrk="0">
                        <a:lnSpc>
                          <a:spcPct val="100000"/>
                        </a:lnSpc>
                        <a:spcBef>
                          <a:spcPts val="0"/>
                        </a:spcBef>
                        <a:spcAft>
                          <a:spcPts val="0"/>
                        </a:spcAft>
                        <a:buClrTx/>
                        <a:buSzTx/>
                        <a:buFontTx/>
                        <a:buNone/>
                        <a:tabLst/>
                      </a:pPr>
                      <a:r>
                        <a:rPr lang="en-US" altLang="zh-CN" sz="1200" b="0" i="0" u="none" strike="noStrike" cap="none" spc="0" baseline="0" dirty="0">
                          <a:ln>
                            <a:noFill/>
                          </a:ln>
                          <a:solidFill>
                            <a:schemeClr val="tx1"/>
                          </a:solidFill>
                          <a:effectLst/>
                          <a:uFillTx/>
                          <a:latin typeface="Arial" panose="020B0604020202020204" pitchFamily="34" charset="0"/>
                          <a:ea typeface="+mn-ea"/>
                          <a:cs typeface="Arial" panose="020B0604020202020204" pitchFamily="34" charset="0"/>
                          <a:sym typeface="Helvetica Neue Light"/>
                        </a:rPr>
                        <a:t>42</a:t>
                      </a:r>
                    </a:p>
                  </a:txBody>
                  <a:tcPr marL="9525" marR="9525" marT="9525"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indent="0" algn="ctr" defTabSz="821530" eaLnBrk="1" fontAlgn="ctr" latinLnBrk="0" hangingPunct="1">
                        <a:lnSpc>
                          <a:spcPct val="100000"/>
                        </a:lnSpc>
                        <a:spcBef>
                          <a:spcPts val="0"/>
                        </a:spcBef>
                        <a:spcAft>
                          <a:spcPts val="0"/>
                        </a:spcAft>
                        <a:buClrTx/>
                        <a:buSzTx/>
                        <a:buFontTx/>
                        <a:buNone/>
                        <a:tabLst/>
                        <a:defRPr/>
                      </a:pPr>
                      <a:r>
                        <a:rPr lang="el-GR" sz="1200" b="0" i="0" u="none" strike="noStrike" cap="none" spc="0" baseline="0" dirty="0">
                          <a:ln>
                            <a:noFill/>
                          </a:ln>
                          <a:solidFill>
                            <a:srgbClr val="000000"/>
                          </a:solidFill>
                          <a:effectLst/>
                          <a:uFillTx/>
                          <a:latin typeface="Arial" panose="020B0604020202020204" pitchFamily="34" charset="0"/>
                          <a:ea typeface="等线" panose="02010600030101010101" pitchFamily="2" charset="-122"/>
                          <a:cs typeface="+mn-cs"/>
                          <a:sym typeface="Helvetica Neue Light"/>
                        </a:rPr>
                        <a:t>1.57~1.85 </a:t>
                      </a:r>
                      <a:endParaRPr lang="en-US" sz="1200" b="0" i="0" u="none" strike="noStrike" cap="none" spc="0" baseline="0" dirty="0">
                        <a:ln>
                          <a:noFill/>
                        </a:ln>
                        <a:solidFill>
                          <a:srgbClr val="000000"/>
                        </a:solidFill>
                        <a:effectLst/>
                        <a:uFillTx/>
                        <a:latin typeface="Arial" panose="020B0604020202020204" pitchFamily="34" charset="0"/>
                        <a:ea typeface="等线" panose="02010600030101010101" pitchFamily="2" charset="-122"/>
                        <a:cs typeface="+mn-cs"/>
                        <a:sym typeface="Helvetica Neue Light"/>
                      </a:endParaRPr>
                    </a:p>
                  </a:txBody>
                  <a:tcPr marL="9525" marR="9525" marT="9525"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24"/>
                  </a:ext>
                </a:extLst>
              </a:tr>
              <a:tr h="197688">
                <a:tc>
                  <a:txBody>
                    <a:bodyPr/>
                    <a:lstStyle/>
                    <a:p>
                      <a:pPr algn="ctr" fontAlgn="ctr"/>
                      <a:r>
                        <a:rPr lang="en-US" altLang="zh-CN" sz="1200" u="none" strike="noStrike" dirty="0">
                          <a:effectLst/>
                          <a:latin typeface="Arial" panose="020B0604020202020204" pitchFamily="34" charset="0"/>
                          <a:cs typeface="Arial" panose="020B0604020202020204" pitchFamily="34" charset="0"/>
                        </a:rPr>
                        <a:t>17</a:t>
                      </a:r>
                      <a:endParaRPr lang="en-US" altLang="zh-CN" sz="1200" b="0" i="0" u="none" strike="noStrike" dirty="0">
                        <a:solidFill>
                          <a:srgbClr val="000000"/>
                        </a:solidFill>
                        <a:effectLst/>
                        <a:latin typeface="Arial" panose="020B0604020202020204" pitchFamily="34" charset="0"/>
                        <a:ea typeface="微软雅黑" panose="020B0503020204020204" pitchFamily="34" charset="-122"/>
                        <a:cs typeface="Arial" panose="020B0604020202020204" pitchFamily="34" charset="0"/>
                      </a:endParaRPr>
                    </a:p>
                  </a:txBody>
                  <a:tcPr marL="7022" marR="7022" marT="7022"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indent="0" algn="ctr" defTabSz="821530" fontAlgn="ctr" latinLnBrk="0">
                        <a:lnSpc>
                          <a:spcPct val="100000"/>
                        </a:lnSpc>
                        <a:spcBef>
                          <a:spcPts val="0"/>
                        </a:spcBef>
                        <a:spcAft>
                          <a:spcPts val="0"/>
                        </a:spcAft>
                        <a:buClrTx/>
                        <a:buSzTx/>
                        <a:buFontTx/>
                        <a:buNone/>
                        <a:tabLst/>
                      </a:pPr>
                      <a:r>
                        <a:rPr lang="el-GR" sz="1200" b="0" i="0" u="none" strike="noStrike" cap="none" spc="0" baseline="0" dirty="0">
                          <a:ln>
                            <a:noFill/>
                          </a:ln>
                          <a:solidFill>
                            <a:srgbClr val="000000"/>
                          </a:solidFill>
                          <a:effectLst/>
                          <a:uFillTx/>
                          <a:latin typeface="Arial" panose="020B0604020202020204" pitchFamily="34" charset="0"/>
                          <a:ea typeface="等线" panose="02010600030101010101" pitchFamily="2" charset="-122"/>
                          <a:cs typeface="+mn-cs"/>
                          <a:sym typeface="Helvetica Neue Light"/>
                        </a:rPr>
                        <a:t>1.93~2.26</a:t>
                      </a:r>
                      <a:endParaRPr lang="en-US" sz="1200" b="0" i="0" u="none" strike="noStrike" cap="none" spc="0" baseline="0" dirty="0">
                        <a:ln>
                          <a:noFill/>
                        </a:ln>
                        <a:solidFill>
                          <a:srgbClr val="000000"/>
                        </a:solidFill>
                        <a:effectLst/>
                        <a:uFillTx/>
                        <a:latin typeface="Arial" panose="020B0604020202020204" pitchFamily="34" charset="0"/>
                        <a:ea typeface="等线" panose="02010600030101010101" pitchFamily="2" charset="-122"/>
                        <a:cs typeface="+mn-cs"/>
                        <a:sym typeface="Helvetica Neue Light"/>
                      </a:endParaRPr>
                    </a:p>
                  </a:txBody>
                  <a:tcPr marL="9525" marR="9525" marT="9525"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vMerge="1">
                  <a:txBody>
                    <a:bodyPr/>
                    <a:lstStyle/>
                    <a:p>
                      <a:pPr marL="0" marR="0" indent="0" algn="ctr" defTabSz="821530" eaLnBrk="1" fontAlgn="ctr" latinLnBrk="0" hangingPunct="1">
                        <a:lnSpc>
                          <a:spcPct val="100000"/>
                        </a:lnSpc>
                        <a:spcBef>
                          <a:spcPts val="0"/>
                        </a:spcBef>
                        <a:spcAft>
                          <a:spcPts val="0"/>
                        </a:spcAft>
                        <a:buClrTx/>
                        <a:buSzTx/>
                        <a:buFontTx/>
                        <a:buNone/>
                        <a:tabLst/>
                        <a:defRPr/>
                      </a:pPr>
                      <a:endParaRPr lang="en-US" altLang="zh-CN" sz="2000" b="0" i="0" u="none" strike="noStrike" cap="none" spc="0" baseline="0" dirty="0">
                        <a:ln>
                          <a:noFill/>
                        </a:ln>
                        <a:solidFill>
                          <a:schemeClr val="tx1"/>
                        </a:solidFill>
                        <a:effectLst/>
                        <a:uFillTx/>
                        <a:latin typeface="Arial" panose="020B0604020202020204" pitchFamily="34" charset="0"/>
                        <a:ea typeface="Arial Unicode MS" panose="020B0604020202020204" pitchFamily="34" charset="-122"/>
                        <a:cs typeface="Arial" panose="020B0604020202020204" pitchFamily="34" charset="0"/>
                        <a:sym typeface="Helvetica Neue Light"/>
                      </a:endParaRPr>
                    </a:p>
                  </a:txBody>
                  <a:tcPr marL="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indent="0" algn="ctr" defTabSz="821530" fontAlgn="ctr" latinLnBrk="0">
                        <a:lnSpc>
                          <a:spcPct val="100000"/>
                        </a:lnSpc>
                        <a:spcBef>
                          <a:spcPts val="0"/>
                        </a:spcBef>
                        <a:spcAft>
                          <a:spcPts val="0"/>
                        </a:spcAft>
                        <a:buClrTx/>
                        <a:buSzTx/>
                        <a:buFontTx/>
                        <a:buNone/>
                        <a:tabLst/>
                      </a:pPr>
                      <a:r>
                        <a:rPr lang="en-US" altLang="zh-CN" sz="1200" b="0" i="0" u="none" strike="noStrike" cap="none" spc="0" baseline="0" dirty="0">
                          <a:ln>
                            <a:noFill/>
                          </a:ln>
                          <a:solidFill>
                            <a:schemeClr val="tx1"/>
                          </a:solidFill>
                          <a:effectLst/>
                          <a:uFillTx/>
                          <a:latin typeface="Arial" panose="020B0604020202020204" pitchFamily="34" charset="0"/>
                          <a:ea typeface="+mn-ea"/>
                          <a:cs typeface="Arial" panose="020B0604020202020204" pitchFamily="34" charset="0"/>
                          <a:sym typeface="Helvetica Neue Light"/>
                        </a:rPr>
                        <a:t>43</a:t>
                      </a:r>
                    </a:p>
                  </a:txBody>
                  <a:tcPr marL="9525" marR="9525" marT="9525"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indent="0" algn="ctr" defTabSz="821530" eaLnBrk="1" fontAlgn="ctr" latinLnBrk="0" hangingPunct="1">
                        <a:lnSpc>
                          <a:spcPct val="100000"/>
                        </a:lnSpc>
                        <a:spcBef>
                          <a:spcPts val="0"/>
                        </a:spcBef>
                        <a:spcAft>
                          <a:spcPts val="0"/>
                        </a:spcAft>
                        <a:buClrTx/>
                        <a:buSzTx/>
                        <a:buFontTx/>
                        <a:buNone/>
                        <a:tabLst/>
                        <a:defRPr/>
                      </a:pPr>
                      <a:r>
                        <a:rPr lang="el-GR" sz="1200" b="0" i="0" u="none" strike="noStrike" cap="none" spc="0" baseline="0" dirty="0">
                          <a:ln>
                            <a:noFill/>
                          </a:ln>
                          <a:solidFill>
                            <a:srgbClr val="000000"/>
                          </a:solidFill>
                          <a:effectLst/>
                          <a:uFillTx/>
                          <a:latin typeface="Arial" panose="020B0604020202020204" pitchFamily="34" charset="0"/>
                          <a:ea typeface="等线" panose="02010600030101010101" pitchFamily="2" charset="-122"/>
                          <a:cs typeface="+mn-cs"/>
                          <a:sym typeface="Helvetica Neue Light"/>
                        </a:rPr>
                        <a:t>4.</a:t>
                      </a:r>
                      <a:r>
                        <a:rPr lang="en-US" sz="1200" b="0" i="0" u="none" strike="noStrike" cap="none" spc="0" baseline="0" dirty="0">
                          <a:ln>
                            <a:noFill/>
                          </a:ln>
                          <a:solidFill>
                            <a:srgbClr val="000000"/>
                          </a:solidFill>
                          <a:effectLst/>
                          <a:uFillTx/>
                          <a:latin typeface="Arial" panose="020B0604020202020204" pitchFamily="34" charset="0"/>
                          <a:ea typeface="等线" panose="02010600030101010101" pitchFamily="2" charset="-122"/>
                          <a:cs typeface="+mn-cs"/>
                          <a:sym typeface="Helvetica Neue Light"/>
                        </a:rPr>
                        <a:t>24</a:t>
                      </a:r>
                      <a:r>
                        <a:rPr lang="el-GR" sz="1200" b="0" i="0" u="none" strike="noStrike" cap="none" spc="0" baseline="0" dirty="0">
                          <a:ln>
                            <a:noFill/>
                          </a:ln>
                          <a:solidFill>
                            <a:srgbClr val="000000"/>
                          </a:solidFill>
                          <a:effectLst/>
                          <a:uFillTx/>
                          <a:latin typeface="Arial" panose="020B0604020202020204" pitchFamily="34" charset="0"/>
                          <a:ea typeface="等线" panose="02010600030101010101" pitchFamily="2" charset="-122"/>
                          <a:cs typeface="+mn-cs"/>
                          <a:sym typeface="Helvetica Neue Light"/>
                        </a:rPr>
                        <a:t>~4.</a:t>
                      </a:r>
                      <a:r>
                        <a:rPr lang="en-US" sz="1200" b="0" i="0" u="none" strike="noStrike" cap="none" spc="0" baseline="0" dirty="0">
                          <a:ln>
                            <a:noFill/>
                          </a:ln>
                          <a:solidFill>
                            <a:srgbClr val="000000"/>
                          </a:solidFill>
                          <a:effectLst/>
                          <a:uFillTx/>
                          <a:latin typeface="Arial" panose="020B0604020202020204" pitchFamily="34" charset="0"/>
                          <a:ea typeface="等线" panose="02010600030101010101" pitchFamily="2" charset="-122"/>
                          <a:cs typeface="+mn-cs"/>
                          <a:sym typeface="Helvetica Neue Light"/>
                        </a:rPr>
                        <a:t>97</a:t>
                      </a:r>
                      <a:r>
                        <a:rPr lang="el-GR" sz="1200" b="0" i="0" u="none" strike="noStrike" cap="none" spc="0" baseline="0" dirty="0">
                          <a:ln>
                            <a:noFill/>
                          </a:ln>
                          <a:solidFill>
                            <a:srgbClr val="000000"/>
                          </a:solidFill>
                          <a:effectLst/>
                          <a:uFillTx/>
                          <a:latin typeface="Arial" panose="020B0604020202020204" pitchFamily="34" charset="0"/>
                          <a:ea typeface="等线" panose="02010600030101010101" pitchFamily="2" charset="-122"/>
                          <a:cs typeface="+mn-cs"/>
                          <a:sym typeface="Helvetica Neue Light"/>
                        </a:rPr>
                        <a:t> </a:t>
                      </a:r>
                      <a:endParaRPr lang="en-US" sz="1200" b="0" i="0" u="none" strike="noStrike" cap="none" spc="0" baseline="0" dirty="0">
                        <a:ln>
                          <a:noFill/>
                        </a:ln>
                        <a:solidFill>
                          <a:srgbClr val="000000"/>
                        </a:solidFill>
                        <a:effectLst/>
                        <a:uFillTx/>
                        <a:latin typeface="Arial" panose="020B0604020202020204" pitchFamily="34" charset="0"/>
                        <a:ea typeface="等线" panose="02010600030101010101" pitchFamily="2" charset="-122"/>
                        <a:cs typeface="+mn-cs"/>
                        <a:sym typeface="Helvetica Neue Light"/>
                      </a:endParaRPr>
                    </a:p>
                  </a:txBody>
                  <a:tcPr marL="9525" marR="9525" marT="9525"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25"/>
                  </a:ext>
                </a:extLst>
              </a:tr>
              <a:tr h="197688">
                <a:tc>
                  <a:txBody>
                    <a:bodyPr/>
                    <a:lstStyle/>
                    <a:p>
                      <a:pPr algn="ctr" fontAlgn="ctr"/>
                      <a:r>
                        <a:rPr lang="en-US" altLang="zh-CN" sz="1200" u="none" strike="noStrike" dirty="0">
                          <a:effectLst/>
                          <a:latin typeface="Arial" panose="020B0604020202020204" pitchFamily="34" charset="0"/>
                          <a:cs typeface="Arial" panose="020B0604020202020204" pitchFamily="34" charset="0"/>
                        </a:rPr>
                        <a:t>18</a:t>
                      </a:r>
                      <a:endParaRPr lang="en-US" altLang="zh-CN" sz="1200" b="0" i="0" u="none" strike="noStrike" dirty="0">
                        <a:solidFill>
                          <a:srgbClr val="000000"/>
                        </a:solidFill>
                        <a:effectLst/>
                        <a:latin typeface="Arial" panose="020B0604020202020204" pitchFamily="34" charset="0"/>
                        <a:ea typeface="微软雅黑" panose="020B0503020204020204" pitchFamily="34" charset="-122"/>
                        <a:cs typeface="Arial" panose="020B0604020202020204" pitchFamily="34" charset="0"/>
                      </a:endParaRPr>
                    </a:p>
                  </a:txBody>
                  <a:tcPr marL="7022" marR="7022" marT="7022"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indent="0" algn="ctr" defTabSz="821530" eaLnBrk="1" fontAlgn="ctr" latinLnBrk="0" hangingPunct="1">
                        <a:lnSpc>
                          <a:spcPct val="100000"/>
                        </a:lnSpc>
                        <a:spcBef>
                          <a:spcPts val="0"/>
                        </a:spcBef>
                        <a:spcAft>
                          <a:spcPts val="0"/>
                        </a:spcAft>
                        <a:buClrTx/>
                        <a:buSzTx/>
                        <a:buFontTx/>
                        <a:buNone/>
                        <a:tabLst/>
                        <a:defRPr/>
                      </a:pPr>
                      <a:r>
                        <a:rPr lang="en-US" altLang="zh-CN" sz="1200" b="0" i="0" u="none" strike="noStrike" cap="none" spc="0" baseline="0" dirty="0">
                          <a:ln>
                            <a:noFill/>
                          </a:ln>
                          <a:solidFill>
                            <a:srgbClr val="000000"/>
                          </a:solidFill>
                          <a:effectLst/>
                          <a:uFillTx/>
                          <a:latin typeface="Arial" panose="020B0604020202020204" pitchFamily="34" charset="0"/>
                          <a:ea typeface="等线" panose="02010600030101010101" pitchFamily="2" charset="-122"/>
                          <a:cs typeface="+mn-cs"/>
                          <a:sym typeface="Helvetica Neue Light"/>
                        </a:rPr>
                        <a:t>3.13</a:t>
                      </a:r>
                      <a:r>
                        <a:rPr lang="el-GR" altLang="zh-CN" sz="1200" b="0" i="0" u="none" strike="noStrike" cap="none" spc="0" baseline="0" dirty="0">
                          <a:ln>
                            <a:noFill/>
                          </a:ln>
                          <a:solidFill>
                            <a:srgbClr val="000000"/>
                          </a:solidFill>
                          <a:effectLst/>
                          <a:uFillTx/>
                          <a:latin typeface="Arial" panose="020B0604020202020204" pitchFamily="34" charset="0"/>
                          <a:ea typeface="等线" panose="02010600030101010101" pitchFamily="2" charset="-122"/>
                          <a:cs typeface="+mn-cs"/>
                          <a:sym typeface="Helvetica Neue Light"/>
                        </a:rPr>
                        <a:t>~</a:t>
                      </a:r>
                      <a:r>
                        <a:rPr lang="en-US" altLang="zh-CN" sz="1200" b="0" i="0" u="none" strike="noStrike" cap="none" spc="0" baseline="0" dirty="0">
                          <a:ln>
                            <a:noFill/>
                          </a:ln>
                          <a:solidFill>
                            <a:srgbClr val="000000"/>
                          </a:solidFill>
                          <a:effectLst/>
                          <a:uFillTx/>
                          <a:latin typeface="Arial" panose="020B0604020202020204" pitchFamily="34" charset="0"/>
                          <a:ea typeface="等线" panose="02010600030101010101" pitchFamily="2" charset="-122"/>
                          <a:cs typeface="+mn-cs"/>
                          <a:sym typeface="Helvetica Neue Light"/>
                        </a:rPr>
                        <a:t>3.67</a:t>
                      </a:r>
                    </a:p>
                  </a:txBody>
                  <a:tcPr marL="9525" marR="9525" marT="9525"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vMerge="1">
                  <a:txBody>
                    <a:bodyPr/>
                    <a:lstStyle/>
                    <a:p>
                      <a:pPr marL="0" marR="0" indent="0" algn="ctr" defTabSz="821530" eaLnBrk="1" fontAlgn="ctr" latinLnBrk="0" hangingPunct="1">
                        <a:lnSpc>
                          <a:spcPct val="100000"/>
                        </a:lnSpc>
                        <a:spcBef>
                          <a:spcPts val="0"/>
                        </a:spcBef>
                        <a:spcAft>
                          <a:spcPts val="0"/>
                        </a:spcAft>
                        <a:buClrTx/>
                        <a:buSzTx/>
                        <a:buFontTx/>
                        <a:buNone/>
                        <a:tabLst/>
                        <a:defRPr/>
                      </a:pPr>
                      <a:endParaRPr lang="en-US" altLang="zh-CN" sz="2000" b="0" i="0" u="none" strike="noStrike" cap="none" spc="0" baseline="0" dirty="0">
                        <a:ln>
                          <a:noFill/>
                        </a:ln>
                        <a:solidFill>
                          <a:schemeClr val="tx1"/>
                        </a:solidFill>
                        <a:effectLst/>
                        <a:uFillTx/>
                        <a:latin typeface="Arial" panose="020B0604020202020204" pitchFamily="34" charset="0"/>
                        <a:ea typeface="Arial Unicode MS" panose="020B0604020202020204" pitchFamily="34" charset="-122"/>
                        <a:cs typeface="Arial" panose="020B0604020202020204" pitchFamily="34" charset="0"/>
                        <a:sym typeface="Helvetica Neue Light"/>
                      </a:endParaRPr>
                    </a:p>
                  </a:txBody>
                  <a:tcPr marL="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indent="0" algn="ctr" defTabSz="821530" fontAlgn="ctr" latinLnBrk="0">
                        <a:lnSpc>
                          <a:spcPct val="100000"/>
                        </a:lnSpc>
                        <a:spcBef>
                          <a:spcPts val="0"/>
                        </a:spcBef>
                        <a:spcAft>
                          <a:spcPts val="0"/>
                        </a:spcAft>
                        <a:buClrTx/>
                        <a:buSzTx/>
                        <a:buFontTx/>
                        <a:buNone/>
                        <a:tabLst/>
                      </a:pPr>
                      <a:r>
                        <a:rPr lang="en-US" altLang="zh-CN" sz="1200" b="0" i="0" u="none" strike="noStrike" cap="none" spc="0" baseline="0" dirty="0">
                          <a:ln>
                            <a:noFill/>
                          </a:ln>
                          <a:solidFill>
                            <a:schemeClr val="tx1"/>
                          </a:solidFill>
                          <a:effectLst/>
                          <a:uFillTx/>
                          <a:latin typeface="Arial" panose="020B0604020202020204" pitchFamily="34" charset="0"/>
                          <a:ea typeface="+mn-ea"/>
                          <a:cs typeface="Arial" panose="020B0604020202020204" pitchFamily="34" charset="0"/>
                          <a:sym typeface="Helvetica Neue Light"/>
                        </a:rPr>
                        <a:t>44</a:t>
                      </a:r>
                    </a:p>
                  </a:txBody>
                  <a:tcPr marL="9525" marR="9525" marT="9525"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indent="0" algn="ctr" defTabSz="821530" eaLnBrk="1" fontAlgn="ctr" latinLnBrk="0" hangingPunct="1">
                        <a:lnSpc>
                          <a:spcPct val="100000"/>
                        </a:lnSpc>
                        <a:spcBef>
                          <a:spcPts val="0"/>
                        </a:spcBef>
                        <a:spcAft>
                          <a:spcPts val="0"/>
                        </a:spcAft>
                        <a:buClrTx/>
                        <a:buSzTx/>
                        <a:buFontTx/>
                        <a:buNone/>
                        <a:tabLst/>
                        <a:defRPr/>
                      </a:pPr>
                      <a:r>
                        <a:rPr lang="el-GR" sz="1200" b="0" i="0" u="none" strike="noStrike" cap="none" spc="0" baseline="0" dirty="0">
                          <a:ln>
                            <a:noFill/>
                          </a:ln>
                          <a:solidFill>
                            <a:srgbClr val="000000"/>
                          </a:solidFill>
                          <a:effectLst/>
                          <a:uFillTx/>
                          <a:latin typeface="Arial" panose="020B0604020202020204" pitchFamily="34" charset="0"/>
                          <a:ea typeface="等线" panose="02010600030101010101" pitchFamily="2" charset="-122"/>
                          <a:cs typeface="+mn-cs"/>
                          <a:sym typeface="Helvetica Neue Light"/>
                        </a:rPr>
                        <a:t>2.</a:t>
                      </a:r>
                      <a:r>
                        <a:rPr lang="en-US" sz="1200" b="0" i="0" u="none" strike="noStrike" cap="none" spc="0" baseline="0" dirty="0">
                          <a:ln>
                            <a:noFill/>
                          </a:ln>
                          <a:solidFill>
                            <a:srgbClr val="000000"/>
                          </a:solidFill>
                          <a:effectLst/>
                          <a:uFillTx/>
                          <a:latin typeface="Arial" panose="020B0604020202020204" pitchFamily="34" charset="0"/>
                          <a:ea typeface="等线" panose="02010600030101010101" pitchFamily="2" charset="-122"/>
                          <a:cs typeface="+mn-cs"/>
                          <a:sym typeface="Helvetica Neue Light"/>
                        </a:rPr>
                        <a:t>38</a:t>
                      </a:r>
                      <a:r>
                        <a:rPr lang="el-GR" sz="1200" b="0" i="0" u="none" strike="noStrike" cap="none" spc="0" baseline="0" dirty="0">
                          <a:ln>
                            <a:noFill/>
                          </a:ln>
                          <a:solidFill>
                            <a:srgbClr val="000000"/>
                          </a:solidFill>
                          <a:effectLst/>
                          <a:uFillTx/>
                          <a:latin typeface="Arial" panose="020B0604020202020204" pitchFamily="34" charset="0"/>
                          <a:ea typeface="等线" panose="02010600030101010101" pitchFamily="2" charset="-122"/>
                          <a:cs typeface="+mn-cs"/>
                          <a:sym typeface="Helvetica Neue Light"/>
                        </a:rPr>
                        <a:t>~2.</a:t>
                      </a:r>
                      <a:r>
                        <a:rPr lang="en-US" sz="1200" b="0" i="0" u="none" strike="noStrike" cap="none" spc="0" baseline="0" dirty="0">
                          <a:ln>
                            <a:noFill/>
                          </a:ln>
                          <a:solidFill>
                            <a:srgbClr val="000000"/>
                          </a:solidFill>
                          <a:effectLst/>
                          <a:uFillTx/>
                          <a:latin typeface="Arial" panose="020B0604020202020204" pitchFamily="34" charset="0"/>
                          <a:ea typeface="等线" panose="02010600030101010101" pitchFamily="2" charset="-122"/>
                          <a:cs typeface="+mn-cs"/>
                          <a:sym typeface="Helvetica Neue Light"/>
                        </a:rPr>
                        <a:t>80</a:t>
                      </a:r>
                      <a:r>
                        <a:rPr lang="el-GR" sz="1200" b="0" i="0" u="none" strike="noStrike" cap="none" spc="0" baseline="0" dirty="0">
                          <a:ln>
                            <a:noFill/>
                          </a:ln>
                          <a:solidFill>
                            <a:srgbClr val="000000"/>
                          </a:solidFill>
                          <a:effectLst/>
                          <a:uFillTx/>
                          <a:latin typeface="Arial" panose="020B0604020202020204" pitchFamily="34" charset="0"/>
                          <a:ea typeface="等线" panose="02010600030101010101" pitchFamily="2" charset="-122"/>
                          <a:cs typeface="+mn-cs"/>
                          <a:sym typeface="Helvetica Neue Light"/>
                        </a:rPr>
                        <a:t> </a:t>
                      </a:r>
                      <a:endParaRPr lang="en-US" sz="1200" b="0" i="0" u="none" strike="noStrike" cap="none" spc="0" baseline="0" dirty="0">
                        <a:ln>
                          <a:noFill/>
                        </a:ln>
                        <a:solidFill>
                          <a:srgbClr val="000000"/>
                        </a:solidFill>
                        <a:effectLst/>
                        <a:uFillTx/>
                        <a:latin typeface="Arial" panose="020B0604020202020204" pitchFamily="34" charset="0"/>
                        <a:ea typeface="等线" panose="02010600030101010101" pitchFamily="2" charset="-122"/>
                        <a:cs typeface="+mn-cs"/>
                        <a:sym typeface="Helvetica Neue Light"/>
                      </a:endParaRPr>
                    </a:p>
                  </a:txBody>
                  <a:tcPr marL="9525" marR="9525" marT="9525"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26"/>
                  </a:ext>
                </a:extLst>
              </a:tr>
              <a:tr h="197688">
                <a:tc>
                  <a:txBody>
                    <a:bodyPr/>
                    <a:lstStyle/>
                    <a:p>
                      <a:pPr algn="ctr" fontAlgn="ctr"/>
                      <a:r>
                        <a:rPr lang="en-US" altLang="zh-CN" sz="1200" u="none" strike="noStrike" dirty="0">
                          <a:effectLst/>
                          <a:latin typeface="Arial" panose="020B0604020202020204" pitchFamily="34" charset="0"/>
                          <a:cs typeface="Arial" panose="020B0604020202020204" pitchFamily="34" charset="0"/>
                        </a:rPr>
                        <a:t>19</a:t>
                      </a:r>
                      <a:endParaRPr lang="en-US" altLang="zh-CN" sz="1200" b="0" i="0" u="none" strike="noStrike" dirty="0">
                        <a:solidFill>
                          <a:srgbClr val="000000"/>
                        </a:solidFill>
                        <a:effectLst/>
                        <a:latin typeface="Arial" panose="020B0604020202020204" pitchFamily="34" charset="0"/>
                        <a:ea typeface="微软雅黑" panose="020B0503020204020204" pitchFamily="34" charset="-122"/>
                        <a:cs typeface="Arial" panose="020B0604020202020204" pitchFamily="34" charset="0"/>
                      </a:endParaRPr>
                    </a:p>
                  </a:txBody>
                  <a:tcPr marL="7022" marR="7022" marT="7022"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indent="0" algn="ctr" defTabSz="821530" eaLnBrk="1" fontAlgn="ctr" latinLnBrk="0" hangingPunct="1">
                        <a:lnSpc>
                          <a:spcPct val="100000"/>
                        </a:lnSpc>
                        <a:spcBef>
                          <a:spcPts val="0"/>
                        </a:spcBef>
                        <a:spcAft>
                          <a:spcPts val="0"/>
                        </a:spcAft>
                        <a:buClrTx/>
                        <a:buSzTx/>
                        <a:buFontTx/>
                        <a:buNone/>
                        <a:tabLst/>
                        <a:defRPr/>
                      </a:pPr>
                      <a:r>
                        <a:rPr lang="en-US" altLang="zh-CN" sz="1200" b="0" i="0" u="none" strike="noStrike" cap="none" spc="0" baseline="0" dirty="0">
                          <a:ln>
                            <a:noFill/>
                          </a:ln>
                          <a:solidFill>
                            <a:srgbClr val="000000"/>
                          </a:solidFill>
                          <a:effectLst/>
                          <a:uFillTx/>
                          <a:latin typeface="Arial" panose="020B0604020202020204" pitchFamily="34" charset="0"/>
                          <a:ea typeface="等线" panose="02010600030101010101" pitchFamily="2" charset="-122"/>
                          <a:cs typeface="+mn-cs"/>
                          <a:sym typeface="Helvetica Neue Light"/>
                        </a:rPr>
                        <a:t>4.17</a:t>
                      </a:r>
                      <a:r>
                        <a:rPr lang="el-GR" altLang="zh-CN" sz="1200" b="0" i="0" u="none" strike="noStrike" cap="none" spc="0" baseline="0" dirty="0">
                          <a:ln>
                            <a:noFill/>
                          </a:ln>
                          <a:solidFill>
                            <a:srgbClr val="000000"/>
                          </a:solidFill>
                          <a:effectLst/>
                          <a:uFillTx/>
                          <a:latin typeface="Arial" panose="020B0604020202020204" pitchFamily="34" charset="0"/>
                          <a:ea typeface="等线" panose="02010600030101010101" pitchFamily="2" charset="-122"/>
                          <a:cs typeface="+mn-cs"/>
                          <a:sym typeface="Helvetica Neue Light"/>
                        </a:rPr>
                        <a:t>~</a:t>
                      </a:r>
                      <a:r>
                        <a:rPr lang="en-US" altLang="zh-CN" sz="1200" b="0" i="0" u="none" strike="noStrike" cap="none" spc="0" baseline="0" dirty="0">
                          <a:ln>
                            <a:noFill/>
                          </a:ln>
                          <a:solidFill>
                            <a:srgbClr val="000000"/>
                          </a:solidFill>
                          <a:effectLst/>
                          <a:uFillTx/>
                          <a:latin typeface="Arial" panose="020B0604020202020204" pitchFamily="34" charset="0"/>
                          <a:ea typeface="等线" panose="02010600030101010101" pitchFamily="2" charset="-122"/>
                          <a:cs typeface="+mn-cs"/>
                          <a:sym typeface="Helvetica Neue Light"/>
                        </a:rPr>
                        <a:t>4.89</a:t>
                      </a:r>
                    </a:p>
                  </a:txBody>
                  <a:tcPr marL="9525" marR="9525" marT="9525"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vMerge="1">
                  <a:txBody>
                    <a:bodyPr/>
                    <a:lstStyle/>
                    <a:p>
                      <a:pPr marL="0" marR="0" indent="0" algn="ctr" defTabSz="821530" eaLnBrk="1" fontAlgn="ctr" latinLnBrk="0" hangingPunct="1">
                        <a:lnSpc>
                          <a:spcPct val="100000"/>
                        </a:lnSpc>
                        <a:spcBef>
                          <a:spcPts val="0"/>
                        </a:spcBef>
                        <a:spcAft>
                          <a:spcPts val="0"/>
                        </a:spcAft>
                        <a:buClrTx/>
                        <a:buSzTx/>
                        <a:buFontTx/>
                        <a:buNone/>
                        <a:tabLst/>
                        <a:defRPr/>
                      </a:pPr>
                      <a:endParaRPr lang="en-US" altLang="zh-CN" sz="2000" b="0" i="0" u="none" strike="noStrike" cap="none" spc="0" baseline="0" dirty="0">
                        <a:ln>
                          <a:noFill/>
                        </a:ln>
                        <a:solidFill>
                          <a:schemeClr val="tx1"/>
                        </a:solidFill>
                        <a:effectLst/>
                        <a:uFillTx/>
                        <a:latin typeface="Arial" panose="020B0604020202020204" pitchFamily="34" charset="0"/>
                        <a:ea typeface="Arial Unicode MS" panose="020B0604020202020204" pitchFamily="34" charset="-122"/>
                        <a:cs typeface="Arial" panose="020B0604020202020204" pitchFamily="34" charset="0"/>
                        <a:sym typeface="Helvetica Neue Light"/>
                      </a:endParaRPr>
                    </a:p>
                  </a:txBody>
                  <a:tcPr marL="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indent="0" algn="ctr" defTabSz="821530" fontAlgn="ctr" latinLnBrk="0">
                        <a:lnSpc>
                          <a:spcPct val="100000"/>
                        </a:lnSpc>
                        <a:spcBef>
                          <a:spcPts val="0"/>
                        </a:spcBef>
                        <a:spcAft>
                          <a:spcPts val="0"/>
                        </a:spcAft>
                        <a:buClrTx/>
                        <a:buSzTx/>
                        <a:buFontTx/>
                        <a:buNone/>
                        <a:tabLst/>
                      </a:pPr>
                      <a:r>
                        <a:rPr lang="en-US" altLang="zh-CN" sz="1200" b="0" i="0" u="none" strike="noStrike" cap="none" spc="0" baseline="0" dirty="0">
                          <a:ln>
                            <a:noFill/>
                          </a:ln>
                          <a:solidFill>
                            <a:schemeClr val="tx1"/>
                          </a:solidFill>
                          <a:effectLst/>
                          <a:uFillTx/>
                          <a:latin typeface="Arial" panose="020B0604020202020204" pitchFamily="34" charset="0"/>
                          <a:ea typeface="+mn-ea"/>
                          <a:cs typeface="Arial" panose="020B0604020202020204" pitchFamily="34" charset="0"/>
                          <a:sym typeface="Helvetica Neue Light"/>
                        </a:rPr>
                        <a:t>45</a:t>
                      </a:r>
                    </a:p>
                  </a:txBody>
                  <a:tcPr marL="9525" marR="9525" marT="9525"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indent="0" algn="ctr" defTabSz="821530" eaLnBrk="1" fontAlgn="ctr" latinLnBrk="0" hangingPunct="1">
                        <a:lnSpc>
                          <a:spcPct val="100000"/>
                        </a:lnSpc>
                        <a:spcBef>
                          <a:spcPts val="0"/>
                        </a:spcBef>
                        <a:spcAft>
                          <a:spcPts val="0"/>
                        </a:spcAft>
                        <a:buClrTx/>
                        <a:buSzTx/>
                        <a:buFontTx/>
                        <a:buNone/>
                        <a:tabLst/>
                        <a:defRPr/>
                      </a:pPr>
                      <a:r>
                        <a:rPr lang="en-US" sz="1200" b="0" i="0" u="none" strike="noStrike" cap="none" spc="0" baseline="0" dirty="0">
                          <a:ln>
                            <a:noFill/>
                          </a:ln>
                          <a:solidFill>
                            <a:srgbClr val="000000"/>
                          </a:solidFill>
                          <a:effectLst/>
                          <a:uFillTx/>
                          <a:latin typeface="Arial" panose="020B0604020202020204" pitchFamily="34" charset="0"/>
                          <a:ea typeface="等线" panose="02010600030101010101" pitchFamily="2" charset="-122"/>
                          <a:cs typeface="+mn-cs"/>
                          <a:sym typeface="Helvetica Neue Light"/>
                        </a:rPr>
                        <a:t>3.68</a:t>
                      </a:r>
                      <a:r>
                        <a:rPr lang="el-GR" sz="1200" b="0" i="0" u="none" strike="noStrike" cap="none" spc="0" baseline="0" dirty="0">
                          <a:ln>
                            <a:noFill/>
                          </a:ln>
                          <a:solidFill>
                            <a:srgbClr val="000000"/>
                          </a:solidFill>
                          <a:effectLst/>
                          <a:uFillTx/>
                          <a:latin typeface="Arial" panose="020B0604020202020204" pitchFamily="34" charset="0"/>
                          <a:ea typeface="等线" panose="02010600030101010101" pitchFamily="2" charset="-122"/>
                          <a:cs typeface="+mn-cs"/>
                          <a:sym typeface="Helvetica Neue Light"/>
                        </a:rPr>
                        <a:t>~</a:t>
                      </a:r>
                      <a:r>
                        <a:rPr lang="en-US" sz="1200" b="0" i="0" u="none" strike="noStrike" cap="none" spc="0" baseline="0" dirty="0">
                          <a:ln>
                            <a:noFill/>
                          </a:ln>
                          <a:solidFill>
                            <a:srgbClr val="000000"/>
                          </a:solidFill>
                          <a:effectLst/>
                          <a:uFillTx/>
                          <a:latin typeface="Arial" panose="020B0604020202020204" pitchFamily="34" charset="0"/>
                          <a:ea typeface="等线" panose="02010600030101010101" pitchFamily="2" charset="-122"/>
                          <a:cs typeface="+mn-cs"/>
                          <a:sym typeface="Helvetica Neue Light"/>
                        </a:rPr>
                        <a:t>4.32</a:t>
                      </a:r>
                      <a:r>
                        <a:rPr lang="el-GR" sz="1200" b="0" i="0" u="none" strike="noStrike" cap="none" spc="0" baseline="0" dirty="0">
                          <a:ln>
                            <a:noFill/>
                          </a:ln>
                          <a:solidFill>
                            <a:srgbClr val="000000"/>
                          </a:solidFill>
                          <a:effectLst/>
                          <a:uFillTx/>
                          <a:latin typeface="Arial" panose="020B0604020202020204" pitchFamily="34" charset="0"/>
                          <a:ea typeface="等线" panose="02010600030101010101" pitchFamily="2" charset="-122"/>
                          <a:cs typeface="+mn-cs"/>
                          <a:sym typeface="Helvetica Neue Light"/>
                        </a:rPr>
                        <a:t> </a:t>
                      </a:r>
                      <a:endParaRPr lang="en-US" sz="1200" b="0" i="0" u="none" strike="noStrike" cap="none" spc="0" baseline="0" dirty="0">
                        <a:ln>
                          <a:noFill/>
                        </a:ln>
                        <a:solidFill>
                          <a:srgbClr val="000000"/>
                        </a:solidFill>
                        <a:effectLst/>
                        <a:uFillTx/>
                        <a:latin typeface="Arial" panose="020B0604020202020204" pitchFamily="34" charset="0"/>
                        <a:ea typeface="等线" panose="02010600030101010101" pitchFamily="2" charset="-122"/>
                        <a:cs typeface="+mn-cs"/>
                        <a:sym typeface="Helvetica Neue Light"/>
                      </a:endParaRPr>
                    </a:p>
                  </a:txBody>
                  <a:tcPr marL="9525" marR="9525" marT="9525"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27"/>
                  </a:ext>
                </a:extLst>
              </a:tr>
              <a:tr h="197688">
                <a:tc>
                  <a:txBody>
                    <a:bodyPr/>
                    <a:lstStyle/>
                    <a:p>
                      <a:pPr algn="ctr" fontAlgn="ctr"/>
                      <a:r>
                        <a:rPr lang="en-US" altLang="zh-CN" sz="1200" u="none" strike="noStrike" dirty="0">
                          <a:effectLst/>
                          <a:latin typeface="Arial" panose="020B0604020202020204" pitchFamily="34" charset="0"/>
                          <a:cs typeface="Arial" panose="020B0604020202020204" pitchFamily="34" charset="0"/>
                        </a:rPr>
                        <a:t>20</a:t>
                      </a:r>
                      <a:endParaRPr lang="en-US" altLang="zh-CN" sz="1200" b="0" i="0" u="none" strike="noStrike" dirty="0">
                        <a:solidFill>
                          <a:srgbClr val="000000"/>
                        </a:solidFill>
                        <a:effectLst/>
                        <a:latin typeface="Arial" panose="020B0604020202020204" pitchFamily="34" charset="0"/>
                        <a:ea typeface="微软雅黑" panose="020B0503020204020204" pitchFamily="34" charset="-122"/>
                        <a:cs typeface="Arial" panose="020B0604020202020204" pitchFamily="34" charset="0"/>
                      </a:endParaRPr>
                    </a:p>
                  </a:txBody>
                  <a:tcPr marL="7022" marR="7022" marT="7022"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indent="0" algn="ctr" defTabSz="821530" eaLnBrk="1" fontAlgn="ctr" latinLnBrk="0" hangingPunct="1">
                        <a:lnSpc>
                          <a:spcPct val="100000"/>
                        </a:lnSpc>
                        <a:spcBef>
                          <a:spcPts val="0"/>
                        </a:spcBef>
                        <a:spcAft>
                          <a:spcPts val="0"/>
                        </a:spcAft>
                        <a:buClrTx/>
                        <a:buSzTx/>
                        <a:buFontTx/>
                        <a:buNone/>
                        <a:tabLst/>
                        <a:defRPr/>
                      </a:pPr>
                      <a:r>
                        <a:rPr lang="en-US" altLang="zh-CN" sz="1200" b="0" i="0" u="none" strike="noStrike" cap="none" spc="0" baseline="0" dirty="0">
                          <a:ln>
                            <a:noFill/>
                          </a:ln>
                          <a:solidFill>
                            <a:srgbClr val="000000"/>
                          </a:solidFill>
                          <a:effectLst/>
                          <a:uFillTx/>
                          <a:latin typeface="Arial" panose="020B0604020202020204" pitchFamily="34" charset="0"/>
                          <a:ea typeface="等线" panose="02010600030101010101" pitchFamily="2" charset="-122"/>
                          <a:cs typeface="+mn-cs"/>
                          <a:sym typeface="Helvetica Neue Light"/>
                        </a:rPr>
                        <a:t>7.71</a:t>
                      </a:r>
                      <a:r>
                        <a:rPr lang="el-GR" altLang="zh-CN" sz="1200" b="0" i="0" u="none" strike="noStrike" cap="none" spc="0" baseline="0" dirty="0">
                          <a:ln>
                            <a:noFill/>
                          </a:ln>
                          <a:solidFill>
                            <a:srgbClr val="000000"/>
                          </a:solidFill>
                          <a:effectLst/>
                          <a:uFillTx/>
                          <a:latin typeface="Arial" panose="020B0604020202020204" pitchFamily="34" charset="0"/>
                          <a:ea typeface="等线" panose="02010600030101010101" pitchFamily="2" charset="-122"/>
                          <a:cs typeface="+mn-cs"/>
                          <a:sym typeface="Helvetica Neue Light"/>
                        </a:rPr>
                        <a:t>~</a:t>
                      </a:r>
                      <a:r>
                        <a:rPr lang="en-US" altLang="zh-CN" sz="1200" b="0" i="0" u="none" strike="noStrike" cap="none" spc="0" baseline="0" dirty="0">
                          <a:ln>
                            <a:noFill/>
                          </a:ln>
                          <a:solidFill>
                            <a:srgbClr val="000000"/>
                          </a:solidFill>
                          <a:effectLst/>
                          <a:uFillTx/>
                          <a:latin typeface="Arial" panose="020B0604020202020204" pitchFamily="34" charset="0"/>
                          <a:ea typeface="等线" panose="02010600030101010101" pitchFamily="2" charset="-122"/>
                          <a:cs typeface="+mn-cs"/>
                          <a:sym typeface="Helvetica Neue Light"/>
                        </a:rPr>
                        <a:t>9.05</a:t>
                      </a:r>
                    </a:p>
                  </a:txBody>
                  <a:tcPr marL="9525" marR="9525" marT="9525"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vMerge="1">
                  <a:txBody>
                    <a:bodyPr/>
                    <a:lstStyle/>
                    <a:p>
                      <a:pPr marL="0" marR="0" indent="0" algn="ctr" defTabSz="821530" eaLnBrk="1" fontAlgn="ctr" latinLnBrk="0" hangingPunct="1">
                        <a:lnSpc>
                          <a:spcPct val="100000"/>
                        </a:lnSpc>
                        <a:spcBef>
                          <a:spcPts val="0"/>
                        </a:spcBef>
                        <a:spcAft>
                          <a:spcPts val="0"/>
                        </a:spcAft>
                        <a:buClrTx/>
                        <a:buSzTx/>
                        <a:buFontTx/>
                        <a:buNone/>
                        <a:tabLst/>
                        <a:defRPr/>
                      </a:pPr>
                      <a:endParaRPr lang="en-US" altLang="zh-CN" sz="2000" b="0" i="0" u="none" strike="noStrike" cap="none" spc="0" baseline="0" dirty="0">
                        <a:ln>
                          <a:noFill/>
                        </a:ln>
                        <a:solidFill>
                          <a:schemeClr val="tx1"/>
                        </a:solidFill>
                        <a:effectLst/>
                        <a:uFillTx/>
                        <a:latin typeface="Arial" panose="020B0604020202020204" pitchFamily="34" charset="0"/>
                        <a:ea typeface="Arial Unicode MS" panose="020B0604020202020204" pitchFamily="34" charset="-122"/>
                        <a:cs typeface="Arial" panose="020B0604020202020204" pitchFamily="34" charset="0"/>
                        <a:sym typeface="Helvetica Neue Light"/>
                      </a:endParaRPr>
                    </a:p>
                  </a:txBody>
                  <a:tcPr marL="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indent="0" algn="ctr" defTabSz="821530" fontAlgn="ctr" latinLnBrk="0">
                        <a:lnSpc>
                          <a:spcPct val="100000"/>
                        </a:lnSpc>
                        <a:spcBef>
                          <a:spcPts val="0"/>
                        </a:spcBef>
                        <a:spcAft>
                          <a:spcPts val="0"/>
                        </a:spcAft>
                        <a:buClrTx/>
                        <a:buSzTx/>
                        <a:buFontTx/>
                        <a:buNone/>
                        <a:tabLst/>
                      </a:pPr>
                      <a:r>
                        <a:rPr lang="en-US" altLang="zh-CN" sz="1200" b="0" i="0" u="none" strike="noStrike" cap="none" spc="0" baseline="0" dirty="0">
                          <a:ln>
                            <a:noFill/>
                          </a:ln>
                          <a:solidFill>
                            <a:schemeClr val="tx1"/>
                          </a:solidFill>
                          <a:effectLst/>
                          <a:uFillTx/>
                          <a:latin typeface="Arial" panose="020B0604020202020204" pitchFamily="34" charset="0"/>
                          <a:ea typeface="+mn-ea"/>
                          <a:cs typeface="Arial" panose="020B0604020202020204" pitchFamily="34" charset="0"/>
                          <a:sym typeface="Helvetica Neue Light"/>
                        </a:rPr>
                        <a:t>46</a:t>
                      </a:r>
                    </a:p>
                  </a:txBody>
                  <a:tcPr marL="9525" marR="9525" marT="9525"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indent="0" algn="ctr" defTabSz="821530" eaLnBrk="1" fontAlgn="ctr" latinLnBrk="0" hangingPunct="1">
                        <a:lnSpc>
                          <a:spcPct val="100000"/>
                        </a:lnSpc>
                        <a:spcBef>
                          <a:spcPts val="0"/>
                        </a:spcBef>
                        <a:spcAft>
                          <a:spcPts val="0"/>
                        </a:spcAft>
                        <a:buClrTx/>
                        <a:buSzTx/>
                        <a:buFontTx/>
                        <a:buNone/>
                        <a:tabLst/>
                        <a:defRPr/>
                      </a:pPr>
                      <a:r>
                        <a:rPr lang="el-GR" sz="1200" b="0" i="0" u="none" strike="noStrike" cap="none" spc="0" baseline="0" dirty="0">
                          <a:ln>
                            <a:noFill/>
                          </a:ln>
                          <a:solidFill>
                            <a:srgbClr val="000000"/>
                          </a:solidFill>
                          <a:effectLst/>
                          <a:uFillTx/>
                          <a:latin typeface="Arial" panose="020B0604020202020204" pitchFamily="34" charset="0"/>
                          <a:ea typeface="等线" panose="02010600030101010101" pitchFamily="2" charset="-122"/>
                          <a:cs typeface="+mn-cs"/>
                          <a:sym typeface="Helvetica Neue Light"/>
                        </a:rPr>
                        <a:t>1.</a:t>
                      </a:r>
                      <a:r>
                        <a:rPr lang="en-US" sz="1200" b="0" i="0" u="none" strike="noStrike" cap="none" spc="0" baseline="0" dirty="0">
                          <a:ln>
                            <a:noFill/>
                          </a:ln>
                          <a:solidFill>
                            <a:srgbClr val="000000"/>
                          </a:solidFill>
                          <a:effectLst/>
                          <a:uFillTx/>
                          <a:latin typeface="Arial" panose="020B0604020202020204" pitchFamily="34" charset="0"/>
                          <a:ea typeface="等线" panose="02010600030101010101" pitchFamily="2" charset="-122"/>
                          <a:cs typeface="+mn-cs"/>
                          <a:sym typeface="Helvetica Neue Light"/>
                        </a:rPr>
                        <a:t>47</a:t>
                      </a:r>
                      <a:r>
                        <a:rPr lang="el-GR" sz="1200" b="0" i="0" u="none" strike="noStrike" cap="none" spc="0" baseline="0" dirty="0">
                          <a:ln>
                            <a:noFill/>
                          </a:ln>
                          <a:solidFill>
                            <a:srgbClr val="000000"/>
                          </a:solidFill>
                          <a:effectLst/>
                          <a:uFillTx/>
                          <a:latin typeface="Arial" panose="020B0604020202020204" pitchFamily="34" charset="0"/>
                          <a:ea typeface="等线" panose="02010600030101010101" pitchFamily="2" charset="-122"/>
                          <a:cs typeface="+mn-cs"/>
                          <a:sym typeface="Helvetica Neue Light"/>
                        </a:rPr>
                        <a:t>~1.</a:t>
                      </a:r>
                      <a:r>
                        <a:rPr lang="en-US" sz="1200" b="0" i="0" u="none" strike="noStrike" cap="none" spc="0" baseline="0" dirty="0">
                          <a:ln>
                            <a:noFill/>
                          </a:ln>
                          <a:solidFill>
                            <a:srgbClr val="000000"/>
                          </a:solidFill>
                          <a:effectLst/>
                          <a:uFillTx/>
                          <a:latin typeface="Arial" panose="020B0604020202020204" pitchFamily="34" charset="0"/>
                          <a:ea typeface="等线" panose="02010600030101010101" pitchFamily="2" charset="-122"/>
                          <a:cs typeface="+mn-cs"/>
                          <a:sym typeface="Helvetica Neue Light"/>
                        </a:rPr>
                        <a:t>73</a:t>
                      </a:r>
                      <a:r>
                        <a:rPr lang="el-GR" sz="1200" b="0" i="0" u="none" strike="noStrike" cap="none" spc="0" baseline="0" dirty="0">
                          <a:ln>
                            <a:noFill/>
                          </a:ln>
                          <a:solidFill>
                            <a:srgbClr val="000000"/>
                          </a:solidFill>
                          <a:effectLst/>
                          <a:uFillTx/>
                          <a:latin typeface="Arial" panose="020B0604020202020204" pitchFamily="34" charset="0"/>
                          <a:ea typeface="等线" panose="02010600030101010101" pitchFamily="2" charset="-122"/>
                          <a:cs typeface="+mn-cs"/>
                          <a:sym typeface="Helvetica Neue Light"/>
                        </a:rPr>
                        <a:t> </a:t>
                      </a:r>
                      <a:endParaRPr lang="en-US" sz="1200" b="0" i="0" u="none" strike="noStrike" cap="none" spc="0" baseline="0" dirty="0">
                        <a:ln>
                          <a:noFill/>
                        </a:ln>
                        <a:solidFill>
                          <a:srgbClr val="000000"/>
                        </a:solidFill>
                        <a:effectLst/>
                        <a:uFillTx/>
                        <a:latin typeface="Arial" panose="020B0604020202020204" pitchFamily="34" charset="0"/>
                        <a:ea typeface="等线" panose="02010600030101010101" pitchFamily="2" charset="-122"/>
                        <a:cs typeface="+mn-cs"/>
                        <a:sym typeface="Helvetica Neue Light"/>
                      </a:endParaRPr>
                    </a:p>
                  </a:txBody>
                  <a:tcPr marL="9525" marR="9525" marT="9525"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28"/>
                  </a:ext>
                </a:extLst>
              </a:tr>
              <a:tr h="197688">
                <a:tc>
                  <a:txBody>
                    <a:bodyPr/>
                    <a:lstStyle/>
                    <a:p>
                      <a:pPr algn="ctr" fontAlgn="ctr"/>
                      <a:r>
                        <a:rPr lang="en-US" altLang="zh-CN" sz="1200" u="none" strike="noStrike" dirty="0">
                          <a:effectLst/>
                          <a:latin typeface="Arial" panose="020B0604020202020204" pitchFamily="34" charset="0"/>
                          <a:cs typeface="Arial" panose="020B0604020202020204" pitchFamily="34" charset="0"/>
                        </a:rPr>
                        <a:t>21</a:t>
                      </a:r>
                      <a:endParaRPr lang="en-US" altLang="zh-CN" sz="1200" b="0" i="0" u="none" strike="noStrike" dirty="0">
                        <a:solidFill>
                          <a:srgbClr val="000000"/>
                        </a:solidFill>
                        <a:effectLst/>
                        <a:latin typeface="Arial" panose="020B0604020202020204" pitchFamily="34" charset="0"/>
                        <a:ea typeface="微软雅黑" panose="020B0503020204020204" pitchFamily="34" charset="-122"/>
                        <a:cs typeface="Arial" panose="020B0604020202020204" pitchFamily="34" charset="0"/>
                      </a:endParaRPr>
                    </a:p>
                  </a:txBody>
                  <a:tcPr marL="7022" marR="7022" marT="7022"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indent="0" algn="ctr" defTabSz="821530" eaLnBrk="1" fontAlgn="ctr" latinLnBrk="0" hangingPunct="1">
                        <a:lnSpc>
                          <a:spcPct val="100000"/>
                        </a:lnSpc>
                        <a:spcBef>
                          <a:spcPts val="0"/>
                        </a:spcBef>
                        <a:spcAft>
                          <a:spcPts val="0"/>
                        </a:spcAft>
                        <a:buClrTx/>
                        <a:buSzTx/>
                        <a:buFontTx/>
                        <a:buNone/>
                        <a:tabLst/>
                        <a:defRPr/>
                      </a:pPr>
                      <a:r>
                        <a:rPr lang="en-US" altLang="zh-CN" sz="1200" b="0" i="0" u="none" strike="noStrike" cap="none" spc="0" baseline="0" dirty="0">
                          <a:ln>
                            <a:noFill/>
                          </a:ln>
                          <a:solidFill>
                            <a:srgbClr val="000000"/>
                          </a:solidFill>
                          <a:effectLst/>
                          <a:uFillTx/>
                          <a:latin typeface="Arial" panose="020B0604020202020204" pitchFamily="34" charset="0"/>
                          <a:ea typeface="等线" panose="02010600030101010101" pitchFamily="2" charset="-122"/>
                          <a:cs typeface="+mn-cs"/>
                          <a:sym typeface="Helvetica Neue Light"/>
                        </a:rPr>
                        <a:t>4.78</a:t>
                      </a:r>
                      <a:r>
                        <a:rPr lang="el-GR" altLang="zh-CN" sz="1200" b="0" i="0" u="none" strike="noStrike" cap="none" spc="0" baseline="0" dirty="0">
                          <a:ln>
                            <a:noFill/>
                          </a:ln>
                          <a:solidFill>
                            <a:srgbClr val="000000"/>
                          </a:solidFill>
                          <a:effectLst/>
                          <a:uFillTx/>
                          <a:latin typeface="Arial" panose="020B0604020202020204" pitchFamily="34" charset="0"/>
                          <a:ea typeface="等线" panose="02010600030101010101" pitchFamily="2" charset="-122"/>
                          <a:cs typeface="+mn-cs"/>
                          <a:sym typeface="Helvetica Neue Light"/>
                        </a:rPr>
                        <a:t>~</a:t>
                      </a:r>
                      <a:r>
                        <a:rPr lang="en-US" altLang="zh-CN" sz="1200" b="0" i="0" u="none" strike="noStrike" cap="none" spc="0" baseline="0" dirty="0">
                          <a:ln>
                            <a:noFill/>
                          </a:ln>
                          <a:solidFill>
                            <a:srgbClr val="000000"/>
                          </a:solidFill>
                          <a:effectLst/>
                          <a:uFillTx/>
                          <a:latin typeface="Arial" panose="020B0604020202020204" pitchFamily="34" charset="0"/>
                          <a:ea typeface="等线" panose="02010600030101010101" pitchFamily="2" charset="-122"/>
                          <a:cs typeface="+mn-cs"/>
                          <a:sym typeface="Helvetica Neue Light"/>
                        </a:rPr>
                        <a:t>5.62</a:t>
                      </a:r>
                    </a:p>
                  </a:txBody>
                  <a:tcPr marL="9525" marR="9525" marT="9525"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vMerge="1">
                  <a:txBody>
                    <a:bodyPr/>
                    <a:lstStyle/>
                    <a:p>
                      <a:pPr marL="0" marR="0" indent="0" algn="ctr" defTabSz="821530" eaLnBrk="1" fontAlgn="ctr" latinLnBrk="0" hangingPunct="1">
                        <a:lnSpc>
                          <a:spcPct val="100000"/>
                        </a:lnSpc>
                        <a:spcBef>
                          <a:spcPts val="0"/>
                        </a:spcBef>
                        <a:spcAft>
                          <a:spcPts val="0"/>
                        </a:spcAft>
                        <a:buClrTx/>
                        <a:buSzTx/>
                        <a:buFontTx/>
                        <a:buNone/>
                        <a:tabLst/>
                        <a:defRPr/>
                      </a:pPr>
                      <a:endParaRPr lang="en-US" altLang="zh-CN" sz="2000" b="0" i="0" u="none" strike="noStrike" cap="none" spc="0" baseline="0" dirty="0">
                        <a:ln>
                          <a:noFill/>
                        </a:ln>
                        <a:solidFill>
                          <a:schemeClr val="tx1"/>
                        </a:solidFill>
                        <a:effectLst/>
                        <a:uFillTx/>
                        <a:latin typeface="Arial" panose="020B0604020202020204" pitchFamily="34" charset="0"/>
                        <a:ea typeface="Arial Unicode MS" panose="020B0604020202020204" pitchFamily="34" charset="-122"/>
                        <a:cs typeface="Arial" panose="020B0604020202020204" pitchFamily="34" charset="0"/>
                        <a:sym typeface="Helvetica Neue Light"/>
                      </a:endParaRPr>
                    </a:p>
                  </a:txBody>
                  <a:tcPr marL="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indent="0" algn="ctr" defTabSz="821530" fontAlgn="ctr" latinLnBrk="0">
                        <a:lnSpc>
                          <a:spcPct val="100000"/>
                        </a:lnSpc>
                        <a:spcBef>
                          <a:spcPts val="0"/>
                        </a:spcBef>
                        <a:spcAft>
                          <a:spcPts val="0"/>
                        </a:spcAft>
                        <a:buClrTx/>
                        <a:buSzTx/>
                        <a:buFontTx/>
                        <a:buNone/>
                        <a:tabLst/>
                      </a:pPr>
                      <a:r>
                        <a:rPr lang="en-US" altLang="zh-CN" sz="1200" b="0" i="0" u="none" strike="noStrike" cap="none" spc="0" baseline="0" dirty="0">
                          <a:ln>
                            <a:noFill/>
                          </a:ln>
                          <a:solidFill>
                            <a:schemeClr val="tx1"/>
                          </a:solidFill>
                          <a:effectLst/>
                          <a:uFillTx/>
                          <a:latin typeface="Arial" panose="020B0604020202020204" pitchFamily="34" charset="0"/>
                          <a:ea typeface="+mn-ea"/>
                          <a:cs typeface="Arial" panose="020B0604020202020204" pitchFamily="34" charset="0"/>
                          <a:sym typeface="Helvetica Neue Light"/>
                        </a:rPr>
                        <a:t>47</a:t>
                      </a:r>
                    </a:p>
                  </a:txBody>
                  <a:tcPr marL="9525" marR="9525" marT="9525"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indent="0" algn="ctr" defTabSz="821530" eaLnBrk="1" fontAlgn="ctr" latinLnBrk="0" hangingPunct="1">
                        <a:lnSpc>
                          <a:spcPct val="100000"/>
                        </a:lnSpc>
                        <a:spcBef>
                          <a:spcPts val="0"/>
                        </a:spcBef>
                        <a:spcAft>
                          <a:spcPts val="0"/>
                        </a:spcAft>
                        <a:buClrTx/>
                        <a:buSzTx/>
                        <a:buFontTx/>
                        <a:buNone/>
                        <a:tabLst/>
                        <a:defRPr/>
                      </a:pPr>
                      <a:r>
                        <a:rPr lang="en-US" sz="1200" b="0" i="0" u="none" strike="noStrike" cap="none" spc="0" baseline="0" dirty="0">
                          <a:ln>
                            <a:noFill/>
                          </a:ln>
                          <a:solidFill>
                            <a:srgbClr val="000000"/>
                          </a:solidFill>
                          <a:effectLst/>
                          <a:uFillTx/>
                          <a:latin typeface="Arial" panose="020B0604020202020204" pitchFamily="34" charset="0"/>
                          <a:ea typeface="等线" panose="02010600030101010101" pitchFamily="2" charset="-122"/>
                          <a:cs typeface="+mn-cs"/>
                          <a:sym typeface="Helvetica Neue Light"/>
                        </a:rPr>
                        <a:t>5.59</a:t>
                      </a:r>
                      <a:r>
                        <a:rPr lang="el-GR" sz="1200" b="0" i="0" u="none" strike="noStrike" cap="none" spc="0" baseline="0" dirty="0">
                          <a:ln>
                            <a:noFill/>
                          </a:ln>
                          <a:solidFill>
                            <a:srgbClr val="000000"/>
                          </a:solidFill>
                          <a:effectLst/>
                          <a:uFillTx/>
                          <a:latin typeface="Arial" panose="020B0604020202020204" pitchFamily="34" charset="0"/>
                          <a:ea typeface="等线" panose="02010600030101010101" pitchFamily="2" charset="-122"/>
                          <a:cs typeface="+mn-cs"/>
                          <a:sym typeface="Helvetica Neue Light"/>
                        </a:rPr>
                        <a:t>~</a:t>
                      </a:r>
                      <a:r>
                        <a:rPr lang="en-US" sz="1200" b="0" i="0" u="none" strike="noStrike" cap="none" spc="0" baseline="0" dirty="0">
                          <a:ln>
                            <a:noFill/>
                          </a:ln>
                          <a:solidFill>
                            <a:srgbClr val="000000"/>
                          </a:solidFill>
                          <a:effectLst/>
                          <a:uFillTx/>
                          <a:latin typeface="Arial" panose="020B0604020202020204" pitchFamily="34" charset="0"/>
                          <a:ea typeface="等线" panose="02010600030101010101" pitchFamily="2" charset="-122"/>
                          <a:cs typeface="+mn-cs"/>
                          <a:sym typeface="Helvetica Neue Light"/>
                        </a:rPr>
                        <a:t>6.56</a:t>
                      </a:r>
                      <a:r>
                        <a:rPr lang="el-GR" sz="1200" b="0" i="0" u="none" strike="noStrike" cap="none" spc="0" baseline="0" dirty="0">
                          <a:ln>
                            <a:noFill/>
                          </a:ln>
                          <a:solidFill>
                            <a:srgbClr val="000000"/>
                          </a:solidFill>
                          <a:effectLst/>
                          <a:uFillTx/>
                          <a:latin typeface="Arial" panose="020B0604020202020204" pitchFamily="34" charset="0"/>
                          <a:ea typeface="等线" panose="02010600030101010101" pitchFamily="2" charset="-122"/>
                          <a:cs typeface="+mn-cs"/>
                          <a:sym typeface="Helvetica Neue Light"/>
                        </a:rPr>
                        <a:t> </a:t>
                      </a:r>
                      <a:endParaRPr lang="en-US" sz="1200" b="0" i="0" u="none" strike="noStrike" cap="none" spc="0" baseline="0" dirty="0">
                        <a:ln>
                          <a:noFill/>
                        </a:ln>
                        <a:solidFill>
                          <a:srgbClr val="000000"/>
                        </a:solidFill>
                        <a:effectLst/>
                        <a:uFillTx/>
                        <a:latin typeface="Arial" panose="020B0604020202020204" pitchFamily="34" charset="0"/>
                        <a:ea typeface="等线" panose="02010600030101010101" pitchFamily="2" charset="-122"/>
                        <a:cs typeface="+mn-cs"/>
                        <a:sym typeface="Helvetica Neue Light"/>
                      </a:endParaRPr>
                    </a:p>
                  </a:txBody>
                  <a:tcPr marL="9525" marR="9525" marT="9525"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29508736"/>
                  </a:ext>
                </a:extLst>
              </a:tr>
              <a:tr h="197688">
                <a:tc>
                  <a:txBody>
                    <a:bodyPr/>
                    <a:lstStyle/>
                    <a:p>
                      <a:pPr algn="ctr" fontAlgn="ctr"/>
                      <a:r>
                        <a:rPr lang="en-US" altLang="zh-CN" sz="1200" u="none" strike="noStrike" dirty="0">
                          <a:effectLst/>
                          <a:latin typeface="Arial" panose="020B0604020202020204" pitchFamily="34" charset="0"/>
                          <a:cs typeface="Arial" panose="020B0604020202020204" pitchFamily="34" charset="0"/>
                        </a:rPr>
                        <a:t>22</a:t>
                      </a:r>
                      <a:endParaRPr lang="en-US" altLang="zh-CN" sz="1200" b="0" i="0" u="none" strike="noStrike" dirty="0">
                        <a:solidFill>
                          <a:srgbClr val="000000"/>
                        </a:solidFill>
                        <a:effectLst/>
                        <a:latin typeface="Arial" panose="020B0604020202020204" pitchFamily="34" charset="0"/>
                        <a:ea typeface="微软雅黑" panose="020B0503020204020204" pitchFamily="34" charset="-122"/>
                        <a:cs typeface="Arial" panose="020B0604020202020204" pitchFamily="34" charset="0"/>
                      </a:endParaRPr>
                    </a:p>
                  </a:txBody>
                  <a:tcPr marL="7022" marR="7022" marT="7022"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indent="0" algn="ctr" defTabSz="821530" eaLnBrk="1" fontAlgn="ctr" latinLnBrk="0" hangingPunct="1">
                        <a:lnSpc>
                          <a:spcPct val="100000"/>
                        </a:lnSpc>
                        <a:spcBef>
                          <a:spcPts val="0"/>
                        </a:spcBef>
                        <a:spcAft>
                          <a:spcPts val="0"/>
                        </a:spcAft>
                        <a:buClrTx/>
                        <a:buSzTx/>
                        <a:buFontTx/>
                        <a:buNone/>
                        <a:tabLst/>
                        <a:defRPr/>
                      </a:pPr>
                      <a:r>
                        <a:rPr lang="en-US" altLang="zh-CN" sz="1200" b="0" i="0" u="none" strike="noStrike" cap="none" spc="0" baseline="0" dirty="0">
                          <a:ln>
                            <a:noFill/>
                          </a:ln>
                          <a:solidFill>
                            <a:srgbClr val="000000"/>
                          </a:solidFill>
                          <a:effectLst/>
                          <a:uFillTx/>
                          <a:latin typeface="Arial" panose="020B0604020202020204" pitchFamily="34" charset="0"/>
                          <a:ea typeface="等线" panose="02010600030101010101" pitchFamily="2" charset="-122"/>
                          <a:cs typeface="+mn-cs"/>
                          <a:sym typeface="Helvetica Neue Light"/>
                        </a:rPr>
                        <a:t>5.00</a:t>
                      </a:r>
                      <a:r>
                        <a:rPr lang="el-GR" altLang="zh-CN" sz="1200" b="0" i="0" u="none" strike="noStrike" cap="none" spc="0" baseline="0" dirty="0">
                          <a:ln>
                            <a:noFill/>
                          </a:ln>
                          <a:solidFill>
                            <a:srgbClr val="000000"/>
                          </a:solidFill>
                          <a:effectLst/>
                          <a:uFillTx/>
                          <a:latin typeface="Arial" panose="020B0604020202020204" pitchFamily="34" charset="0"/>
                          <a:ea typeface="等线" panose="02010600030101010101" pitchFamily="2" charset="-122"/>
                          <a:cs typeface="+mn-cs"/>
                          <a:sym typeface="Helvetica Neue Light"/>
                        </a:rPr>
                        <a:t>~</a:t>
                      </a:r>
                      <a:r>
                        <a:rPr lang="en-US" altLang="zh-CN" sz="1200" b="0" i="0" u="none" strike="noStrike" cap="none" spc="0" baseline="0" dirty="0">
                          <a:ln>
                            <a:noFill/>
                          </a:ln>
                          <a:solidFill>
                            <a:srgbClr val="000000"/>
                          </a:solidFill>
                          <a:effectLst/>
                          <a:uFillTx/>
                          <a:latin typeface="Arial" panose="020B0604020202020204" pitchFamily="34" charset="0"/>
                          <a:ea typeface="等线" panose="02010600030101010101" pitchFamily="2" charset="-122"/>
                          <a:cs typeface="+mn-cs"/>
                          <a:sym typeface="Helvetica Neue Light"/>
                        </a:rPr>
                        <a:t>5.88</a:t>
                      </a:r>
                    </a:p>
                  </a:txBody>
                  <a:tcPr marL="9525" marR="9525" marT="9525"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vMerge="1">
                  <a:txBody>
                    <a:bodyPr/>
                    <a:lstStyle/>
                    <a:p>
                      <a:pPr marL="0" marR="0" indent="0" algn="ctr" defTabSz="821530" eaLnBrk="1" fontAlgn="ctr" latinLnBrk="0" hangingPunct="1">
                        <a:lnSpc>
                          <a:spcPct val="100000"/>
                        </a:lnSpc>
                        <a:spcBef>
                          <a:spcPts val="0"/>
                        </a:spcBef>
                        <a:spcAft>
                          <a:spcPts val="0"/>
                        </a:spcAft>
                        <a:buClrTx/>
                        <a:buSzTx/>
                        <a:buFontTx/>
                        <a:buNone/>
                        <a:tabLst/>
                        <a:defRPr/>
                      </a:pPr>
                      <a:endParaRPr lang="en-US" altLang="zh-CN" sz="2000" b="0" i="0" u="none" strike="noStrike" cap="none" spc="0" baseline="0" dirty="0">
                        <a:ln>
                          <a:noFill/>
                        </a:ln>
                        <a:solidFill>
                          <a:schemeClr val="tx1"/>
                        </a:solidFill>
                        <a:effectLst/>
                        <a:uFillTx/>
                        <a:latin typeface="Arial" panose="020B0604020202020204" pitchFamily="34" charset="0"/>
                        <a:ea typeface="Arial Unicode MS" panose="020B0604020202020204" pitchFamily="34" charset="-122"/>
                        <a:cs typeface="Arial" panose="020B0604020202020204" pitchFamily="34" charset="0"/>
                        <a:sym typeface="Helvetica Neue Light"/>
                      </a:endParaRPr>
                    </a:p>
                  </a:txBody>
                  <a:tcPr marL="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indent="0" algn="ctr" defTabSz="821530" fontAlgn="ctr" latinLnBrk="0">
                        <a:lnSpc>
                          <a:spcPct val="100000"/>
                        </a:lnSpc>
                        <a:spcBef>
                          <a:spcPts val="0"/>
                        </a:spcBef>
                        <a:spcAft>
                          <a:spcPts val="0"/>
                        </a:spcAft>
                        <a:buClrTx/>
                        <a:buSzTx/>
                        <a:buFontTx/>
                        <a:buNone/>
                        <a:tabLst/>
                      </a:pPr>
                      <a:r>
                        <a:rPr lang="en-US" altLang="zh-CN" sz="1200" b="0" i="0" u="none" strike="noStrike" cap="none" spc="0" baseline="0" dirty="0">
                          <a:ln>
                            <a:noFill/>
                          </a:ln>
                          <a:solidFill>
                            <a:schemeClr val="tx1"/>
                          </a:solidFill>
                          <a:effectLst/>
                          <a:uFillTx/>
                          <a:latin typeface="Arial" panose="020B0604020202020204" pitchFamily="34" charset="0"/>
                          <a:ea typeface="+mn-ea"/>
                          <a:cs typeface="Arial" panose="020B0604020202020204" pitchFamily="34" charset="0"/>
                          <a:sym typeface="Helvetica Neue Light"/>
                        </a:rPr>
                        <a:t>48</a:t>
                      </a:r>
                    </a:p>
                  </a:txBody>
                  <a:tcPr marL="9525" marR="9525" marT="9525"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indent="0" algn="ctr" defTabSz="821530" eaLnBrk="1" fontAlgn="ctr" latinLnBrk="0" hangingPunct="1">
                        <a:lnSpc>
                          <a:spcPct val="100000"/>
                        </a:lnSpc>
                        <a:spcBef>
                          <a:spcPts val="0"/>
                        </a:spcBef>
                        <a:spcAft>
                          <a:spcPts val="0"/>
                        </a:spcAft>
                        <a:buClrTx/>
                        <a:buSzTx/>
                        <a:buFontTx/>
                        <a:buNone/>
                        <a:tabLst/>
                        <a:defRPr/>
                      </a:pPr>
                      <a:r>
                        <a:rPr lang="el-GR" sz="1200" b="0" i="0" u="none" strike="noStrike" cap="none" spc="0" baseline="0" dirty="0">
                          <a:ln>
                            <a:noFill/>
                          </a:ln>
                          <a:solidFill>
                            <a:srgbClr val="000000"/>
                          </a:solidFill>
                          <a:effectLst/>
                          <a:uFillTx/>
                          <a:latin typeface="Arial" panose="020B0604020202020204" pitchFamily="34" charset="0"/>
                          <a:ea typeface="等线" panose="02010600030101010101" pitchFamily="2" charset="-122"/>
                          <a:cs typeface="+mn-cs"/>
                          <a:sym typeface="Helvetica Neue Light"/>
                        </a:rPr>
                        <a:t>6.8~5.8 </a:t>
                      </a:r>
                      <a:endParaRPr lang="en-US" sz="1200" b="0" i="0" u="none" strike="noStrike" cap="none" spc="0" baseline="0" dirty="0">
                        <a:ln>
                          <a:noFill/>
                        </a:ln>
                        <a:solidFill>
                          <a:srgbClr val="000000"/>
                        </a:solidFill>
                        <a:effectLst/>
                        <a:uFillTx/>
                        <a:latin typeface="Arial" panose="020B0604020202020204" pitchFamily="34" charset="0"/>
                        <a:ea typeface="等线" panose="02010600030101010101" pitchFamily="2" charset="-122"/>
                        <a:cs typeface="+mn-cs"/>
                        <a:sym typeface="Helvetica Neue Light"/>
                      </a:endParaRPr>
                    </a:p>
                  </a:txBody>
                  <a:tcPr marL="9525" marR="9525" marT="9525"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36444517"/>
                  </a:ext>
                </a:extLst>
              </a:tr>
              <a:tr h="197688">
                <a:tc>
                  <a:txBody>
                    <a:bodyPr/>
                    <a:lstStyle/>
                    <a:p>
                      <a:pPr algn="ctr" fontAlgn="ctr"/>
                      <a:r>
                        <a:rPr lang="en-US" altLang="zh-CN" sz="1200" u="none" strike="noStrike" dirty="0">
                          <a:effectLst/>
                          <a:latin typeface="Arial" panose="020B0604020202020204" pitchFamily="34" charset="0"/>
                          <a:cs typeface="Arial" panose="020B0604020202020204" pitchFamily="34" charset="0"/>
                        </a:rPr>
                        <a:t>23</a:t>
                      </a:r>
                      <a:endParaRPr lang="en-US" altLang="zh-CN" sz="1200" b="0" i="0" u="none" strike="noStrike" dirty="0">
                        <a:solidFill>
                          <a:srgbClr val="000000"/>
                        </a:solidFill>
                        <a:effectLst/>
                        <a:latin typeface="Arial" panose="020B0604020202020204" pitchFamily="34" charset="0"/>
                        <a:ea typeface="微软雅黑" panose="020B0503020204020204" pitchFamily="34" charset="-122"/>
                        <a:cs typeface="Arial" panose="020B0604020202020204" pitchFamily="34" charset="0"/>
                      </a:endParaRPr>
                    </a:p>
                  </a:txBody>
                  <a:tcPr marL="7022" marR="7022" marT="7022"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indent="0" algn="ctr" defTabSz="821530" eaLnBrk="1" fontAlgn="ctr" latinLnBrk="0" hangingPunct="1">
                        <a:lnSpc>
                          <a:spcPct val="100000"/>
                        </a:lnSpc>
                        <a:spcBef>
                          <a:spcPts val="0"/>
                        </a:spcBef>
                        <a:spcAft>
                          <a:spcPts val="0"/>
                        </a:spcAft>
                        <a:buClrTx/>
                        <a:buSzTx/>
                        <a:buFontTx/>
                        <a:buNone/>
                        <a:tabLst/>
                        <a:defRPr/>
                      </a:pPr>
                      <a:r>
                        <a:rPr lang="en-US" altLang="zh-CN" sz="1200" b="0" i="0" u="none" strike="noStrike" cap="none" spc="0" baseline="0" dirty="0">
                          <a:ln>
                            <a:noFill/>
                          </a:ln>
                          <a:solidFill>
                            <a:srgbClr val="000000"/>
                          </a:solidFill>
                          <a:effectLst/>
                          <a:uFillTx/>
                          <a:latin typeface="Arial" panose="020B0604020202020204" pitchFamily="34" charset="0"/>
                          <a:ea typeface="等线" panose="02010600030101010101" pitchFamily="2" charset="-122"/>
                          <a:cs typeface="+mn-cs"/>
                          <a:sym typeface="Helvetica Neue Light"/>
                        </a:rPr>
                        <a:t>10.45</a:t>
                      </a:r>
                      <a:r>
                        <a:rPr lang="el-GR" altLang="zh-CN" sz="1200" b="0" i="0" u="none" strike="noStrike" cap="none" spc="0" baseline="0" dirty="0">
                          <a:ln>
                            <a:noFill/>
                          </a:ln>
                          <a:solidFill>
                            <a:srgbClr val="000000"/>
                          </a:solidFill>
                          <a:effectLst/>
                          <a:uFillTx/>
                          <a:latin typeface="Arial" panose="020B0604020202020204" pitchFamily="34" charset="0"/>
                          <a:ea typeface="等线" panose="02010600030101010101" pitchFamily="2" charset="-122"/>
                          <a:cs typeface="+mn-cs"/>
                          <a:sym typeface="Helvetica Neue Light"/>
                        </a:rPr>
                        <a:t>~</a:t>
                      </a:r>
                      <a:r>
                        <a:rPr lang="en-US" altLang="zh-CN" sz="1200" b="0" i="0" u="none" strike="noStrike" cap="none" spc="0" baseline="0" dirty="0">
                          <a:ln>
                            <a:noFill/>
                          </a:ln>
                          <a:solidFill>
                            <a:srgbClr val="000000"/>
                          </a:solidFill>
                          <a:effectLst/>
                          <a:uFillTx/>
                          <a:latin typeface="Arial" panose="020B0604020202020204" pitchFamily="34" charset="0"/>
                          <a:ea typeface="等线" panose="02010600030101010101" pitchFamily="2" charset="-122"/>
                          <a:cs typeface="+mn-cs"/>
                          <a:sym typeface="Helvetica Neue Light"/>
                        </a:rPr>
                        <a:t>12.27</a:t>
                      </a:r>
                    </a:p>
                  </a:txBody>
                  <a:tcPr marL="9525" marR="9525" marT="9525"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vMerge="1">
                  <a:txBody>
                    <a:bodyPr/>
                    <a:lstStyle/>
                    <a:p>
                      <a:pPr marL="0" marR="0" indent="0" algn="ctr" defTabSz="821530" eaLnBrk="1" fontAlgn="ctr" latinLnBrk="0" hangingPunct="1">
                        <a:lnSpc>
                          <a:spcPct val="100000"/>
                        </a:lnSpc>
                        <a:spcBef>
                          <a:spcPts val="0"/>
                        </a:spcBef>
                        <a:spcAft>
                          <a:spcPts val="0"/>
                        </a:spcAft>
                        <a:buClrTx/>
                        <a:buSzTx/>
                        <a:buFontTx/>
                        <a:buNone/>
                        <a:tabLst/>
                        <a:defRPr/>
                      </a:pPr>
                      <a:endParaRPr lang="en-US" altLang="zh-CN" sz="2000" b="0" i="0" u="none" strike="noStrike" cap="none" spc="0" baseline="0" dirty="0">
                        <a:ln>
                          <a:noFill/>
                        </a:ln>
                        <a:solidFill>
                          <a:schemeClr val="tx1"/>
                        </a:solidFill>
                        <a:effectLst/>
                        <a:uFillTx/>
                        <a:latin typeface="Arial" panose="020B0604020202020204" pitchFamily="34" charset="0"/>
                        <a:ea typeface="Arial Unicode MS" panose="020B0604020202020204" pitchFamily="34" charset="-122"/>
                        <a:cs typeface="Arial" panose="020B0604020202020204" pitchFamily="34" charset="0"/>
                        <a:sym typeface="Helvetica Neue Light"/>
                      </a:endParaRPr>
                    </a:p>
                  </a:txBody>
                  <a:tcPr marL="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indent="0" algn="ctr" defTabSz="821530" fontAlgn="ctr" latinLnBrk="0">
                        <a:lnSpc>
                          <a:spcPct val="100000"/>
                        </a:lnSpc>
                        <a:spcBef>
                          <a:spcPts val="0"/>
                        </a:spcBef>
                        <a:spcAft>
                          <a:spcPts val="0"/>
                        </a:spcAft>
                        <a:buClrTx/>
                        <a:buSzTx/>
                        <a:buFontTx/>
                        <a:buNone/>
                        <a:tabLst/>
                      </a:pPr>
                      <a:r>
                        <a:rPr lang="en-US" altLang="zh-CN" sz="1200" b="0" i="0" u="none" strike="noStrike" cap="none" spc="0" baseline="0" dirty="0">
                          <a:ln>
                            <a:noFill/>
                          </a:ln>
                          <a:solidFill>
                            <a:schemeClr val="tx1"/>
                          </a:solidFill>
                          <a:effectLst/>
                          <a:uFillTx/>
                          <a:latin typeface="Arial" panose="020B0604020202020204" pitchFamily="34" charset="0"/>
                          <a:ea typeface="+mn-ea"/>
                          <a:cs typeface="Arial" panose="020B0604020202020204" pitchFamily="34" charset="0"/>
                          <a:sym typeface="Helvetica Neue Light"/>
                        </a:rPr>
                        <a:t>49</a:t>
                      </a:r>
                    </a:p>
                  </a:txBody>
                  <a:tcPr marL="9525" marR="9525" marT="9525"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indent="0" algn="ctr" defTabSz="821530" eaLnBrk="1" fontAlgn="ctr" latinLnBrk="0" hangingPunct="1">
                        <a:lnSpc>
                          <a:spcPct val="100000"/>
                        </a:lnSpc>
                        <a:spcBef>
                          <a:spcPts val="0"/>
                        </a:spcBef>
                        <a:spcAft>
                          <a:spcPts val="0"/>
                        </a:spcAft>
                        <a:buClrTx/>
                        <a:buSzTx/>
                        <a:buFontTx/>
                        <a:buNone/>
                        <a:tabLst/>
                        <a:defRPr/>
                      </a:pPr>
                      <a:r>
                        <a:rPr lang="el-GR" sz="1200" b="0" i="0" u="none" strike="noStrike" cap="none" spc="0" baseline="0" dirty="0">
                          <a:ln>
                            <a:noFill/>
                          </a:ln>
                          <a:solidFill>
                            <a:srgbClr val="000000"/>
                          </a:solidFill>
                          <a:effectLst/>
                          <a:uFillTx/>
                          <a:latin typeface="Arial" panose="020B0604020202020204" pitchFamily="34" charset="0"/>
                          <a:ea typeface="等线" panose="02010600030101010101" pitchFamily="2" charset="-122"/>
                          <a:cs typeface="+mn-cs"/>
                          <a:sym typeface="Helvetica Neue Light"/>
                        </a:rPr>
                        <a:t>0.99~1.17 </a:t>
                      </a:r>
                      <a:endParaRPr lang="en-US" sz="1200" b="0" i="0" u="none" strike="noStrike" cap="none" spc="0" baseline="0" dirty="0">
                        <a:ln>
                          <a:noFill/>
                        </a:ln>
                        <a:solidFill>
                          <a:srgbClr val="000000"/>
                        </a:solidFill>
                        <a:effectLst/>
                        <a:uFillTx/>
                        <a:latin typeface="Arial" panose="020B0604020202020204" pitchFamily="34" charset="0"/>
                        <a:ea typeface="等线" panose="02010600030101010101" pitchFamily="2" charset="-122"/>
                        <a:cs typeface="+mn-cs"/>
                        <a:sym typeface="Helvetica Neue Light"/>
                      </a:endParaRPr>
                    </a:p>
                  </a:txBody>
                  <a:tcPr marL="9525" marR="9525" marT="9525"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40134711"/>
                  </a:ext>
                </a:extLst>
              </a:tr>
              <a:tr h="197688">
                <a:tc>
                  <a:txBody>
                    <a:bodyPr/>
                    <a:lstStyle/>
                    <a:p>
                      <a:pPr algn="ctr" fontAlgn="ctr"/>
                      <a:r>
                        <a:rPr lang="en-US" altLang="zh-CN" sz="1200" u="none" strike="noStrike" dirty="0">
                          <a:effectLst/>
                          <a:latin typeface="Arial" panose="020B0604020202020204" pitchFamily="34" charset="0"/>
                          <a:cs typeface="Arial" panose="020B0604020202020204" pitchFamily="34" charset="0"/>
                        </a:rPr>
                        <a:t>24</a:t>
                      </a:r>
                      <a:endParaRPr lang="en-US" altLang="zh-CN" sz="1200" b="0" i="0" u="none" strike="noStrike" dirty="0">
                        <a:solidFill>
                          <a:srgbClr val="000000"/>
                        </a:solidFill>
                        <a:effectLst/>
                        <a:latin typeface="Arial" panose="020B0604020202020204" pitchFamily="34" charset="0"/>
                        <a:ea typeface="微软雅黑" panose="020B0503020204020204" pitchFamily="34" charset="-122"/>
                        <a:cs typeface="Arial" panose="020B0604020202020204" pitchFamily="34" charset="0"/>
                      </a:endParaRPr>
                    </a:p>
                  </a:txBody>
                  <a:tcPr marL="7022" marR="7022" marT="7022"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indent="0" algn="ctr" defTabSz="821530" eaLnBrk="1" fontAlgn="ctr" latinLnBrk="0" hangingPunct="1">
                        <a:lnSpc>
                          <a:spcPct val="100000"/>
                        </a:lnSpc>
                        <a:spcBef>
                          <a:spcPts val="0"/>
                        </a:spcBef>
                        <a:spcAft>
                          <a:spcPts val="0"/>
                        </a:spcAft>
                        <a:buClrTx/>
                        <a:buSzTx/>
                        <a:buFontTx/>
                        <a:buNone/>
                        <a:tabLst/>
                        <a:defRPr/>
                      </a:pPr>
                      <a:r>
                        <a:rPr lang="en-US" altLang="zh-CN" sz="1200" b="0" i="0" u="none" strike="noStrike" cap="none" spc="0" baseline="0" dirty="0">
                          <a:ln>
                            <a:noFill/>
                          </a:ln>
                          <a:solidFill>
                            <a:srgbClr val="000000"/>
                          </a:solidFill>
                          <a:effectLst/>
                          <a:uFillTx/>
                          <a:latin typeface="Arial" panose="020B0604020202020204" pitchFamily="34" charset="0"/>
                          <a:ea typeface="等线" panose="02010600030101010101" pitchFamily="2" charset="-122"/>
                          <a:cs typeface="+mn-cs"/>
                          <a:sym typeface="Helvetica Neue Light"/>
                        </a:rPr>
                        <a:t>4.35</a:t>
                      </a:r>
                      <a:r>
                        <a:rPr lang="el-GR" altLang="zh-CN" sz="1200" b="0" i="0" u="none" strike="noStrike" cap="none" spc="0" baseline="0" dirty="0">
                          <a:ln>
                            <a:noFill/>
                          </a:ln>
                          <a:solidFill>
                            <a:srgbClr val="000000"/>
                          </a:solidFill>
                          <a:effectLst/>
                          <a:uFillTx/>
                          <a:latin typeface="Arial" panose="020B0604020202020204" pitchFamily="34" charset="0"/>
                          <a:ea typeface="等线" panose="02010600030101010101" pitchFamily="2" charset="-122"/>
                          <a:cs typeface="+mn-cs"/>
                          <a:sym typeface="Helvetica Neue Light"/>
                        </a:rPr>
                        <a:t>~</a:t>
                      </a:r>
                      <a:r>
                        <a:rPr lang="en-US" altLang="zh-CN" sz="1200" b="0" i="0" u="none" strike="noStrike" cap="none" spc="0" baseline="0" dirty="0">
                          <a:ln>
                            <a:noFill/>
                          </a:ln>
                          <a:solidFill>
                            <a:srgbClr val="000000"/>
                          </a:solidFill>
                          <a:effectLst/>
                          <a:uFillTx/>
                          <a:latin typeface="Arial" panose="020B0604020202020204" pitchFamily="34" charset="0"/>
                          <a:ea typeface="等线" panose="02010600030101010101" pitchFamily="2" charset="-122"/>
                          <a:cs typeface="+mn-cs"/>
                          <a:sym typeface="Helvetica Neue Light"/>
                        </a:rPr>
                        <a:t>5.11</a:t>
                      </a:r>
                    </a:p>
                  </a:txBody>
                  <a:tcPr marL="9525" marR="9525" marT="9525"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vMerge="1">
                  <a:txBody>
                    <a:bodyPr/>
                    <a:lstStyle/>
                    <a:p>
                      <a:pPr marL="0" marR="0" indent="0" algn="ctr" defTabSz="821530" eaLnBrk="1" fontAlgn="ctr" latinLnBrk="0" hangingPunct="1">
                        <a:lnSpc>
                          <a:spcPct val="100000"/>
                        </a:lnSpc>
                        <a:spcBef>
                          <a:spcPts val="0"/>
                        </a:spcBef>
                        <a:spcAft>
                          <a:spcPts val="0"/>
                        </a:spcAft>
                        <a:buClrTx/>
                        <a:buSzTx/>
                        <a:buFontTx/>
                        <a:buNone/>
                        <a:tabLst/>
                        <a:defRPr/>
                      </a:pPr>
                      <a:endParaRPr lang="en-US" altLang="zh-CN" sz="2000" b="0" i="0" u="none" strike="noStrike" cap="none" spc="0" baseline="0" dirty="0">
                        <a:ln>
                          <a:noFill/>
                        </a:ln>
                        <a:solidFill>
                          <a:schemeClr val="tx1"/>
                        </a:solidFill>
                        <a:effectLst/>
                        <a:uFillTx/>
                        <a:latin typeface="Arial" panose="020B0604020202020204" pitchFamily="34" charset="0"/>
                        <a:ea typeface="Arial Unicode MS" panose="020B0604020202020204" pitchFamily="34" charset="-122"/>
                        <a:cs typeface="Arial" panose="020B0604020202020204" pitchFamily="34" charset="0"/>
                        <a:sym typeface="Helvetica Neue Light"/>
                      </a:endParaRPr>
                    </a:p>
                  </a:txBody>
                  <a:tcPr marL="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indent="0" algn="ctr" defTabSz="821530" fontAlgn="ctr" latinLnBrk="0">
                        <a:lnSpc>
                          <a:spcPct val="100000"/>
                        </a:lnSpc>
                        <a:spcBef>
                          <a:spcPts val="0"/>
                        </a:spcBef>
                        <a:spcAft>
                          <a:spcPts val="0"/>
                        </a:spcAft>
                        <a:buClrTx/>
                        <a:buSzTx/>
                        <a:buFontTx/>
                        <a:buNone/>
                        <a:tabLst/>
                      </a:pPr>
                      <a:r>
                        <a:rPr lang="en-US" altLang="zh-CN" sz="1200" b="0" i="0" u="none" strike="noStrike" cap="none" spc="0" baseline="0" dirty="0">
                          <a:ln>
                            <a:noFill/>
                          </a:ln>
                          <a:solidFill>
                            <a:schemeClr val="tx1"/>
                          </a:solidFill>
                          <a:effectLst/>
                          <a:uFillTx/>
                          <a:latin typeface="Arial" panose="020B0604020202020204" pitchFamily="34" charset="0"/>
                          <a:ea typeface="+mn-ea"/>
                          <a:cs typeface="Arial" panose="020B0604020202020204" pitchFamily="34" charset="0"/>
                          <a:sym typeface="Helvetica Neue Light"/>
                        </a:rPr>
                        <a:t>50</a:t>
                      </a:r>
                    </a:p>
                  </a:txBody>
                  <a:tcPr marL="9525" marR="9525" marT="9525"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indent="0" algn="ctr" defTabSz="821530" eaLnBrk="1" fontAlgn="ctr" latinLnBrk="0" hangingPunct="1">
                        <a:lnSpc>
                          <a:spcPct val="100000"/>
                        </a:lnSpc>
                        <a:spcBef>
                          <a:spcPts val="0"/>
                        </a:spcBef>
                        <a:spcAft>
                          <a:spcPts val="0"/>
                        </a:spcAft>
                        <a:buClrTx/>
                        <a:buSzTx/>
                        <a:buFontTx/>
                        <a:buNone/>
                        <a:tabLst/>
                        <a:defRPr/>
                      </a:pPr>
                      <a:r>
                        <a:rPr lang="el-GR" sz="1200" b="0" i="0" u="none" strike="noStrike" cap="none" spc="0" baseline="0" dirty="0">
                          <a:ln>
                            <a:noFill/>
                          </a:ln>
                          <a:solidFill>
                            <a:srgbClr val="000000"/>
                          </a:solidFill>
                          <a:effectLst/>
                          <a:uFillTx/>
                          <a:latin typeface="Arial" panose="020B0604020202020204" pitchFamily="34" charset="0"/>
                          <a:ea typeface="等线" panose="02010600030101010101" pitchFamily="2" charset="-122"/>
                          <a:cs typeface="+mn-cs"/>
                          <a:sym typeface="Helvetica Neue Light"/>
                        </a:rPr>
                        <a:t>1.84~2.16</a:t>
                      </a:r>
                      <a:endParaRPr lang="en-US" sz="1200" b="0" i="0" u="none" strike="noStrike" cap="none" spc="0" baseline="0" dirty="0">
                        <a:ln>
                          <a:noFill/>
                        </a:ln>
                        <a:solidFill>
                          <a:srgbClr val="000000"/>
                        </a:solidFill>
                        <a:effectLst/>
                        <a:uFillTx/>
                        <a:latin typeface="Arial" panose="020B0604020202020204" pitchFamily="34" charset="0"/>
                        <a:ea typeface="等线" panose="02010600030101010101" pitchFamily="2" charset="-122"/>
                        <a:cs typeface="+mn-cs"/>
                        <a:sym typeface="Helvetica Neue Light"/>
                      </a:endParaRPr>
                    </a:p>
                  </a:txBody>
                  <a:tcPr marL="9525" marR="9525" marT="9525"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r h="197688">
                <a:tc>
                  <a:txBody>
                    <a:bodyPr/>
                    <a:lstStyle/>
                    <a:p>
                      <a:pPr algn="ctr" fontAlgn="ctr"/>
                      <a:r>
                        <a:rPr lang="en-US" altLang="zh-CN" sz="1200" u="none" strike="noStrike" dirty="0">
                          <a:effectLst/>
                          <a:latin typeface="Arial" panose="020B0604020202020204" pitchFamily="34" charset="0"/>
                          <a:cs typeface="Arial" panose="020B0604020202020204" pitchFamily="34" charset="0"/>
                        </a:rPr>
                        <a:t>25</a:t>
                      </a:r>
                      <a:endParaRPr lang="en-US" altLang="zh-CN" sz="1200" b="0" i="0" u="none" strike="noStrike" dirty="0">
                        <a:solidFill>
                          <a:srgbClr val="000000"/>
                        </a:solidFill>
                        <a:effectLst/>
                        <a:latin typeface="Arial" panose="020B0604020202020204" pitchFamily="34" charset="0"/>
                        <a:ea typeface="微软雅黑" panose="020B0503020204020204" pitchFamily="34" charset="-122"/>
                        <a:cs typeface="Arial" panose="020B0604020202020204" pitchFamily="34" charset="0"/>
                      </a:endParaRPr>
                    </a:p>
                  </a:txBody>
                  <a:tcPr marL="7022" marR="7022" marT="7022"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indent="0" algn="ctr" defTabSz="821530" eaLnBrk="1" fontAlgn="ctr" latinLnBrk="0" hangingPunct="1">
                        <a:lnSpc>
                          <a:spcPct val="100000"/>
                        </a:lnSpc>
                        <a:spcBef>
                          <a:spcPts val="0"/>
                        </a:spcBef>
                        <a:spcAft>
                          <a:spcPts val="0"/>
                        </a:spcAft>
                        <a:buClrTx/>
                        <a:buSzTx/>
                        <a:buFontTx/>
                        <a:buNone/>
                        <a:tabLst/>
                        <a:defRPr/>
                      </a:pPr>
                      <a:r>
                        <a:rPr lang="en-US" altLang="zh-CN" sz="1200" b="0" i="0" u="none" strike="noStrike" cap="none" spc="0" baseline="0" dirty="0">
                          <a:ln>
                            <a:noFill/>
                          </a:ln>
                          <a:solidFill>
                            <a:srgbClr val="000000"/>
                          </a:solidFill>
                          <a:effectLst/>
                          <a:uFillTx/>
                          <a:latin typeface="Arial" panose="020B0604020202020204" pitchFamily="34" charset="0"/>
                          <a:ea typeface="等线" panose="02010600030101010101" pitchFamily="2" charset="-122"/>
                          <a:cs typeface="+mn-cs"/>
                          <a:sym typeface="Helvetica Neue Light"/>
                        </a:rPr>
                        <a:t>3.95</a:t>
                      </a:r>
                      <a:r>
                        <a:rPr lang="el-GR" altLang="zh-CN" sz="1200" b="0" i="0" u="none" strike="noStrike" cap="none" spc="0" baseline="0" dirty="0">
                          <a:ln>
                            <a:noFill/>
                          </a:ln>
                          <a:solidFill>
                            <a:srgbClr val="000000"/>
                          </a:solidFill>
                          <a:effectLst/>
                          <a:uFillTx/>
                          <a:latin typeface="Arial" panose="020B0604020202020204" pitchFamily="34" charset="0"/>
                          <a:ea typeface="等线" panose="02010600030101010101" pitchFamily="2" charset="-122"/>
                          <a:cs typeface="+mn-cs"/>
                          <a:sym typeface="Helvetica Neue Light"/>
                        </a:rPr>
                        <a:t>~</a:t>
                      </a:r>
                      <a:r>
                        <a:rPr lang="en-US" altLang="zh-CN" sz="1200" b="0" i="0" u="none" strike="noStrike" cap="none" spc="0" baseline="0" dirty="0">
                          <a:ln>
                            <a:noFill/>
                          </a:ln>
                          <a:solidFill>
                            <a:srgbClr val="000000"/>
                          </a:solidFill>
                          <a:effectLst/>
                          <a:uFillTx/>
                          <a:latin typeface="Arial" panose="020B0604020202020204" pitchFamily="34" charset="0"/>
                          <a:ea typeface="等线" panose="02010600030101010101" pitchFamily="2" charset="-122"/>
                          <a:cs typeface="+mn-cs"/>
                          <a:sym typeface="Helvetica Neue Light"/>
                        </a:rPr>
                        <a:t>4.63</a:t>
                      </a:r>
                    </a:p>
                  </a:txBody>
                  <a:tcPr marL="9525" marR="9525" marT="9525"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vMerge="1">
                  <a:txBody>
                    <a:bodyPr/>
                    <a:lstStyle/>
                    <a:p>
                      <a:pPr marL="0" marR="0" indent="0" algn="ctr" defTabSz="821530" eaLnBrk="1" fontAlgn="ctr" latinLnBrk="0" hangingPunct="1">
                        <a:lnSpc>
                          <a:spcPct val="100000"/>
                        </a:lnSpc>
                        <a:spcBef>
                          <a:spcPts val="0"/>
                        </a:spcBef>
                        <a:spcAft>
                          <a:spcPts val="0"/>
                        </a:spcAft>
                        <a:buClrTx/>
                        <a:buSzTx/>
                        <a:buFontTx/>
                        <a:buNone/>
                        <a:tabLst/>
                        <a:defRPr/>
                      </a:pPr>
                      <a:endParaRPr lang="en-US" altLang="zh-CN" sz="2000" b="0" i="0" u="none" strike="noStrike" cap="none" spc="0" baseline="0" dirty="0">
                        <a:ln>
                          <a:noFill/>
                        </a:ln>
                        <a:solidFill>
                          <a:schemeClr val="tx1"/>
                        </a:solidFill>
                        <a:effectLst/>
                        <a:uFillTx/>
                        <a:latin typeface="Arial" panose="020B0604020202020204" pitchFamily="34" charset="0"/>
                        <a:ea typeface="Arial Unicode MS" panose="020B0604020202020204" pitchFamily="34" charset="-122"/>
                        <a:cs typeface="Arial" panose="020B0604020202020204" pitchFamily="34" charset="0"/>
                        <a:sym typeface="Helvetica Neue Light"/>
                      </a:endParaRPr>
                    </a:p>
                  </a:txBody>
                  <a:tcPr marL="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lvl="0" indent="0" algn="ctr" defTabSz="821530" eaLnBrk="1" fontAlgn="ctr" latinLnBrk="0" hangingPunct="1">
                        <a:lnSpc>
                          <a:spcPct val="100000"/>
                        </a:lnSpc>
                        <a:spcBef>
                          <a:spcPts val="0"/>
                        </a:spcBef>
                        <a:spcAft>
                          <a:spcPts val="0"/>
                        </a:spcAft>
                        <a:buClrTx/>
                        <a:buSzTx/>
                        <a:buFontTx/>
                        <a:buNone/>
                        <a:tabLst/>
                        <a:defRPr/>
                      </a:pPr>
                      <a:r>
                        <a:rPr lang="en-US" altLang="zh-CN" sz="1200" b="0" i="0" u="none" strike="noStrike" cap="none" spc="0" baseline="0" dirty="0">
                          <a:ln>
                            <a:noFill/>
                          </a:ln>
                          <a:solidFill>
                            <a:schemeClr val="tx1"/>
                          </a:solidFill>
                          <a:effectLst/>
                          <a:uFillTx/>
                          <a:latin typeface="Arial" panose="020B0604020202020204" pitchFamily="34" charset="0"/>
                          <a:ea typeface="+mn-ea"/>
                          <a:cs typeface="Arial" panose="020B0604020202020204" pitchFamily="34" charset="0"/>
                          <a:sym typeface="Helvetica Neue Light"/>
                        </a:rPr>
                        <a:t>51</a:t>
                      </a:r>
                    </a:p>
                  </a:txBody>
                  <a:tcPr marL="9525" marR="9525" marT="9525"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indent="0" algn="ctr" defTabSz="821530" eaLnBrk="1" fontAlgn="ctr" latinLnBrk="0" hangingPunct="1">
                        <a:lnSpc>
                          <a:spcPct val="100000"/>
                        </a:lnSpc>
                        <a:spcBef>
                          <a:spcPts val="0"/>
                        </a:spcBef>
                        <a:spcAft>
                          <a:spcPts val="0"/>
                        </a:spcAft>
                        <a:buClrTx/>
                        <a:buSzTx/>
                        <a:buFontTx/>
                        <a:buNone/>
                        <a:tabLst/>
                        <a:defRPr/>
                      </a:pPr>
                      <a:r>
                        <a:rPr lang="el-GR" sz="1200" b="0" i="0" u="none" strike="noStrike" cap="none" spc="0" baseline="0" dirty="0">
                          <a:ln>
                            <a:noFill/>
                          </a:ln>
                          <a:solidFill>
                            <a:srgbClr val="000000"/>
                          </a:solidFill>
                          <a:effectLst/>
                          <a:uFillTx/>
                          <a:latin typeface="Arial" panose="020B0604020202020204" pitchFamily="34" charset="0"/>
                          <a:ea typeface="等线" panose="02010600030101010101" pitchFamily="2" charset="-122"/>
                          <a:cs typeface="+mn-cs"/>
                          <a:sym typeface="Helvetica Neue Light"/>
                        </a:rPr>
                        <a:t>2.09~2.45</a:t>
                      </a:r>
                      <a:endParaRPr lang="en-US" sz="1200" b="0" i="0" u="none" strike="noStrike" cap="none" spc="0" baseline="0" dirty="0">
                        <a:ln>
                          <a:noFill/>
                        </a:ln>
                        <a:solidFill>
                          <a:srgbClr val="000000"/>
                        </a:solidFill>
                        <a:effectLst/>
                        <a:uFillTx/>
                        <a:latin typeface="Arial" panose="020B0604020202020204" pitchFamily="34" charset="0"/>
                        <a:ea typeface="等线" panose="02010600030101010101" pitchFamily="2" charset="-122"/>
                        <a:cs typeface="+mn-cs"/>
                        <a:sym typeface="Helvetica Neue Light"/>
                      </a:endParaRPr>
                    </a:p>
                  </a:txBody>
                  <a:tcPr marL="9525" marR="9525" marT="9525"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grpSp>
        <p:nvGrpSpPr>
          <p:cNvPr id="64" name="组合 63"/>
          <p:cNvGrpSpPr/>
          <p:nvPr/>
        </p:nvGrpSpPr>
        <p:grpSpPr>
          <a:xfrm>
            <a:off x="12999428" y="7835961"/>
            <a:ext cx="3016756" cy="1661705"/>
            <a:chOff x="13303555" y="11578512"/>
            <a:chExt cx="3016756" cy="1661705"/>
          </a:xfrm>
        </p:grpSpPr>
        <p:sp>
          <p:nvSpPr>
            <p:cNvPr id="65" name="文本框 64"/>
            <p:cNvSpPr txBox="1"/>
            <p:nvPr/>
          </p:nvSpPr>
          <p:spPr>
            <a:xfrm>
              <a:off x="13747454" y="12491294"/>
              <a:ext cx="2571944" cy="748923"/>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821055"/>
              <a:r>
                <a:rPr lang="en-US" altLang="zh-CN" sz="1400" dirty="0">
                  <a:latin typeface="Arial" panose="020B0604020202020204" pitchFamily="34" charset="0"/>
                  <a:cs typeface="Arial" panose="020B0604020202020204" pitchFamily="34" charset="0"/>
                  <a:sym typeface="Helvetica Neue" panose="02000503000000020004"/>
                </a:rPr>
                <a:t>Pic9.Z</a:t>
              </a:r>
              <a:r>
                <a:rPr lang="zh-CN" altLang="en-US" sz="1400" dirty="0">
                  <a:latin typeface="Arial" panose="020B0604020202020204" pitchFamily="34" charset="0"/>
                  <a:cs typeface="Arial" panose="020B0604020202020204" pitchFamily="34" charset="0"/>
                  <a:sym typeface="Helvetica Neue" panose="02000503000000020004"/>
                </a:rPr>
                <a:t>方向充磁</a:t>
              </a:r>
              <a:r>
                <a:rPr lang="en-US" altLang="zh-CN" sz="1400" dirty="0" err="1">
                  <a:latin typeface="Arial" panose="020B0604020202020204" pitchFamily="34" charset="0"/>
                  <a:cs typeface="Arial" panose="020B0604020202020204" pitchFamily="34" charset="0"/>
                  <a:sym typeface="Helvetica Neue" panose="02000503000000020004"/>
                </a:rPr>
                <a:t>Apns</a:t>
              </a:r>
              <a:r>
                <a:rPr lang="zh-CN" altLang="en-US" sz="1400" dirty="0">
                  <a:latin typeface="Arial" panose="020B0604020202020204" pitchFamily="34" charset="0"/>
                  <a:cs typeface="Arial" panose="020B0604020202020204" pitchFamily="34" charset="0"/>
                  <a:sym typeface="Helvetica Neue" panose="02000503000000020004"/>
                </a:rPr>
                <a:t>摆放图示</a:t>
              </a:r>
              <a:endParaRPr lang="en-US" altLang="zh-CN" sz="1400" dirty="0">
                <a:latin typeface="Arial" panose="020B0604020202020204" pitchFamily="34" charset="0"/>
                <a:cs typeface="Arial" panose="020B0604020202020204" pitchFamily="34" charset="0"/>
                <a:sym typeface="Helvetica Neue" panose="02000503000000020004"/>
              </a:endParaRPr>
            </a:p>
            <a:p>
              <a:pPr algn="l" defTabSz="821055"/>
              <a:r>
                <a:rPr lang="en-US" altLang="zh-CN" sz="1400" dirty="0">
                  <a:latin typeface="Arial" panose="020B0604020202020204" pitchFamily="34" charset="0"/>
                  <a:cs typeface="Arial" panose="020B0604020202020204" pitchFamily="34" charset="0"/>
                  <a:sym typeface="Helvetica Neue" panose="02000503000000020004"/>
                </a:rPr>
                <a:t>(</a:t>
              </a:r>
              <a:r>
                <a:rPr lang="zh-CN" altLang="en-US" sz="1400" dirty="0">
                  <a:latin typeface="Arial" panose="020B0604020202020204" pitchFamily="34" charset="0"/>
                  <a:cs typeface="Arial" panose="020B0604020202020204" pitchFamily="34" charset="0"/>
                  <a:sym typeface="Helvetica Neue" panose="02000503000000020004"/>
                </a:rPr>
                <a:t>充成单极测试</a:t>
              </a:r>
              <a:r>
                <a:rPr lang="en-US" altLang="zh-CN" sz="1400" dirty="0">
                  <a:latin typeface="Arial" panose="020B0604020202020204" pitchFamily="34" charset="0"/>
                  <a:cs typeface="Arial" panose="020B0604020202020204" pitchFamily="34" charset="0"/>
                  <a:sym typeface="Helvetica Neue" panose="02000503000000020004"/>
                </a:rPr>
                <a:t>,</a:t>
              </a:r>
              <a:r>
                <a:rPr lang="en-US" altLang="zh-CN" sz="1400" dirty="0">
                  <a:latin typeface="Arial" panose="020B0604020202020204" pitchFamily="34" charset="0"/>
                  <a:cs typeface="Arial" panose="020B0604020202020204" pitchFamily="34" charset="0"/>
                </a:rPr>
                <a:t>X</a:t>
              </a:r>
              <a:r>
                <a:rPr lang="zh-CN" altLang="en-US" sz="1400" dirty="0">
                  <a:latin typeface="Arial" panose="020B0604020202020204" pitchFamily="34" charset="0"/>
                  <a:cs typeface="Arial" panose="020B0604020202020204" pitchFamily="34" charset="0"/>
                </a:rPr>
                <a:t>尺寸对齐</a:t>
              </a:r>
              <a:r>
                <a:rPr lang="en-US" altLang="zh-CN" sz="1400" dirty="0">
                  <a:latin typeface="Arial" panose="020B0604020202020204" pitchFamily="34" charset="0"/>
                  <a:cs typeface="Arial" panose="020B0604020202020204" pitchFamily="34" charset="0"/>
                </a:rPr>
                <a:t>X</a:t>
              </a:r>
              <a:r>
                <a:rPr lang="zh-CN" altLang="en-US" sz="1400" dirty="0">
                  <a:latin typeface="Arial" panose="020B0604020202020204" pitchFamily="34" charset="0"/>
                  <a:cs typeface="Arial" panose="020B0604020202020204" pitchFamily="34" charset="0"/>
                </a:rPr>
                <a:t>轴</a:t>
              </a:r>
              <a:r>
                <a:rPr lang="en-US" altLang="zh-CN" sz="1400" dirty="0">
                  <a:latin typeface="Arial" panose="020B0604020202020204" pitchFamily="34" charset="0"/>
                  <a:cs typeface="Arial" panose="020B0604020202020204" pitchFamily="34" charset="0"/>
                </a:rPr>
                <a:t>,Y</a:t>
              </a:r>
              <a:r>
                <a:rPr lang="zh-CN" altLang="en-US" sz="1400" dirty="0">
                  <a:latin typeface="Arial" panose="020B0604020202020204" pitchFamily="34" charset="0"/>
                  <a:cs typeface="Arial" panose="020B0604020202020204" pitchFamily="34" charset="0"/>
                </a:rPr>
                <a:t>尺寸对齐</a:t>
              </a:r>
              <a:r>
                <a:rPr lang="en-US" altLang="zh-CN" sz="1400" dirty="0">
                  <a:latin typeface="Arial" panose="020B0604020202020204" pitchFamily="34" charset="0"/>
                  <a:cs typeface="Arial" panose="020B0604020202020204" pitchFamily="34" charset="0"/>
                </a:rPr>
                <a:t>Y</a:t>
              </a:r>
              <a:r>
                <a:rPr lang="zh-CN" altLang="en-US" sz="1400" dirty="0">
                  <a:latin typeface="Arial" panose="020B0604020202020204" pitchFamily="34" charset="0"/>
                  <a:cs typeface="Arial" panose="020B0604020202020204" pitchFamily="34" charset="0"/>
                </a:rPr>
                <a:t>轴</a:t>
              </a:r>
              <a:r>
                <a:rPr lang="en-US" altLang="zh-CN" sz="1400" dirty="0">
                  <a:latin typeface="Arial" panose="020B0604020202020204" pitchFamily="34" charset="0"/>
                  <a:cs typeface="Arial" panose="020B0604020202020204" pitchFamily="34" charset="0"/>
                </a:rPr>
                <a:t>,</a:t>
              </a:r>
              <a:r>
                <a:rPr lang="en-US" altLang="zh-CN" sz="1400" dirty="0">
                  <a:latin typeface="Arial" panose="020B0604020202020204" pitchFamily="34" charset="0"/>
                  <a:cs typeface="Arial" panose="020B0604020202020204" pitchFamily="34" charset="0"/>
                  <a:sym typeface="Helvetica Neue" panose="02000503000000020004"/>
                </a:rPr>
                <a:t>N</a:t>
              </a:r>
              <a:r>
                <a:rPr lang="zh-CN" altLang="en-US" sz="1400" dirty="0">
                  <a:latin typeface="Arial" panose="020B0604020202020204" pitchFamily="34" charset="0"/>
                  <a:cs typeface="Arial" panose="020B0604020202020204" pitchFamily="34" charset="0"/>
                  <a:sym typeface="Helvetica Neue" panose="02000503000000020004"/>
                </a:rPr>
                <a:t>极朝</a:t>
              </a:r>
              <a:r>
                <a:rPr lang="en-US" altLang="zh-CN" sz="1400" dirty="0">
                  <a:latin typeface="Arial" panose="020B0604020202020204" pitchFamily="34" charset="0"/>
                  <a:cs typeface="Arial" panose="020B0604020202020204" pitchFamily="34" charset="0"/>
                  <a:sym typeface="Helvetica Neue" panose="02000503000000020004"/>
                </a:rPr>
                <a:t>Z+</a:t>
              </a:r>
              <a:r>
                <a:rPr lang="zh-CN" altLang="en-US" sz="1400" dirty="0">
                  <a:latin typeface="Arial" panose="020B0604020202020204" pitchFamily="34" charset="0"/>
                  <a:cs typeface="Arial" panose="020B0604020202020204" pitchFamily="34" charset="0"/>
                </a:rPr>
                <a:t>方向</a:t>
              </a:r>
              <a:r>
                <a:rPr lang="en-US" altLang="zh-CN" sz="1400" dirty="0">
                  <a:latin typeface="Arial" panose="020B0604020202020204" pitchFamily="34" charset="0"/>
                  <a:cs typeface="Arial" panose="020B0604020202020204" pitchFamily="34" charset="0"/>
                  <a:sym typeface="Helvetica Neue" panose="02000503000000020004"/>
                </a:rPr>
                <a:t>)</a:t>
              </a:r>
              <a:endParaRPr kumimoji="0" lang="zh-CN" altLang="en-US" sz="1400" b="0" i="0" u="none" strike="noStrike" cap="none" spc="0" normalizeH="0" baseline="0" dirty="0">
                <a:ln>
                  <a:noFill/>
                </a:ln>
                <a:solidFill>
                  <a:srgbClr val="000000"/>
                </a:solidFill>
                <a:effectLst/>
                <a:uFillTx/>
                <a:latin typeface="Arial" panose="020B0604020202020204" pitchFamily="34" charset="0"/>
                <a:ea typeface="Helvetica Neue" panose="02000503000000020004"/>
                <a:cs typeface="Arial" panose="020B0604020202020204" pitchFamily="34" charset="0"/>
                <a:sym typeface="Helvetica Neue" panose="02000503000000020004"/>
              </a:endParaRPr>
            </a:p>
          </p:txBody>
        </p:sp>
        <p:pic>
          <p:nvPicPr>
            <p:cNvPr id="66" name="图片 65"/>
            <p:cNvPicPr>
              <a:picLocks noChangeAspect="1"/>
            </p:cNvPicPr>
            <p:nvPr/>
          </p:nvPicPr>
          <p:blipFill rotWithShape="1">
            <a:blip r:embed="rId2" cstate="email">
              <a:clrChange>
                <a:clrFrom>
                  <a:srgbClr val="FFFFFF"/>
                </a:clrFrom>
                <a:clrTo>
                  <a:srgbClr val="FFFFFF">
                    <a:alpha val="0"/>
                  </a:srgbClr>
                </a:clrTo>
              </a:clrChange>
              <a:extLst>
                <a:ext uri="{28A0092B-C50C-407E-A947-70E740481C1C}">
                  <a14:useLocalDpi xmlns:a14="http://schemas.microsoft.com/office/drawing/2010/main"/>
                </a:ext>
              </a:extLst>
            </a:blip>
            <a:srcRect/>
            <a:stretch/>
          </p:blipFill>
          <p:spPr>
            <a:xfrm>
              <a:off x="13503502" y="11596167"/>
              <a:ext cx="2500162" cy="571230"/>
            </a:xfrm>
            <a:prstGeom prst="rect">
              <a:avLst/>
            </a:prstGeom>
          </p:spPr>
        </p:pic>
        <p:grpSp>
          <p:nvGrpSpPr>
            <p:cNvPr id="67" name="组合 66"/>
            <p:cNvGrpSpPr/>
            <p:nvPr/>
          </p:nvGrpSpPr>
          <p:grpSpPr>
            <a:xfrm>
              <a:off x="13303555" y="11578512"/>
              <a:ext cx="3016756" cy="882624"/>
              <a:chOff x="12593503" y="12059426"/>
              <a:chExt cx="3016756" cy="882624"/>
            </a:xfrm>
          </p:grpSpPr>
          <p:sp>
            <p:nvSpPr>
              <p:cNvPr id="68" name="文本框 67">
                <a:extLst>
                  <a:ext uri="{FF2B5EF4-FFF2-40B4-BE49-F238E27FC236}">
                    <a16:creationId xmlns:a16="http://schemas.microsoft.com/office/drawing/2014/main" id="{41F5A0E2-CF99-3143-9985-C97D69894A26}"/>
                  </a:ext>
                </a:extLst>
              </p:cNvPr>
              <p:cNvSpPr txBox="1"/>
              <p:nvPr/>
            </p:nvSpPr>
            <p:spPr>
              <a:xfrm>
                <a:off x="15303542" y="12479676"/>
                <a:ext cx="306717" cy="318036"/>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1055" rtl="0" fontAlgn="auto" latinLnBrk="0" hangingPunct="0">
                  <a:lnSpc>
                    <a:spcPct val="100000"/>
                  </a:lnSpc>
                  <a:spcBef>
                    <a:spcPts val="0"/>
                  </a:spcBef>
                  <a:spcAft>
                    <a:spcPts val="0"/>
                  </a:spcAft>
                  <a:buClrTx/>
                  <a:buSzTx/>
                  <a:buFontTx/>
                  <a:buNone/>
                </a:pPr>
                <a:r>
                  <a:rPr kumimoji="0" lang="en-US" altLang="zh-CN" sz="1400" i="0" u="none" strike="noStrike" cap="none" spc="0" normalizeH="0" baseline="0" dirty="0">
                    <a:ln>
                      <a:noFill/>
                    </a:ln>
                    <a:solidFill>
                      <a:srgbClr val="000000"/>
                    </a:solidFill>
                    <a:effectLst/>
                    <a:uFillTx/>
                    <a:latin typeface="Helvetica Neue" panose="02000503000000020004"/>
                    <a:ea typeface="Helvetica Neue" panose="02000503000000020004"/>
                    <a:cs typeface="Helvetica Neue" panose="02000503000000020004"/>
                    <a:sym typeface="Helvetica Neue" panose="02000503000000020004"/>
                  </a:rPr>
                  <a:t>X</a:t>
                </a:r>
                <a:endParaRPr kumimoji="0" lang="zh-CN" altLang="en-US" sz="1400" i="0" u="none" strike="noStrike" cap="none" spc="0" normalizeH="0" baseline="0" dirty="0">
                  <a:ln>
                    <a:noFill/>
                  </a:ln>
                  <a:solidFill>
                    <a:srgbClr val="000000"/>
                  </a:solidFill>
                  <a:effectLst/>
                  <a:uFillTx/>
                  <a:latin typeface="Helvetica Neue" panose="02000503000000020004"/>
                  <a:ea typeface="Helvetica Neue" panose="02000503000000020004"/>
                  <a:cs typeface="Helvetica Neue" panose="02000503000000020004"/>
                  <a:sym typeface="Helvetica Neue" panose="02000503000000020004"/>
                </a:endParaRPr>
              </a:p>
            </p:txBody>
          </p:sp>
          <p:sp>
            <p:nvSpPr>
              <p:cNvPr id="69" name="文本框 68">
                <a:extLst>
                  <a:ext uri="{FF2B5EF4-FFF2-40B4-BE49-F238E27FC236}">
                    <a16:creationId xmlns:a16="http://schemas.microsoft.com/office/drawing/2014/main" id="{41F5A0E2-CF99-3143-9985-C97D69894A26}"/>
                  </a:ext>
                </a:extLst>
              </p:cNvPr>
              <p:cNvSpPr txBox="1"/>
              <p:nvPr/>
            </p:nvSpPr>
            <p:spPr>
              <a:xfrm>
                <a:off x="12593503" y="12151405"/>
                <a:ext cx="178325" cy="318036"/>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1055" rtl="0" fontAlgn="auto" latinLnBrk="0" hangingPunct="0">
                  <a:lnSpc>
                    <a:spcPct val="100000"/>
                  </a:lnSpc>
                  <a:spcBef>
                    <a:spcPts val="0"/>
                  </a:spcBef>
                  <a:spcAft>
                    <a:spcPts val="0"/>
                  </a:spcAft>
                  <a:buClrTx/>
                  <a:buSzTx/>
                  <a:buFontTx/>
                  <a:buNone/>
                </a:pPr>
                <a:r>
                  <a:rPr lang="en-US" altLang="zh-CN" sz="1400" dirty="0">
                    <a:latin typeface="Helvetica Neue" panose="02000503000000020004"/>
                    <a:ea typeface="Helvetica Neue" panose="02000503000000020004"/>
                    <a:cs typeface="Helvetica Neue" panose="02000503000000020004"/>
                    <a:sym typeface="Helvetica Neue" panose="02000503000000020004"/>
                  </a:rPr>
                  <a:t>Y</a:t>
                </a:r>
                <a:endParaRPr kumimoji="0" lang="zh-CN" altLang="en-US" sz="1400" i="0" u="none" strike="noStrike" cap="none" spc="0" normalizeH="0" baseline="0" dirty="0">
                  <a:ln>
                    <a:noFill/>
                  </a:ln>
                  <a:solidFill>
                    <a:srgbClr val="000000"/>
                  </a:solidFill>
                  <a:effectLst/>
                  <a:uFillTx/>
                  <a:latin typeface="Helvetica Neue" panose="02000503000000020004"/>
                  <a:ea typeface="Helvetica Neue" panose="02000503000000020004"/>
                  <a:cs typeface="Helvetica Neue" panose="02000503000000020004"/>
                  <a:sym typeface="Helvetica Neue" panose="02000503000000020004"/>
                </a:endParaRPr>
              </a:p>
            </p:txBody>
          </p:sp>
          <p:cxnSp>
            <p:nvCxnSpPr>
              <p:cNvPr id="70" name="直接箭头连接符 69"/>
              <p:cNvCxnSpPr/>
              <p:nvPr/>
            </p:nvCxnSpPr>
            <p:spPr>
              <a:xfrm flipV="1">
                <a:off x="13417666" y="12634573"/>
                <a:ext cx="1963981" cy="5470"/>
              </a:xfrm>
              <a:prstGeom prst="straightConnector1">
                <a:avLst/>
              </a:prstGeom>
              <a:noFill/>
              <a:ln w="19050" cap="flat">
                <a:solidFill>
                  <a:srgbClr val="0070C0"/>
                </a:solidFill>
                <a:prstDash val="solid"/>
                <a:round/>
                <a:tailEnd type="triangle"/>
              </a:ln>
              <a:effectLst/>
              <a:sp3d/>
            </p:spPr>
            <p:style>
              <a:lnRef idx="0">
                <a:scrgbClr r="0" g="0" b="0"/>
              </a:lnRef>
              <a:fillRef idx="0">
                <a:scrgbClr r="0" g="0" b="0"/>
              </a:fillRef>
              <a:effectRef idx="0">
                <a:scrgbClr r="0" g="0" b="0"/>
              </a:effectRef>
              <a:fontRef idx="none"/>
            </p:style>
          </p:cxnSp>
          <p:sp>
            <p:nvSpPr>
              <p:cNvPr id="71" name="文本框 70">
                <a:extLst>
                  <a:ext uri="{FF2B5EF4-FFF2-40B4-BE49-F238E27FC236}">
                    <a16:creationId xmlns:a16="http://schemas.microsoft.com/office/drawing/2014/main" id="{41F5A0E2-CF99-3143-9985-C97D69894A26}"/>
                  </a:ext>
                </a:extLst>
              </p:cNvPr>
              <p:cNvSpPr txBox="1"/>
              <p:nvPr/>
            </p:nvSpPr>
            <p:spPr>
              <a:xfrm>
                <a:off x="14174399" y="12624014"/>
                <a:ext cx="634648" cy="318036"/>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1055" rtl="0" fontAlgn="auto" latinLnBrk="0" hangingPunct="0">
                  <a:lnSpc>
                    <a:spcPct val="100000"/>
                  </a:lnSpc>
                  <a:spcBef>
                    <a:spcPts val="0"/>
                  </a:spcBef>
                  <a:spcAft>
                    <a:spcPts val="0"/>
                  </a:spcAft>
                  <a:buClrTx/>
                  <a:buSzTx/>
                  <a:buFontTx/>
                  <a:buNone/>
                </a:pPr>
                <a:r>
                  <a:rPr lang="en-US" altLang="zh-CN" sz="1400" dirty="0">
                    <a:solidFill>
                      <a:srgbClr val="0070C0"/>
                    </a:solidFill>
                    <a:latin typeface="Arial" panose="020B0604020202020204" pitchFamily="34" charset="0"/>
                    <a:ea typeface="Helvetica Neue" panose="02000503000000020004"/>
                    <a:cs typeface="Arial" panose="020B0604020202020204" pitchFamily="34" charset="0"/>
                    <a:sym typeface="Helvetica Neue" panose="02000503000000020004"/>
                  </a:rPr>
                  <a:t>X</a:t>
                </a:r>
                <a:r>
                  <a:rPr lang="zh-CN" altLang="en-US" sz="1400" dirty="0">
                    <a:solidFill>
                      <a:srgbClr val="0070C0"/>
                    </a:solidFill>
                    <a:latin typeface="Arial" panose="020B0604020202020204" pitchFamily="34" charset="0"/>
                    <a:ea typeface="Helvetica Neue" panose="02000503000000020004"/>
                    <a:cs typeface="Arial" panose="020B0604020202020204" pitchFamily="34" charset="0"/>
                    <a:sym typeface="Helvetica Neue" panose="02000503000000020004"/>
                  </a:rPr>
                  <a:t>尺寸</a:t>
                </a:r>
                <a:endParaRPr kumimoji="0" lang="zh-CN" altLang="en-US" sz="1400" i="0" u="none" strike="noStrike" cap="none" spc="0" normalizeH="0" baseline="0" dirty="0">
                  <a:ln>
                    <a:noFill/>
                  </a:ln>
                  <a:solidFill>
                    <a:srgbClr val="0070C0"/>
                  </a:solidFill>
                  <a:effectLst/>
                  <a:uFillTx/>
                  <a:latin typeface="Arial" panose="020B0604020202020204" pitchFamily="34" charset="0"/>
                  <a:ea typeface="Helvetica Neue" panose="02000503000000020004"/>
                  <a:cs typeface="Arial" panose="020B0604020202020204" pitchFamily="34" charset="0"/>
                  <a:sym typeface="Helvetica Neue" panose="02000503000000020004"/>
                </a:endParaRPr>
              </a:p>
            </p:txBody>
          </p:sp>
          <p:sp>
            <p:nvSpPr>
              <p:cNvPr id="72" name="文本框 71">
                <a:extLst>
                  <a:ext uri="{FF2B5EF4-FFF2-40B4-BE49-F238E27FC236}">
                    <a16:creationId xmlns:a16="http://schemas.microsoft.com/office/drawing/2014/main" id="{41F5A0E2-CF99-3143-9985-C97D69894A26}"/>
                  </a:ext>
                </a:extLst>
              </p:cNvPr>
              <p:cNvSpPr txBox="1"/>
              <p:nvPr/>
            </p:nvSpPr>
            <p:spPr>
              <a:xfrm>
                <a:off x="13388486" y="12059426"/>
                <a:ext cx="178325" cy="318036"/>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1055" rtl="0" fontAlgn="auto" latinLnBrk="0" hangingPunct="0">
                  <a:lnSpc>
                    <a:spcPct val="100000"/>
                  </a:lnSpc>
                  <a:spcBef>
                    <a:spcPts val="0"/>
                  </a:spcBef>
                  <a:spcAft>
                    <a:spcPts val="0"/>
                  </a:spcAft>
                  <a:buClrTx/>
                  <a:buSzTx/>
                  <a:buFontTx/>
                  <a:buNone/>
                </a:pPr>
                <a:r>
                  <a:rPr lang="en-US" altLang="zh-CN" sz="1400" dirty="0">
                    <a:solidFill>
                      <a:schemeClr val="tx1"/>
                    </a:solidFill>
                    <a:latin typeface="Arial" panose="020B0604020202020204" pitchFamily="34" charset="0"/>
                    <a:ea typeface="Helvetica Neue" panose="02000503000000020004"/>
                    <a:cs typeface="Arial" panose="020B0604020202020204" pitchFamily="34" charset="0"/>
                    <a:sym typeface="Helvetica Neue" panose="02000503000000020004"/>
                  </a:rPr>
                  <a:t>Z</a:t>
                </a:r>
                <a:endParaRPr kumimoji="0" lang="zh-CN" altLang="en-US" sz="1400" i="0" u="none" strike="noStrike" cap="none" spc="0" normalizeH="0" baseline="0" dirty="0">
                  <a:ln>
                    <a:noFill/>
                  </a:ln>
                  <a:solidFill>
                    <a:schemeClr val="tx1"/>
                  </a:solidFill>
                  <a:effectLst/>
                  <a:uFillTx/>
                  <a:latin typeface="Arial" panose="020B0604020202020204" pitchFamily="34" charset="0"/>
                  <a:ea typeface="Helvetica Neue" panose="02000503000000020004"/>
                  <a:cs typeface="Arial" panose="020B0604020202020204" pitchFamily="34" charset="0"/>
                  <a:sym typeface="Helvetica Neue" panose="02000503000000020004"/>
                </a:endParaRPr>
              </a:p>
            </p:txBody>
          </p:sp>
          <p:cxnSp>
            <p:nvCxnSpPr>
              <p:cNvPr id="73" name="直接箭头连接符 72"/>
              <p:cNvCxnSpPr/>
              <p:nvPr/>
            </p:nvCxnSpPr>
            <p:spPr>
              <a:xfrm flipH="1" flipV="1">
                <a:off x="12712164" y="12293294"/>
                <a:ext cx="705502" cy="352295"/>
              </a:xfrm>
              <a:prstGeom prst="straightConnector1">
                <a:avLst/>
              </a:prstGeom>
              <a:noFill/>
              <a:ln w="19050" cap="flat">
                <a:solidFill>
                  <a:srgbClr val="0070C0"/>
                </a:solidFill>
                <a:prstDash val="solid"/>
                <a:round/>
                <a:tailEnd type="triangle"/>
              </a:ln>
              <a:effectLst/>
              <a:sp3d/>
            </p:spPr>
            <p:style>
              <a:lnRef idx="0">
                <a:scrgbClr r="0" g="0" b="0"/>
              </a:lnRef>
              <a:fillRef idx="0">
                <a:scrgbClr r="0" g="0" b="0"/>
              </a:fillRef>
              <a:effectRef idx="0">
                <a:scrgbClr r="0" g="0" b="0"/>
              </a:effectRef>
              <a:fontRef idx="none"/>
            </p:style>
          </p:cxnSp>
          <p:cxnSp>
            <p:nvCxnSpPr>
              <p:cNvPr id="127" name="直接箭头连接符 126"/>
              <p:cNvCxnSpPr/>
              <p:nvPr/>
            </p:nvCxnSpPr>
            <p:spPr>
              <a:xfrm rot="20880000" flipV="1">
                <a:off x="13379566" y="12302408"/>
                <a:ext cx="123740" cy="343181"/>
              </a:xfrm>
              <a:prstGeom prst="straightConnector1">
                <a:avLst/>
              </a:prstGeom>
              <a:noFill/>
              <a:ln w="19050" cap="flat">
                <a:solidFill>
                  <a:srgbClr val="0070C0"/>
                </a:solidFill>
                <a:prstDash val="solid"/>
                <a:round/>
                <a:tailEnd type="triangle"/>
              </a:ln>
              <a:effectLst/>
              <a:sp3d/>
            </p:spPr>
            <p:style>
              <a:lnRef idx="0">
                <a:scrgbClr r="0" g="0" b="0"/>
              </a:lnRef>
              <a:fillRef idx="0">
                <a:scrgbClr r="0" g="0" b="0"/>
              </a:fillRef>
              <a:effectRef idx="0">
                <a:scrgbClr r="0" g="0" b="0"/>
              </a:effectRef>
              <a:fontRef idx="none"/>
            </p:style>
          </p:cxnSp>
          <p:sp>
            <p:nvSpPr>
              <p:cNvPr id="128" name="文本框 127">
                <a:extLst>
                  <a:ext uri="{FF2B5EF4-FFF2-40B4-BE49-F238E27FC236}">
                    <a16:creationId xmlns:a16="http://schemas.microsoft.com/office/drawing/2014/main" id="{41F5A0E2-CF99-3143-9985-C97D69894A26}"/>
                  </a:ext>
                </a:extLst>
              </p:cNvPr>
              <p:cNvSpPr txBox="1"/>
              <p:nvPr/>
            </p:nvSpPr>
            <p:spPr>
              <a:xfrm rot="1602569">
                <a:off x="12715648" y="12449196"/>
                <a:ext cx="643508" cy="318036"/>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1055" rtl="0" fontAlgn="auto" latinLnBrk="0" hangingPunct="0">
                  <a:lnSpc>
                    <a:spcPct val="100000"/>
                  </a:lnSpc>
                  <a:spcBef>
                    <a:spcPts val="0"/>
                  </a:spcBef>
                  <a:spcAft>
                    <a:spcPts val="0"/>
                  </a:spcAft>
                  <a:buClrTx/>
                  <a:buSzTx/>
                  <a:buFontTx/>
                  <a:buNone/>
                </a:pPr>
                <a:r>
                  <a:rPr lang="en-US" altLang="zh-CN" sz="1400" dirty="0">
                    <a:solidFill>
                      <a:srgbClr val="0070C0"/>
                    </a:solidFill>
                    <a:latin typeface="Arial" panose="020B0604020202020204" pitchFamily="34" charset="0"/>
                    <a:ea typeface="Helvetica Neue" panose="02000503000000020004"/>
                    <a:cs typeface="Arial" panose="020B0604020202020204" pitchFamily="34" charset="0"/>
                    <a:sym typeface="Helvetica Neue" panose="02000503000000020004"/>
                  </a:rPr>
                  <a:t>Y</a:t>
                </a:r>
                <a:r>
                  <a:rPr lang="zh-CN" altLang="en-US" sz="1400" dirty="0">
                    <a:solidFill>
                      <a:srgbClr val="0070C0"/>
                    </a:solidFill>
                    <a:latin typeface="Arial" panose="020B0604020202020204" pitchFamily="34" charset="0"/>
                    <a:ea typeface="Helvetica Neue" panose="02000503000000020004"/>
                    <a:cs typeface="Arial" panose="020B0604020202020204" pitchFamily="34" charset="0"/>
                    <a:sym typeface="Helvetica Neue" panose="02000503000000020004"/>
                  </a:rPr>
                  <a:t>尺寸</a:t>
                </a:r>
                <a:endParaRPr kumimoji="0" lang="zh-CN" altLang="en-US" sz="1400" i="0" u="none" strike="noStrike" cap="none" spc="0" normalizeH="0" baseline="0" dirty="0">
                  <a:ln>
                    <a:noFill/>
                  </a:ln>
                  <a:solidFill>
                    <a:srgbClr val="0070C0"/>
                  </a:solidFill>
                  <a:effectLst/>
                  <a:uFillTx/>
                  <a:latin typeface="Arial" panose="020B0604020202020204" pitchFamily="34" charset="0"/>
                  <a:ea typeface="Helvetica Neue" panose="02000503000000020004"/>
                  <a:cs typeface="Arial" panose="020B0604020202020204" pitchFamily="34" charset="0"/>
                  <a:sym typeface="Helvetica Neue" panose="02000503000000020004"/>
                </a:endParaRPr>
              </a:p>
            </p:txBody>
          </p:sp>
          <p:sp>
            <p:nvSpPr>
              <p:cNvPr id="129" name="文本框 128">
                <a:extLst>
                  <a:ext uri="{FF2B5EF4-FFF2-40B4-BE49-F238E27FC236}">
                    <a16:creationId xmlns:a16="http://schemas.microsoft.com/office/drawing/2014/main" id="{41F5A0E2-CF99-3143-9985-C97D69894A26}"/>
                  </a:ext>
                </a:extLst>
              </p:cNvPr>
              <p:cNvSpPr txBox="1"/>
              <p:nvPr/>
            </p:nvSpPr>
            <p:spPr>
              <a:xfrm>
                <a:off x="13386253" y="12346172"/>
                <a:ext cx="649458" cy="318036"/>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1055" rtl="0" fontAlgn="auto" latinLnBrk="0" hangingPunct="0">
                  <a:lnSpc>
                    <a:spcPct val="100000"/>
                  </a:lnSpc>
                  <a:spcBef>
                    <a:spcPts val="0"/>
                  </a:spcBef>
                  <a:spcAft>
                    <a:spcPts val="0"/>
                  </a:spcAft>
                  <a:buClrTx/>
                  <a:buSzTx/>
                  <a:buFontTx/>
                  <a:buNone/>
                </a:pPr>
                <a:r>
                  <a:rPr lang="en-US" altLang="zh-CN" sz="1400" dirty="0">
                    <a:solidFill>
                      <a:srgbClr val="0070C0"/>
                    </a:solidFill>
                    <a:latin typeface="Arial" panose="020B0604020202020204" pitchFamily="34" charset="0"/>
                    <a:ea typeface="Helvetica Neue" panose="02000503000000020004"/>
                    <a:cs typeface="Arial" panose="020B0604020202020204" pitchFamily="34" charset="0"/>
                    <a:sym typeface="Helvetica Neue" panose="02000503000000020004"/>
                  </a:rPr>
                  <a:t>Z</a:t>
                </a:r>
                <a:r>
                  <a:rPr lang="zh-CN" altLang="en-US" sz="1400" dirty="0">
                    <a:solidFill>
                      <a:srgbClr val="0070C0"/>
                    </a:solidFill>
                    <a:latin typeface="Arial" panose="020B0604020202020204" pitchFamily="34" charset="0"/>
                    <a:ea typeface="Helvetica Neue" panose="02000503000000020004"/>
                    <a:cs typeface="Arial" panose="020B0604020202020204" pitchFamily="34" charset="0"/>
                    <a:sym typeface="Helvetica Neue" panose="02000503000000020004"/>
                  </a:rPr>
                  <a:t>尺寸</a:t>
                </a:r>
                <a:endParaRPr kumimoji="0" lang="zh-CN" altLang="en-US" sz="1400" i="0" u="none" strike="noStrike" cap="none" spc="0" normalizeH="0" baseline="0" dirty="0">
                  <a:ln>
                    <a:noFill/>
                  </a:ln>
                  <a:solidFill>
                    <a:srgbClr val="0070C0"/>
                  </a:solidFill>
                  <a:effectLst/>
                  <a:uFillTx/>
                  <a:latin typeface="Arial" panose="020B0604020202020204" pitchFamily="34" charset="0"/>
                  <a:ea typeface="Helvetica Neue" panose="02000503000000020004"/>
                  <a:cs typeface="Arial" panose="020B0604020202020204" pitchFamily="34" charset="0"/>
                  <a:sym typeface="Helvetica Neue" panose="02000503000000020004"/>
                </a:endParaRPr>
              </a:p>
            </p:txBody>
          </p:sp>
        </p:grpSp>
      </p:grpSp>
      <p:sp>
        <p:nvSpPr>
          <p:cNvPr id="74" name="灯片编号占位符 3"/>
          <p:cNvSpPr>
            <a:spLocks noGrp="1"/>
          </p:cNvSpPr>
          <p:nvPr>
            <p:ph type="sldNum" sz="quarter" idx="2"/>
          </p:nvPr>
        </p:nvSpPr>
        <p:spPr>
          <a:xfrm>
            <a:off x="12108203" y="12852428"/>
            <a:ext cx="474487" cy="482821"/>
          </a:xfrm>
        </p:spPr>
        <p:txBody>
          <a:bodyPr/>
          <a:lstStyle/>
          <a:p>
            <a:r>
              <a:rPr lang="en-US" altLang="zh-CN" dirty="0"/>
              <a:t>19</a:t>
            </a:r>
            <a:endParaRPr lang="zh-CN" altLang="en-US" dirty="0"/>
          </a:p>
        </p:txBody>
      </p:sp>
      <p:grpSp>
        <p:nvGrpSpPr>
          <p:cNvPr id="75" name="Group 6"/>
          <p:cNvGrpSpPr>
            <a:grpSpLocks noChangeAspect="1"/>
          </p:cNvGrpSpPr>
          <p:nvPr/>
        </p:nvGrpSpPr>
        <p:grpSpPr>
          <a:xfrm>
            <a:off x="1820183" y="10297706"/>
            <a:ext cx="9988096" cy="2553418"/>
            <a:chOff x="12559522" y="5681719"/>
            <a:chExt cx="10087827" cy="2578915"/>
          </a:xfrm>
        </p:grpSpPr>
        <p:sp>
          <p:nvSpPr>
            <p:cNvPr id="76" name="Calibration"/>
            <p:cNvSpPr/>
            <p:nvPr/>
          </p:nvSpPr>
          <p:spPr>
            <a:xfrm>
              <a:off x="16847389" y="5697529"/>
              <a:ext cx="1668310" cy="402830"/>
            </a:xfrm>
            <a:prstGeom prst="rect">
              <a:avLst/>
            </a:prstGeom>
            <a:blipFill>
              <a:blip r:embed="rId3" cstate="email"/>
            </a:blipFill>
            <a:ln w="12700">
              <a:miter lim="400000"/>
            </a:ln>
            <a:effectLst>
              <a:outerShdw blurRad="50800" dist="12700" rotWithShape="0">
                <a:srgbClr val="000000">
                  <a:alpha val="50000"/>
                </a:srgbClr>
              </a:outerShdw>
            </a:effectLst>
          </p:spPr>
          <p:txBody>
            <a:bodyPr lIns="50800" tIns="50800" rIns="50800" bIns="50800" anchor="ctr"/>
            <a:lstStyle>
              <a:lvl1pPr algn="ctr"/>
            </a:lstStyle>
            <a:p>
              <a:r>
                <a:rPr sz="1800" dirty="0"/>
                <a:t>Calibration</a:t>
              </a:r>
            </a:p>
          </p:txBody>
        </p:sp>
        <p:pic>
          <p:nvPicPr>
            <p:cNvPr id="77" name="图像" descr="图像"/>
            <p:cNvPicPr>
              <a:picLocks noChangeAspect="1"/>
            </p:cNvPicPr>
            <p:nvPr/>
          </p:nvPicPr>
          <p:blipFill>
            <a:blip r:embed="rId4" cstate="email">
              <a:extLst>
                <a:ext uri="{28A0092B-C50C-407E-A947-70E740481C1C}">
                  <a14:useLocalDpi xmlns:a14="http://schemas.microsoft.com/office/drawing/2010/main"/>
                </a:ext>
              </a:extLst>
            </a:blip>
            <a:srcRect/>
            <a:stretch>
              <a:fillRect/>
            </a:stretch>
          </p:blipFill>
          <p:spPr>
            <a:xfrm>
              <a:off x="17834964" y="6460526"/>
              <a:ext cx="752246" cy="722401"/>
            </a:xfrm>
            <a:prstGeom prst="rect">
              <a:avLst/>
            </a:prstGeom>
            <a:ln w="12700">
              <a:miter lim="400000"/>
              <a:headEnd/>
              <a:tailEnd/>
            </a:ln>
          </p:spPr>
        </p:pic>
        <p:pic>
          <p:nvPicPr>
            <p:cNvPr id="78" name="图像" descr="图像"/>
            <p:cNvPicPr>
              <a:picLocks noChangeAspect="1"/>
            </p:cNvPicPr>
            <p:nvPr/>
          </p:nvPicPr>
          <p:blipFill>
            <a:blip r:embed="rId5" cstate="email">
              <a:extLst>
                <a:ext uri="{28A0092B-C50C-407E-A947-70E740481C1C}">
                  <a14:useLocalDpi xmlns:a14="http://schemas.microsoft.com/office/drawing/2010/main"/>
                </a:ext>
              </a:extLst>
            </a:blip>
            <a:srcRect/>
            <a:stretch>
              <a:fillRect/>
            </a:stretch>
          </p:blipFill>
          <p:spPr>
            <a:xfrm>
              <a:off x="18631451" y="6466778"/>
              <a:ext cx="1515957" cy="725461"/>
            </a:xfrm>
            <a:prstGeom prst="rect">
              <a:avLst/>
            </a:prstGeom>
            <a:ln w="12700">
              <a:miter lim="400000"/>
              <a:headEnd/>
              <a:tailEnd/>
            </a:ln>
          </p:spPr>
        </p:pic>
        <p:pic>
          <p:nvPicPr>
            <p:cNvPr id="79" name="图像" descr="图像"/>
            <p:cNvPicPr>
              <a:picLocks noChangeAspect="1"/>
            </p:cNvPicPr>
            <p:nvPr/>
          </p:nvPicPr>
          <p:blipFill>
            <a:blip r:embed="rId6" cstate="email">
              <a:extLst>
                <a:ext uri="{28A0092B-C50C-407E-A947-70E740481C1C}">
                  <a14:useLocalDpi xmlns:a14="http://schemas.microsoft.com/office/drawing/2010/main"/>
                </a:ext>
              </a:extLst>
            </a:blip>
            <a:stretch>
              <a:fillRect/>
            </a:stretch>
          </p:blipFill>
          <p:spPr>
            <a:xfrm>
              <a:off x="15327856" y="6418171"/>
              <a:ext cx="415442" cy="900876"/>
            </a:xfrm>
            <a:prstGeom prst="rect">
              <a:avLst/>
            </a:prstGeom>
            <a:ln w="12700">
              <a:miter lim="400000"/>
              <a:headEnd/>
              <a:tailEnd/>
            </a:ln>
          </p:spPr>
        </p:pic>
        <p:pic>
          <p:nvPicPr>
            <p:cNvPr id="122" name="图像" descr="图像"/>
            <p:cNvPicPr>
              <a:picLocks noChangeAspect="1"/>
            </p:cNvPicPr>
            <p:nvPr/>
          </p:nvPicPr>
          <p:blipFill>
            <a:blip r:embed="rId7" cstate="email">
              <a:extLst>
                <a:ext uri="{28A0092B-C50C-407E-A947-70E740481C1C}">
                  <a14:useLocalDpi xmlns:a14="http://schemas.microsoft.com/office/drawing/2010/main"/>
                </a:ext>
              </a:extLst>
            </a:blip>
            <a:stretch>
              <a:fillRect/>
            </a:stretch>
          </p:blipFill>
          <p:spPr>
            <a:xfrm rot="5400000">
              <a:off x="16058839" y="6172515"/>
              <a:ext cx="895879" cy="1372045"/>
            </a:xfrm>
            <a:prstGeom prst="rect">
              <a:avLst/>
            </a:prstGeom>
            <a:ln w="12700">
              <a:miter lim="400000"/>
              <a:headEnd/>
              <a:tailEnd/>
            </a:ln>
          </p:spPr>
        </p:pic>
        <p:sp>
          <p:nvSpPr>
            <p:cNvPr id="123" name="形状"/>
            <p:cNvSpPr/>
            <p:nvPr/>
          </p:nvSpPr>
          <p:spPr>
            <a:xfrm>
              <a:off x="14768759" y="6702455"/>
              <a:ext cx="408867" cy="307839"/>
            </a:xfrm>
            <a:custGeom>
              <a:avLst/>
              <a:gdLst/>
              <a:ahLst/>
              <a:cxnLst>
                <a:cxn ang="0">
                  <a:pos x="wd2" y="hd2"/>
                </a:cxn>
                <a:cxn ang="5400000">
                  <a:pos x="wd2" y="hd2"/>
                </a:cxn>
                <a:cxn ang="10800000">
                  <a:pos x="wd2" y="hd2"/>
                </a:cxn>
                <a:cxn ang="16200000">
                  <a:pos x="wd2" y="hd2"/>
                </a:cxn>
              </a:cxnLst>
              <a:rect l="0" t="0" r="r" b="b"/>
              <a:pathLst>
                <a:path w="21600" h="21600" extrusionOk="0">
                  <a:moveTo>
                    <a:pt x="13469" y="0"/>
                  </a:moveTo>
                  <a:cubicBezTo>
                    <a:pt x="13010" y="0"/>
                    <a:pt x="12551" y="232"/>
                    <a:pt x="12200" y="697"/>
                  </a:cubicBezTo>
                  <a:cubicBezTo>
                    <a:pt x="11500" y="1626"/>
                    <a:pt x="11500" y="3135"/>
                    <a:pt x="12200" y="4065"/>
                  </a:cubicBezTo>
                  <a:lnTo>
                    <a:pt x="15479" y="8419"/>
                  </a:lnTo>
                  <a:lnTo>
                    <a:pt x="1793" y="8419"/>
                  </a:lnTo>
                  <a:cubicBezTo>
                    <a:pt x="802" y="8419"/>
                    <a:pt x="0" y="9485"/>
                    <a:pt x="0" y="10800"/>
                  </a:cubicBezTo>
                  <a:cubicBezTo>
                    <a:pt x="0" y="12115"/>
                    <a:pt x="802" y="13181"/>
                    <a:pt x="1793" y="13181"/>
                  </a:cubicBezTo>
                  <a:lnTo>
                    <a:pt x="15479" y="13181"/>
                  </a:lnTo>
                  <a:lnTo>
                    <a:pt x="12200" y="17535"/>
                  </a:lnTo>
                  <a:cubicBezTo>
                    <a:pt x="11500" y="18465"/>
                    <a:pt x="11500" y="19974"/>
                    <a:pt x="12200" y="20903"/>
                  </a:cubicBezTo>
                  <a:cubicBezTo>
                    <a:pt x="12551" y="21368"/>
                    <a:pt x="13010" y="21600"/>
                    <a:pt x="13469" y="21600"/>
                  </a:cubicBezTo>
                  <a:cubicBezTo>
                    <a:pt x="13927" y="21600"/>
                    <a:pt x="14387" y="21368"/>
                    <a:pt x="14737" y="20903"/>
                  </a:cubicBezTo>
                  <a:lnTo>
                    <a:pt x="21074" y="12484"/>
                  </a:lnTo>
                  <a:cubicBezTo>
                    <a:pt x="21424" y="12019"/>
                    <a:pt x="21600" y="11409"/>
                    <a:pt x="21600" y="10800"/>
                  </a:cubicBezTo>
                  <a:cubicBezTo>
                    <a:pt x="21600" y="10191"/>
                    <a:pt x="21424" y="9581"/>
                    <a:pt x="21074" y="9116"/>
                  </a:cubicBezTo>
                  <a:lnTo>
                    <a:pt x="14737" y="697"/>
                  </a:lnTo>
                  <a:cubicBezTo>
                    <a:pt x="14387" y="232"/>
                    <a:pt x="13927" y="0"/>
                    <a:pt x="13469" y="0"/>
                  </a:cubicBezTo>
                  <a:close/>
                </a:path>
              </a:pathLst>
            </a:custGeom>
            <a:solidFill>
              <a:srgbClr val="51A7F9"/>
            </a:solidFill>
            <a:ln w="12700">
              <a:solidFill>
                <a:srgbClr val="FF2600"/>
              </a:solidFill>
              <a:miter lim="400000"/>
            </a:ln>
          </p:spPr>
          <p:txBody>
            <a:bodyPr lIns="50800" tIns="50800" rIns="50800" bIns="50800" anchor="ctr"/>
            <a:lstStyle/>
            <a:p>
              <a:pPr algn="ctr">
                <a:defRPr sz="3600"/>
              </a:pPr>
              <a:endParaRPr sz="1500"/>
            </a:p>
          </p:txBody>
        </p:sp>
        <p:sp>
          <p:nvSpPr>
            <p:cNvPr id="124" name="Pic 2 Test keys"/>
            <p:cNvSpPr txBox="1"/>
            <p:nvPr/>
          </p:nvSpPr>
          <p:spPr>
            <a:xfrm>
              <a:off x="15561639" y="7630203"/>
              <a:ext cx="1445905" cy="375098"/>
            </a:xfrm>
            <a:prstGeom prst="rect">
              <a:avLst/>
            </a:prstGeom>
            <a:ln w="12700">
              <a:miter lim="400000"/>
            </a:ln>
          </p:spPr>
          <p:txBody>
            <a:bodyPr wrap="none" lIns="71435" tIns="71435" rIns="71435" bIns="71435" anchor="ctr">
              <a:spAutoFit/>
            </a:bodyPr>
            <a:lstStyle>
              <a:lvl1pPr defTabSz="409575">
                <a:defRPr sz="2200"/>
              </a:lvl1pPr>
            </a:lstStyle>
            <a:p>
              <a:r>
                <a:rPr sz="1500" dirty="0"/>
                <a:t>Pic 2 Test keys</a:t>
              </a:r>
            </a:p>
          </p:txBody>
        </p:sp>
        <p:sp>
          <p:nvSpPr>
            <p:cNvPr id="125" name="圆角矩形"/>
            <p:cNvSpPr/>
            <p:nvPr/>
          </p:nvSpPr>
          <p:spPr>
            <a:xfrm>
              <a:off x="12559522" y="5681719"/>
              <a:ext cx="10087827" cy="2578915"/>
            </a:xfrm>
            <a:prstGeom prst="roundRect">
              <a:avLst>
                <a:gd name="adj" fmla="val 14413"/>
              </a:avLst>
            </a:prstGeom>
            <a:ln w="38100">
              <a:solidFill>
                <a:srgbClr val="000000"/>
              </a:solidFill>
              <a:prstDash val="sysDot"/>
              <a:miter lim="400000"/>
            </a:ln>
          </p:spPr>
          <p:txBody>
            <a:bodyPr lIns="50800" tIns="50800" rIns="50800" bIns="50800" anchor="ctr"/>
            <a:lstStyle/>
            <a:p>
              <a:pPr algn="ctr">
                <a:defRPr sz="3600"/>
              </a:pPr>
              <a:endParaRPr sz="1500"/>
            </a:p>
          </p:txBody>
        </p:sp>
        <p:sp>
          <p:nvSpPr>
            <p:cNvPr id="126" name="形状"/>
            <p:cNvSpPr/>
            <p:nvPr/>
          </p:nvSpPr>
          <p:spPr>
            <a:xfrm rot="10800000" flipH="1">
              <a:off x="17295583" y="6699639"/>
              <a:ext cx="344975" cy="259735"/>
            </a:xfrm>
            <a:custGeom>
              <a:avLst/>
              <a:gdLst/>
              <a:ahLst/>
              <a:cxnLst>
                <a:cxn ang="0">
                  <a:pos x="wd2" y="hd2"/>
                </a:cxn>
                <a:cxn ang="5400000">
                  <a:pos x="wd2" y="hd2"/>
                </a:cxn>
                <a:cxn ang="10800000">
                  <a:pos x="wd2" y="hd2"/>
                </a:cxn>
                <a:cxn ang="16200000">
                  <a:pos x="wd2" y="hd2"/>
                </a:cxn>
              </a:cxnLst>
              <a:rect l="0" t="0" r="r" b="b"/>
              <a:pathLst>
                <a:path w="21600" h="21600" extrusionOk="0">
                  <a:moveTo>
                    <a:pt x="13469" y="0"/>
                  </a:moveTo>
                  <a:cubicBezTo>
                    <a:pt x="13010" y="0"/>
                    <a:pt x="12551" y="232"/>
                    <a:pt x="12200" y="697"/>
                  </a:cubicBezTo>
                  <a:cubicBezTo>
                    <a:pt x="11500" y="1626"/>
                    <a:pt x="11500" y="3135"/>
                    <a:pt x="12200" y="4065"/>
                  </a:cubicBezTo>
                  <a:lnTo>
                    <a:pt x="15479" y="8419"/>
                  </a:lnTo>
                  <a:lnTo>
                    <a:pt x="1793" y="8419"/>
                  </a:lnTo>
                  <a:cubicBezTo>
                    <a:pt x="802" y="8419"/>
                    <a:pt x="0" y="9485"/>
                    <a:pt x="0" y="10800"/>
                  </a:cubicBezTo>
                  <a:cubicBezTo>
                    <a:pt x="0" y="12115"/>
                    <a:pt x="802" y="13181"/>
                    <a:pt x="1793" y="13181"/>
                  </a:cubicBezTo>
                  <a:lnTo>
                    <a:pt x="15479" y="13181"/>
                  </a:lnTo>
                  <a:lnTo>
                    <a:pt x="12200" y="17535"/>
                  </a:lnTo>
                  <a:cubicBezTo>
                    <a:pt x="11500" y="18465"/>
                    <a:pt x="11500" y="19974"/>
                    <a:pt x="12200" y="20903"/>
                  </a:cubicBezTo>
                  <a:cubicBezTo>
                    <a:pt x="12551" y="21368"/>
                    <a:pt x="13010" y="21600"/>
                    <a:pt x="13469" y="21600"/>
                  </a:cubicBezTo>
                  <a:cubicBezTo>
                    <a:pt x="13927" y="21600"/>
                    <a:pt x="14387" y="21368"/>
                    <a:pt x="14737" y="20903"/>
                  </a:cubicBezTo>
                  <a:lnTo>
                    <a:pt x="21074" y="12484"/>
                  </a:lnTo>
                  <a:cubicBezTo>
                    <a:pt x="21424" y="12019"/>
                    <a:pt x="21600" y="11409"/>
                    <a:pt x="21600" y="10800"/>
                  </a:cubicBezTo>
                  <a:cubicBezTo>
                    <a:pt x="21600" y="10191"/>
                    <a:pt x="21424" y="9581"/>
                    <a:pt x="21074" y="9116"/>
                  </a:cubicBezTo>
                  <a:lnTo>
                    <a:pt x="14737" y="697"/>
                  </a:lnTo>
                  <a:cubicBezTo>
                    <a:pt x="14387" y="232"/>
                    <a:pt x="13927" y="0"/>
                    <a:pt x="13469" y="0"/>
                  </a:cubicBezTo>
                  <a:close/>
                </a:path>
              </a:pathLst>
            </a:custGeom>
            <a:solidFill>
              <a:srgbClr val="51A7F9"/>
            </a:solidFill>
            <a:ln w="12700">
              <a:solidFill>
                <a:srgbClr val="FF2600"/>
              </a:solidFill>
              <a:miter lim="400000"/>
            </a:ln>
          </p:spPr>
          <p:txBody>
            <a:bodyPr lIns="50800" tIns="50800" rIns="50800" bIns="50800" anchor="ctr"/>
            <a:lstStyle/>
            <a:p>
              <a:pPr algn="ctr">
                <a:defRPr sz="3600"/>
              </a:pPr>
              <a:endParaRPr sz="1500"/>
            </a:p>
          </p:txBody>
        </p:sp>
        <p:sp>
          <p:nvSpPr>
            <p:cNvPr id="143" name="形状"/>
            <p:cNvSpPr/>
            <p:nvPr/>
          </p:nvSpPr>
          <p:spPr>
            <a:xfrm>
              <a:off x="20249777" y="6741483"/>
              <a:ext cx="344976" cy="259735"/>
            </a:xfrm>
            <a:custGeom>
              <a:avLst/>
              <a:gdLst/>
              <a:ahLst/>
              <a:cxnLst>
                <a:cxn ang="0">
                  <a:pos x="wd2" y="hd2"/>
                </a:cxn>
                <a:cxn ang="5400000">
                  <a:pos x="wd2" y="hd2"/>
                </a:cxn>
                <a:cxn ang="10800000">
                  <a:pos x="wd2" y="hd2"/>
                </a:cxn>
                <a:cxn ang="16200000">
                  <a:pos x="wd2" y="hd2"/>
                </a:cxn>
              </a:cxnLst>
              <a:rect l="0" t="0" r="r" b="b"/>
              <a:pathLst>
                <a:path w="21600" h="21600" extrusionOk="0">
                  <a:moveTo>
                    <a:pt x="13469" y="0"/>
                  </a:moveTo>
                  <a:cubicBezTo>
                    <a:pt x="13010" y="0"/>
                    <a:pt x="12551" y="232"/>
                    <a:pt x="12200" y="697"/>
                  </a:cubicBezTo>
                  <a:cubicBezTo>
                    <a:pt x="11500" y="1626"/>
                    <a:pt x="11500" y="3135"/>
                    <a:pt x="12200" y="4065"/>
                  </a:cubicBezTo>
                  <a:lnTo>
                    <a:pt x="15479" y="8419"/>
                  </a:lnTo>
                  <a:lnTo>
                    <a:pt x="1793" y="8419"/>
                  </a:lnTo>
                  <a:cubicBezTo>
                    <a:pt x="802" y="8419"/>
                    <a:pt x="0" y="9485"/>
                    <a:pt x="0" y="10800"/>
                  </a:cubicBezTo>
                  <a:cubicBezTo>
                    <a:pt x="0" y="12115"/>
                    <a:pt x="802" y="13181"/>
                    <a:pt x="1793" y="13181"/>
                  </a:cubicBezTo>
                  <a:lnTo>
                    <a:pt x="15479" y="13181"/>
                  </a:lnTo>
                  <a:lnTo>
                    <a:pt x="12200" y="17535"/>
                  </a:lnTo>
                  <a:cubicBezTo>
                    <a:pt x="11500" y="18465"/>
                    <a:pt x="11500" y="19974"/>
                    <a:pt x="12200" y="20903"/>
                  </a:cubicBezTo>
                  <a:cubicBezTo>
                    <a:pt x="12551" y="21368"/>
                    <a:pt x="13010" y="21600"/>
                    <a:pt x="13469" y="21600"/>
                  </a:cubicBezTo>
                  <a:cubicBezTo>
                    <a:pt x="13927" y="21600"/>
                    <a:pt x="14387" y="21368"/>
                    <a:pt x="14737" y="20903"/>
                  </a:cubicBezTo>
                  <a:lnTo>
                    <a:pt x="21074" y="12484"/>
                  </a:lnTo>
                  <a:cubicBezTo>
                    <a:pt x="21424" y="12019"/>
                    <a:pt x="21600" y="11409"/>
                    <a:pt x="21600" y="10800"/>
                  </a:cubicBezTo>
                  <a:cubicBezTo>
                    <a:pt x="21600" y="10191"/>
                    <a:pt x="21424" y="9581"/>
                    <a:pt x="21074" y="9116"/>
                  </a:cubicBezTo>
                  <a:lnTo>
                    <a:pt x="14737" y="697"/>
                  </a:lnTo>
                  <a:cubicBezTo>
                    <a:pt x="14387" y="232"/>
                    <a:pt x="13927" y="0"/>
                    <a:pt x="13469" y="0"/>
                  </a:cubicBezTo>
                  <a:close/>
                </a:path>
              </a:pathLst>
            </a:custGeom>
            <a:solidFill>
              <a:srgbClr val="51A7F9"/>
            </a:solidFill>
            <a:ln w="12700">
              <a:solidFill>
                <a:srgbClr val="FF2600"/>
              </a:solidFill>
              <a:miter lim="400000"/>
            </a:ln>
          </p:spPr>
          <p:txBody>
            <a:bodyPr lIns="50800" tIns="50800" rIns="50800" bIns="50800" anchor="ctr"/>
            <a:lstStyle/>
            <a:p>
              <a:pPr algn="ctr">
                <a:defRPr sz="3600"/>
              </a:pPr>
              <a:endParaRPr sz="1500"/>
            </a:p>
          </p:txBody>
        </p:sp>
        <p:sp>
          <p:nvSpPr>
            <p:cNvPr id="144" name="Pic 4 Gold Sample"/>
            <p:cNvSpPr txBox="1"/>
            <p:nvPr/>
          </p:nvSpPr>
          <p:spPr>
            <a:xfrm>
              <a:off x="20662597" y="7642979"/>
              <a:ext cx="1745666" cy="375098"/>
            </a:xfrm>
            <a:prstGeom prst="rect">
              <a:avLst/>
            </a:prstGeom>
            <a:ln w="12700">
              <a:miter lim="400000"/>
            </a:ln>
          </p:spPr>
          <p:txBody>
            <a:bodyPr wrap="none" lIns="71435" tIns="71435" rIns="71435" bIns="71435" anchor="ctr">
              <a:spAutoFit/>
            </a:bodyPr>
            <a:lstStyle>
              <a:lvl1pPr defTabSz="409575">
                <a:defRPr sz="2200"/>
              </a:lvl1pPr>
            </a:lstStyle>
            <a:p>
              <a:r>
                <a:rPr sz="1500" dirty="0"/>
                <a:t>Pic 4 Gold Sample</a:t>
              </a:r>
            </a:p>
          </p:txBody>
        </p:sp>
        <p:sp>
          <p:nvSpPr>
            <p:cNvPr id="145" name="Pic 1: X/Y/Z Drift&lt;0.0005mWb"/>
            <p:cNvSpPr txBox="1"/>
            <p:nvPr/>
          </p:nvSpPr>
          <p:spPr>
            <a:xfrm>
              <a:off x="12559522" y="7640830"/>
              <a:ext cx="2742733" cy="375098"/>
            </a:xfrm>
            <a:prstGeom prst="rect">
              <a:avLst/>
            </a:prstGeom>
            <a:ln w="12700">
              <a:miter lim="400000"/>
            </a:ln>
          </p:spPr>
          <p:txBody>
            <a:bodyPr wrap="none" lIns="71435" tIns="71435" rIns="71435" bIns="71435" anchor="ctr">
              <a:spAutoFit/>
            </a:bodyPr>
            <a:lstStyle>
              <a:lvl1pPr defTabSz="409575">
                <a:defRPr sz="2200"/>
              </a:lvl1pPr>
            </a:lstStyle>
            <a:p>
              <a:r>
                <a:rPr sz="1500" dirty="0"/>
                <a:t>Pic 1: X/Y/Z Drift&lt;0.0005mWb</a:t>
              </a:r>
            </a:p>
          </p:txBody>
        </p:sp>
        <p:sp>
          <p:nvSpPr>
            <p:cNvPr id="146" name="Pic 3 Standard Data"/>
            <p:cNvSpPr txBox="1"/>
            <p:nvPr/>
          </p:nvSpPr>
          <p:spPr>
            <a:xfrm>
              <a:off x="18027086" y="7623132"/>
              <a:ext cx="1907125" cy="375098"/>
            </a:xfrm>
            <a:prstGeom prst="rect">
              <a:avLst/>
            </a:prstGeom>
            <a:ln w="12700">
              <a:miter lim="400000"/>
            </a:ln>
          </p:spPr>
          <p:txBody>
            <a:bodyPr wrap="square" lIns="71435" tIns="71435" rIns="71435" bIns="71435" anchor="ctr">
              <a:spAutoFit/>
            </a:bodyPr>
            <a:lstStyle>
              <a:lvl1pPr defTabSz="409575">
                <a:defRPr sz="2200"/>
              </a:lvl1pPr>
            </a:lstStyle>
            <a:p>
              <a:r>
                <a:rPr sz="1500" dirty="0"/>
                <a:t>Pic 3 Standard Data</a:t>
              </a:r>
            </a:p>
          </p:txBody>
        </p:sp>
        <p:pic>
          <p:nvPicPr>
            <p:cNvPr id="147" name="图像" descr="图像"/>
            <p:cNvPicPr>
              <a:picLocks noChangeAspect="1"/>
            </p:cNvPicPr>
            <p:nvPr/>
          </p:nvPicPr>
          <p:blipFill>
            <a:blip r:embed="rId8" cstate="email">
              <a:extLst>
                <a:ext uri="{28A0092B-C50C-407E-A947-70E740481C1C}">
                  <a14:useLocalDpi xmlns:a14="http://schemas.microsoft.com/office/drawing/2010/main"/>
                </a:ext>
              </a:extLst>
            </a:blip>
            <a:srcRect/>
            <a:stretch>
              <a:fillRect/>
            </a:stretch>
          </p:blipFill>
          <p:spPr>
            <a:xfrm>
              <a:off x="12834475" y="6111937"/>
              <a:ext cx="1723494" cy="1259090"/>
            </a:xfrm>
            <a:prstGeom prst="rect">
              <a:avLst/>
            </a:prstGeom>
            <a:ln w="12700">
              <a:miter lim="400000"/>
              <a:headEnd/>
              <a:tailEnd/>
            </a:ln>
          </p:spPr>
        </p:pic>
        <p:sp>
          <p:nvSpPr>
            <p:cNvPr id="148" name="圆角矩形"/>
            <p:cNvSpPr/>
            <p:nvPr/>
          </p:nvSpPr>
          <p:spPr>
            <a:xfrm>
              <a:off x="13235798" y="6659623"/>
              <a:ext cx="663418" cy="420823"/>
            </a:xfrm>
            <a:prstGeom prst="roundRect">
              <a:avLst>
                <a:gd name="adj" fmla="val 14062"/>
              </a:avLst>
            </a:prstGeom>
            <a:ln w="50800">
              <a:solidFill>
                <a:srgbClr val="FF2600"/>
              </a:solidFill>
              <a:prstDash val="sysDot"/>
              <a:miter lim="400000"/>
            </a:ln>
          </p:spPr>
          <p:txBody>
            <a:bodyPr lIns="50800" tIns="50800" rIns="50800" bIns="50800" anchor="ctr"/>
            <a:lstStyle/>
            <a:p>
              <a:pPr algn="ctr">
                <a:defRPr sz="3600"/>
              </a:pPr>
              <a:endParaRPr sz="1500"/>
            </a:p>
          </p:txBody>
        </p:sp>
        <p:pic>
          <p:nvPicPr>
            <p:cNvPr id="149" name="图像" descr="图像"/>
            <p:cNvPicPr>
              <a:picLocks noChangeAspect="1"/>
            </p:cNvPicPr>
            <p:nvPr/>
          </p:nvPicPr>
          <p:blipFill>
            <a:blip r:embed="rId9" cstate="email">
              <a:extLst>
                <a:ext uri="{28A0092B-C50C-407E-A947-70E740481C1C}">
                  <a14:useLocalDpi xmlns:a14="http://schemas.microsoft.com/office/drawing/2010/main"/>
                </a:ext>
              </a:extLst>
            </a:blip>
            <a:stretch>
              <a:fillRect/>
            </a:stretch>
          </p:blipFill>
          <p:spPr>
            <a:xfrm>
              <a:off x="20686478" y="6265526"/>
              <a:ext cx="1680689" cy="1105501"/>
            </a:xfrm>
            <a:prstGeom prst="rect">
              <a:avLst/>
            </a:prstGeom>
            <a:ln w="12700">
              <a:miter lim="400000"/>
              <a:headEnd/>
              <a:tailEnd/>
            </a:ln>
          </p:spPr>
        </p:pic>
      </p:grpSp>
      <p:grpSp>
        <p:nvGrpSpPr>
          <p:cNvPr id="150" name="组合 149"/>
          <p:cNvGrpSpPr/>
          <p:nvPr/>
        </p:nvGrpSpPr>
        <p:grpSpPr>
          <a:xfrm>
            <a:off x="12901445" y="10251355"/>
            <a:ext cx="9771338" cy="2864484"/>
            <a:chOff x="12502867" y="10409158"/>
            <a:chExt cx="10686769" cy="3133359"/>
          </a:xfrm>
        </p:grpSpPr>
        <p:pic>
          <p:nvPicPr>
            <p:cNvPr id="151" name="图片 150"/>
            <p:cNvPicPr>
              <a:picLocks noChangeAspect="1"/>
            </p:cNvPicPr>
            <p:nvPr/>
          </p:nvPicPr>
          <p:blipFill>
            <a:blip r:embed="rId10" cstate="email">
              <a:extLst>
                <a:ext uri="{28A0092B-C50C-407E-A947-70E740481C1C}">
                  <a14:useLocalDpi xmlns:a14="http://schemas.microsoft.com/office/drawing/2010/main"/>
                </a:ext>
              </a:extLst>
            </a:blip>
            <a:stretch>
              <a:fillRect/>
            </a:stretch>
          </p:blipFill>
          <p:spPr>
            <a:xfrm>
              <a:off x="17937276" y="11015314"/>
              <a:ext cx="5178105" cy="1237534"/>
            </a:xfrm>
            <a:prstGeom prst="rect">
              <a:avLst/>
            </a:prstGeom>
          </p:spPr>
        </p:pic>
        <p:sp>
          <p:nvSpPr>
            <p:cNvPr id="152" name="文本框 151"/>
            <p:cNvSpPr txBox="1"/>
            <p:nvPr/>
          </p:nvSpPr>
          <p:spPr>
            <a:xfrm>
              <a:off x="17458562" y="12246260"/>
              <a:ext cx="2022978" cy="583554"/>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1055" rtl="0" fontAlgn="auto" latinLnBrk="0" hangingPunct="0">
                <a:lnSpc>
                  <a:spcPct val="100000"/>
                </a:lnSpc>
                <a:spcBef>
                  <a:spcPts val="0"/>
                </a:spcBef>
                <a:spcAft>
                  <a:spcPts val="0"/>
                </a:spcAft>
                <a:buClrTx/>
                <a:buSzTx/>
                <a:buFontTx/>
                <a:buNone/>
              </a:pPr>
              <a:r>
                <a:rPr lang="zh-CN" altLang="en-US" sz="1400" dirty="0"/>
                <a:t>角度选择</a:t>
              </a:r>
              <a:endParaRPr lang="en-US" altLang="zh-CN" sz="1400" dirty="0"/>
            </a:p>
            <a:p>
              <a:r>
                <a:rPr kumimoji="0" lang="zh-CN" altLang="en-US" sz="1400" b="0" i="0" u="none" strike="noStrike" cap="none" spc="0" normalizeH="0" baseline="0" dirty="0">
                  <a:ln>
                    <a:noFill/>
                  </a:ln>
                  <a:solidFill>
                    <a:srgbClr val="000000"/>
                  </a:solidFill>
                  <a:effectLst/>
                  <a:uFillTx/>
                  <a:latin typeface="Helvetica Neue" panose="02000503000000020004"/>
                  <a:ea typeface="Helvetica Neue" panose="02000503000000020004"/>
                  <a:cs typeface="Helvetica Neue" panose="02000503000000020004"/>
                  <a:sym typeface="Helvetica Neue" panose="02000503000000020004"/>
                </a:rPr>
                <a:t>（选择</a:t>
              </a:r>
              <a:r>
                <a:rPr lang="el-GR" altLang="zh-CN" sz="1400" dirty="0"/>
                <a:t>θ</a:t>
              </a:r>
              <a:r>
                <a:rPr lang="en-US" altLang="zh-CN" sz="1400" dirty="0"/>
                <a:t>x</a:t>
              </a:r>
              <a:r>
                <a:rPr lang="zh-CN" altLang="en-US" sz="1400" dirty="0"/>
                <a:t>，</a:t>
              </a:r>
              <a:r>
                <a:rPr lang="el-GR" altLang="zh-CN" sz="1400" dirty="0"/>
                <a:t>θ</a:t>
              </a:r>
              <a:r>
                <a:rPr lang="en-US" altLang="zh-CN" sz="1400" dirty="0"/>
                <a:t>y</a:t>
              </a:r>
              <a:r>
                <a:rPr lang="zh-CN" altLang="en-US" sz="1400" dirty="0"/>
                <a:t>，</a:t>
              </a:r>
              <a:r>
                <a:rPr lang="el-GR" altLang="zh-CN" sz="1400" dirty="0"/>
                <a:t>θ</a:t>
              </a:r>
              <a:r>
                <a:rPr lang="en-US" altLang="zh-CN" sz="1400" dirty="0"/>
                <a:t>z</a:t>
              </a:r>
              <a:r>
                <a:rPr kumimoji="0" lang="zh-CN" altLang="en-US" sz="1400" b="0" i="0" u="none" strike="noStrike" cap="none" spc="0" normalizeH="0" baseline="0" dirty="0">
                  <a:ln>
                    <a:noFill/>
                  </a:ln>
                  <a:solidFill>
                    <a:srgbClr val="000000"/>
                  </a:solidFill>
                  <a:effectLst/>
                  <a:uFillTx/>
                  <a:latin typeface="Helvetica Neue" panose="02000503000000020004"/>
                  <a:ea typeface="Helvetica Neue" panose="02000503000000020004"/>
                  <a:cs typeface="Helvetica Neue" panose="02000503000000020004"/>
                  <a:sym typeface="Helvetica Neue" panose="02000503000000020004"/>
                </a:rPr>
                <a:t>）</a:t>
              </a:r>
            </a:p>
          </p:txBody>
        </p:sp>
        <p:pic>
          <p:nvPicPr>
            <p:cNvPr id="153" name="图片 152"/>
            <p:cNvPicPr>
              <a:picLocks noChangeAspect="1"/>
            </p:cNvPicPr>
            <p:nvPr/>
          </p:nvPicPr>
          <p:blipFill>
            <a:blip r:embed="rId11" cstate="email">
              <a:extLst>
                <a:ext uri="{28A0092B-C50C-407E-A947-70E740481C1C}">
                  <a14:useLocalDpi xmlns:a14="http://schemas.microsoft.com/office/drawing/2010/main"/>
                </a:ext>
              </a:extLst>
            </a:blip>
            <a:stretch>
              <a:fillRect/>
            </a:stretch>
          </p:blipFill>
          <p:spPr>
            <a:xfrm>
              <a:off x="17595488" y="11030270"/>
              <a:ext cx="1207835" cy="1185489"/>
            </a:xfrm>
            <a:prstGeom prst="rect">
              <a:avLst/>
            </a:prstGeom>
          </p:spPr>
        </p:pic>
        <p:pic>
          <p:nvPicPr>
            <p:cNvPr id="154" name="图片 153"/>
            <p:cNvPicPr>
              <a:picLocks noChangeAspect="1"/>
            </p:cNvPicPr>
            <p:nvPr/>
          </p:nvPicPr>
          <p:blipFill>
            <a:blip r:embed="rId12" cstate="email">
              <a:extLst>
                <a:ext uri="{28A0092B-C50C-407E-A947-70E740481C1C}">
                  <a14:useLocalDpi xmlns:a14="http://schemas.microsoft.com/office/drawing/2010/main"/>
                </a:ext>
              </a:extLst>
            </a:blip>
            <a:stretch>
              <a:fillRect/>
            </a:stretch>
          </p:blipFill>
          <p:spPr>
            <a:xfrm>
              <a:off x="16141426" y="10931404"/>
              <a:ext cx="1340594" cy="1681738"/>
            </a:xfrm>
            <a:prstGeom prst="rect">
              <a:avLst/>
            </a:prstGeom>
          </p:spPr>
        </p:pic>
        <p:sp>
          <p:nvSpPr>
            <p:cNvPr id="155" name="线条"/>
            <p:cNvSpPr/>
            <p:nvPr/>
          </p:nvSpPr>
          <p:spPr>
            <a:xfrm flipV="1">
              <a:off x="13102689" y="10630477"/>
              <a:ext cx="279105" cy="1"/>
            </a:xfrm>
            <a:prstGeom prst="line">
              <a:avLst/>
            </a:prstGeom>
            <a:ln w="38100">
              <a:solidFill>
                <a:srgbClr val="FFFFFF"/>
              </a:solidFill>
              <a:miter lim="400000"/>
            </a:ln>
          </p:spPr>
          <p:txBody>
            <a:bodyPr lIns="0" tIns="0" rIns="0" bIns="0"/>
            <a:lstStyle/>
            <a:p>
              <a:pPr defTabSz="457200">
                <a:defRPr sz="1200">
                  <a:latin typeface="Helvetica"/>
                  <a:ea typeface="Helvetica"/>
                  <a:cs typeface="Helvetica"/>
                  <a:sym typeface="Helvetica"/>
                </a:defRPr>
              </a:pPr>
              <a:endParaRPr sz="1500"/>
            </a:p>
          </p:txBody>
        </p:sp>
        <p:sp>
          <p:nvSpPr>
            <p:cNvPr id="156" name="圆角矩形"/>
            <p:cNvSpPr/>
            <p:nvPr/>
          </p:nvSpPr>
          <p:spPr>
            <a:xfrm>
              <a:off x="12521536" y="10409158"/>
              <a:ext cx="10668100" cy="3077778"/>
            </a:xfrm>
            <a:prstGeom prst="roundRect">
              <a:avLst>
                <a:gd name="adj" fmla="val 15597"/>
              </a:avLst>
            </a:prstGeom>
            <a:ln w="38100">
              <a:solidFill>
                <a:srgbClr val="000000"/>
              </a:solidFill>
              <a:prstDash val="sysDot"/>
              <a:miter lim="400000"/>
            </a:ln>
          </p:spPr>
          <p:txBody>
            <a:bodyPr lIns="50800" tIns="50800" rIns="50800" bIns="50800" anchor="ctr"/>
            <a:lstStyle/>
            <a:p>
              <a:pPr algn="ctr">
                <a:defRPr sz="3600"/>
              </a:pPr>
              <a:endParaRPr sz="1500"/>
            </a:p>
          </p:txBody>
        </p:sp>
        <p:sp>
          <p:nvSpPr>
            <p:cNvPr id="157" name="Pic 8…"/>
            <p:cNvSpPr txBox="1"/>
            <p:nvPr/>
          </p:nvSpPr>
          <p:spPr>
            <a:xfrm>
              <a:off x="20788329" y="12805412"/>
              <a:ext cx="1094519" cy="375098"/>
            </a:xfrm>
            <a:prstGeom prst="rect">
              <a:avLst/>
            </a:prstGeom>
            <a:ln w="12700">
              <a:miter lim="400000"/>
            </a:ln>
          </p:spPr>
          <p:txBody>
            <a:bodyPr wrap="square" lIns="71435" tIns="71435" rIns="71435" bIns="71435" anchor="ctr">
              <a:spAutoFit/>
            </a:bodyPr>
            <a:lstStyle/>
            <a:p>
              <a:pPr algn="ctr" defTabSz="409575">
                <a:defRPr sz="2000">
                  <a:latin typeface="Helvetica"/>
                  <a:ea typeface="Helvetica"/>
                  <a:cs typeface="Helvetica"/>
                  <a:sym typeface="Helvetica"/>
                </a:defRPr>
              </a:pPr>
              <a:r>
                <a:rPr sz="1500" dirty="0"/>
                <a:t>Pic 8</a:t>
              </a:r>
              <a:r>
                <a:rPr lang="en-US" sz="1500" dirty="0"/>
                <a:t> </a:t>
              </a:r>
              <a:r>
                <a:rPr sz="1500" dirty="0"/>
                <a:t>Data</a:t>
              </a:r>
            </a:p>
          </p:txBody>
        </p:sp>
        <p:sp>
          <p:nvSpPr>
            <p:cNvPr id="158" name="Measurement"/>
            <p:cNvSpPr/>
            <p:nvPr/>
          </p:nvSpPr>
          <p:spPr>
            <a:xfrm>
              <a:off x="16808088" y="10465531"/>
              <a:ext cx="2068691" cy="432767"/>
            </a:xfrm>
            <a:prstGeom prst="rect">
              <a:avLst/>
            </a:prstGeom>
            <a:solidFill>
              <a:schemeClr val="accent1">
                <a:lumMod val="40000"/>
                <a:lumOff val="60000"/>
              </a:schemeClr>
            </a:solidFill>
            <a:ln w="12700">
              <a:noFill/>
              <a:miter lim="400000"/>
            </a:ln>
            <a:effectLst/>
          </p:spPr>
          <p:txBody>
            <a:bodyPr lIns="50800" tIns="50800" rIns="50800" bIns="50800" anchor="ctr"/>
            <a:lstStyle>
              <a:lvl1pPr algn="ctr"/>
            </a:lstStyle>
            <a:p>
              <a:r>
                <a:rPr sz="1800" dirty="0"/>
                <a:t>Measurement</a:t>
              </a:r>
            </a:p>
          </p:txBody>
        </p:sp>
        <p:sp>
          <p:nvSpPr>
            <p:cNvPr id="159" name="Horizontal pull-out&gt;400mm"/>
            <p:cNvSpPr txBox="1"/>
            <p:nvPr/>
          </p:nvSpPr>
          <p:spPr>
            <a:xfrm>
              <a:off x="15803852" y="12976521"/>
              <a:ext cx="3101607" cy="375098"/>
            </a:xfrm>
            <a:prstGeom prst="rect">
              <a:avLst/>
            </a:prstGeom>
            <a:ln w="12700">
              <a:miter lim="400000"/>
            </a:ln>
          </p:spPr>
          <p:txBody>
            <a:bodyPr wrap="square" lIns="71435" tIns="71435" rIns="71435" bIns="71435" anchor="ctr">
              <a:spAutoFit/>
            </a:bodyPr>
            <a:lstStyle>
              <a:lvl1pPr defTabSz="409575">
                <a:defRPr sz="2000">
                  <a:latin typeface="Helvetica"/>
                  <a:ea typeface="Helvetica"/>
                  <a:cs typeface="Helvetica"/>
                  <a:sym typeface="Helvetica"/>
                </a:defRPr>
              </a:lvl1pPr>
            </a:lstStyle>
            <a:p>
              <a:r>
                <a:rPr lang="en-US" sz="1500" dirty="0"/>
                <a:t>Pic 7  </a:t>
              </a:r>
              <a:r>
                <a:rPr sz="1500" dirty="0"/>
                <a:t>Horizontal pull-out&gt;</a:t>
              </a:r>
              <a:r>
                <a:rPr lang="en-US" sz="1500" dirty="0"/>
                <a:t>6</a:t>
              </a:r>
              <a:r>
                <a:rPr sz="1500" dirty="0"/>
                <a:t>00mm</a:t>
              </a:r>
            </a:p>
          </p:txBody>
        </p:sp>
        <p:sp>
          <p:nvSpPr>
            <p:cNvPr id="160" name="PIC6…"/>
            <p:cNvSpPr txBox="1"/>
            <p:nvPr/>
          </p:nvSpPr>
          <p:spPr>
            <a:xfrm>
              <a:off x="13850703" y="12897031"/>
              <a:ext cx="2243362" cy="333425"/>
            </a:xfrm>
            <a:prstGeom prst="rect">
              <a:avLst/>
            </a:prstGeom>
            <a:ln w="12700">
              <a:miter lim="400000"/>
            </a:ln>
          </p:spPr>
          <p:txBody>
            <a:bodyPr wrap="square" lIns="50800" tIns="50800" rIns="50800" bIns="50800" anchor="ctr">
              <a:spAutoFit/>
            </a:bodyPr>
            <a:lstStyle/>
            <a:p>
              <a:pPr indent="342900" algn="l" defTabSz="819150">
                <a:defRPr sz="2000">
                  <a:latin typeface="Helvetica"/>
                  <a:ea typeface="Helvetica"/>
                  <a:cs typeface="Helvetica"/>
                  <a:sym typeface="Helvetica"/>
                </a:defRPr>
              </a:pPr>
              <a:r>
                <a:rPr lang="en-US" sz="1500" dirty="0"/>
                <a:t>Pic</a:t>
              </a:r>
              <a:r>
                <a:rPr sz="1500" dirty="0"/>
                <a:t>6 Put in magnet</a:t>
              </a:r>
            </a:p>
          </p:txBody>
        </p:sp>
        <p:pic>
          <p:nvPicPr>
            <p:cNvPr id="161" name="图片 160"/>
            <p:cNvPicPr>
              <a:picLocks noChangeAspect="1"/>
            </p:cNvPicPr>
            <p:nvPr/>
          </p:nvPicPr>
          <p:blipFill>
            <a:blip r:embed="rId13" cstate="email">
              <a:extLst>
                <a:ext uri="{28A0092B-C50C-407E-A947-70E740481C1C}">
                  <a14:useLocalDpi xmlns:a14="http://schemas.microsoft.com/office/drawing/2010/main"/>
                </a:ext>
              </a:extLst>
            </a:blip>
            <a:stretch>
              <a:fillRect/>
            </a:stretch>
          </p:blipFill>
          <p:spPr>
            <a:xfrm rot="5400000">
              <a:off x="12528631" y="11375183"/>
              <a:ext cx="1736884" cy="450754"/>
            </a:xfrm>
            <a:prstGeom prst="rect">
              <a:avLst/>
            </a:prstGeom>
          </p:spPr>
        </p:pic>
        <p:sp>
          <p:nvSpPr>
            <p:cNvPr id="162" name="圆角矩形 161"/>
            <p:cNvSpPr/>
            <p:nvPr/>
          </p:nvSpPr>
          <p:spPr>
            <a:xfrm>
              <a:off x="13056321" y="11070133"/>
              <a:ext cx="655575" cy="402841"/>
            </a:xfrm>
            <a:prstGeom prst="roundRect">
              <a:avLst/>
            </a:prstGeom>
            <a:noFill/>
            <a:ln w="25400" cap="flat">
              <a:solidFill>
                <a:schemeClr val="tx1"/>
              </a:solidFill>
              <a:prstDash val="lgDash"/>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71436" tIns="71436" rIns="71436" bIns="71436" numCol="1" spcCol="38100" rtlCol="0" anchor="ctr">
              <a:spAutoFit/>
            </a:bodyPr>
            <a:lstStyle/>
            <a:p>
              <a:pPr marL="0" marR="0" indent="0" algn="ctr" defTabSz="821690" rtl="0" fontAlgn="auto" latinLnBrk="0" hangingPunct="0">
                <a:lnSpc>
                  <a:spcPct val="100000"/>
                </a:lnSpc>
                <a:spcBef>
                  <a:spcPts val="0"/>
                </a:spcBef>
                <a:spcAft>
                  <a:spcPts val="0"/>
                </a:spcAft>
                <a:buClrTx/>
                <a:buSzTx/>
                <a:buFontTx/>
                <a:buNone/>
              </a:pPr>
              <a:endParaRPr kumimoji="0" lang="zh-CN" altLang="en-US" sz="3200" b="0" i="0" u="none" strike="noStrike" cap="none" spc="0" normalizeH="0" baseline="0">
                <a:ln>
                  <a:noFill/>
                </a:ln>
                <a:solidFill>
                  <a:srgbClr val="000000"/>
                </a:solidFill>
                <a:effectLst/>
                <a:uFillTx/>
                <a:latin typeface="+mj-lt"/>
                <a:ea typeface="+mj-ea"/>
                <a:cs typeface="+mj-cs"/>
                <a:sym typeface="Helvetica Neue Medium" panose="02000503000000020004"/>
              </a:endParaRPr>
            </a:p>
          </p:txBody>
        </p:sp>
        <p:sp>
          <p:nvSpPr>
            <p:cNvPr id="163" name="圆角矩形 162"/>
            <p:cNvSpPr/>
            <p:nvPr/>
          </p:nvSpPr>
          <p:spPr>
            <a:xfrm>
              <a:off x="21233601" y="11008179"/>
              <a:ext cx="731909" cy="1262484"/>
            </a:xfrm>
            <a:prstGeom prst="roundRect">
              <a:avLst/>
            </a:prstGeom>
            <a:noFill/>
            <a:ln w="25400" cap="flat">
              <a:solidFill>
                <a:srgbClr val="FF0000"/>
              </a:solidFill>
              <a:prstDash val="sysDot"/>
              <a:round/>
            </a:ln>
          </p:spPr>
          <p:style>
            <a:lnRef idx="0">
              <a:scrgbClr r="0" g="0" b="0"/>
            </a:lnRef>
            <a:fillRef idx="0">
              <a:scrgbClr r="0" g="0" b="0"/>
            </a:fillRef>
            <a:effectRef idx="0">
              <a:scrgbClr r="0" g="0" b="0"/>
            </a:effectRef>
            <a:fontRef idx="none"/>
          </p:style>
          <p:txBody>
            <a:bodyPr rot="0" spcFirstLastPara="1" vertOverflow="overflow" horzOverflow="overflow" vert="horz" wrap="square" lIns="71435" tIns="71435" rIns="71435" bIns="71435" numCol="1" spcCol="38100" rtlCol="0" anchor="ctr">
              <a:spAutoFit/>
            </a:bodyPr>
            <a:lstStyle/>
            <a:p>
              <a:pPr marL="0" marR="0" indent="0" algn="ctr" defTabSz="821055" rtl="0" fontAlgn="auto" latinLnBrk="0" hangingPunct="0">
                <a:lnSpc>
                  <a:spcPct val="100000"/>
                </a:lnSpc>
                <a:spcBef>
                  <a:spcPts val="0"/>
                </a:spcBef>
                <a:spcAft>
                  <a:spcPts val="0"/>
                </a:spcAft>
                <a:buClrTx/>
                <a:buSzTx/>
                <a:buFontTx/>
                <a:buNone/>
              </a:pPr>
              <a:endParaRPr kumimoji="0" lang="zh-CN" altLang="en-US" sz="3200" b="0" i="0" u="none" strike="noStrike" cap="none" spc="0" normalizeH="0" baseline="0">
                <a:ln>
                  <a:noFill/>
                </a:ln>
                <a:solidFill>
                  <a:srgbClr val="000000"/>
                </a:solidFill>
                <a:effectLst/>
                <a:uFillTx/>
                <a:latin typeface="Helvetica Neue" panose="02000503000000020004"/>
                <a:ea typeface="Helvetica Neue" panose="02000503000000020004"/>
                <a:cs typeface="Helvetica Neue" panose="02000503000000020004"/>
                <a:sym typeface="Helvetica Neue" panose="02000503000000020004"/>
              </a:endParaRPr>
            </a:p>
          </p:txBody>
        </p:sp>
        <p:pic>
          <p:nvPicPr>
            <p:cNvPr id="164" name="图片 163"/>
            <p:cNvPicPr>
              <a:picLocks noChangeAspect="1"/>
            </p:cNvPicPr>
            <p:nvPr/>
          </p:nvPicPr>
          <p:blipFill>
            <a:blip r:embed="rId13" cstate="email">
              <a:extLst>
                <a:ext uri="{28A0092B-C50C-407E-A947-70E740481C1C}">
                  <a14:useLocalDpi xmlns:a14="http://schemas.microsoft.com/office/drawing/2010/main"/>
                </a:ext>
              </a:extLst>
            </a:blip>
            <a:stretch>
              <a:fillRect/>
            </a:stretch>
          </p:blipFill>
          <p:spPr>
            <a:xfrm rot="5400000">
              <a:off x="14410132" y="11460730"/>
              <a:ext cx="1736884" cy="450754"/>
            </a:xfrm>
            <a:prstGeom prst="rect">
              <a:avLst/>
            </a:prstGeom>
          </p:spPr>
        </p:pic>
        <p:sp>
          <p:nvSpPr>
            <p:cNvPr id="165" name="Pic5…"/>
            <p:cNvSpPr txBox="1"/>
            <p:nvPr/>
          </p:nvSpPr>
          <p:spPr>
            <a:xfrm>
              <a:off x="12675852" y="12846016"/>
              <a:ext cx="1454830" cy="696501"/>
            </a:xfrm>
            <a:prstGeom prst="rect">
              <a:avLst/>
            </a:prstGeom>
            <a:ln w="12700">
              <a:miter lim="400000"/>
            </a:ln>
          </p:spPr>
          <p:txBody>
            <a:bodyPr wrap="square" lIns="71435" tIns="71435" rIns="71435" bIns="71435" anchor="ctr">
              <a:spAutoFit/>
            </a:bodyPr>
            <a:lstStyle/>
            <a:p>
              <a:pPr algn="l" defTabSz="409575">
                <a:defRPr sz="2000">
                  <a:latin typeface="Helvetica"/>
                  <a:ea typeface="Helvetica"/>
                  <a:cs typeface="Helvetica"/>
                  <a:sym typeface="Helvetica"/>
                </a:defRPr>
              </a:pPr>
              <a:r>
                <a:rPr sz="1500" dirty="0">
                  <a:solidFill>
                    <a:srgbClr val="00B0F0"/>
                  </a:solidFill>
                </a:rPr>
                <a:t> Pic5 Fixture1</a:t>
              </a:r>
              <a:endParaRPr lang="en-US" sz="1500" dirty="0">
                <a:solidFill>
                  <a:srgbClr val="00B0F0"/>
                </a:solidFill>
              </a:endParaRPr>
            </a:p>
            <a:p>
              <a:pPr algn="l" defTabSz="409575">
                <a:defRPr sz="2000">
                  <a:latin typeface="Helvetica"/>
                  <a:ea typeface="Helvetica"/>
                  <a:cs typeface="Helvetica"/>
                  <a:sym typeface="Helvetica"/>
                </a:defRPr>
              </a:pPr>
              <a:r>
                <a:rPr lang="en-US" sz="1500" dirty="0">
                  <a:solidFill>
                    <a:srgbClr val="00B0F0"/>
                  </a:solidFill>
                </a:rPr>
                <a:t> Directionality</a:t>
              </a:r>
            </a:p>
          </p:txBody>
        </p:sp>
        <p:grpSp>
          <p:nvGrpSpPr>
            <p:cNvPr id="166" name="组合 165"/>
            <p:cNvGrpSpPr/>
            <p:nvPr/>
          </p:nvGrpSpPr>
          <p:grpSpPr>
            <a:xfrm>
              <a:off x="12502867" y="11690520"/>
              <a:ext cx="1528589" cy="1348655"/>
              <a:chOff x="8373898" y="7153943"/>
              <a:chExt cx="6273010" cy="5410680"/>
            </a:xfrm>
          </p:grpSpPr>
          <p:cxnSp>
            <p:nvCxnSpPr>
              <p:cNvPr id="167" name="直接箭头连接符 166"/>
              <p:cNvCxnSpPr/>
              <p:nvPr/>
            </p:nvCxnSpPr>
            <p:spPr>
              <a:xfrm>
                <a:off x="9209220" y="10240445"/>
                <a:ext cx="4288085" cy="1"/>
              </a:xfrm>
              <a:prstGeom prst="straightConnector1">
                <a:avLst/>
              </a:prstGeom>
              <a:noFill/>
              <a:ln w="25400" cap="flat">
                <a:solidFill>
                  <a:srgbClr val="FF0000"/>
                </a:solidFill>
                <a:prstDash val="solid"/>
                <a:round/>
                <a:headEnd type="triangle" w="med" len="med"/>
                <a:tailEnd type="triangle" w="med" len="med"/>
              </a:ln>
            </p:spPr>
            <p:style>
              <a:lnRef idx="0">
                <a:scrgbClr r="0" g="0" b="0"/>
              </a:lnRef>
              <a:fillRef idx="0">
                <a:scrgbClr r="0" g="0" b="0"/>
              </a:fillRef>
              <a:effectRef idx="0">
                <a:scrgbClr r="0" g="0" b="0"/>
              </a:effectRef>
              <a:fontRef idx="none"/>
            </p:style>
          </p:cxnSp>
          <p:sp>
            <p:nvSpPr>
              <p:cNvPr id="168" name="文本框 167"/>
              <p:cNvSpPr txBox="1"/>
              <p:nvPr/>
            </p:nvSpPr>
            <p:spPr>
              <a:xfrm>
                <a:off x="13263935" y="10154581"/>
                <a:ext cx="382908" cy="905500"/>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1055" rtl="0" fontAlgn="auto" latinLnBrk="0" hangingPunct="0">
                  <a:lnSpc>
                    <a:spcPct val="100000"/>
                  </a:lnSpc>
                  <a:spcBef>
                    <a:spcPts val="0"/>
                  </a:spcBef>
                  <a:spcAft>
                    <a:spcPts val="0"/>
                  </a:spcAft>
                  <a:buClrTx/>
                  <a:buSzTx/>
                  <a:buFontTx/>
                  <a:buNone/>
                </a:pPr>
                <a:r>
                  <a:rPr kumimoji="0" lang="en-US" altLang="zh-CN" sz="800" b="0" i="0" u="none" strike="noStrike" cap="none" spc="0" normalizeH="0" baseline="0" dirty="0">
                    <a:ln>
                      <a:noFill/>
                    </a:ln>
                    <a:solidFill>
                      <a:srgbClr val="FF0000"/>
                    </a:solidFill>
                    <a:effectLst/>
                    <a:uFillTx/>
                    <a:latin typeface="Arial" panose="020B0604020202090204" pitchFamily="34" charset="0"/>
                    <a:cs typeface="Arial" panose="020B0604020202090204" pitchFamily="34" charset="0"/>
                    <a:sym typeface="Helvetica Neue" panose="02000503000000020004"/>
                  </a:rPr>
                  <a:t>X</a:t>
                </a:r>
                <a:endParaRPr kumimoji="0" lang="zh-CN" altLang="en-US" sz="800" b="0" i="0" u="none" strike="noStrike" cap="none" spc="0" normalizeH="0" baseline="0" dirty="0">
                  <a:ln>
                    <a:noFill/>
                  </a:ln>
                  <a:solidFill>
                    <a:srgbClr val="FF0000"/>
                  </a:solidFill>
                  <a:effectLst/>
                  <a:uFillTx/>
                  <a:latin typeface="Arial" panose="020B0604020202090204" pitchFamily="34" charset="0"/>
                  <a:cs typeface="Arial" panose="020B0604020202090204" pitchFamily="34" charset="0"/>
                  <a:sym typeface="Helvetica Neue" panose="02000503000000020004"/>
                </a:endParaRPr>
              </a:p>
            </p:txBody>
          </p:sp>
          <p:cxnSp>
            <p:nvCxnSpPr>
              <p:cNvPr id="169" name="直接箭头连接符 168"/>
              <p:cNvCxnSpPr/>
              <p:nvPr/>
            </p:nvCxnSpPr>
            <p:spPr>
              <a:xfrm rot="16200000" flipV="1">
                <a:off x="9278651" y="9967003"/>
                <a:ext cx="3755150" cy="0"/>
              </a:xfrm>
              <a:prstGeom prst="straightConnector1">
                <a:avLst/>
              </a:prstGeom>
              <a:noFill/>
              <a:ln w="25400" cap="flat">
                <a:solidFill>
                  <a:srgbClr val="FF0000"/>
                </a:solidFill>
                <a:prstDash val="solid"/>
                <a:round/>
                <a:headEnd type="triangle" w="med" len="med"/>
                <a:tailEnd type="triangle" w="med" len="med"/>
              </a:ln>
            </p:spPr>
            <p:style>
              <a:lnRef idx="0">
                <a:scrgbClr r="0" g="0" b="0"/>
              </a:lnRef>
              <a:fillRef idx="0">
                <a:scrgbClr r="0" g="0" b="0"/>
              </a:fillRef>
              <a:effectRef idx="0">
                <a:scrgbClr r="0" g="0" b="0"/>
              </a:effectRef>
              <a:fontRef idx="none"/>
            </p:style>
          </p:cxnSp>
          <p:sp>
            <p:nvSpPr>
              <p:cNvPr id="170" name="文本框 169"/>
              <p:cNvSpPr txBox="1"/>
              <p:nvPr/>
            </p:nvSpPr>
            <p:spPr>
              <a:xfrm>
                <a:off x="10496112" y="7885193"/>
                <a:ext cx="517853" cy="905500"/>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1055" rtl="0" fontAlgn="auto" latinLnBrk="0" hangingPunct="0">
                  <a:lnSpc>
                    <a:spcPct val="100000"/>
                  </a:lnSpc>
                  <a:spcBef>
                    <a:spcPts val="0"/>
                  </a:spcBef>
                  <a:spcAft>
                    <a:spcPts val="0"/>
                  </a:spcAft>
                  <a:buClrTx/>
                  <a:buSzTx/>
                  <a:buFontTx/>
                  <a:buNone/>
                </a:pPr>
                <a:r>
                  <a:rPr lang="en-US" altLang="zh-CN" sz="800" dirty="0">
                    <a:solidFill>
                      <a:srgbClr val="FF0000"/>
                    </a:solidFill>
                    <a:latin typeface="Arial" panose="020B0604020202090204" pitchFamily="34" charset="0"/>
                    <a:cs typeface="Arial" panose="020B0604020202090204" pitchFamily="34" charset="0"/>
                  </a:rPr>
                  <a:t>Y</a:t>
                </a:r>
                <a:endParaRPr kumimoji="0" lang="zh-CN" altLang="en-US" sz="800" b="0" i="0" u="none" strike="noStrike" cap="none" spc="0" normalizeH="0" baseline="0" dirty="0">
                  <a:ln>
                    <a:noFill/>
                  </a:ln>
                  <a:solidFill>
                    <a:srgbClr val="FF0000"/>
                  </a:solidFill>
                  <a:effectLst/>
                  <a:uFillTx/>
                  <a:latin typeface="Arial" panose="020B0604020202090204" pitchFamily="34" charset="0"/>
                  <a:cs typeface="Arial" panose="020B0604020202090204" pitchFamily="34" charset="0"/>
                  <a:sym typeface="Helvetica Neue" panose="02000503000000020004"/>
                </a:endParaRPr>
              </a:p>
            </p:txBody>
          </p:sp>
          <p:sp>
            <p:nvSpPr>
              <p:cNvPr id="171" name="文本框 170"/>
              <p:cNvSpPr txBox="1"/>
              <p:nvPr/>
            </p:nvSpPr>
            <p:spPr>
              <a:xfrm>
                <a:off x="8373898" y="9725957"/>
                <a:ext cx="1045851" cy="1028974"/>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1055" rtl="0" fontAlgn="auto" latinLnBrk="0" hangingPunct="0">
                  <a:lnSpc>
                    <a:spcPct val="100000"/>
                  </a:lnSpc>
                  <a:spcBef>
                    <a:spcPts val="0"/>
                  </a:spcBef>
                  <a:spcAft>
                    <a:spcPts val="0"/>
                  </a:spcAft>
                  <a:buClrTx/>
                  <a:buSzTx/>
                  <a:buFontTx/>
                  <a:buNone/>
                </a:pPr>
                <a:r>
                  <a:rPr lang="en-US" altLang="zh-CN" sz="1000" dirty="0">
                    <a:solidFill>
                      <a:schemeClr val="tx1"/>
                    </a:solidFill>
                    <a:latin typeface="Arial" panose="020B0604020202090204" pitchFamily="34" charset="0"/>
                    <a:cs typeface="Arial" panose="020B0604020202090204" pitchFamily="34" charset="0"/>
                  </a:rPr>
                  <a:t>X-</a:t>
                </a:r>
                <a:endParaRPr kumimoji="0" lang="zh-CN" altLang="en-US" sz="1000" b="0" i="0" u="none" strike="noStrike" cap="none" spc="0" normalizeH="0" baseline="0" dirty="0">
                  <a:ln>
                    <a:noFill/>
                  </a:ln>
                  <a:solidFill>
                    <a:schemeClr val="tx1"/>
                  </a:solidFill>
                  <a:effectLst/>
                  <a:uFillTx/>
                  <a:latin typeface="Arial" panose="020B0604020202090204" pitchFamily="34" charset="0"/>
                  <a:cs typeface="Arial" panose="020B0604020202090204" pitchFamily="34" charset="0"/>
                  <a:sym typeface="Helvetica Neue" panose="02000503000000020004"/>
                </a:endParaRPr>
              </a:p>
            </p:txBody>
          </p:sp>
          <p:sp>
            <p:nvSpPr>
              <p:cNvPr id="172" name="文本框 171"/>
              <p:cNvSpPr txBox="1"/>
              <p:nvPr/>
            </p:nvSpPr>
            <p:spPr>
              <a:xfrm>
                <a:off x="10467701" y="11535649"/>
                <a:ext cx="1282045" cy="1028974"/>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1055" rtl="0" fontAlgn="auto" latinLnBrk="0" hangingPunct="0">
                  <a:lnSpc>
                    <a:spcPct val="100000"/>
                  </a:lnSpc>
                  <a:spcBef>
                    <a:spcPts val="0"/>
                  </a:spcBef>
                  <a:spcAft>
                    <a:spcPts val="0"/>
                  </a:spcAft>
                  <a:buClrTx/>
                  <a:buSzTx/>
                  <a:buFontTx/>
                  <a:buNone/>
                </a:pPr>
                <a:r>
                  <a:rPr lang="en-US" altLang="zh-CN" sz="1000" dirty="0">
                    <a:solidFill>
                      <a:schemeClr val="tx1"/>
                    </a:solidFill>
                    <a:latin typeface="Arial" panose="020B0604020202090204" pitchFamily="34" charset="0"/>
                    <a:cs typeface="Arial" panose="020B0604020202090204" pitchFamily="34" charset="0"/>
                  </a:rPr>
                  <a:t>Y-</a:t>
                </a:r>
                <a:endParaRPr kumimoji="0" lang="zh-CN" altLang="en-US" sz="1000" b="0" i="0" u="none" strike="noStrike" cap="none" spc="0" normalizeH="0" baseline="0" dirty="0">
                  <a:ln>
                    <a:noFill/>
                  </a:ln>
                  <a:solidFill>
                    <a:schemeClr val="tx1"/>
                  </a:solidFill>
                  <a:effectLst/>
                  <a:uFillTx/>
                  <a:latin typeface="Arial" panose="020B0604020202090204" pitchFamily="34" charset="0"/>
                  <a:cs typeface="Arial" panose="020B0604020202090204" pitchFamily="34" charset="0"/>
                  <a:sym typeface="Helvetica Neue" panose="02000503000000020004"/>
                </a:endParaRPr>
              </a:p>
            </p:txBody>
          </p:sp>
          <p:sp>
            <p:nvSpPr>
              <p:cNvPr id="173" name="文本框 172"/>
              <p:cNvSpPr txBox="1"/>
              <p:nvPr/>
            </p:nvSpPr>
            <p:spPr>
              <a:xfrm>
                <a:off x="13472949" y="9725957"/>
                <a:ext cx="1173959" cy="1028974"/>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1055" rtl="0" fontAlgn="auto" latinLnBrk="0" hangingPunct="0">
                  <a:lnSpc>
                    <a:spcPct val="100000"/>
                  </a:lnSpc>
                  <a:spcBef>
                    <a:spcPts val="0"/>
                  </a:spcBef>
                  <a:spcAft>
                    <a:spcPts val="0"/>
                  </a:spcAft>
                  <a:buClrTx/>
                  <a:buSzTx/>
                  <a:buFontTx/>
                  <a:buNone/>
                </a:pPr>
                <a:r>
                  <a:rPr lang="en-US" altLang="zh-CN" sz="1000" dirty="0">
                    <a:solidFill>
                      <a:schemeClr val="tx1"/>
                    </a:solidFill>
                    <a:latin typeface="Arial" panose="020B0604020202090204" pitchFamily="34" charset="0"/>
                    <a:cs typeface="Arial" panose="020B0604020202090204" pitchFamily="34" charset="0"/>
                  </a:rPr>
                  <a:t>X+</a:t>
                </a:r>
                <a:endParaRPr kumimoji="0" lang="zh-CN" altLang="en-US" sz="1000" b="0" i="0" u="none" strike="noStrike" cap="none" spc="0" normalizeH="0" baseline="0" dirty="0">
                  <a:ln>
                    <a:noFill/>
                  </a:ln>
                  <a:solidFill>
                    <a:schemeClr val="tx1"/>
                  </a:solidFill>
                  <a:effectLst/>
                  <a:uFillTx/>
                  <a:latin typeface="Arial" panose="020B0604020202090204" pitchFamily="34" charset="0"/>
                  <a:cs typeface="Arial" panose="020B0604020202090204" pitchFamily="34" charset="0"/>
                  <a:sym typeface="Helvetica Neue" panose="02000503000000020004"/>
                </a:endParaRPr>
              </a:p>
            </p:txBody>
          </p:sp>
          <p:sp>
            <p:nvSpPr>
              <p:cNvPr id="174" name="文本框 173"/>
              <p:cNvSpPr txBox="1"/>
              <p:nvPr/>
            </p:nvSpPr>
            <p:spPr>
              <a:xfrm>
                <a:off x="10174440" y="7153943"/>
                <a:ext cx="1294139" cy="1028974"/>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1055" rtl="0" fontAlgn="auto" latinLnBrk="0" hangingPunct="0">
                  <a:lnSpc>
                    <a:spcPct val="100000"/>
                  </a:lnSpc>
                  <a:spcBef>
                    <a:spcPts val="0"/>
                  </a:spcBef>
                  <a:spcAft>
                    <a:spcPts val="0"/>
                  </a:spcAft>
                  <a:buClrTx/>
                  <a:buSzTx/>
                  <a:buFontTx/>
                  <a:buNone/>
                </a:pPr>
                <a:r>
                  <a:rPr lang="en-US" altLang="zh-CN" sz="1000" dirty="0">
                    <a:solidFill>
                      <a:schemeClr val="tx1"/>
                    </a:solidFill>
                    <a:latin typeface="Arial" panose="020B0604020202090204" pitchFamily="34" charset="0"/>
                    <a:cs typeface="Arial" panose="020B0604020202090204" pitchFamily="34" charset="0"/>
                  </a:rPr>
                  <a:t>Y+</a:t>
                </a:r>
                <a:endParaRPr kumimoji="0" lang="zh-CN" altLang="en-US" sz="1000" b="0" i="0" u="none" strike="noStrike" cap="none" spc="0" normalizeH="0" baseline="0" dirty="0">
                  <a:ln>
                    <a:noFill/>
                  </a:ln>
                  <a:solidFill>
                    <a:schemeClr val="tx1"/>
                  </a:solidFill>
                  <a:effectLst/>
                  <a:uFillTx/>
                  <a:latin typeface="Arial" panose="020B0604020202090204" pitchFamily="34" charset="0"/>
                  <a:cs typeface="Arial" panose="020B0604020202090204" pitchFamily="34" charset="0"/>
                  <a:sym typeface="Helvetica Neue" panose="02000503000000020004"/>
                </a:endParaRPr>
              </a:p>
            </p:txBody>
          </p:sp>
        </p:grpSp>
      </p:grpSp>
      <p:pic>
        <p:nvPicPr>
          <p:cNvPr id="175" name="图片 174"/>
          <p:cNvPicPr>
            <a:picLocks noChangeAspect="1"/>
          </p:cNvPicPr>
          <p:nvPr/>
        </p:nvPicPr>
        <p:blipFill>
          <a:blip r:embed="rId14" cstate="email">
            <a:clrChange>
              <a:clrFrom>
                <a:srgbClr val="777777"/>
              </a:clrFrom>
              <a:clrTo>
                <a:srgbClr val="777777">
                  <a:alpha val="0"/>
                </a:srgbClr>
              </a:clrTo>
            </a:clrChange>
            <a:extLst>
              <a:ext uri="{28A0092B-C50C-407E-A947-70E740481C1C}">
                <a14:useLocalDpi xmlns:a14="http://schemas.microsoft.com/office/drawing/2010/main"/>
              </a:ext>
            </a:extLst>
          </a:blip>
          <a:stretch>
            <a:fillRect/>
          </a:stretch>
        </p:blipFill>
        <p:spPr>
          <a:xfrm>
            <a:off x="15291183" y="11119754"/>
            <a:ext cx="286897" cy="104130"/>
          </a:xfrm>
          <a:prstGeom prst="rect">
            <a:avLst/>
          </a:prstGeom>
        </p:spPr>
      </p:pic>
      <p:cxnSp>
        <p:nvCxnSpPr>
          <p:cNvPr id="176" name="直接箭头连接符 175"/>
          <p:cNvCxnSpPr/>
          <p:nvPr/>
        </p:nvCxnSpPr>
        <p:spPr>
          <a:xfrm>
            <a:off x="16832578" y="11091183"/>
            <a:ext cx="22029" cy="418162"/>
          </a:xfrm>
          <a:prstGeom prst="straightConnector1">
            <a:avLst/>
          </a:prstGeom>
          <a:noFill/>
          <a:ln w="9525" cap="flat">
            <a:solidFill>
              <a:srgbClr val="FF0000"/>
            </a:solidFill>
            <a:prstDash val="solid"/>
            <a:round/>
            <a:headEnd type="triangle"/>
            <a:tailEnd type="triangle"/>
          </a:ln>
          <a:effectLst/>
          <a:sp3d/>
        </p:spPr>
        <p:style>
          <a:lnRef idx="0">
            <a:scrgbClr r="0" g="0" b="0"/>
          </a:lnRef>
          <a:fillRef idx="0">
            <a:scrgbClr r="0" g="0" b="0"/>
          </a:fillRef>
          <a:effectRef idx="0">
            <a:scrgbClr r="0" g="0" b="0"/>
          </a:effectRef>
          <a:fontRef idx="none"/>
        </p:style>
      </p:cxnSp>
      <p:sp>
        <p:nvSpPr>
          <p:cNvPr id="177" name="文本框 176"/>
          <p:cNvSpPr txBox="1"/>
          <p:nvPr/>
        </p:nvSpPr>
        <p:spPr>
          <a:xfrm>
            <a:off x="16832578" y="11152545"/>
            <a:ext cx="785480" cy="28725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r>
              <a:rPr lang="zh-CN" altLang="en-US" sz="1200" dirty="0">
                <a:solidFill>
                  <a:srgbClr val="FF0000"/>
                </a:solidFill>
              </a:rPr>
              <a:t>≥</a:t>
            </a:r>
            <a:r>
              <a:rPr lang="en-US" altLang="zh-CN" sz="1200" dirty="0">
                <a:solidFill>
                  <a:srgbClr val="FF0000"/>
                </a:solidFill>
              </a:rPr>
              <a:t>600mm</a:t>
            </a:r>
            <a:endParaRPr kumimoji="0" lang="zh-CN" altLang="en-US" sz="1200" b="0" i="0" u="none" strike="noStrike" cap="none" spc="0" normalizeH="0" baseline="0" dirty="0">
              <a:ln>
                <a:noFill/>
              </a:ln>
              <a:solidFill>
                <a:srgbClr val="FF0000"/>
              </a:solidFill>
              <a:effectLst/>
              <a:uFillTx/>
              <a:sym typeface="Arial" panose="020B0604020202090204"/>
            </a:endParaRPr>
          </a:p>
        </p:txBody>
      </p:sp>
    </p:spTree>
    <p:extLst>
      <p:ext uri="{BB962C8B-B14F-4D97-AF65-F5344CB8AC3E}">
        <p14:creationId xmlns:p14="http://schemas.microsoft.com/office/powerpoint/2010/main" val="2660670901"/>
      </p:ext>
    </p:extLst>
  </p:cSld>
  <p:clrMapOvr>
    <a:masterClrMapping/>
  </p:clrMapOvr>
  <p:transition spd="me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71" name="表格"/>
          <p:cNvGraphicFramePr/>
          <p:nvPr>
            <p:extLst>
              <p:ext uri="{D42A27DB-BD31-4B8C-83A1-F6EECF244321}">
                <p14:modId xmlns:p14="http://schemas.microsoft.com/office/powerpoint/2010/main" val="2246045441"/>
              </p:ext>
            </p:extLst>
          </p:nvPr>
        </p:nvGraphicFramePr>
        <p:xfrm>
          <a:off x="667112" y="1847964"/>
          <a:ext cx="23056488" cy="11868036"/>
        </p:xfrm>
        <a:graphic>
          <a:graphicData uri="http://schemas.openxmlformats.org/drawingml/2006/table">
            <a:tbl>
              <a:tblPr/>
              <a:tblGrid>
                <a:gridCol w="11685601">
                  <a:extLst>
                    <a:ext uri="{9D8B030D-6E8A-4147-A177-3AD203B41FA5}">
                      <a16:colId xmlns:a16="http://schemas.microsoft.com/office/drawing/2014/main" val="20000"/>
                    </a:ext>
                  </a:extLst>
                </a:gridCol>
                <a:gridCol w="11370887">
                  <a:extLst>
                    <a:ext uri="{9D8B030D-6E8A-4147-A177-3AD203B41FA5}">
                      <a16:colId xmlns:a16="http://schemas.microsoft.com/office/drawing/2014/main" val="20001"/>
                    </a:ext>
                  </a:extLst>
                </a:gridCol>
              </a:tblGrid>
              <a:tr h="653349">
                <a:tc gridSpan="2">
                  <a:txBody>
                    <a:bodyPr/>
                    <a:lstStyle/>
                    <a:p>
                      <a:pPr marL="0" marR="0" lvl="0" indent="0" algn="l" defTabSz="409575" rtl="0" eaLnBrk="1" fontAlgn="auto" latinLnBrk="0" hangingPunct="1">
                        <a:lnSpc>
                          <a:spcPct val="100000"/>
                        </a:lnSpc>
                        <a:spcBef>
                          <a:spcPts val="0"/>
                        </a:spcBef>
                        <a:spcAft>
                          <a:spcPts val="0"/>
                        </a:spcAft>
                        <a:buClrTx/>
                        <a:buSzTx/>
                        <a:buFontTx/>
                        <a:buNone/>
                        <a:tabLst/>
                        <a:defRPr sz="1800"/>
                      </a:pPr>
                      <a:r>
                        <a:rPr lang="en" altLang="zh-CN" sz="3200" b="0" i="0" u="none" strike="noStrike" cap="none" spc="0" baseline="0" dirty="0">
                          <a:ln>
                            <a:noFill/>
                          </a:ln>
                          <a:solidFill>
                            <a:schemeClr val="tx1"/>
                          </a:solidFill>
                          <a:uFillTx/>
                          <a:latin typeface="Arial" panose="020B0604020202020204" pitchFamily="34" charset="0"/>
                          <a:ea typeface="Helvetica Neue" panose="02000503000000020004" pitchFamily="2" charset="0"/>
                          <a:cs typeface="Arial" panose="020B0604020202020204" pitchFamily="34" charset="0"/>
                          <a:sym typeface="Helvetica Neue Thin"/>
                        </a:rPr>
                        <a:t>Magnetic Orientation</a:t>
                      </a:r>
                      <a:r>
                        <a:rPr sz="3000" dirty="0">
                          <a:latin typeface="Arial" panose="020B0604020202020204" pitchFamily="34" charset="0"/>
                          <a:ea typeface="+mj-ea"/>
                          <a:cs typeface="Arial" panose="020B0604020202020204" pitchFamily="34" charset="0"/>
                          <a:sym typeface="Helvetica Neue Medium" panose="02000503000000020004"/>
                        </a:rPr>
                        <a:t>: </a:t>
                      </a:r>
                      <a:r>
                        <a:rPr lang="en-US" altLang="zh-CN" sz="3200" dirty="0">
                          <a:latin typeface="Arial" panose="020B0604020202020204" pitchFamily="34" charset="0"/>
                          <a:ea typeface="Arial Unicode MS" panose="020B0604020202020204" pitchFamily="34" charset="-122"/>
                          <a:cs typeface="Arial" panose="020B0604020202020204" pitchFamily="34" charset="0"/>
                        </a:rPr>
                        <a:t>FAI5/SPCE</a:t>
                      </a:r>
                      <a:r>
                        <a:rPr lang="en-US" sz="3200" b="0" i="0" u="none" strike="noStrike" cap="none" spc="0" baseline="0" dirty="0">
                          <a:ln>
                            <a:noFill/>
                          </a:ln>
                          <a:solidFill>
                            <a:schemeClr val="tx1"/>
                          </a:solidFill>
                          <a:uFillTx/>
                          <a:latin typeface="Arial" panose="020B0604020202020204" pitchFamily="34" charset="0"/>
                          <a:ea typeface="Helvetica Neue" panose="02000503000000020004" pitchFamily="2" charset="0"/>
                          <a:cs typeface="Arial" panose="020B0604020202020204" pitchFamily="34" charset="0"/>
                          <a:sym typeface="Helvetica Neue Medium"/>
                        </a:rPr>
                        <a:t>±7°</a:t>
                      </a:r>
                      <a:endParaRPr lang="zh-CN" altLang="en-US" sz="3200" b="0" i="0" u="none" strike="noStrike" cap="none" spc="0" baseline="0" dirty="0">
                        <a:ln>
                          <a:noFill/>
                        </a:ln>
                        <a:solidFill>
                          <a:schemeClr val="tx1"/>
                        </a:solidFill>
                        <a:uFillTx/>
                        <a:latin typeface="Arial" panose="020B0604020202020204" pitchFamily="34" charset="0"/>
                        <a:ea typeface="Helvetica Neue" panose="02000503000000020004" pitchFamily="2" charset="0"/>
                        <a:cs typeface="Arial" panose="020B0604020202020204" pitchFamily="34" charset="0"/>
                        <a:sym typeface="Helvetica Neue Medium"/>
                      </a:endParaRPr>
                    </a:p>
                  </a:txBody>
                  <a:tcPr marL="12700" marR="12700" marT="12700" marB="12700" anchor="ctr" horzOverflow="overflow">
                    <a:lnL w="6350">
                      <a:solidFill>
                        <a:srgbClr val="000000"/>
                      </a:solidFill>
                    </a:lnL>
                    <a:lnR w="6350">
                      <a:solidFill>
                        <a:srgbClr val="000000"/>
                      </a:solidFill>
                    </a:lnR>
                    <a:lnT w="6350">
                      <a:solidFill>
                        <a:srgbClr val="000000"/>
                      </a:solidFill>
                    </a:lnT>
                    <a:lnB w="6350">
                      <a:solidFill>
                        <a:srgbClr val="000000"/>
                      </a:solidFill>
                    </a:lnB>
                    <a:solidFill>
                      <a:srgbClr val="C1E1FE"/>
                    </a:solidFill>
                  </a:tcPr>
                </a:tc>
                <a:tc hMerge="1">
                  <a:txBody>
                    <a:bodyPr/>
                    <a:lstStyle/>
                    <a:p>
                      <a:endParaRPr lang="zh-CN"/>
                    </a:p>
                  </a:txBody>
                  <a:tcPr/>
                </a:tc>
                <a:extLst>
                  <a:ext uri="{0D108BD9-81ED-4DB2-BD59-A6C34878D82A}">
                    <a16:rowId xmlns:a16="http://schemas.microsoft.com/office/drawing/2014/main" val="10000"/>
                  </a:ext>
                </a:extLst>
              </a:tr>
              <a:tr h="644010">
                <a:tc>
                  <a:txBody>
                    <a:bodyPr/>
                    <a:lstStyle/>
                    <a:p>
                      <a:pPr defTabSz="409575">
                        <a:defRPr sz="1800"/>
                      </a:pPr>
                      <a:r>
                        <a:rPr lang="en-US" sz="3000" dirty="0">
                          <a:latin typeface="Arial" panose="020B0604020202020204" pitchFamily="34" charset="0"/>
                          <a:ea typeface="+mj-ea"/>
                          <a:cs typeface="Arial" panose="020B0604020202020204" pitchFamily="34" charset="0"/>
                          <a:sym typeface="Helvetica Neue Medium" panose="02000503000000020004"/>
                        </a:rPr>
                        <a:t>CPK</a:t>
                      </a:r>
                      <a:endParaRPr sz="3000" dirty="0">
                        <a:latin typeface="Arial" panose="020B0604020202020204" pitchFamily="34" charset="0"/>
                        <a:ea typeface="+mj-ea"/>
                        <a:cs typeface="Arial" panose="020B0604020202020204" pitchFamily="34" charset="0"/>
                        <a:sym typeface="Helvetica Neue Medium" panose="02000503000000020004"/>
                      </a:endParaRPr>
                    </a:p>
                  </a:txBody>
                  <a:tcPr marL="12700" marR="12700" marT="12700" marB="12700" anchor="ctr" horzOverflow="overflow">
                    <a:lnL w="6350">
                      <a:solidFill>
                        <a:srgbClr val="000000"/>
                      </a:solidFill>
                    </a:lnL>
                    <a:lnR w="6350">
                      <a:solidFill>
                        <a:srgbClr val="000000"/>
                      </a:solidFill>
                    </a:lnR>
                    <a:lnT w="6350">
                      <a:solidFill>
                        <a:srgbClr val="000000"/>
                      </a:solidFill>
                    </a:lnT>
                    <a:lnB w="6350">
                      <a:solidFill>
                        <a:srgbClr val="000000"/>
                      </a:solidFill>
                    </a:lnB>
                    <a:solidFill>
                      <a:srgbClr val="C1E1FE"/>
                    </a:solidFill>
                  </a:tcPr>
                </a:tc>
                <a:tc>
                  <a:txBody>
                    <a:bodyPr/>
                    <a:lstStyle/>
                    <a:p>
                      <a:pPr defTabSz="409575">
                        <a:defRPr sz="1800"/>
                      </a:pPr>
                      <a:r>
                        <a:rPr sz="3000" dirty="0">
                          <a:latin typeface="Arial" panose="020B0604020202020204" pitchFamily="34" charset="0"/>
                          <a:ea typeface="+mj-ea"/>
                          <a:cs typeface="Arial" panose="020B0604020202020204" pitchFamily="34" charset="0"/>
                          <a:sym typeface="Helvetica Neue Medium" panose="02000503000000020004"/>
                        </a:rPr>
                        <a:t>In-process</a:t>
                      </a:r>
                    </a:p>
                  </a:txBody>
                  <a:tcPr marL="12700" marR="12700" marT="12700" marB="12700" anchor="ctr" horzOverflow="overflow">
                    <a:lnL w="6350">
                      <a:solidFill>
                        <a:srgbClr val="000000"/>
                      </a:solidFill>
                    </a:lnL>
                    <a:lnR w="6350">
                      <a:solidFill>
                        <a:srgbClr val="000000"/>
                      </a:solidFill>
                    </a:lnR>
                    <a:lnT w="6350">
                      <a:solidFill>
                        <a:srgbClr val="000000"/>
                      </a:solidFill>
                    </a:lnT>
                    <a:lnB w="6350">
                      <a:solidFill>
                        <a:srgbClr val="000000"/>
                      </a:solidFill>
                    </a:lnB>
                    <a:solidFill>
                      <a:srgbClr val="C1E1FE"/>
                    </a:solidFill>
                  </a:tcPr>
                </a:tc>
                <a:extLst>
                  <a:ext uri="{0D108BD9-81ED-4DB2-BD59-A6C34878D82A}">
                    <a16:rowId xmlns:a16="http://schemas.microsoft.com/office/drawing/2014/main" val="10001"/>
                  </a:ext>
                </a:extLst>
              </a:tr>
              <a:tr h="10570677">
                <a:tc>
                  <a:txBody>
                    <a:bodyPr/>
                    <a:lstStyle/>
                    <a:p>
                      <a:pPr marL="0" marR="0" lvl="0" indent="0" algn="l" defTabSz="409575" rtl="0" eaLnBrk="1" fontAlgn="auto" latinLnBrk="0" hangingPunct="1">
                        <a:lnSpc>
                          <a:spcPct val="100000"/>
                        </a:lnSpc>
                        <a:spcBef>
                          <a:spcPts val="0"/>
                        </a:spcBef>
                        <a:spcAft>
                          <a:spcPts val="0"/>
                        </a:spcAft>
                        <a:buClrTx/>
                        <a:buSzTx/>
                        <a:buFontTx/>
                        <a:buNone/>
                        <a:tabLst/>
                        <a:defRPr sz="2600">
                          <a:sym typeface="Helvetica Neue Medium" panose="02000503000000020004"/>
                        </a:defRPr>
                      </a:pPr>
                      <a:r>
                        <a:rPr dirty="0">
                          <a:latin typeface="Arial" panose="020B0604020202020204" pitchFamily="34" charset="0"/>
                          <a:ea typeface="+mj-ea"/>
                          <a:cs typeface="Arial" panose="020B0604020202020204" pitchFamily="34" charset="0"/>
                        </a:rPr>
                        <a:t>1</a:t>
                      </a:r>
                      <a:r>
                        <a:rPr lang="en-US" dirty="0">
                          <a:latin typeface="Arial" panose="020B0604020202020204" pitchFamily="34" charset="0"/>
                          <a:ea typeface="+mj-ea"/>
                          <a:cs typeface="Arial" panose="020B0604020202020204" pitchFamily="34" charset="0"/>
                        </a:rPr>
                        <a:t>.</a:t>
                      </a:r>
                      <a:r>
                        <a:rPr lang="en-US" baseline="0" dirty="0">
                          <a:latin typeface="Arial" panose="020B0604020202020204" pitchFamily="34" charset="0"/>
                          <a:ea typeface="+mj-ea"/>
                          <a:cs typeface="Arial" panose="020B0604020202020204" pitchFamily="34" charset="0"/>
                        </a:rPr>
                        <a:t>  </a:t>
                      </a:r>
                      <a:r>
                        <a:rPr dirty="0">
                          <a:latin typeface="Arial" panose="020B0604020202020204" pitchFamily="34" charset="0"/>
                          <a:ea typeface="+mj-ea"/>
                          <a:cs typeface="Arial" panose="020B0604020202020204" pitchFamily="34" charset="0"/>
                        </a:rPr>
                        <a:t>Measurement Method ：</a:t>
                      </a:r>
                      <a:r>
                        <a:rPr lang="en-US" altLang="zh-CN" sz="2600" b="0" i="0" u="none" strike="noStrike" cap="none" spc="0" baseline="0" dirty="0">
                          <a:ln>
                            <a:noFill/>
                          </a:ln>
                          <a:solidFill>
                            <a:schemeClr val="tx1"/>
                          </a:solidFill>
                          <a:uFillTx/>
                          <a:latin typeface="Arial" panose="020B0604020202020204" pitchFamily="34" charset="0"/>
                          <a:ea typeface="+mn-ea"/>
                          <a:cs typeface="Arial" panose="020B0604020202020204" pitchFamily="34" charset="0"/>
                          <a:sym typeface="Helvetica Neue Medium"/>
                        </a:rPr>
                        <a:t>Three-dimensional coil tester</a:t>
                      </a:r>
                      <a:endParaRPr lang="en-US" altLang="zh-CN" sz="2600" b="0" i="0" u="none" strike="noStrike" cap="none" spc="0" baseline="0" dirty="0">
                        <a:ln>
                          <a:noFill/>
                        </a:ln>
                        <a:solidFill>
                          <a:schemeClr val="tx1"/>
                        </a:solidFill>
                        <a:uFillTx/>
                        <a:latin typeface="Arial" panose="020B0604020202020204" pitchFamily="34" charset="0"/>
                        <a:ea typeface="+mn-ea"/>
                        <a:cs typeface="Arial" panose="020B0604020202020204" pitchFamily="34" charset="0"/>
                        <a:sym typeface="Helvetica Neue Thin" panose="02000503000000020004"/>
                      </a:endParaRPr>
                    </a:p>
                    <a:p>
                      <a:pPr marL="0" marR="0" indent="0" algn="l" defTabSz="409575" rtl="0" eaLnBrk="1" fontAlgn="auto" latinLnBrk="0" hangingPunct="1">
                        <a:lnSpc>
                          <a:spcPct val="100000"/>
                        </a:lnSpc>
                        <a:spcBef>
                          <a:spcPts val="0"/>
                        </a:spcBef>
                        <a:spcAft>
                          <a:spcPts val="0"/>
                        </a:spcAft>
                        <a:buClrTx/>
                        <a:buSzTx/>
                        <a:buFontTx/>
                        <a:buNone/>
                        <a:tabLst/>
                        <a:defRPr sz="2600">
                          <a:sym typeface="Helvetica Neue Medium" panose="02000503000000020004"/>
                        </a:defRPr>
                      </a:pPr>
                      <a:r>
                        <a:rPr dirty="0">
                          <a:latin typeface="Arial" panose="020B0604020202020204" pitchFamily="34" charset="0"/>
                          <a:ea typeface="+mj-ea"/>
                          <a:cs typeface="Arial" panose="020B0604020202020204" pitchFamily="34" charset="0"/>
                        </a:rPr>
                        <a:t>2.  </a:t>
                      </a:r>
                      <a:r>
                        <a:rPr lang="en-US" dirty="0">
                          <a:latin typeface="Arial" panose="020B0604020202020204" pitchFamily="34" charset="0"/>
                          <a:ea typeface="+mj-ea"/>
                          <a:cs typeface="Arial" panose="020B0604020202020204" pitchFamily="34" charset="0"/>
                        </a:rPr>
                        <a:t>Fixture ：</a:t>
                      </a:r>
                      <a:r>
                        <a:rPr lang="en-US" altLang="zh-CN" sz="2600" b="0" i="0" u="none" strike="noStrike" cap="none" spc="0" baseline="0" dirty="0">
                          <a:ln>
                            <a:noFill/>
                          </a:ln>
                          <a:solidFill>
                            <a:schemeClr val="tx1"/>
                          </a:solidFill>
                          <a:uFillTx/>
                          <a:latin typeface="Arial" panose="020B0604020202020204" pitchFamily="34" charset="0"/>
                          <a:ea typeface="+mj-ea"/>
                          <a:cs typeface="Arial" panose="020B0604020202020204" pitchFamily="34" charset="0"/>
                          <a:sym typeface="Helvetica Neue Medium"/>
                        </a:rPr>
                        <a:t>J-R240-1#</a:t>
                      </a:r>
                      <a:endParaRPr sz="2600" b="0" i="0" u="none" strike="noStrike" cap="none" spc="0" baseline="0" dirty="0">
                        <a:ln>
                          <a:noFill/>
                        </a:ln>
                        <a:solidFill>
                          <a:schemeClr val="tx1"/>
                        </a:solidFill>
                        <a:uFillTx/>
                        <a:latin typeface="Arial" panose="020B0604020202020204" pitchFamily="34" charset="0"/>
                        <a:ea typeface="+mj-ea"/>
                        <a:cs typeface="Arial" panose="020B0604020202020204" pitchFamily="34" charset="0"/>
                        <a:sym typeface="Helvetica Neue Light"/>
                      </a:endParaRPr>
                    </a:p>
                    <a:p>
                      <a:pPr marL="0" marR="0" indent="0" algn="l" defTabSz="409575" rtl="0" eaLnBrk="1" fontAlgn="auto" latinLnBrk="0" hangingPunct="1">
                        <a:lnSpc>
                          <a:spcPct val="100000"/>
                        </a:lnSpc>
                        <a:spcBef>
                          <a:spcPts val="0"/>
                        </a:spcBef>
                        <a:spcAft>
                          <a:spcPts val="0"/>
                        </a:spcAft>
                        <a:buClrTx/>
                        <a:buSzTx/>
                        <a:buFontTx/>
                        <a:buNone/>
                        <a:defRPr sz="2600">
                          <a:sym typeface="Helvetica Neue Medium" panose="02000503000000020004"/>
                        </a:defRPr>
                      </a:pPr>
                      <a:r>
                        <a:rPr dirty="0">
                          <a:latin typeface="Arial" panose="020B0604020202020204" pitchFamily="34" charset="0"/>
                          <a:ea typeface="+mj-ea"/>
                          <a:cs typeface="Arial" panose="020B0604020202020204" pitchFamily="34" charset="0"/>
                        </a:rPr>
                        <a:t>3.  Measurement status ：</a:t>
                      </a:r>
                      <a:r>
                        <a:rPr lang="en-US" altLang="zh-CN" sz="2600" b="0" i="0" u="none" strike="noStrike" cap="none" spc="0" baseline="0" dirty="0">
                          <a:ln>
                            <a:noFill/>
                          </a:ln>
                          <a:solidFill>
                            <a:schemeClr val="tx1"/>
                          </a:solidFill>
                          <a:uFillTx/>
                          <a:latin typeface="Arial" panose="020B0604020202020204" pitchFamily="34" charset="0"/>
                          <a:ea typeface="+mn-ea"/>
                          <a:cs typeface="Arial" panose="020B0604020202020204" pitchFamily="34" charset="0"/>
                          <a:sym typeface="Helvetica Neue Thin" panose="02000503000000020004"/>
                        </a:rPr>
                        <a:t>Constrained</a:t>
                      </a:r>
                    </a:p>
                    <a:p>
                      <a:pPr algn="l" defTabSz="409575">
                        <a:defRPr sz="2600">
                          <a:sym typeface="Helvetica Neue Medium" panose="02000503000000020004"/>
                        </a:defRPr>
                      </a:pPr>
                      <a:r>
                        <a:rPr dirty="0">
                          <a:latin typeface="Arial" panose="020B0604020202020204" pitchFamily="34" charset="0"/>
                          <a:ea typeface="+mj-ea"/>
                          <a:cs typeface="Arial" panose="020B0604020202020204" pitchFamily="34" charset="0"/>
                        </a:rPr>
                        <a:t>4.  Measurement procedure</a:t>
                      </a:r>
                      <a:r>
                        <a:rPr lang="zh-CN" altLang="en-US" dirty="0">
                          <a:latin typeface="Arial" panose="020B0604020202020204" pitchFamily="34" charset="0"/>
                          <a:ea typeface="+mj-ea"/>
                          <a:cs typeface="Arial" panose="020B0604020202020204" pitchFamily="34" charset="0"/>
                        </a:rPr>
                        <a:t>：</a:t>
                      </a:r>
                      <a:endParaRPr lang="en-US" altLang="zh-CN" dirty="0">
                        <a:latin typeface="Arial" panose="020B0604020202020204" pitchFamily="34" charset="0"/>
                        <a:ea typeface="+mj-ea"/>
                        <a:cs typeface="Arial" panose="020B0604020202020204" pitchFamily="34" charset="0"/>
                      </a:endParaRPr>
                    </a:p>
                    <a:p>
                      <a:pPr marL="0" marR="0" indent="0" algn="l" defTabSz="819150" rtl="0" latinLnBrk="0">
                        <a:lnSpc>
                          <a:spcPct val="100000"/>
                        </a:lnSpc>
                        <a:spcBef>
                          <a:spcPts val="0"/>
                        </a:spcBef>
                        <a:spcAft>
                          <a:spcPts val="0"/>
                        </a:spcAft>
                        <a:buClrTx/>
                        <a:buSzPct val="100000"/>
                        <a:buFontTx/>
                        <a:buNone/>
                        <a:defRPr sz="1800"/>
                      </a:pPr>
                      <a:r>
                        <a:rPr lang="en-US" altLang="zh-CN" sz="1700" b="0" i="0" u="none" strike="noStrike" cap="none" spc="0" baseline="0" dirty="0">
                          <a:ln>
                            <a:noFill/>
                          </a:ln>
                          <a:solidFill>
                            <a:schemeClr val="tx1"/>
                          </a:solidFill>
                          <a:uFillTx/>
                          <a:latin typeface="Arial" panose="020B0604020202020204" pitchFamily="34" charset="0"/>
                          <a:ea typeface="+mn-ea"/>
                          <a:cs typeface="Arial" panose="020B0604020202020204" pitchFamily="34" charset="0"/>
                          <a:sym typeface="Helvetica Neue Thin" panose="02000503000000020004"/>
                        </a:rPr>
                        <a:t>a.</a:t>
                      </a:r>
                      <a:r>
                        <a:rPr lang="zh-CN" altLang="en-US" sz="1700" b="0" i="0" u="none" strike="noStrike" cap="none" spc="0" baseline="0" dirty="0">
                          <a:ln>
                            <a:noFill/>
                          </a:ln>
                          <a:solidFill>
                            <a:schemeClr val="tx1"/>
                          </a:solidFill>
                          <a:uFillTx/>
                          <a:latin typeface="Arial" panose="020B0604020202020204" pitchFamily="34" charset="0"/>
                          <a:ea typeface="+mn-ea"/>
                          <a:cs typeface="Arial" panose="020B0604020202020204" pitchFamily="34" charset="0"/>
                          <a:sym typeface="Helvetica Neue Thin" panose="02000503000000020004"/>
                        </a:rPr>
                        <a:t>校正：</a:t>
                      </a:r>
                      <a:r>
                        <a:rPr lang="en-US" altLang="zh-CN" sz="1700" b="0" i="0" u="none" strike="noStrike" cap="none" spc="0" baseline="0" dirty="0">
                          <a:ln>
                            <a:noFill/>
                          </a:ln>
                          <a:solidFill>
                            <a:schemeClr val="tx1"/>
                          </a:solidFill>
                          <a:uFillTx/>
                          <a:latin typeface="Arial" panose="020B0604020202020204" pitchFamily="34" charset="0"/>
                          <a:ea typeface="+mn-ea"/>
                          <a:cs typeface="Arial" panose="020B0604020202020204" pitchFamily="34" charset="0"/>
                          <a:sym typeface="Helvetica Neue Thin" panose="02000503000000020004"/>
                        </a:rPr>
                        <a:t>1)</a:t>
                      </a:r>
                      <a:r>
                        <a:rPr lang="zh-CN" altLang="en-US" sz="1700" b="0" i="0" u="none" strike="noStrike" cap="none" spc="0" baseline="0" dirty="0">
                          <a:ln>
                            <a:noFill/>
                          </a:ln>
                          <a:solidFill>
                            <a:schemeClr val="tx1"/>
                          </a:solidFill>
                          <a:uFillTx/>
                          <a:latin typeface="Arial" panose="020B0604020202020204" pitchFamily="34" charset="0"/>
                          <a:ea typeface="+mn-ea"/>
                          <a:cs typeface="Arial" panose="020B0604020202020204" pitchFamily="34" charset="0"/>
                          <a:sym typeface="Helvetica Neue Thin" panose="02000503000000020004"/>
                        </a:rPr>
                        <a:t>打开设备电源开关，预热</a:t>
                      </a:r>
                      <a:r>
                        <a:rPr lang="en-US" altLang="zh-CN" sz="1700" b="0" i="0" u="none" strike="noStrike" cap="none" spc="0" baseline="0" dirty="0">
                          <a:ln>
                            <a:noFill/>
                          </a:ln>
                          <a:solidFill>
                            <a:schemeClr val="tx1"/>
                          </a:solidFill>
                          <a:uFillTx/>
                          <a:latin typeface="Arial" panose="020B0604020202020204" pitchFamily="34" charset="0"/>
                          <a:ea typeface="+mn-ea"/>
                          <a:cs typeface="Arial" panose="020B0604020202020204" pitchFamily="34" charset="0"/>
                          <a:sym typeface="Helvetica Neue Thin" panose="02000503000000020004"/>
                        </a:rPr>
                        <a:t>15</a:t>
                      </a:r>
                      <a:r>
                        <a:rPr lang="zh-CN" altLang="en-US" sz="1700" b="0" i="0" u="none" strike="noStrike" cap="none" spc="0" baseline="0" dirty="0">
                          <a:ln>
                            <a:noFill/>
                          </a:ln>
                          <a:solidFill>
                            <a:schemeClr val="tx1"/>
                          </a:solidFill>
                          <a:uFillTx/>
                          <a:latin typeface="Arial" panose="020B0604020202020204" pitchFamily="34" charset="0"/>
                          <a:ea typeface="+mn-ea"/>
                          <a:cs typeface="Arial" panose="020B0604020202020204" pitchFamily="34" charset="0"/>
                          <a:sym typeface="Helvetica Neue Thin" panose="02000503000000020004"/>
                        </a:rPr>
                        <a:t>分钟，调节面板的</a:t>
                      </a:r>
                      <a:r>
                        <a:rPr lang="en-US" altLang="zh-CN" sz="1700" b="0" i="0" u="none" strike="noStrike" cap="none" spc="0" baseline="0" dirty="0">
                          <a:ln>
                            <a:noFill/>
                          </a:ln>
                          <a:solidFill>
                            <a:schemeClr val="tx1"/>
                          </a:solidFill>
                          <a:uFillTx/>
                          <a:latin typeface="Arial" panose="020B0604020202020204" pitchFamily="34" charset="0"/>
                          <a:ea typeface="+mn-ea"/>
                          <a:cs typeface="Arial" panose="020B0604020202020204" pitchFamily="34" charset="0"/>
                          <a:sym typeface="Helvetica Neue Thin" panose="02000503000000020004"/>
                        </a:rPr>
                        <a:t>X-ADJ，Y-ADJ，Z-ADJ</a:t>
                      </a:r>
                      <a:r>
                        <a:rPr lang="zh-CN" altLang="en-US" sz="1700" b="0" i="0" u="none" strike="noStrike" cap="none" spc="0" baseline="0" dirty="0">
                          <a:ln>
                            <a:noFill/>
                          </a:ln>
                          <a:solidFill>
                            <a:schemeClr val="tx1"/>
                          </a:solidFill>
                          <a:uFillTx/>
                          <a:latin typeface="Arial" panose="020B0604020202020204" pitchFamily="34" charset="0"/>
                          <a:ea typeface="+mn-ea"/>
                          <a:cs typeface="Arial" panose="020B0604020202020204" pitchFamily="34" charset="0"/>
                          <a:sym typeface="Helvetica Neue Thin" panose="02000503000000020004"/>
                        </a:rPr>
                        <a:t>分别使数据跳动幅度变小，</a:t>
                      </a:r>
                      <a:r>
                        <a:rPr lang="en-US" altLang="zh-CN" sz="1700" b="0" i="0" u="none" strike="noStrike" cap="none" spc="0" baseline="0" dirty="0">
                          <a:ln>
                            <a:noFill/>
                          </a:ln>
                          <a:solidFill>
                            <a:schemeClr val="tx1"/>
                          </a:solidFill>
                          <a:uFillTx/>
                          <a:latin typeface="Arial" panose="020B0604020202020204" pitchFamily="34" charset="0"/>
                          <a:ea typeface="+mn-ea"/>
                          <a:cs typeface="Arial" panose="020B0604020202020204" pitchFamily="34" charset="0"/>
                          <a:sym typeface="Helvetica Neue Thin" panose="02000503000000020004"/>
                        </a:rPr>
                        <a:t>1</a:t>
                      </a:r>
                      <a:r>
                        <a:rPr lang="zh-CN" altLang="en-US" sz="1700" b="0" i="0" u="none" strike="noStrike" cap="none" spc="0" baseline="0" dirty="0">
                          <a:ln>
                            <a:noFill/>
                          </a:ln>
                          <a:solidFill>
                            <a:schemeClr val="tx1"/>
                          </a:solidFill>
                          <a:uFillTx/>
                          <a:latin typeface="Arial" panose="020B0604020202020204" pitchFamily="34" charset="0"/>
                          <a:ea typeface="+mn-ea"/>
                          <a:cs typeface="Arial" panose="020B0604020202020204" pitchFamily="34" charset="0"/>
                          <a:sym typeface="Helvetica Neue Thin" panose="02000503000000020004"/>
                        </a:rPr>
                        <a:t>秒内跳动</a:t>
                      </a:r>
                      <a:r>
                        <a:rPr lang="en-US" altLang="zh-CN" sz="1700" b="0" i="0" u="none" strike="noStrike" cap="none" spc="0" baseline="0" dirty="0">
                          <a:ln>
                            <a:noFill/>
                          </a:ln>
                          <a:solidFill>
                            <a:schemeClr val="tx1"/>
                          </a:solidFill>
                          <a:uFillTx/>
                          <a:latin typeface="Arial" panose="020B0604020202020204" pitchFamily="34" charset="0"/>
                          <a:ea typeface="+mn-ea"/>
                          <a:cs typeface="Arial" panose="020B0604020202020204" pitchFamily="34" charset="0"/>
                          <a:sym typeface="Helvetica Neue Thin" panose="02000503000000020004"/>
                        </a:rPr>
                        <a:t>0.0005mWb</a:t>
                      </a:r>
                      <a:r>
                        <a:rPr lang="zh-CN" altLang="en-US" sz="1700" b="0" i="0" u="none" strike="noStrike" cap="none" spc="0" baseline="0" dirty="0">
                          <a:ln>
                            <a:noFill/>
                          </a:ln>
                          <a:solidFill>
                            <a:schemeClr val="tx1"/>
                          </a:solidFill>
                          <a:uFillTx/>
                          <a:latin typeface="Arial" panose="020B0604020202020204" pitchFamily="34" charset="0"/>
                          <a:ea typeface="+mn-ea"/>
                          <a:cs typeface="Arial" panose="020B0604020202020204" pitchFamily="34" charset="0"/>
                          <a:sym typeface="Helvetica Neue Thin" panose="02000503000000020004"/>
                        </a:rPr>
                        <a:t>即判定调漂完成</a:t>
                      </a:r>
                      <a:r>
                        <a:rPr lang="en-US" altLang="zh-CN" sz="1700" b="0" i="0" u="none" strike="noStrike" cap="none" spc="0" baseline="0" dirty="0">
                          <a:ln>
                            <a:noFill/>
                          </a:ln>
                          <a:solidFill>
                            <a:schemeClr val="tx1"/>
                          </a:solidFill>
                          <a:uFillTx/>
                          <a:latin typeface="Arial" panose="020B0604020202020204" pitchFamily="34" charset="0"/>
                          <a:ea typeface="+mn-ea"/>
                          <a:cs typeface="Arial" panose="020B0604020202020204" pitchFamily="34" charset="0"/>
                          <a:sym typeface="Helvetica Neue Thin" panose="02000503000000020004"/>
                        </a:rPr>
                        <a:t>(Pic1) </a:t>
                      </a:r>
                      <a:r>
                        <a:rPr lang="zh-CN" altLang="en-US" sz="1700" b="0" i="0" u="none" strike="noStrike" cap="none" spc="0" baseline="0" dirty="0">
                          <a:ln>
                            <a:noFill/>
                          </a:ln>
                          <a:solidFill>
                            <a:schemeClr val="tx1"/>
                          </a:solidFill>
                          <a:uFillTx/>
                          <a:latin typeface="Arial" panose="020B0604020202020204" pitchFamily="34" charset="0"/>
                          <a:ea typeface="+mn-ea"/>
                          <a:cs typeface="Arial" panose="020B0604020202020204" pitchFamily="34" charset="0"/>
                          <a:sym typeface="Helvetica Neue Thin" panose="02000503000000020004"/>
                        </a:rPr>
                        <a:t>； </a:t>
                      </a:r>
                      <a:r>
                        <a:rPr lang="en-US" altLang="zh-CN" sz="1700" b="0" i="0" u="none" strike="noStrike" cap="none" spc="0" baseline="0" dirty="0">
                          <a:ln>
                            <a:noFill/>
                          </a:ln>
                          <a:solidFill>
                            <a:schemeClr val="tx1"/>
                          </a:solidFill>
                          <a:uFillTx/>
                          <a:latin typeface="Arial" panose="020B0604020202020204" pitchFamily="34" charset="0"/>
                          <a:ea typeface="+mn-ea"/>
                          <a:cs typeface="Arial" panose="020B0604020202020204" pitchFamily="34" charset="0"/>
                          <a:sym typeface="Helvetica Neue Thin" panose="02000503000000020004"/>
                        </a:rPr>
                        <a:t>2</a:t>
                      </a:r>
                      <a:r>
                        <a:rPr lang="zh-CN" altLang="en-US" sz="1700" b="0" i="0" u="none" strike="noStrike" cap="none" spc="0" baseline="0" dirty="0">
                          <a:ln>
                            <a:noFill/>
                          </a:ln>
                          <a:solidFill>
                            <a:schemeClr val="tx1"/>
                          </a:solidFill>
                          <a:uFillTx/>
                          <a:latin typeface="Arial" panose="020B0604020202020204" pitchFamily="34" charset="0"/>
                          <a:ea typeface="+mn-ea"/>
                          <a:cs typeface="Arial" panose="020B0604020202020204" pitchFamily="34" charset="0"/>
                          <a:sym typeface="Helvetica Neue Thin" panose="02000503000000020004"/>
                        </a:rPr>
                        <a:t>）标样放在测试治具上</a:t>
                      </a:r>
                      <a:r>
                        <a:rPr lang="en-US" altLang="zh-CN" sz="1700" b="0" i="0" u="none" strike="noStrike" cap="none" spc="0" baseline="0" dirty="0">
                          <a:ln>
                            <a:noFill/>
                          </a:ln>
                          <a:solidFill>
                            <a:schemeClr val="tx1"/>
                          </a:solidFill>
                          <a:uFillTx/>
                          <a:latin typeface="Arial" panose="020B0604020202020204" pitchFamily="34" charset="0"/>
                          <a:ea typeface="+mn-ea"/>
                          <a:cs typeface="Arial" panose="020B0604020202020204" pitchFamily="34" charset="0"/>
                          <a:sym typeface="Helvetica Neue Thin" panose="02000503000000020004"/>
                        </a:rPr>
                        <a:t>,</a:t>
                      </a:r>
                      <a:r>
                        <a:rPr lang="zh-CN" altLang="en-US" sz="1700" b="0" i="0" u="none" strike="noStrike" cap="none" spc="0" baseline="0" dirty="0">
                          <a:ln>
                            <a:noFill/>
                          </a:ln>
                          <a:solidFill>
                            <a:schemeClr val="tx1"/>
                          </a:solidFill>
                          <a:uFillTx/>
                          <a:latin typeface="Arial" panose="020B0604020202020204" pitchFamily="34" charset="0"/>
                          <a:ea typeface="+mn-ea"/>
                          <a:cs typeface="Arial" panose="020B0604020202020204" pitchFamily="34" charset="0"/>
                          <a:sym typeface="Helvetica Neue Thin" panose="02000503000000020004"/>
                        </a:rPr>
                        <a:t>治具放入线圈中</a:t>
                      </a:r>
                      <a:r>
                        <a:rPr lang="en-US" altLang="zh-CN" sz="1700" b="0" i="0" u="none" strike="noStrike" cap="none" spc="0" baseline="0" dirty="0">
                          <a:ln>
                            <a:noFill/>
                          </a:ln>
                          <a:solidFill>
                            <a:schemeClr val="tx1"/>
                          </a:solidFill>
                          <a:uFillTx/>
                          <a:latin typeface="Arial" panose="020B0604020202020204" pitchFamily="34" charset="0"/>
                          <a:ea typeface="+mn-ea"/>
                          <a:cs typeface="Arial" panose="020B0604020202020204" pitchFamily="34" charset="0"/>
                          <a:sym typeface="Helvetica Neue Thin" panose="02000503000000020004"/>
                        </a:rPr>
                        <a:t>,</a:t>
                      </a:r>
                      <a:r>
                        <a:rPr lang="zh-CN" altLang="en-US" sz="1700" b="0" i="0" u="none" strike="noStrike" cap="none" spc="0" baseline="0" dirty="0">
                          <a:ln>
                            <a:noFill/>
                          </a:ln>
                          <a:solidFill>
                            <a:schemeClr val="tx1"/>
                          </a:solidFill>
                          <a:uFillTx/>
                          <a:latin typeface="Arial" panose="020B0604020202020204" pitchFamily="34" charset="0"/>
                          <a:ea typeface="+mn-ea"/>
                          <a:cs typeface="Arial" panose="020B0604020202020204" pitchFamily="34" charset="0"/>
                          <a:sym typeface="Helvetica Neue Thin" panose="02000503000000020004"/>
                        </a:rPr>
                        <a:t>先按红色的“</a:t>
                      </a:r>
                      <a:r>
                        <a:rPr lang="en-US" altLang="zh-CN" sz="1700" b="0" i="0" u="none" strike="noStrike" cap="none" spc="0" baseline="0" dirty="0">
                          <a:ln>
                            <a:noFill/>
                          </a:ln>
                          <a:solidFill>
                            <a:schemeClr val="tx1"/>
                          </a:solidFill>
                          <a:uFillTx/>
                          <a:latin typeface="Arial" panose="020B0604020202020204" pitchFamily="34" charset="0"/>
                          <a:ea typeface="+mn-ea"/>
                          <a:cs typeface="Arial" panose="020B0604020202020204" pitchFamily="34" charset="0"/>
                          <a:sym typeface="Helvetica Neue Thin" panose="02000503000000020004"/>
                        </a:rPr>
                        <a:t>Rest”</a:t>
                      </a:r>
                      <a:r>
                        <a:rPr lang="zh-CN" altLang="en-US" sz="1700" b="0" i="0" u="none" strike="noStrike" cap="none" spc="0" baseline="0" dirty="0">
                          <a:ln>
                            <a:noFill/>
                          </a:ln>
                          <a:solidFill>
                            <a:schemeClr val="tx1"/>
                          </a:solidFill>
                          <a:uFillTx/>
                          <a:latin typeface="Arial" panose="020B0604020202020204" pitchFamily="34" charset="0"/>
                          <a:ea typeface="+mn-ea"/>
                          <a:cs typeface="Arial" panose="020B0604020202020204" pitchFamily="34" charset="0"/>
                          <a:sym typeface="Helvetica Neue Thin" panose="02000503000000020004"/>
                        </a:rPr>
                        <a:t>键</a:t>
                      </a:r>
                      <a:r>
                        <a:rPr lang="en-US" altLang="zh-CN" sz="1700" b="0" i="0" u="none" strike="noStrike" cap="none" spc="0" baseline="0" dirty="0">
                          <a:ln>
                            <a:noFill/>
                          </a:ln>
                          <a:solidFill>
                            <a:schemeClr val="tx1"/>
                          </a:solidFill>
                          <a:uFillTx/>
                          <a:latin typeface="Arial" panose="020B0604020202020204" pitchFamily="34" charset="0"/>
                          <a:ea typeface="+mn-ea"/>
                          <a:cs typeface="Arial" panose="020B0604020202020204" pitchFamily="34" charset="0"/>
                          <a:sym typeface="Helvetica Neue Thin" panose="02000503000000020004"/>
                        </a:rPr>
                        <a:t>,</a:t>
                      </a:r>
                      <a:r>
                        <a:rPr lang="zh-CN" altLang="en-US" sz="1700" b="0" i="0" u="none" strike="noStrike" cap="none" spc="0" baseline="0" dirty="0">
                          <a:ln>
                            <a:noFill/>
                          </a:ln>
                          <a:solidFill>
                            <a:schemeClr val="tx1"/>
                          </a:solidFill>
                          <a:uFillTx/>
                          <a:latin typeface="Arial" panose="020B0604020202020204" pitchFamily="34" charset="0"/>
                          <a:ea typeface="+mn-ea"/>
                          <a:cs typeface="Arial" panose="020B0604020202020204" pitchFamily="34" charset="0"/>
                          <a:sym typeface="Helvetica Neue Thin" panose="02000503000000020004"/>
                        </a:rPr>
                        <a:t>使</a:t>
                      </a:r>
                      <a:r>
                        <a:rPr lang="en-US" altLang="zh-CN" sz="1700" b="0" i="0" u="none" strike="noStrike" cap="none" spc="0" baseline="0" dirty="0">
                          <a:ln>
                            <a:noFill/>
                          </a:ln>
                          <a:solidFill>
                            <a:schemeClr val="tx1"/>
                          </a:solidFill>
                          <a:uFillTx/>
                          <a:latin typeface="Arial" panose="020B0604020202020204" pitchFamily="34" charset="0"/>
                          <a:ea typeface="+mn-ea"/>
                          <a:cs typeface="Arial" panose="020B0604020202020204" pitchFamily="34" charset="0"/>
                          <a:sym typeface="Helvetica Neue Thin" panose="02000503000000020004"/>
                        </a:rPr>
                        <a:t>XYZ</a:t>
                      </a:r>
                      <a:r>
                        <a:rPr lang="zh-CN" altLang="en-US" sz="1700" b="0" i="0" u="none" strike="noStrike" cap="none" spc="0" baseline="0" dirty="0">
                          <a:ln>
                            <a:noFill/>
                          </a:ln>
                          <a:solidFill>
                            <a:schemeClr val="tx1"/>
                          </a:solidFill>
                          <a:uFillTx/>
                          <a:latin typeface="Arial" panose="020B0604020202020204" pitchFamily="34" charset="0"/>
                          <a:ea typeface="+mn-ea"/>
                          <a:cs typeface="Arial" panose="020B0604020202020204" pitchFamily="34" charset="0"/>
                          <a:sym typeface="Helvetica Neue Thin" panose="02000503000000020004"/>
                        </a:rPr>
                        <a:t>读数清零</a:t>
                      </a:r>
                      <a:r>
                        <a:rPr lang="en-US" altLang="zh-CN" sz="1700" b="0" i="0" u="none" strike="noStrike" cap="none" spc="0" baseline="0" dirty="0">
                          <a:ln>
                            <a:noFill/>
                          </a:ln>
                          <a:solidFill>
                            <a:schemeClr val="tx1"/>
                          </a:solidFill>
                          <a:uFillTx/>
                          <a:latin typeface="Arial" panose="020B0604020202020204" pitchFamily="34" charset="0"/>
                          <a:ea typeface="+mn-ea"/>
                          <a:cs typeface="Arial" panose="020B0604020202020204" pitchFamily="34" charset="0"/>
                          <a:sym typeface="Helvetica Neue Thin" panose="02000503000000020004"/>
                        </a:rPr>
                        <a:t>;</a:t>
                      </a:r>
                      <a:r>
                        <a:rPr lang="zh-CN" altLang="en-US" sz="1700" b="0" i="0" u="none" strike="noStrike" cap="none" spc="0" baseline="0" dirty="0">
                          <a:ln>
                            <a:noFill/>
                          </a:ln>
                          <a:solidFill>
                            <a:schemeClr val="tx1"/>
                          </a:solidFill>
                          <a:uFillTx/>
                          <a:latin typeface="Arial" panose="020B0604020202020204" pitchFamily="34" charset="0"/>
                          <a:ea typeface="+mn-ea"/>
                          <a:cs typeface="Arial" panose="020B0604020202020204" pitchFamily="34" charset="0"/>
                          <a:sym typeface="Helvetica Neue Thin" panose="02000503000000020004"/>
                        </a:rPr>
                        <a:t>再按</a:t>
                      </a:r>
                      <a:r>
                        <a:rPr lang="en-US" altLang="zh-CN" sz="1700" b="0" i="0" u="none" strike="noStrike" cap="none" spc="0" baseline="0" dirty="0">
                          <a:ln>
                            <a:noFill/>
                          </a:ln>
                          <a:solidFill>
                            <a:schemeClr val="tx1"/>
                          </a:solidFill>
                          <a:uFillTx/>
                          <a:latin typeface="Arial" panose="020B0604020202020204" pitchFamily="34" charset="0"/>
                          <a:ea typeface="+mn-ea"/>
                          <a:cs typeface="Arial" panose="020B0604020202020204" pitchFamily="34" charset="0"/>
                          <a:sym typeface="Helvetica Neue Thin" panose="02000503000000020004"/>
                        </a:rPr>
                        <a:t>”Zero”</a:t>
                      </a:r>
                      <a:r>
                        <a:rPr lang="zh-CN" altLang="en-US" sz="1700" b="0" i="0" u="none" strike="noStrike" cap="none" spc="0" baseline="0" dirty="0">
                          <a:ln>
                            <a:noFill/>
                          </a:ln>
                          <a:solidFill>
                            <a:schemeClr val="tx1"/>
                          </a:solidFill>
                          <a:uFillTx/>
                          <a:latin typeface="Arial" panose="020B0604020202020204" pitchFamily="34" charset="0"/>
                          <a:ea typeface="+mn-ea"/>
                          <a:cs typeface="Arial" panose="020B0604020202020204" pitchFamily="34" charset="0"/>
                          <a:sym typeface="Helvetica Neue Thin" panose="02000503000000020004"/>
                        </a:rPr>
                        <a:t>键归零</a:t>
                      </a:r>
                      <a:r>
                        <a:rPr lang="en-US" altLang="zh-CN" sz="1700" b="0" i="0" u="none" strike="noStrike" cap="none" spc="0" baseline="0" dirty="0">
                          <a:ln>
                            <a:noFill/>
                          </a:ln>
                          <a:solidFill>
                            <a:schemeClr val="tx1"/>
                          </a:solidFill>
                          <a:uFillTx/>
                          <a:latin typeface="Arial" panose="020B0604020202020204" pitchFamily="34" charset="0"/>
                          <a:ea typeface="+mn-ea"/>
                          <a:cs typeface="Arial" panose="020B0604020202020204" pitchFamily="34" charset="0"/>
                          <a:sym typeface="Helvetica Neue Thin" panose="02000503000000020004"/>
                        </a:rPr>
                        <a:t>(Pic2) </a:t>
                      </a:r>
                      <a:r>
                        <a:rPr lang="zh-CN" altLang="en-US" sz="1700" b="0" i="0" u="none" strike="noStrike" cap="none" spc="0" baseline="0" dirty="0">
                          <a:ln>
                            <a:noFill/>
                          </a:ln>
                          <a:solidFill>
                            <a:schemeClr val="tx1"/>
                          </a:solidFill>
                          <a:uFillTx/>
                          <a:latin typeface="Arial" panose="020B0604020202020204" pitchFamily="34" charset="0"/>
                          <a:ea typeface="+mn-ea"/>
                          <a:cs typeface="Arial" panose="020B0604020202020204" pitchFamily="34" charset="0"/>
                          <a:sym typeface="Helvetica Neue Thin" panose="02000503000000020004"/>
                        </a:rPr>
                        <a:t>，将产品水平拉出线圈</a:t>
                      </a:r>
                      <a:r>
                        <a:rPr lang="en-US" altLang="zh-CN" sz="1700" b="0" i="0" u="none" strike="noStrike" cap="none" spc="0" baseline="0" dirty="0">
                          <a:ln>
                            <a:noFill/>
                          </a:ln>
                          <a:solidFill>
                            <a:schemeClr val="tx1"/>
                          </a:solidFill>
                          <a:uFillTx/>
                          <a:latin typeface="Arial" panose="020B0604020202020204" pitchFamily="34" charset="0"/>
                          <a:ea typeface="+mn-ea"/>
                          <a:cs typeface="Arial" panose="020B0604020202020204" pitchFamily="34" charset="0"/>
                          <a:sym typeface="Helvetica Neue Thin" panose="02000503000000020004"/>
                        </a:rPr>
                        <a:t>600mm</a:t>
                      </a:r>
                      <a:r>
                        <a:rPr lang="zh-CN" altLang="en-US" sz="1700" b="0" i="0" u="none" strike="noStrike" cap="none" spc="0" baseline="0" dirty="0">
                          <a:ln>
                            <a:noFill/>
                          </a:ln>
                          <a:solidFill>
                            <a:schemeClr val="tx1"/>
                          </a:solidFill>
                          <a:uFillTx/>
                          <a:latin typeface="Arial" panose="020B0604020202020204" pitchFamily="34" charset="0"/>
                          <a:ea typeface="+mn-ea"/>
                          <a:cs typeface="Arial" panose="020B0604020202020204" pitchFamily="34" charset="0"/>
                          <a:sym typeface="Helvetica Neue Thin" panose="02000503000000020004"/>
                        </a:rPr>
                        <a:t>外</a:t>
                      </a:r>
                      <a:r>
                        <a:rPr lang="en-US" altLang="zh-CN" sz="1700" b="0" i="0" u="none" strike="noStrike" cap="none" spc="0" baseline="0" dirty="0">
                          <a:ln>
                            <a:noFill/>
                          </a:ln>
                          <a:solidFill>
                            <a:schemeClr val="tx1"/>
                          </a:solidFill>
                          <a:uFillTx/>
                          <a:latin typeface="Arial" panose="020B0604020202020204" pitchFamily="34" charset="0"/>
                          <a:ea typeface="+mn-ea"/>
                          <a:cs typeface="Arial" panose="020B0604020202020204" pitchFamily="34" charset="0"/>
                          <a:sym typeface="Helvetica Neue Thin" panose="02000503000000020004"/>
                        </a:rPr>
                        <a:t>,</a:t>
                      </a:r>
                      <a:r>
                        <a:rPr lang="zh-CN" altLang="en-US" sz="1700" b="0" i="0" u="none" strike="noStrike" cap="none" spc="0" baseline="0" dirty="0">
                          <a:ln>
                            <a:noFill/>
                          </a:ln>
                          <a:solidFill>
                            <a:schemeClr val="tx1"/>
                          </a:solidFill>
                          <a:uFillTx/>
                          <a:latin typeface="Arial" panose="020B0604020202020204" pitchFamily="34" charset="0"/>
                          <a:ea typeface="+mn-ea"/>
                          <a:cs typeface="Arial" panose="020B0604020202020204" pitchFamily="34" charset="0"/>
                          <a:sym typeface="Helvetica Neue Thin" panose="02000503000000020004"/>
                        </a:rPr>
                        <a:t>按“</a:t>
                      </a:r>
                      <a:r>
                        <a:rPr lang="en-US" altLang="zh-CN" sz="1700" b="0" i="0" u="none" strike="noStrike" cap="none" spc="0" baseline="0" dirty="0">
                          <a:ln>
                            <a:noFill/>
                          </a:ln>
                          <a:solidFill>
                            <a:schemeClr val="tx1"/>
                          </a:solidFill>
                          <a:uFillTx/>
                          <a:latin typeface="Arial" panose="020B0604020202020204" pitchFamily="34" charset="0"/>
                          <a:ea typeface="+mn-ea"/>
                          <a:cs typeface="Arial" panose="020B0604020202020204" pitchFamily="34" charset="0"/>
                          <a:sym typeface="Helvetica Neue Thin" panose="02000503000000020004"/>
                        </a:rPr>
                        <a:t>Test”</a:t>
                      </a:r>
                      <a:r>
                        <a:rPr lang="zh-CN" altLang="en-US" sz="1700" b="0" i="0" u="none" strike="noStrike" cap="none" spc="0" baseline="0" dirty="0">
                          <a:ln>
                            <a:noFill/>
                          </a:ln>
                          <a:solidFill>
                            <a:schemeClr val="tx1"/>
                          </a:solidFill>
                          <a:uFillTx/>
                          <a:latin typeface="Arial" panose="020B0604020202020204" pitchFamily="34" charset="0"/>
                          <a:ea typeface="+mn-ea"/>
                          <a:cs typeface="Arial" panose="020B0604020202020204" pitchFamily="34" charset="0"/>
                          <a:sym typeface="Helvetica Neue Thin" panose="02000503000000020004"/>
                        </a:rPr>
                        <a:t>测出结果；</a:t>
                      </a:r>
                      <a:r>
                        <a:rPr lang="en-US" altLang="zh-CN" sz="1700" b="0" i="0" u="none" strike="noStrike" cap="none" spc="0" baseline="0" dirty="0">
                          <a:ln>
                            <a:noFill/>
                          </a:ln>
                          <a:solidFill>
                            <a:schemeClr val="tx1"/>
                          </a:solidFill>
                          <a:uFillTx/>
                          <a:latin typeface="Arial" panose="020B0604020202020204" pitchFamily="34" charset="0"/>
                          <a:ea typeface="+mn-ea"/>
                          <a:cs typeface="Arial" panose="020B0604020202020204" pitchFamily="34" charset="0"/>
                          <a:sym typeface="Helvetica Neue Thin" panose="02000503000000020004"/>
                        </a:rPr>
                        <a:t>3</a:t>
                      </a:r>
                      <a:r>
                        <a:rPr lang="zh-CN" altLang="en-US" sz="1700" b="0" i="0" u="none" strike="noStrike" cap="none" spc="0" baseline="0" dirty="0">
                          <a:ln>
                            <a:noFill/>
                          </a:ln>
                          <a:solidFill>
                            <a:schemeClr val="tx1"/>
                          </a:solidFill>
                          <a:uFillTx/>
                          <a:latin typeface="Arial" panose="020B0604020202020204" pitchFamily="34" charset="0"/>
                          <a:ea typeface="+mn-ea"/>
                          <a:cs typeface="Arial" panose="020B0604020202020204" pitchFamily="34" charset="0"/>
                          <a:sym typeface="Helvetica Neue Thin" panose="02000503000000020004"/>
                        </a:rPr>
                        <a:t>）标样磁矩标准公差</a:t>
                      </a:r>
                      <a:r>
                        <a:rPr lang="en-US" altLang="zh-CN" sz="1700" b="0" i="0" u="none" strike="noStrike" cap="none" spc="0" baseline="0" dirty="0">
                          <a:ln>
                            <a:noFill/>
                          </a:ln>
                          <a:solidFill>
                            <a:schemeClr val="tx1"/>
                          </a:solidFill>
                          <a:uFillTx/>
                          <a:latin typeface="Arial" panose="020B0604020202020204" pitchFamily="34" charset="0"/>
                          <a:ea typeface="+mn-ea"/>
                          <a:cs typeface="Arial" panose="020B0604020202020204" pitchFamily="34" charset="0"/>
                          <a:sym typeface="Helvetica Neue Thin" panose="02000503000000020004"/>
                        </a:rPr>
                        <a:t>±0.3%(Pic3) </a:t>
                      </a:r>
                      <a:r>
                        <a:rPr lang="zh-CN" altLang="en-US" sz="1700" b="0" i="0" u="none" strike="noStrike" cap="none" spc="0" baseline="0" dirty="0">
                          <a:ln>
                            <a:noFill/>
                          </a:ln>
                          <a:solidFill>
                            <a:schemeClr val="tx1"/>
                          </a:solidFill>
                          <a:uFillTx/>
                          <a:latin typeface="Arial" panose="020B0604020202020204" pitchFamily="34" charset="0"/>
                          <a:ea typeface="+mn-ea"/>
                          <a:cs typeface="Arial" panose="020B0604020202020204" pitchFamily="34" charset="0"/>
                          <a:sym typeface="Helvetica Neue Thin" panose="02000503000000020004"/>
                        </a:rPr>
                        <a:t>；</a:t>
                      </a:r>
                      <a:r>
                        <a:rPr lang="en-US" altLang="zh-CN" sz="1700" b="0" i="0" u="none" strike="noStrike" cap="none" spc="0" baseline="0" dirty="0">
                          <a:ln>
                            <a:noFill/>
                          </a:ln>
                          <a:solidFill>
                            <a:schemeClr val="tx1"/>
                          </a:solidFill>
                          <a:uFillTx/>
                          <a:latin typeface="Arial" panose="020B0604020202020204" pitchFamily="34" charset="0"/>
                          <a:ea typeface="+mn-ea"/>
                          <a:cs typeface="Arial" panose="020B0604020202020204" pitchFamily="34" charset="0"/>
                          <a:sym typeface="Helvetica Neue Thin" panose="02000503000000020004"/>
                        </a:rPr>
                        <a:t>4</a:t>
                      </a:r>
                      <a:r>
                        <a:rPr lang="zh-CN" altLang="en-US" sz="1700" b="0" i="0" u="none" strike="noStrike" cap="none" spc="0" baseline="0" dirty="0">
                          <a:ln>
                            <a:noFill/>
                          </a:ln>
                          <a:solidFill>
                            <a:schemeClr val="tx1"/>
                          </a:solidFill>
                          <a:uFillTx/>
                          <a:latin typeface="Arial" panose="020B0604020202020204" pitchFamily="34" charset="0"/>
                          <a:ea typeface="+mn-ea"/>
                          <a:cs typeface="Arial" panose="020B0604020202020204" pitchFamily="34" charset="0"/>
                          <a:sym typeface="Helvetica Neue Thin" panose="02000503000000020004"/>
                        </a:rPr>
                        <a:t>）再测试标样</a:t>
                      </a:r>
                      <a:r>
                        <a:rPr lang="en-US" altLang="zh-CN" sz="1700" b="0" i="0" u="none" strike="noStrike" cap="none" spc="0" baseline="0" dirty="0">
                          <a:ln>
                            <a:noFill/>
                          </a:ln>
                          <a:solidFill>
                            <a:schemeClr val="tx1"/>
                          </a:solidFill>
                          <a:uFillTx/>
                          <a:latin typeface="Arial" panose="020B0604020202020204" pitchFamily="34" charset="0"/>
                          <a:ea typeface="+mn-ea"/>
                          <a:cs typeface="Arial" panose="020B0604020202020204" pitchFamily="34" charset="0"/>
                          <a:sym typeface="Helvetica Neue Thin" panose="02000503000000020004"/>
                        </a:rPr>
                        <a:t>Q1-Q5</a:t>
                      </a:r>
                      <a:r>
                        <a:rPr lang="zh-CN" altLang="en-US" sz="1700" b="0" i="0" u="none" strike="noStrike" cap="none" spc="0" baseline="0" dirty="0">
                          <a:ln>
                            <a:noFill/>
                          </a:ln>
                          <a:solidFill>
                            <a:schemeClr val="tx1"/>
                          </a:solidFill>
                          <a:uFillTx/>
                          <a:latin typeface="Arial" panose="020B0604020202020204" pitchFamily="34" charset="0"/>
                          <a:ea typeface="+mn-ea"/>
                          <a:cs typeface="Arial" panose="020B0604020202020204" pitchFamily="34" charset="0"/>
                          <a:sym typeface="Helvetica Neue Thin" panose="02000503000000020004"/>
                        </a:rPr>
                        <a:t>磁矩值在表</a:t>
                      </a:r>
                      <a:r>
                        <a:rPr lang="en-US" altLang="zh-CN" sz="1700" b="0" i="0" u="none" strike="noStrike" cap="none" spc="0" baseline="0" dirty="0">
                          <a:ln>
                            <a:noFill/>
                          </a:ln>
                          <a:solidFill>
                            <a:schemeClr val="tx1"/>
                          </a:solidFill>
                          <a:uFillTx/>
                          <a:latin typeface="Arial" panose="020B0604020202020204" pitchFamily="34" charset="0"/>
                          <a:ea typeface="+mn-ea"/>
                          <a:cs typeface="Arial" panose="020B0604020202020204" pitchFamily="34" charset="0"/>
                          <a:sym typeface="Helvetica Neue Thin" panose="02000503000000020004"/>
                        </a:rPr>
                        <a:t>1</a:t>
                      </a:r>
                      <a:r>
                        <a:rPr lang="zh-CN" altLang="en-US" sz="1700" b="0" i="0" u="none" strike="noStrike" cap="none" spc="0" baseline="0" dirty="0">
                          <a:ln>
                            <a:noFill/>
                          </a:ln>
                          <a:solidFill>
                            <a:schemeClr val="tx1"/>
                          </a:solidFill>
                          <a:uFillTx/>
                          <a:latin typeface="Arial" panose="020B0604020202020204" pitchFamily="34" charset="0"/>
                          <a:ea typeface="+mn-ea"/>
                          <a:cs typeface="Arial" panose="020B0604020202020204" pitchFamily="34" charset="0"/>
                          <a:sym typeface="Helvetica Neue Thin" panose="02000503000000020004"/>
                        </a:rPr>
                        <a:t>波动范围内</a:t>
                      </a:r>
                      <a:r>
                        <a:rPr lang="en-US" altLang="zh-CN" sz="1700" b="0" i="0" u="none" strike="noStrike" cap="none" spc="0" baseline="0" dirty="0">
                          <a:ln>
                            <a:noFill/>
                          </a:ln>
                          <a:solidFill>
                            <a:schemeClr val="tx1"/>
                          </a:solidFill>
                          <a:uFillTx/>
                          <a:latin typeface="Arial" panose="020B0604020202020204" pitchFamily="34" charset="0"/>
                          <a:ea typeface="+mn-ea"/>
                          <a:cs typeface="Arial" panose="020B0604020202020204" pitchFamily="34" charset="0"/>
                          <a:sym typeface="Helvetica Neue Thin" panose="02000503000000020004"/>
                        </a:rPr>
                        <a:t>(Pic4) </a:t>
                      </a:r>
                      <a:r>
                        <a:rPr lang="zh-CN" altLang="en-US" sz="1700" b="0" i="0" u="none" strike="noStrike" cap="none" spc="0" baseline="0" dirty="0">
                          <a:ln>
                            <a:noFill/>
                          </a:ln>
                          <a:solidFill>
                            <a:schemeClr val="tx1"/>
                          </a:solidFill>
                          <a:uFillTx/>
                          <a:latin typeface="Arial" panose="020B0604020202020204" pitchFamily="34" charset="0"/>
                          <a:ea typeface="+mn-ea"/>
                          <a:cs typeface="Arial" panose="020B0604020202020204" pitchFamily="34" charset="0"/>
                          <a:sym typeface="Helvetica Neue Thin" panose="02000503000000020004"/>
                        </a:rPr>
                        <a:t>，方可正式测试</a:t>
                      </a:r>
                      <a:r>
                        <a:rPr lang="en-US" altLang="zh-CN" sz="1700" b="0" i="0" u="none" strike="noStrike" cap="none" spc="0" baseline="0" dirty="0">
                          <a:ln>
                            <a:noFill/>
                          </a:ln>
                          <a:solidFill>
                            <a:schemeClr val="tx1"/>
                          </a:solidFill>
                          <a:uFillTx/>
                          <a:latin typeface="Arial" panose="020B0604020202020204" pitchFamily="34" charset="0"/>
                          <a:ea typeface="+mn-ea"/>
                          <a:cs typeface="Arial" panose="020B0604020202020204" pitchFamily="34" charset="0"/>
                          <a:sym typeface="Helvetica Neue Thin" panose="02000503000000020004"/>
                        </a:rPr>
                        <a:t>.</a:t>
                      </a:r>
                    </a:p>
                    <a:p>
                      <a:pPr marL="0" marR="0" indent="0" algn="l" defTabSz="819150" rtl="0" latinLnBrk="0">
                        <a:lnSpc>
                          <a:spcPct val="100000"/>
                        </a:lnSpc>
                        <a:spcBef>
                          <a:spcPts val="0"/>
                        </a:spcBef>
                        <a:spcAft>
                          <a:spcPts val="0"/>
                        </a:spcAft>
                        <a:buClrTx/>
                        <a:buSzPct val="100000"/>
                        <a:buFontTx/>
                        <a:buNone/>
                        <a:defRPr sz="1800"/>
                      </a:pPr>
                      <a:r>
                        <a:rPr lang="en-US" altLang="zh-CN" sz="1700" b="0" i="0" u="none" strike="noStrike" cap="none" spc="0" baseline="0" dirty="0">
                          <a:ln>
                            <a:noFill/>
                          </a:ln>
                          <a:solidFill>
                            <a:schemeClr val="tx1"/>
                          </a:solidFill>
                          <a:uFillTx/>
                          <a:latin typeface="Arial" panose="020B0604020202020204" pitchFamily="34" charset="0"/>
                          <a:ea typeface="+mn-ea"/>
                          <a:cs typeface="Arial" panose="020B0604020202020204" pitchFamily="34" charset="0"/>
                          <a:sym typeface="Helvetica Neue Thin" panose="02000503000000020004"/>
                        </a:rPr>
                        <a:t>b.</a:t>
                      </a:r>
                      <a:r>
                        <a:rPr lang="zh-CN" altLang="en-US" sz="1700" b="0" i="0" u="none" strike="noStrike" cap="none" spc="0" baseline="0" dirty="0">
                          <a:ln>
                            <a:noFill/>
                          </a:ln>
                          <a:solidFill>
                            <a:schemeClr val="tx1"/>
                          </a:solidFill>
                          <a:uFillTx/>
                          <a:latin typeface="Arial" panose="020B0604020202020204" pitchFamily="34" charset="0"/>
                          <a:ea typeface="+mn-ea"/>
                          <a:cs typeface="Arial" panose="020B0604020202020204" pitchFamily="34" charset="0"/>
                          <a:sym typeface="Helvetica Neue Thin" panose="02000503000000020004"/>
                        </a:rPr>
                        <a:t>夹具和产品放置：使用夹具</a:t>
                      </a:r>
                      <a:r>
                        <a:rPr lang="en-US" altLang="zh-CN" sz="1700" b="0" i="0" u="none" strike="noStrike" cap="none" spc="0" baseline="0" dirty="0">
                          <a:ln>
                            <a:noFill/>
                          </a:ln>
                          <a:solidFill>
                            <a:schemeClr val="tx1"/>
                          </a:solidFill>
                          <a:uFillTx/>
                          <a:latin typeface="Arial" panose="020B0604020202020204" pitchFamily="34" charset="0"/>
                          <a:ea typeface="+mn-ea"/>
                          <a:cs typeface="Arial" panose="020B0604020202020204" pitchFamily="34" charset="0"/>
                          <a:sym typeface="Helvetica Neue Thin" panose="02000503000000020004"/>
                        </a:rPr>
                        <a:t>1(Pic5) </a:t>
                      </a:r>
                      <a:r>
                        <a:rPr lang="zh-CN" altLang="en-US" sz="1700" b="0" i="0" u="none" strike="noStrike" cap="none" spc="0" baseline="0" dirty="0">
                          <a:ln>
                            <a:noFill/>
                          </a:ln>
                          <a:solidFill>
                            <a:schemeClr val="tx1"/>
                          </a:solidFill>
                          <a:uFillTx/>
                          <a:latin typeface="Arial" panose="020B0604020202020204" pitchFamily="34" charset="0"/>
                          <a:ea typeface="+mn-ea"/>
                          <a:cs typeface="Arial" panose="020B0604020202020204" pitchFamily="34" charset="0"/>
                          <a:sym typeface="Helvetica Neue Thin" panose="02000503000000020004"/>
                        </a:rPr>
                        <a:t>将产品嵌入到轮廓内</a:t>
                      </a:r>
                      <a:r>
                        <a:rPr lang="en-US" altLang="zh-CN" sz="1700" b="0" i="0" u="none" strike="noStrike" cap="none" spc="0" baseline="0" dirty="0">
                          <a:ln>
                            <a:noFill/>
                          </a:ln>
                          <a:solidFill>
                            <a:schemeClr val="tx1"/>
                          </a:solidFill>
                          <a:uFillTx/>
                          <a:latin typeface="Arial" panose="020B0604020202020204" pitchFamily="34" charset="0"/>
                          <a:ea typeface="+mn-ea"/>
                          <a:cs typeface="Arial" panose="020B0604020202020204" pitchFamily="34" charset="0"/>
                          <a:sym typeface="Helvetica Neue Thin" panose="02000503000000020004"/>
                        </a:rPr>
                        <a:t>(Pic6) </a:t>
                      </a:r>
                    </a:p>
                    <a:p>
                      <a:pPr marL="0" marR="0" indent="0" algn="l" defTabSz="819150" rtl="0" latinLnBrk="0">
                        <a:lnSpc>
                          <a:spcPct val="100000"/>
                        </a:lnSpc>
                        <a:spcBef>
                          <a:spcPts val="0"/>
                        </a:spcBef>
                        <a:spcAft>
                          <a:spcPts val="0"/>
                        </a:spcAft>
                        <a:buClrTx/>
                        <a:buSzPct val="100000"/>
                        <a:buFontTx/>
                        <a:buNone/>
                        <a:defRPr sz="1800"/>
                      </a:pPr>
                      <a:r>
                        <a:rPr lang="en-US" altLang="zh-CN" sz="1700" b="0" i="0" u="none" strike="noStrike" cap="none" spc="0" baseline="0" dirty="0">
                          <a:ln>
                            <a:noFill/>
                          </a:ln>
                          <a:solidFill>
                            <a:schemeClr val="tx1"/>
                          </a:solidFill>
                          <a:uFillTx/>
                          <a:latin typeface="Arial" panose="020B0604020202020204" pitchFamily="34" charset="0"/>
                          <a:ea typeface="+mn-ea"/>
                          <a:cs typeface="Arial" panose="020B0604020202020204" pitchFamily="34" charset="0"/>
                          <a:sym typeface="Helvetica Neue Thin" panose="02000503000000020004"/>
                        </a:rPr>
                        <a:t>c.</a:t>
                      </a:r>
                      <a:r>
                        <a:rPr lang="zh-CN" altLang="en-US" sz="1700" b="0" i="0" u="none" strike="noStrike" cap="none" spc="0" baseline="0" dirty="0">
                          <a:ln>
                            <a:noFill/>
                          </a:ln>
                          <a:solidFill>
                            <a:schemeClr val="tx1"/>
                          </a:solidFill>
                          <a:uFillTx/>
                          <a:latin typeface="Arial" panose="020B0604020202020204" pitchFamily="34" charset="0"/>
                          <a:ea typeface="+mn-ea"/>
                          <a:cs typeface="Arial" panose="020B0604020202020204" pitchFamily="34" charset="0"/>
                          <a:sym typeface="Helvetica Neue Thin" panose="02000503000000020004"/>
                        </a:rPr>
                        <a:t>测量：先按红色的“</a:t>
                      </a:r>
                      <a:r>
                        <a:rPr lang="en-US" altLang="zh-CN" sz="1700" b="0" i="0" u="none" strike="noStrike" cap="none" spc="0" baseline="0" dirty="0">
                          <a:ln>
                            <a:noFill/>
                          </a:ln>
                          <a:solidFill>
                            <a:schemeClr val="tx1"/>
                          </a:solidFill>
                          <a:uFillTx/>
                          <a:latin typeface="Arial" panose="020B0604020202020204" pitchFamily="34" charset="0"/>
                          <a:ea typeface="+mn-ea"/>
                          <a:cs typeface="Arial" panose="020B0604020202020204" pitchFamily="34" charset="0"/>
                          <a:sym typeface="Helvetica Neue Thin" panose="02000503000000020004"/>
                        </a:rPr>
                        <a:t>Rest”</a:t>
                      </a:r>
                      <a:r>
                        <a:rPr lang="zh-CN" altLang="en-US" sz="1700" b="0" i="0" u="none" strike="noStrike" cap="none" spc="0" baseline="0" dirty="0">
                          <a:ln>
                            <a:noFill/>
                          </a:ln>
                          <a:solidFill>
                            <a:schemeClr val="tx1"/>
                          </a:solidFill>
                          <a:uFillTx/>
                          <a:latin typeface="Arial" panose="020B0604020202020204" pitchFamily="34" charset="0"/>
                          <a:ea typeface="+mn-ea"/>
                          <a:cs typeface="Arial" panose="020B0604020202020204" pitchFamily="34" charset="0"/>
                          <a:sym typeface="Helvetica Neue Thin" panose="02000503000000020004"/>
                        </a:rPr>
                        <a:t>键，使</a:t>
                      </a:r>
                      <a:r>
                        <a:rPr lang="en-US" altLang="zh-CN" sz="1700" b="0" i="0" u="none" strike="noStrike" cap="none" spc="0" baseline="0" dirty="0">
                          <a:ln>
                            <a:noFill/>
                          </a:ln>
                          <a:solidFill>
                            <a:schemeClr val="tx1"/>
                          </a:solidFill>
                          <a:uFillTx/>
                          <a:latin typeface="Arial" panose="020B0604020202020204" pitchFamily="34" charset="0"/>
                          <a:ea typeface="+mn-ea"/>
                          <a:cs typeface="Arial" panose="020B0604020202020204" pitchFamily="34" charset="0"/>
                          <a:sym typeface="Helvetica Neue Thin" panose="02000503000000020004"/>
                        </a:rPr>
                        <a:t>XYZ</a:t>
                      </a:r>
                      <a:r>
                        <a:rPr lang="zh-CN" altLang="en-US" sz="1700" b="0" i="0" u="none" strike="noStrike" cap="none" spc="0" baseline="0" dirty="0">
                          <a:ln>
                            <a:noFill/>
                          </a:ln>
                          <a:solidFill>
                            <a:schemeClr val="tx1"/>
                          </a:solidFill>
                          <a:uFillTx/>
                          <a:latin typeface="Arial" panose="020B0604020202020204" pitchFamily="34" charset="0"/>
                          <a:ea typeface="+mn-ea"/>
                          <a:cs typeface="Arial" panose="020B0604020202020204" pitchFamily="34" charset="0"/>
                          <a:sym typeface="Helvetica Neue Thin" panose="02000503000000020004"/>
                        </a:rPr>
                        <a:t>读数清零；再按“</a:t>
                      </a:r>
                      <a:r>
                        <a:rPr lang="en-US" altLang="zh-CN" sz="1700" b="0" i="0" u="none" strike="noStrike" cap="none" spc="0" baseline="0" dirty="0">
                          <a:ln>
                            <a:noFill/>
                          </a:ln>
                          <a:solidFill>
                            <a:schemeClr val="tx1"/>
                          </a:solidFill>
                          <a:uFillTx/>
                          <a:latin typeface="Arial" panose="020B0604020202020204" pitchFamily="34" charset="0"/>
                          <a:ea typeface="+mn-ea"/>
                          <a:cs typeface="Arial" panose="020B0604020202020204" pitchFamily="34" charset="0"/>
                          <a:sym typeface="Helvetica Neue Thin" panose="02000503000000020004"/>
                        </a:rPr>
                        <a:t>Zero”</a:t>
                      </a:r>
                      <a:r>
                        <a:rPr lang="zh-CN" altLang="en-US" sz="1700" b="0" i="0" u="none" strike="noStrike" cap="none" spc="0" baseline="0" dirty="0">
                          <a:ln>
                            <a:noFill/>
                          </a:ln>
                          <a:solidFill>
                            <a:schemeClr val="tx1"/>
                          </a:solidFill>
                          <a:uFillTx/>
                          <a:latin typeface="Arial" panose="020B0604020202020204" pitchFamily="34" charset="0"/>
                          <a:ea typeface="+mn-ea"/>
                          <a:cs typeface="Arial" panose="020B0604020202020204" pitchFamily="34" charset="0"/>
                          <a:sym typeface="Helvetica Neue Thin" panose="02000503000000020004"/>
                        </a:rPr>
                        <a:t>键归零，将产品水平拉出线圈</a:t>
                      </a:r>
                      <a:r>
                        <a:rPr lang="en-US" altLang="zh-CN" sz="1700" b="0" i="0" u="none" strike="noStrike" cap="none" spc="0" baseline="0" dirty="0">
                          <a:ln>
                            <a:noFill/>
                          </a:ln>
                          <a:solidFill>
                            <a:schemeClr val="tx1"/>
                          </a:solidFill>
                          <a:uFillTx/>
                          <a:latin typeface="Arial" panose="020B0604020202020204" pitchFamily="34" charset="0"/>
                          <a:ea typeface="+mn-ea"/>
                          <a:cs typeface="Arial" panose="020B0604020202020204" pitchFamily="34" charset="0"/>
                          <a:sym typeface="Helvetica Neue Thin" panose="02000503000000020004"/>
                        </a:rPr>
                        <a:t>600mm</a:t>
                      </a:r>
                      <a:r>
                        <a:rPr lang="zh-CN" altLang="en-US" sz="1700" b="0" i="0" u="none" strike="noStrike" cap="none" spc="0" baseline="0" dirty="0">
                          <a:ln>
                            <a:noFill/>
                          </a:ln>
                          <a:solidFill>
                            <a:schemeClr val="tx1"/>
                          </a:solidFill>
                          <a:uFillTx/>
                          <a:latin typeface="Arial" panose="020B0604020202020204" pitchFamily="34" charset="0"/>
                          <a:ea typeface="+mn-ea"/>
                          <a:cs typeface="Arial" panose="020B0604020202020204" pitchFamily="34" charset="0"/>
                          <a:sym typeface="Helvetica Neue Thin" panose="02000503000000020004"/>
                        </a:rPr>
                        <a:t>外</a:t>
                      </a:r>
                      <a:r>
                        <a:rPr lang="en-US" altLang="zh-CN" sz="1700" b="0" i="0" u="none" strike="noStrike" cap="none" spc="0" baseline="0" dirty="0">
                          <a:ln>
                            <a:noFill/>
                          </a:ln>
                          <a:solidFill>
                            <a:schemeClr val="tx1"/>
                          </a:solidFill>
                          <a:uFillTx/>
                          <a:latin typeface="Arial" panose="020B0604020202020204" pitchFamily="34" charset="0"/>
                          <a:ea typeface="+mn-ea"/>
                          <a:cs typeface="Arial" panose="020B0604020202020204" pitchFamily="34" charset="0"/>
                          <a:sym typeface="Helvetica Neue Thin" panose="02000503000000020004"/>
                        </a:rPr>
                        <a:t>(Pic7) </a:t>
                      </a:r>
                      <a:r>
                        <a:rPr lang="zh-CN" altLang="en-US" sz="1700" b="0" i="0" u="none" strike="noStrike" cap="none" spc="0" baseline="0" dirty="0">
                          <a:ln>
                            <a:noFill/>
                          </a:ln>
                          <a:solidFill>
                            <a:schemeClr val="tx1"/>
                          </a:solidFill>
                          <a:uFillTx/>
                          <a:latin typeface="Arial" panose="020B0604020202020204" pitchFamily="34" charset="0"/>
                          <a:ea typeface="+mn-ea"/>
                          <a:cs typeface="Arial" panose="020B0604020202020204" pitchFamily="34" charset="0"/>
                          <a:sym typeface="Helvetica Neue Thin" panose="02000503000000020004"/>
                        </a:rPr>
                        <a:t>，按“</a:t>
                      </a:r>
                      <a:r>
                        <a:rPr lang="en-US" altLang="zh-CN" sz="1700" b="0" i="0" u="none" strike="noStrike" cap="none" spc="0" baseline="0" dirty="0">
                          <a:ln>
                            <a:noFill/>
                          </a:ln>
                          <a:solidFill>
                            <a:schemeClr val="tx1"/>
                          </a:solidFill>
                          <a:uFillTx/>
                          <a:latin typeface="Arial" panose="020B0604020202020204" pitchFamily="34" charset="0"/>
                          <a:ea typeface="+mn-ea"/>
                          <a:cs typeface="Arial" panose="020B0604020202020204" pitchFamily="34" charset="0"/>
                          <a:sym typeface="Helvetica Neue Thin" panose="02000503000000020004"/>
                        </a:rPr>
                        <a:t>Test”</a:t>
                      </a:r>
                      <a:r>
                        <a:rPr lang="zh-CN" altLang="en-US" sz="1700" b="0" i="0" u="none" strike="noStrike" cap="none" spc="0" baseline="0" dirty="0">
                          <a:ln>
                            <a:noFill/>
                          </a:ln>
                          <a:solidFill>
                            <a:schemeClr val="tx1"/>
                          </a:solidFill>
                          <a:uFillTx/>
                          <a:latin typeface="Arial" panose="020B0604020202020204" pitchFamily="34" charset="0"/>
                          <a:ea typeface="+mn-ea"/>
                          <a:cs typeface="Arial" panose="020B0604020202020204" pitchFamily="34" charset="0"/>
                          <a:sym typeface="Helvetica Neue Thin" panose="02000503000000020004"/>
                        </a:rPr>
                        <a:t>测出结果，</a:t>
                      </a:r>
                      <a:r>
                        <a:rPr lang="en-US" altLang="zh-CN" sz="1700" b="0" i="0" u="none" strike="noStrike" cap="none" spc="0" baseline="0" dirty="0">
                          <a:ln>
                            <a:noFill/>
                          </a:ln>
                          <a:solidFill>
                            <a:schemeClr val="tx1"/>
                          </a:solidFill>
                          <a:uFillTx/>
                          <a:latin typeface="Arial" panose="020B0604020202020204" pitchFamily="34" charset="0"/>
                          <a:ea typeface="+mn-ea"/>
                          <a:cs typeface="Arial" panose="020B0604020202020204" pitchFamily="34" charset="0"/>
                          <a:sym typeface="Helvetica Neue Thin" panose="02000503000000020004"/>
                        </a:rPr>
                        <a:t> (pic 8)</a:t>
                      </a:r>
                      <a:r>
                        <a:rPr lang="en-US" altLang="zh-CN" sz="1700" b="0" i="0" u="none" strike="noStrike" cap="none" spc="0" baseline="0" dirty="0">
                          <a:ln>
                            <a:noFill/>
                          </a:ln>
                          <a:solidFill>
                            <a:srgbClr val="00B0F0"/>
                          </a:solidFill>
                          <a:uFillTx/>
                          <a:latin typeface="Arial" panose="020B0604020202020204" pitchFamily="34" charset="0"/>
                          <a:ea typeface="+mn-ea"/>
                          <a:cs typeface="Arial" panose="020B0604020202020204" pitchFamily="34" charset="0"/>
                          <a:sym typeface="Helvetica Neue Thin" panose="02000503000000020004"/>
                        </a:rPr>
                        <a:t>  </a:t>
                      </a:r>
                    </a:p>
                    <a:p>
                      <a:pPr marL="0" marR="0" indent="0" algn="l" defTabSz="819150" rtl="0" latinLnBrk="0">
                        <a:lnSpc>
                          <a:spcPct val="100000"/>
                        </a:lnSpc>
                        <a:spcBef>
                          <a:spcPts val="0"/>
                        </a:spcBef>
                        <a:spcAft>
                          <a:spcPts val="0"/>
                        </a:spcAft>
                        <a:buClrTx/>
                        <a:buSzPct val="100000"/>
                        <a:buFontTx/>
                        <a:buNone/>
                        <a:defRPr sz="1800"/>
                      </a:pPr>
                      <a:r>
                        <a:rPr lang="en-US" altLang="zh-CN" sz="1700" b="0" i="0" u="none" strike="noStrike" cap="none" spc="0" baseline="0" dirty="0">
                          <a:ln>
                            <a:noFill/>
                          </a:ln>
                          <a:solidFill>
                            <a:schemeClr val="tx1"/>
                          </a:solidFill>
                          <a:uFillTx/>
                          <a:latin typeface="Arial" panose="020B0604020202020204" pitchFamily="34" charset="0"/>
                          <a:ea typeface="+mn-ea"/>
                          <a:cs typeface="Arial" panose="020B0604020202020204" pitchFamily="34" charset="0"/>
                          <a:sym typeface="Helvetica Neue Thin" panose="02000503000000020004"/>
                        </a:rPr>
                        <a:t>d.</a:t>
                      </a:r>
                      <a:r>
                        <a:rPr lang="zh-CN" altLang="en-US" sz="1700" b="0" i="0" u="none" strike="noStrike" cap="none" spc="0" baseline="0" dirty="0">
                          <a:ln>
                            <a:noFill/>
                          </a:ln>
                          <a:solidFill>
                            <a:schemeClr val="tx1"/>
                          </a:solidFill>
                          <a:uFillTx/>
                          <a:latin typeface="Arial" panose="020B0604020202020204" pitchFamily="34" charset="0"/>
                          <a:ea typeface="+mn-ea"/>
                          <a:cs typeface="Arial" panose="020B0604020202020204" pitchFamily="34" charset="0"/>
                          <a:sym typeface="Helvetica Neue Thin" panose="02000503000000020004"/>
                        </a:rPr>
                        <a:t>重点事项：至少</a:t>
                      </a:r>
                      <a:r>
                        <a:rPr lang="en-US" altLang="zh-CN" sz="1700" b="0" i="0" u="none" strike="noStrike" cap="none" spc="0" baseline="0" dirty="0">
                          <a:ln>
                            <a:noFill/>
                          </a:ln>
                          <a:solidFill>
                            <a:schemeClr val="tx1"/>
                          </a:solidFill>
                          <a:uFillTx/>
                          <a:latin typeface="Arial" panose="020B0604020202020204" pitchFamily="34" charset="0"/>
                          <a:ea typeface="+mn-ea"/>
                          <a:cs typeface="Arial" panose="020B0604020202020204" pitchFamily="34" charset="0"/>
                          <a:sym typeface="Helvetica Neue Thin" panose="02000503000000020004"/>
                        </a:rPr>
                        <a:t>2.5 </a:t>
                      </a:r>
                      <a:r>
                        <a:rPr lang="zh-CN" altLang="en-US" sz="1700" b="0" i="0" u="none" strike="noStrike" cap="none" spc="0" baseline="0" dirty="0">
                          <a:ln>
                            <a:noFill/>
                          </a:ln>
                          <a:solidFill>
                            <a:schemeClr val="tx1"/>
                          </a:solidFill>
                          <a:uFillTx/>
                          <a:latin typeface="Arial" panose="020B0604020202020204" pitchFamily="34" charset="0"/>
                          <a:ea typeface="+mn-ea"/>
                          <a:cs typeface="Arial" panose="020B0604020202020204" pitchFamily="34" charset="0"/>
                          <a:sym typeface="Helvetica Neue Thin" panose="02000503000000020004"/>
                        </a:rPr>
                        <a:t>米内不可有电子设备，磁性材料，金属等。 </a:t>
                      </a:r>
                      <a:endParaRPr lang="en-US" altLang="zh-CN" sz="1700" b="0" i="0" u="none" strike="noStrike" cap="none" spc="0" baseline="0" dirty="0">
                        <a:ln>
                          <a:noFill/>
                        </a:ln>
                        <a:solidFill>
                          <a:schemeClr val="tx1"/>
                        </a:solidFill>
                        <a:uFillTx/>
                        <a:latin typeface="Arial" panose="020B0604020202020204" pitchFamily="34" charset="0"/>
                        <a:ea typeface="+mn-ea"/>
                        <a:cs typeface="Arial" panose="020B0604020202020204" pitchFamily="34" charset="0"/>
                        <a:sym typeface="Helvetica Neue Thin" panose="02000503000000020004"/>
                      </a:endParaRPr>
                    </a:p>
                    <a:p>
                      <a:pPr marL="0" marR="0" indent="0" algn="l" defTabSz="819150" rtl="0" latinLnBrk="0">
                        <a:lnSpc>
                          <a:spcPct val="100000"/>
                        </a:lnSpc>
                        <a:spcBef>
                          <a:spcPts val="0"/>
                        </a:spcBef>
                        <a:spcAft>
                          <a:spcPts val="0"/>
                        </a:spcAft>
                        <a:buClrTx/>
                        <a:buSzPct val="100000"/>
                        <a:buFontTx/>
                        <a:buNone/>
                        <a:defRPr sz="1800"/>
                      </a:pPr>
                      <a:r>
                        <a:rPr lang="en-US" altLang="zh-CN" sz="1700" b="0" i="0" u="none" strike="noStrike" cap="none" spc="0" baseline="0" dirty="0" err="1">
                          <a:ln>
                            <a:noFill/>
                          </a:ln>
                          <a:solidFill>
                            <a:schemeClr val="tx1"/>
                          </a:solidFill>
                          <a:uFillTx/>
                          <a:latin typeface="Arial" panose="020B0604020202020204" pitchFamily="34" charset="0"/>
                          <a:ea typeface="+mn-ea"/>
                          <a:cs typeface="Arial" panose="020B0604020202020204" pitchFamily="34" charset="0"/>
                          <a:sym typeface="Helvetica Neue Thin" panose="02000503000000020004"/>
                        </a:rPr>
                        <a:t>a.Calibration</a:t>
                      </a:r>
                      <a:r>
                        <a:rPr lang="en-US" altLang="zh-CN" sz="1700" b="0" i="0" u="none" strike="noStrike" cap="none" spc="0" baseline="0" dirty="0">
                          <a:ln>
                            <a:noFill/>
                          </a:ln>
                          <a:solidFill>
                            <a:schemeClr val="tx1"/>
                          </a:solidFill>
                          <a:uFillTx/>
                          <a:latin typeface="Arial" panose="020B0604020202020204" pitchFamily="34" charset="0"/>
                          <a:ea typeface="+mn-ea"/>
                          <a:cs typeface="Arial" panose="020B0604020202020204" pitchFamily="34" charset="0"/>
                          <a:sym typeface="Helvetica Neue Thin" panose="02000503000000020004"/>
                        </a:rPr>
                        <a:t>: 1) Turn on the power switch of the equipment, preheat for 15 minutes, and adjust the X-ADJ, Y-ADJ and Z-ADJ of the panel to reduce the data jump amplitude. Judging that the adjustment is completed by 0.0005 </a:t>
                      </a:r>
                      <a:r>
                        <a:rPr lang="en-US" altLang="zh-CN" sz="1700" b="0" i="0" u="none" strike="noStrike" cap="none" spc="0" baseline="0" dirty="0" err="1">
                          <a:ln>
                            <a:noFill/>
                          </a:ln>
                          <a:solidFill>
                            <a:schemeClr val="tx1"/>
                          </a:solidFill>
                          <a:uFillTx/>
                          <a:latin typeface="Arial" panose="020B0604020202020204" pitchFamily="34" charset="0"/>
                          <a:ea typeface="+mn-ea"/>
                          <a:cs typeface="Arial" panose="020B0604020202020204" pitchFamily="34" charset="0"/>
                          <a:sym typeface="Helvetica Neue Thin" panose="02000503000000020004"/>
                        </a:rPr>
                        <a:t>mWb</a:t>
                      </a:r>
                      <a:r>
                        <a:rPr lang="en-US" altLang="zh-CN" sz="1700" b="0" i="0" u="none" strike="noStrike" cap="none" spc="0" baseline="0" dirty="0">
                          <a:ln>
                            <a:noFill/>
                          </a:ln>
                          <a:solidFill>
                            <a:schemeClr val="tx1"/>
                          </a:solidFill>
                          <a:uFillTx/>
                          <a:latin typeface="Arial" panose="020B0604020202020204" pitchFamily="34" charset="0"/>
                          <a:ea typeface="+mn-ea"/>
                          <a:cs typeface="Arial" panose="020B0604020202020204" pitchFamily="34" charset="0"/>
                          <a:sym typeface="Helvetica Neue Thin" panose="02000503000000020004"/>
                        </a:rPr>
                        <a:t> in one second (Pic. 1); </a:t>
                      </a:r>
                    </a:p>
                    <a:p>
                      <a:pPr marL="0" marR="0" indent="0" algn="l" defTabSz="819150" rtl="0" latinLnBrk="0">
                        <a:lnSpc>
                          <a:spcPct val="100000"/>
                        </a:lnSpc>
                        <a:spcBef>
                          <a:spcPts val="0"/>
                        </a:spcBef>
                        <a:spcAft>
                          <a:spcPts val="0"/>
                        </a:spcAft>
                        <a:buClrTx/>
                        <a:buSzPct val="100000"/>
                        <a:buFontTx/>
                        <a:buNone/>
                        <a:defRPr sz="1800"/>
                      </a:pPr>
                      <a:r>
                        <a:rPr lang="en-US" altLang="zh-CN" sz="1700" b="0" i="0" u="none" strike="noStrike" cap="none" spc="0" baseline="0" dirty="0">
                          <a:ln>
                            <a:noFill/>
                          </a:ln>
                          <a:solidFill>
                            <a:schemeClr val="tx1"/>
                          </a:solidFill>
                          <a:uFillTx/>
                          <a:latin typeface="Arial" panose="020B0604020202020204" pitchFamily="34" charset="0"/>
                          <a:ea typeface="+mn-ea"/>
                          <a:cs typeface="Arial" panose="020B0604020202020204" pitchFamily="34" charset="0"/>
                          <a:sym typeface="Helvetica Neue Thin" panose="02000503000000020004"/>
                        </a:rPr>
                        <a:t>2) Put the standard sample on the test fixture, put it in the coil, press the red "Rest" key first, make the XYZ reading clear; and then press the "Zero" button. Keyboard to zero (Pic 2). Pull the product out of the coil 600 mm </a:t>
                      </a:r>
                    </a:p>
                    <a:p>
                      <a:pPr marL="0" marR="0" indent="0" algn="l" defTabSz="819150" rtl="0" latinLnBrk="0">
                        <a:lnSpc>
                          <a:spcPct val="100000"/>
                        </a:lnSpc>
                        <a:spcBef>
                          <a:spcPts val="0"/>
                        </a:spcBef>
                        <a:spcAft>
                          <a:spcPts val="0"/>
                        </a:spcAft>
                        <a:buClrTx/>
                        <a:buSzPct val="100000"/>
                        <a:buFontTx/>
                        <a:buNone/>
                        <a:defRPr sz="1800"/>
                      </a:pPr>
                      <a:r>
                        <a:rPr lang="zh-CN" altLang="en-US" sz="1700" b="0" i="0" u="none" strike="noStrike" cap="none" spc="0" baseline="0" dirty="0">
                          <a:ln>
                            <a:noFill/>
                          </a:ln>
                          <a:solidFill>
                            <a:schemeClr val="tx1"/>
                          </a:solidFill>
                          <a:uFillTx/>
                          <a:latin typeface="Arial" panose="020B0604020202020204" pitchFamily="34" charset="0"/>
                          <a:ea typeface="+mn-ea"/>
                          <a:cs typeface="Arial" panose="020B0604020202020204" pitchFamily="34" charset="0"/>
                          <a:sym typeface="Helvetica Neue Thin" panose="02000503000000020004"/>
                        </a:rPr>
                        <a:t>   </a:t>
                      </a:r>
                      <a:r>
                        <a:rPr lang="en-US" altLang="zh-CN" sz="1700" b="0" i="0" u="none" strike="noStrike" cap="none" spc="0" baseline="0" dirty="0">
                          <a:ln>
                            <a:noFill/>
                          </a:ln>
                          <a:solidFill>
                            <a:schemeClr val="tx1"/>
                          </a:solidFill>
                          <a:uFillTx/>
                          <a:latin typeface="Arial" panose="020B0604020202020204" pitchFamily="34" charset="0"/>
                          <a:ea typeface="+mn-ea"/>
                          <a:cs typeface="Arial" panose="020B0604020202020204" pitchFamily="34" charset="0"/>
                          <a:sym typeface="Helvetica Neue Thin" panose="02000503000000020004"/>
                        </a:rPr>
                        <a:t>horizontally and measure the result according to "Test". 3) Standard tolerance of magnetic moment of standard sample (±0.3%) (Pic 3);  4) Test the value of magnetic moment of standard sample Q1-Q5 within the fluctuation range of Table 1 (Pic 4), before formal test.</a:t>
                      </a:r>
                    </a:p>
                    <a:p>
                      <a:pPr marL="0" marR="0" indent="0" algn="l" defTabSz="819150" rtl="0" latinLnBrk="0">
                        <a:lnSpc>
                          <a:spcPct val="100000"/>
                        </a:lnSpc>
                        <a:spcBef>
                          <a:spcPts val="0"/>
                        </a:spcBef>
                        <a:spcAft>
                          <a:spcPts val="0"/>
                        </a:spcAft>
                        <a:buClrTx/>
                        <a:buSzPct val="100000"/>
                        <a:buFontTx/>
                        <a:buNone/>
                        <a:defRPr sz="1800"/>
                      </a:pPr>
                      <a:r>
                        <a:rPr lang="en-US" altLang="zh-CN" sz="1700" b="0" i="0" u="none" strike="noStrike" cap="none" spc="0" baseline="0" dirty="0" err="1">
                          <a:ln>
                            <a:noFill/>
                          </a:ln>
                          <a:solidFill>
                            <a:schemeClr val="tx1"/>
                          </a:solidFill>
                          <a:uFillTx/>
                          <a:latin typeface="Arial" panose="020B0604020202020204" pitchFamily="34" charset="0"/>
                          <a:ea typeface="+mn-ea"/>
                          <a:cs typeface="Arial" panose="020B0604020202020204" pitchFamily="34" charset="0"/>
                          <a:sym typeface="Helvetica Neue Thin" panose="02000503000000020004"/>
                        </a:rPr>
                        <a:t>b.Fixture</a:t>
                      </a:r>
                      <a:r>
                        <a:rPr lang="en-US" altLang="zh-CN" sz="1700" b="0" i="0" u="none" strike="noStrike" cap="none" spc="0" baseline="0" dirty="0">
                          <a:ln>
                            <a:noFill/>
                          </a:ln>
                          <a:solidFill>
                            <a:schemeClr val="tx1"/>
                          </a:solidFill>
                          <a:uFillTx/>
                          <a:latin typeface="Arial" panose="020B0604020202020204" pitchFamily="34" charset="0"/>
                          <a:ea typeface="+mn-ea"/>
                          <a:cs typeface="Arial" panose="020B0604020202020204" pitchFamily="34" charset="0"/>
                          <a:sym typeface="Helvetica Neue Thin" panose="02000503000000020004"/>
                        </a:rPr>
                        <a:t> and product placement: Use Fixture 1 (Pic. 5) to insert the product into the contour (Pic. 6)</a:t>
                      </a:r>
                    </a:p>
                    <a:p>
                      <a:pPr marL="0" marR="0" indent="0" algn="l" defTabSz="819150" rtl="0" latinLnBrk="0">
                        <a:lnSpc>
                          <a:spcPct val="100000"/>
                        </a:lnSpc>
                        <a:spcBef>
                          <a:spcPts val="0"/>
                        </a:spcBef>
                        <a:spcAft>
                          <a:spcPts val="0"/>
                        </a:spcAft>
                        <a:buClrTx/>
                        <a:buSzPct val="100000"/>
                        <a:buFontTx/>
                        <a:buNone/>
                        <a:defRPr sz="1800"/>
                      </a:pPr>
                      <a:r>
                        <a:rPr lang="en-US" altLang="zh-CN" sz="1700" b="0" i="0" u="none" strike="noStrike" cap="none" spc="0" baseline="0" dirty="0">
                          <a:ln>
                            <a:noFill/>
                          </a:ln>
                          <a:solidFill>
                            <a:schemeClr val="tx1"/>
                          </a:solidFill>
                          <a:uFillTx/>
                          <a:latin typeface="Arial" panose="020B0604020202020204" pitchFamily="34" charset="0"/>
                          <a:ea typeface="+mn-ea"/>
                          <a:cs typeface="Arial" panose="020B0604020202020204" pitchFamily="34" charset="0"/>
                          <a:sym typeface="Helvetica Neue Thin" panose="02000503000000020004"/>
                        </a:rPr>
                        <a:t>c. Measurement: Press the red "Rest" key to clear the XYZ reading; Then press the "Zero" key to zero, pull the product out of the coil 600mm (Pic7) horizontally, and press "Test" to measure the results, (pic 8)  </a:t>
                      </a:r>
                    </a:p>
                    <a:p>
                      <a:pPr marL="0" marR="0" indent="0" algn="l" defTabSz="819150" rtl="0" latinLnBrk="0">
                        <a:lnSpc>
                          <a:spcPct val="100000"/>
                        </a:lnSpc>
                        <a:spcBef>
                          <a:spcPts val="0"/>
                        </a:spcBef>
                        <a:spcAft>
                          <a:spcPts val="0"/>
                        </a:spcAft>
                        <a:buClrTx/>
                        <a:buSzPct val="100000"/>
                        <a:buFontTx/>
                        <a:buNone/>
                        <a:defRPr sz="1800"/>
                      </a:pPr>
                      <a:r>
                        <a:rPr lang="en-US" altLang="zh-CN" sz="1700" b="0" i="0" u="none" strike="noStrike" cap="none" spc="0" baseline="0" dirty="0" err="1">
                          <a:ln>
                            <a:noFill/>
                          </a:ln>
                          <a:solidFill>
                            <a:schemeClr val="tx1"/>
                          </a:solidFill>
                          <a:uFillTx/>
                          <a:latin typeface="Arial" panose="020B0604020202020204" pitchFamily="34" charset="0"/>
                          <a:ea typeface="+mn-ea"/>
                          <a:cs typeface="Arial" panose="020B0604020202020204" pitchFamily="34" charset="0"/>
                          <a:sym typeface="Helvetica Neue Thin" panose="02000503000000020004"/>
                        </a:rPr>
                        <a:t>d.Key</a:t>
                      </a:r>
                      <a:r>
                        <a:rPr lang="en-US" altLang="zh-CN" sz="1700" b="0" i="0" u="none" strike="noStrike" cap="none" spc="0" baseline="0" dirty="0">
                          <a:ln>
                            <a:noFill/>
                          </a:ln>
                          <a:solidFill>
                            <a:schemeClr val="tx1"/>
                          </a:solidFill>
                          <a:uFillTx/>
                          <a:latin typeface="Arial" panose="020B0604020202020204" pitchFamily="34" charset="0"/>
                          <a:ea typeface="+mn-ea"/>
                          <a:cs typeface="Arial" panose="020B0604020202020204" pitchFamily="34" charset="0"/>
                          <a:sym typeface="Helvetica Neue Thin" panose="02000503000000020004"/>
                        </a:rPr>
                        <a:t> </a:t>
                      </a:r>
                      <a:r>
                        <a:rPr lang="en-US" altLang="zh-CN" sz="1700" b="0" i="0" u="none" strike="noStrike" cap="none" spc="0" baseline="0" dirty="0" err="1">
                          <a:ln>
                            <a:noFill/>
                          </a:ln>
                          <a:solidFill>
                            <a:schemeClr val="tx1"/>
                          </a:solidFill>
                          <a:uFillTx/>
                          <a:latin typeface="Arial" panose="020B0604020202020204" pitchFamily="34" charset="0"/>
                          <a:ea typeface="+mn-ea"/>
                          <a:cs typeface="Arial" panose="020B0604020202020204" pitchFamily="34" charset="0"/>
                          <a:sym typeface="Helvetica Neue Thin" panose="02000503000000020004"/>
                        </a:rPr>
                        <a:t>points:No</a:t>
                      </a:r>
                      <a:r>
                        <a:rPr lang="en-US" altLang="zh-CN" sz="1700" b="0" i="0" u="none" strike="noStrike" cap="none" spc="0" baseline="0" dirty="0">
                          <a:ln>
                            <a:noFill/>
                          </a:ln>
                          <a:solidFill>
                            <a:schemeClr val="tx1"/>
                          </a:solidFill>
                          <a:uFillTx/>
                          <a:latin typeface="Arial" panose="020B0604020202020204" pitchFamily="34" charset="0"/>
                          <a:ea typeface="+mn-ea"/>
                          <a:cs typeface="Arial" panose="020B0604020202020204" pitchFamily="34" charset="0"/>
                          <a:sym typeface="Helvetica Neue Thin" panose="02000503000000020004"/>
                        </a:rPr>
                        <a:t> electronic equipment, magnetic materials, metals, etc. shall be available </a:t>
                      </a:r>
                      <a:endParaRPr lang="en-US" altLang="zh-CN" sz="1700" b="0" i="0" u="none" strike="noStrike" cap="none" spc="0" baseline="0" dirty="0">
                        <a:ln>
                          <a:noFill/>
                        </a:ln>
                        <a:solidFill>
                          <a:schemeClr val="tx1"/>
                        </a:solidFill>
                        <a:uFillTx/>
                        <a:latin typeface="Arial" panose="020B0604020202020204" pitchFamily="34" charset="0"/>
                        <a:ea typeface="+mn-ea"/>
                        <a:cs typeface="Arial" panose="020B0604020202020204" pitchFamily="34" charset="0"/>
                        <a:sym typeface="Helvetica Neue Light"/>
                      </a:endParaRPr>
                    </a:p>
                    <a:p>
                      <a:pPr marL="0" marR="0" indent="0" algn="l" defTabSz="819150" rtl="0" latinLnBrk="0">
                        <a:lnSpc>
                          <a:spcPct val="100000"/>
                        </a:lnSpc>
                        <a:spcBef>
                          <a:spcPts val="0"/>
                        </a:spcBef>
                        <a:spcAft>
                          <a:spcPts val="0"/>
                        </a:spcAft>
                        <a:buClrTx/>
                        <a:buSzPct val="100000"/>
                        <a:buFontTx/>
                        <a:buNone/>
                        <a:defRPr sz="1800"/>
                      </a:pPr>
                      <a:endParaRPr lang="zh-CN" altLang="en-US" sz="1700" b="0" i="0" u="none" strike="noStrike" cap="none" spc="0" baseline="0" dirty="0">
                        <a:ln>
                          <a:noFill/>
                        </a:ln>
                        <a:solidFill>
                          <a:schemeClr val="tx1"/>
                        </a:solidFill>
                        <a:uFillTx/>
                        <a:latin typeface="Arial" panose="020B0604020202020204" pitchFamily="34" charset="0"/>
                        <a:ea typeface="+mn-ea"/>
                        <a:cs typeface="Arial" panose="020B0604020202020204" pitchFamily="34" charset="0"/>
                        <a:sym typeface="Helvetica Neue Thin" panose="02000503000000020004"/>
                      </a:endParaRPr>
                    </a:p>
                    <a:p>
                      <a:pPr algn="l" defTabSz="409575">
                        <a:defRPr sz="2600">
                          <a:sym typeface="Helvetica Neue Medium" panose="02000503000000020004"/>
                        </a:defRPr>
                      </a:pPr>
                      <a:endParaRPr lang="en-US" altLang="zh-CN" sz="1700" b="0" i="0" u="none" strike="noStrike" cap="none" spc="0" baseline="0" dirty="0">
                        <a:ln>
                          <a:noFill/>
                        </a:ln>
                        <a:solidFill>
                          <a:schemeClr val="tx1"/>
                        </a:solidFill>
                        <a:uFillTx/>
                        <a:latin typeface="Arial" panose="020B0604020202020204" pitchFamily="34" charset="0"/>
                        <a:ea typeface="+mn-ea"/>
                        <a:cs typeface="Arial" panose="020B0604020202020204" pitchFamily="34" charset="0"/>
                        <a:sym typeface="Helvetica Neue Light"/>
                      </a:endParaRPr>
                    </a:p>
                  </a:txBody>
                  <a:tcPr marL="12700" marR="12700" marT="12700" marB="12700" horzOverflow="overflow">
                    <a:lnL w="6350">
                      <a:solidFill>
                        <a:srgbClr val="000000"/>
                      </a:solidFill>
                    </a:lnL>
                    <a:lnR w="6350">
                      <a:solidFill>
                        <a:srgbClr val="000000"/>
                      </a:solidFill>
                    </a:lnR>
                    <a:lnT w="6350">
                      <a:solidFill>
                        <a:srgbClr val="000000"/>
                      </a:solidFill>
                    </a:lnT>
                    <a:lnB w="6350">
                      <a:solidFill>
                        <a:srgbClr val="000000"/>
                      </a:solidFill>
                    </a:lnB>
                  </a:tcPr>
                </a:tc>
                <a:tc>
                  <a:txBody>
                    <a:bodyPr/>
                    <a:lstStyle/>
                    <a:p>
                      <a:pPr marL="0" marR="0" lvl="0" indent="0" algn="l" defTabSz="409575" rtl="0" eaLnBrk="1" fontAlgn="auto" latinLnBrk="0" hangingPunct="1">
                        <a:lnSpc>
                          <a:spcPct val="100000"/>
                        </a:lnSpc>
                        <a:spcBef>
                          <a:spcPts val="0"/>
                        </a:spcBef>
                        <a:spcAft>
                          <a:spcPts val="0"/>
                        </a:spcAft>
                        <a:buClrTx/>
                        <a:buSzTx/>
                        <a:buFontTx/>
                        <a:buNone/>
                        <a:tabLst/>
                        <a:defRPr sz="2600">
                          <a:sym typeface="Helvetica Neue Medium" panose="02000503000000020004"/>
                        </a:defRPr>
                      </a:pPr>
                      <a:r>
                        <a:rPr dirty="0">
                          <a:latin typeface="Arial" panose="020B0604020202020204" pitchFamily="34" charset="0"/>
                          <a:ea typeface="+mj-ea"/>
                          <a:cs typeface="Arial" panose="020B0604020202020204" pitchFamily="34" charset="0"/>
                        </a:rPr>
                        <a:t>1</a:t>
                      </a:r>
                      <a:r>
                        <a:rPr lang="en-US" dirty="0">
                          <a:latin typeface="Arial" panose="020B0604020202020204" pitchFamily="34" charset="0"/>
                          <a:ea typeface="+mj-ea"/>
                          <a:cs typeface="Arial" panose="020B0604020202020204" pitchFamily="34" charset="0"/>
                        </a:rPr>
                        <a:t>.</a:t>
                      </a:r>
                      <a:r>
                        <a:rPr lang="en-US" baseline="0" dirty="0">
                          <a:latin typeface="Arial" panose="020B0604020202020204" pitchFamily="34" charset="0"/>
                          <a:ea typeface="+mj-ea"/>
                          <a:cs typeface="Arial" panose="020B0604020202020204" pitchFamily="34" charset="0"/>
                        </a:rPr>
                        <a:t> </a:t>
                      </a:r>
                      <a:r>
                        <a:rPr dirty="0">
                          <a:latin typeface="Arial" panose="020B0604020202020204" pitchFamily="34" charset="0"/>
                          <a:ea typeface="+mj-ea"/>
                          <a:cs typeface="Arial" panose="020B0604020202020204" pitchFamily="34" charset="0"/>
                        </a:rPr>
                        <a:t> Measurement Method ：</a:t>
                      </a:r>
                      <a:r>
                        <a:rPr lang="en-US" altLang="zh-CN" sz="2600" b="0" i="0" u="none" strike="noStrike" cap="none" spc="0" baseline="0" dirty="0">
                          <a:ln>
                            <a:noFill/>
                          </a:ln>
                          <a:solidFill>
                            <a:schemeClr val="tx1"/>
                          </a:solidFill>
                          <a:uFillTx/>
                          <a:latin typeface="Arial" panose="020B0604020202020204" pitchFamily="34" charset="0"/>
                          <a:ea typeface="+mn-ea"/>
                          <a:cs typeface="Arial" panose="020B0604020202020204" pitchFamily="34" charset="0"/>
                          <a:sym typeface="Helvetica Neue Medium"/>
                        </a:rPr>
                        <a:t>Three-dimensional coil tester</a:t>
                      </a:r>
                      <a:endParaRPr lang="en-US" altLang="zh-CN" sz="2600" b="0" i="0" u="none" strike="noStrike" cap="none" spc="0" baseline="0" dirty="0">
                        <a:ln>
                          <a:noFill/>
                        </a:ln>
                        <a:solidFill>
                          <a:schemeClr val="tx1"/>
                        </a:solidFill>
                        <a:uFillTx/>
                        <a:latin typeface="Arial" panose="020B0604020202020204" pitchFamily="34" charset="0"/>
                        <a:ea typeface="+mn-ea"/>
                        <a:cs typeface="Arial" panose="020B0604020202020204" pitchFamily="34" charset="0"/>
                        <a:sym typeface="Helvetica Neue Thin" panose="02000503000000020004"/>
                      </a:endParaRPr>
                    </a:p>
                    <a:p>
                      <a:pPr marL="0" marR="0" indent="0" algn="l" defTabSz="409575" rtl="0" eaLnBrk="1" fontAlgn="auto" latinLnBrk="0" hangingPunct="1">
                        <a:lnSpc>
                          <a:spcPct val="100000"/>
                        </a:lnSpc>
                        <a:spcBef>
                          <a:spcPts val="0"/>
                        </a:spcBef>
                        <a:spcAft>
                          <a:spcPts val="0"/>
                        </a:spcAft>
                        <a:buClrTx/>
                        <a:buSzTx/>
                        <a:buFontTx/>
                        <a:buNone/>
                        <a:tabLst/>
                        <a:defRPr sz="2600">
                          <a:sym typeface="Helvetica Neue Medium" panose="02000503000000020004"/>
                        </a:defRPr>
                      </a:pPr>
                      <a:r>
                        <a:rPr dirty="0">
                          <a:latin typeface="Arial" panose="020B0604020202020204" pitchFamily="34" charset="0"/>
                          <a:ea typeface="+mj-ea"/>
                          <a:cs typeface="Arial" panose="020B0604020202020204" pitchFamily="34" charset="0"/>
                        </a:rPr>
                        <a:t>2.  </a:t>
                      </a:r>
                      <a:r>
                        <a:rPr lang="en-US" dirty="0">
                          <a:latin typeface="Arial" panose="020B0604020202020204" pitchFamily="34" charset="0"/>
                          <a:ea typeface="+mj-ea"/>
                          <a:cs typeface="Arial" panose="020B0604020202020204" pitchFamily="34" charset="0"/>
                        </a:rPr>
                        <a:t>Fixture ：</a:t>
                      </a:r>
                      <a:r>
                        <a:rPr lang="en-US" altLang="zh-CN" sz="2600" b="0" i="0" u="none" strike="noStrike" cap="none" spc="0" baseline="0" dirty="0">
                          <a:ln>
                            <a:noFill/>
                          </a:ln>
                          <a:solidFill>
                            <a:schemeClr val="tx1"/>
                          </a:solidFill>
                          <a:uFillTx/>
                          <a:latin typeface="Arial" panose="020B0604020202020204" pitchFamily="34" charset="0"/>
                          <a:ea typeface="+mj-ea"/>
                          <a:cs typeface="Arial" panose="020B0604020202020204" pitchFamily="34" charset="0"/>
                          <a:sym typeface="Helvetica Neue Medium"/>
                        </a:rPr>
                        <a:t>J-R240-1#</a:t>
                      </a:r>
                    </a:p>
                    <a:p>
                      <a:pPr marL="0" marR="0" indent="0" algn="l" defTabSz="409575" rtl="0" eaLnBrk="1" fontAlgn="auto" latinLnBrk="0" hangingPunct="1">
                        <a:lnSpc>
                          <a:spcPct val="100000"/>
                        </a:lnSpc>
                        <a:spcBef>
                          <a:spcPts val="0"/>
                        </a:spcBef>
                        <a:spcAft>
                          <a:spcPts val="0"/>
                        </a:spcAft>
                        <a:buClrTx/>
                        <a:buSzTx/>
                        <a:buFontTx/>
                        <a:buNone/>
                        <a:defRPr sz="2600">
                          <a:sym typeface="Helvetica Neue Medium" panose="02000503000000020004"/>
                        </a:defRPr>
                      </a:pPr>
                      <a:r>
                        <a:rPr dirty="0">
                          <a:latin typeface="Arial" panose="020B0604020202020204" pitchFamily="34" charset="0"/>
                          <a:ea typeface="+mj-ea"/>
                          <a:cs typeface="Arial" panose="020B0604020202020204" pitchFamily="34" charset="0"/>
                        </a:rPr>
                        <a:t>3.  Measurement status ：</a:t>
                      </a:r>
                      <a:r>
                        <a:rPr lang="en-US" altLang="zh-CN" sz="2600" b="0" i="0" u="none" strike="noStrike" cap="none" spc="0" baseline="0" dirty="0">
                          <a:ln>
                            <a:noFill/>
                          </a:ln>
                          <a:solidFill>
                            <a:schemeClr val="tx1"/>
                          </a:solidFill>
                          <a:uFillTx/>
                          <a:latin typeface="Arial" panose="020B0604020202020204" pitchFamily="34" charset="0"/>
                          <a:ea typeface="+mn-ea"/>
                          <a:cs typeface="Arial" panose="020B0604020202020204" pitchFamily="34" charset="0"/>
                          <a:sym typeface="Helvetica Neue Thin" panose="02000503000000020004"/>
                        </a:rPr>
                        <a:t>Constrained</a:t>
                      </a:r>
                    </a:p>
                    <a:p>
                      <a:pPr algn="l" defTabSz="409575">
                        <a:defRPr sz="2600">
                          <a:sym typeface="Helvetica Neue Medium" panose="02000503000000020004"/>
                        </a:defRPr>
                      </a:pPr>
                      <a:r>
                        <a:rPr dirty="0">
                          <a:latin typeface="Arial" panose="020B0604020202020204" pitchFamily="34" charset="0"/>
                          <a:ea typeface="+mj-ea"/>
                          <a:cs typeface="Arial" panose="020B0604020202020204" pitchFamily="34" charset="0"/>
                        </a:rPr>
                        <a:t>4.  Measurement procedure ：</a:t>
                      </a:r>
                      <a:r>
                        <a:rPr lang="en-US" altLang="zh-CN" sz="2600" b="0" i="0" u="none" strike="noStrike" cap="none" spc="0" baseline="0" dirty="0">
                          <a:ln>
                            <a:noFill/>
                          </a:ln>
                          <a:solidFill>
                            <a:schemeClr val="tx1"/>
                          </a:solidFill>
                          <a:uFillTx/>
                          <a:latin typeface="Arial" panose="020B0604020202020204" pitchFamily="34" charset="0"/>
                          <a:ea typeface="+mn-ea"/>
                          <a:cs typeface="Arial" panose="020B0604020202020204" pitchFamily="34" charset="0"/>
                          <a:sym typeface="Helvetica Neue Thin" panose="02000503000000020004"/>
                        </a:rPr>
                        <a:t>Same as the CPK</a:t>
                      </a:r>
                      <a:endParaRPr dirty="0">
                        <a:latin typeface="Arial" panose="020B0604020202020204" pitchFamily="34" charset="0"/>
                        <a:ea typeface="+mj-ea"/>
                        <a:cs typeface="Arial" panose="020B0604020202020204" pitchFamily="34" charset="0"/>
                      </a:endParaRPr>
                    </a:p>
                  </a:txBody>
                  <a:tcPr marL="12700" marR="12700" marT="12700" marB="12700" horzOverflow="overflow">
                    <a:lnL w="6350">
                      <a:solidFill>
                        <a:srgbClr val="000000"/>
                      </a:solidFill>
                    </a:lnL>
                    <a:lnR w="6350">
                      <a:solidFill>
                        <a:srgbClr val="000000"/>
                      </a:solidFill>
                    </a:lnR>
                    <a:lnT w="6350">
                      <a:solidFill>
                        <a:srgbClr val="000000"/>
                      </a:solidFill>
                    </a:lnT>
                    <a:lnB w="6350">
                      <a:solidFill>
                        <a:srgbClr val="000000"/>
                      </a:solidFill>
                    </a:lnB>
                  </a:tcPr>
                </a:tc>
                <a:extLst>
                  <a:ext uri="{0D108BD9-81ED-4DB2-BD59-A6C34878D82A}">
                    <a16:rowId xmlns:a16="http://schemas.microsoft.com/office/drawing/2014/main" val="10002"/>
                  </a:ext>
                </a:extLst>
              </a:tr>
            </a:tbl>
          </a:graphicData>
        </a:graphic>
      </p:graphicFrame>
      <p:sp>
        <p:nvSpPr>
          <p:cNvPr id="4" name="灯片编号占位符 3"/>
          <p:cNvSpPr>
            <a:spLocks noGrp="1"/>
          </p:cNvSpPr>
          <p:nvPr>
            <p:ph type="sldNum" sz="quarter" idx="2"/>
          </p:nvPr>
        </p:nvSpPr>
        <p:spPr>
          <a:xfrm>
            <a:off x="11784697" y="12990980"/>
            <a:ext cx="466265" cy="520700"/>
          </a:xfrm>
        </p:spPr>
        <p:txBody>
          <a:bodyPr/>
          <a:lstStyle/>
          <a:p>
            <a:fld id="{86CB4B4D-7CA3-9044-876B-883B54F8677D}" type="slidenum">
              <a:rPr lang="en-US" altLang="zh-CN" smtClean="0"/>
              <a:t>20</a:t>
            </a:fld>
            <a:endParaRPr lang="en-US" altLang="zh-CN" dirty="0"/>
          </a:p>
        </p:txBody>
      </p:sp>
      <p:sp>
        <p:nvSpPr>
          <p:cNvPr id="80" name="MTD | X1335 Metrology Details-Magnet 160-02017-05 (Series)">
            <a:extLst>
              <a:ext uri="{FF2B5EF4-FFF2-40B4-BE49-F238E27FC236}">
                <a16:creationId xmlns:a16="http://schemas.microsoft.com/office/drawing/2014/main" id="{97E9F8AC-CB39-1B4D-BC63-0DDCCB87880A}"/>
              </a:ext>
            </a:extLst>
          </p:cNvPr>
          <p:cNvSpPr txBox="1">
            <a:spLocks/>
          </p:cNvSpPr>
          <p:nvPr/>
        </p:nvSpPr>
        <p:spPr>
          <a:xfrm>
            <a:off x="851245" y="959195"/>
            <a:ext cx="14591955" cy="84420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noAutofit/>
          </a:bodyPr>
          <a:lstStyle>
            <a:lvl1pPr marL="0" marR="0" indent="0" algn="ctr" defTabSz="821530" rtl="0" latinLnBrk="0">
              <a:lnSpc>
                <a:spcPct val="100000"/>
              </a:lnSpc>
              <a:spcBef>
                <a:spcPts val="0"/>
              </a:spcBef>
              <a:spcAft>
                <a:spcPts val="0"/>
              </a:spcAft>
              <a:buClrTx/>
              <a:buSzTx/>
              <a:buFontTx/>
              <a:buNone/>
              <a:tabLst/>
              <a:defRPr sz="11200" b="0" i="0" u="none" strike="noStrike" cap="none" spc="0" baseline="0">
                <a:ln>
                  <a:noFill/>
                </a:ln>
                <a:solidFill>
                  <a:srgbClr val="000000"/>
                </a:solidFill>
                <a:uFillTx/>
                <a:latin typeface="+mj-lt"/>
                <a:ea typeface="+mj-ea"/>
                <a:cs typeface="+mj-cs"/>
                <a:sym typeface="Helvetica Neue Medium"/>
              </a:defRPr>
            </a:lvl1pPr>
            <a:lvl2pPr marL="0" marR="0" indent="0" algn="ctr" defTabSz="821530" rtl="0" latinLnBrk="0">
              <a:lnSpc>
                <a:spcPct val="100000"/>
              </a:lnSpc>
              <a:spcBef>
                <a:spcPts val="0"/>
              </a:spcBef>
              <a:spcAft>
                <a:spcPts val="0"/>
              </a:spcAft>
              <a:buClrTx/>
              <a:buSzTx/>
              <a:buFontTx/>
              <a:buNone/>
              <a:tabLst/>
              <a:defRPr sz="11200" b="0" i="0" u="none" strike="noStrike" cap="none" spc="0" baseline="0">
                <a:ln>
                  <a:noFill/>
                </a:ln>
                <a:solidFill>
                  <a:srgbClr val="000000"/>
                </a:solidFill>
                <a:uFillTx/>
                <a:latin typeface="+mj-lt"/>
                <a:ea typeface="+mj-ea"/>
                <a:cs typeface="+mj-cs"/>
                <a:sym typeface="Helvetica Neue Medium"/>
              </a:defRPr>
            </a:lvl2pPr>
            <a:lvl3pPr marL="0" marR="0" indent="0" algn="ctr" defTabSz="821530" rtl="0" latinLnBrk="0">
              <a:lnSpc>
                <a:spcPct val="100000"/>
              </a:lnSpc>
              <a:spcBef>
                <a:spcPts val="0"/>
              </a:spcBef>
              <a:spcAft>
                <a:spcPts val="0"/>
              </a:spcAft>
              <a:buClrTx/>
              <a:buSzTx/>
              <a:buFontTx/>
              <a:buNone/>
              <a:tabLst/>
              <a:defRPr sz="11200" b="0" i="0" u="none" strike="noStrike" cap="none" spc="0" baseline="0">
                <a:ln>
                  <a:noFill/>
                </a:ln>
                <a:solidFill>
                  <a:srgbClr val="000000"/>
                </a:solidFill>
                <a:uFillTx/>
                <a:latin typeface="+mj-lt"/>
                <a:ea typeface="+mj-ea"/>
                <a:cs typeface="+mj-cs"/>
                <a:sym typeface="Helvetica Neue Medium"/>
              </a:defRPr>
            </a:lvl3pPr>
            <a:lvl4pPr marL="0" marR="0" indent="0" algn="ctr" defTabSz="821530" rtl="0" latinLnBrk="0">
              <a:lnSpc>
                <a:spcPct val="100000"/>
              </a:lnSpc>
              <a:spcBef>
                <a:spcPts val="0"/>
              </a:spcBef>
              <a:spcAft>
                <a:spcPts val="0"/>
              </a:spcAft>
              <a:buClrTx/>
              <a:buSzTx/>
              <a:buFontTx/>
              <a:buNone/>
              <a:tabLst/>
              <a:defRPr sz="11200" b="0" i="0" u="none" strike="noStrike" cap="none" spc="0" baseline="0">
                <a:ln>
                  <a:noFill/>
                </a:ln>
                <a:solidFill>
                  <a:srgbClr val="000000"/>
                </a:solidFill>
                <a:uFillTx/>
                <a:latin typeface="+mj-lt"/>
                <a:ea typeface="+mj-ea"/>
                <a:cs typeface="+mj-cs"/>
                <a:sym typeface="Helvetica Neue Medium"/>
              </a:defRPr>
            </a:lvl4pPr>
            <a:lvl5pPr marL="0" marR="0" indent="0" algn="ctr" defTabSz="821530" rtl="0" latinLnBrk="0">
              <a:lnSpc>
                <a:spcPct val="100000"/>
              </a:lnSpc>
              <a:spcBef>
                <a:spcPts val="0"/>
              </a:spcBef>
              <a:spcAft>
                <a:spcPts val="0"/>
              </a:spcAft>
              <a:buClrTx/>
              <a:buSzTx/>
              <a:buFontTx/>
              <a:buNone/>
              <a:tabLst/>
              <a:defRPr sz="11200" b="0" i="0" u="none" strike="noStrike" cap="none" spc="0" baseline="0">
                <a:ln>
                  <a:noFill/>
                </a:ln>
                <a:solidFill>
                  <a:srgbClr val="000000"/>
                </a:solidFill>
                <a:uFillTx/>
                <a:latin typeface="+mj-lt"/>
                <a:ea typeface="+mj-ea"/>
                <a:cs typeface="+mj-cs"/>
                <a:sym typeface="Helvetica Neue Medium"/>
              </a:defRPr>
            </a:lvl5pPr>
            <a:lvl6pPr marL="0" marR="0" indent="0" algn="ctr" defTabSz="821530" rtl="0" latinLnBrk="0">
              <a:lnSpc>
                <a:spcPct val="100000"/>
              </a:lnSpc>
              <a:spcBef>
                <a:spcPts val="0"/>
              </a:spcBef>
              <a:spcAft>
                <a:spcPts val="0"/>
              </a:spcAft>
              <a:buClrTx/>
              <a:buSzTx/>
              <a:buFontTx/>
              <a:buNone/>
              <a:tabLst/>
              <a:defRPr sz="11200" b="0" i="0" u="none" strike="noStrike" cap="none" spc="0" baseline="0">
                <a:ln>
                  <a:noFill/>
                </a:ln>
                <a:solidFill>
                  <a:srgbClr val="000000"/>
                </a:solidFill>
                <a:uFillTx/>
                <a:latin typeface="+mj-lt"/>
                <a:ea typeface="+mj-ea"/>
                <a:cs typeface="+mj-cs"/>
                <a:sym typeface="Helvetica Neue Medium"/>
              </a:defRPr>
            </a:lvl6pPr>
            <a:lvl7pPr marL="0" marR="0" indent="0" algn="ctr" defTabSz="821530" rtl="0" latinLnBrk="0">
              <a:lnSpc>
                <a:spcPct val="100000"/>
              </a:lnSpc>
              <a:spcBef>
                <a:spcPts val="0"/>
              </a:spcBef>
              <a:spcAft>
                <a:spcPts val="0"/>
              </a:spcAft>
              <a:buClrTx/>
              <a:buSzTx/>
              <a:buFontTx/>
              <a:buNone/>
              <a:tabLst/>
              <a:defRPr sz="11200" b="0" i="0" u="none" strike="noStrike" cap="none" spc="0" baseline="0">
                <a:ln>
                  <a:noFill/>
                </a:ln>
                <a:solidFill>
                  <a:srgbClr val="000000"/>
                </a:solidFill>
                <a:uFillTx/>
                <a:latin typeface="+mj-lt"/>
                <a:ea typeface="+mj-ea"/>
                <a:cs typeface="+mj-cs"/>
                <a:sym typeface="Helvetica Neue Medium"/>
              </a:defRPr>
            </a:lvl7pPr>
            <a:lvl8pPr marL="0" marR="0" indent="0" algn="ctr" defTabSz="821530" rtl="0" latinLnBrk="0">
              <a:lnSpc>
                <a:spcPct val="100000"/>
              </a:lnSpc>
              <a:spcBef>
                <a:spcPts val="0"/>
              </a:spcBef>
              <a:spcAft>
                <a:spcPts val="0"/>
              </a:spcAft>
              <a:buClrTx/>
              <a:buSzTx/>
              <a:buFontTx/>
              <a:buNone/>
              <a:tabLst/>
              <a:defRPr sz="11200" b="0" i="0" u="none" strike="noStrike" cap="none" spc="0" baseline="0">
                <a:ln>
                  <a:noFill/>
                </a:ln>
                <a:solidFill>
                  <a:srgbClr val="000000"/>
                </a:solidFill>
                <a:uFillTx/>
                <a:latin typeface="+mj-lt"/>
                <a:ea typeface="+mj-ea"/>
                <a:cs typeface="+mj-cs"/>
                <a:sym typeface="Helvetica Neue Medium"/>
              </a:defRPr>
            </a:lvl8pPr>
            <a:lvl9pPr marL="0" marR="0" indent="0" algn="ctr" defTabSz="821530" rtl="0" latinLnBrk="0">
              <a:lnSpc>
                <a:spcPct val="100000"/>
              </a:lnSpc>
              <a:spcBef>
                <a:spcPts val="0"/>
              </a:spcBef>
              <a:spcAft>
                <a:spcPts val="0"/>
              </a:spcAft>
              <a:buClrTx/>
              <a:buSzTx/>
              <a:buFontTx/>
              <a:buNone/>
              <a:tabLst/>
              <a:defRPr sz="11200" b="0" i="0" u="none" strike="noStrike" cap="none" spc="0" baseline="0">
                <a:ln>
                  <a:noFill/>
                </a:ln>
                <a:solidFill>
                  <a:srgbClr val="000000"/>
                </a:solidFill>
                <a:uFillTx/>
                <a:latin typeface="+mj-lt"/>
                <a:ea typeface="+mj-ea"/>
                <a:cs typeface="+mj-cs"/>
                <a:sym typeface="Helvetica Neue Medium"/>
              </a:defRPr>
            </a:lvl9pPr>
          </a:lstStyle>
          <a:p>
            <a:pPr algn="l" defTabSz="212866" hangingPunct="1">
              <a:defRPr sz="4400">
                <a:solidFill>
                  <a:srgbClr val="024C90"/>
                </a:solidFill>
                <a:latin typeface="Helvetica Neue Light"/>
                <a:ea typeface="Helvetica Neue Light"/>
                <a:cs typeface="Helvetica Neue Light"/>
                <a:sym typeface="Helvetica Neue Light"/>
              </a:defRPr>
            </a:pPr>
            <a:r>
              <a:rPr lang="en" sz="4400" dirty="0">
                <a:solidFill>
                  <a:srgbClr val="024C90"/>
                </a:solidFill>
                <a:latin typeface="Arial" panose="020B0604020202020204" pitchFamily="34" charset="0"/>
                <a:ea typeface="Helvetica Neue Light"/>
                <a:cs typeface="Arial" panose="020B0604020202020204" pitchFamily="34" charset="0"/>
                <a:sym typeface="Helvetica Neue Light"/>
              </a:rPr>
              <a:t>MTD</a:t>
            </a:r>
            <a:r>
              <a:rPr lang="en" sz="4400" dirty="0">
                <a:latin typeface="Arial" panose="020B0604020202020204" pitchFamily="34" charset="0"/>
                <a:ea typeface="Helvetica Neue Light"/>
                <a:cs typeface="Arial" panose="020B0604020202020204" pitchFamily="34" charset="0"/>
                <a:sym typeface="Helvetica Neue Light"/>
              </a:rPr>
              <a:t> | </a:t>
            </a:r>
            <a:r>
              <a:rPr lang="en-US" sz="4400" dirty="0">
                <a:solidFill>
                  <a:schemeClr val="tx1"/>
                </a:solidFill>
                <a:latin typeface="Arial" panose="020B0604020202020204" pitchFamily="34" charset="0"/>
                <a:ea typeface="Helvetica Neue Light"/>
                <a:cs typeface="Arial" panose="020B0604020202020204" pitchFamily="34" charset="0"/>
                <a:sym typeface="Helvetica Neue Light"/>
              </a:rPr>
              <a:t>R240</a:t>
            </a:r>
            <a:r>
              <a:rPr lang="en" sz="4400" dirty="0">
                <a:latin typeface="Arial" panose="020B0604020202020204" pitchFamily="34" charset="0"/>
                <a:ea typeface="Helvetica Neue Light"/>
                <a:cs typeface="Arial" panose="020B0604020202020204" pitchFamily="34" charset="0"/>
                <a:sym typeface="Helvetica Neue Light"/>
              </a:rPr>
              <a:t> </a:t>
            </a:r>
            <a:r>
              <a:rPr lang="en" sz="4400" dirty="0">
                <a:solidFill>
                  <a:schemeClr val="tx1"/>
                </a:solidFill>
                <a:latin typeface="Arial" panose="020B0604020202020204" pitchFamily="34" charset="0"/>
                <a:ea typeface="Helvetica Neue Light"/>
                <a:cs typeface="Arial" panose="020B0604020202020204" pitchFamily="34" charset="0"/>
                <a:sym typeface="Helvetica Neue Light"/>
              </a:rPr>
              <a:t>Metrology Details-Magnet </a:t>
            </a:r>
            <a:r>
              <a:rPr lang="sv-SE" altLang="zh-CN" sz="4400" dirty="0">
                <a:solidFill>
                  <a:schemeClr val="tx1"/>
                </a:solidFill>
                <a:latin typeface="Arial" panose="020B0604020202020204" pitchFamily="34" charset="0"/>
                <a:ea typeface="Helvetica Neue Light"/>
                <a:cs typeface="Arial" panose="020B0604020202020204" pitchFamily="34" charset="0"/>
                <a:sym typeface="Helvetica Neue Light"/>
              </a:rPr>
              <a:t>099-53721-08</a:t>
            </a:r>
          </a:p>
        </p:txBody>
      </p:sp>
      <p:grpSp>
        <p:nvGrpSpPr>
          <p:cNvPr id="92" name="组合 91"/>
          <p:cNvGrpSpPr/>
          <p:nvPr/>
        </p:nvGrpSpPr>
        <p:grpSpPr>
          <a:xfrm>
            <a:off x="13414091" y="4975576"/>
            <a:ext cx="3689982" cy="1222280"/>
            <a:chOff x="12503800" y="11074446"/>
            <a:chExt cx="6703660" cy="2220538"/>
          </a:xfrm>
        </p:grpSpPr>
        <p:pic>
          <p:nvPicPr>
            <p:cNvPr id="104" name="图片 103"/>
            <p:cNvPicPr>
              <a:picLocks noChangeAspect="1"/>
            </p:cNvPicPr>
            <p:nvPr/>
          </p:nvPicPr>
          <p:blipFill rotWithShape="1">
            <a:blip r:embed="rId2" cstate="email">
              <a:clrChange>
                <a:clrFrom>
                  <a:srgbClr val="FFFFFF"/>
                </a:clrFrom>
                <a:clrTo>
                  <a:srgbClr val="FFFFFF">
                    <a:alpha val="0"/>
                  </a:srgbClr>
                </a:clrTo>
              </a:clrChange>
              <a:extLst>
                <a:ext uri="{28A0092B-C50C-407E-A947-70E740481C1C}">
                  <a14:useLocalDpi xmlns:a14="http://schemas.microsoft.com/office/drawing/2010/main"/>
                </a:ext>
              </a:extLst>
            </a:blip>
            <a:srcRect/>
            <a:stretch/>
          </p:blipFill>
          <p:spPr>
            <a:xfrm>
              <a:off x="12503800" y="11074446"/>
              <a:ext cx="6659341" cy="2220538"/>
            </a:xfrm>
            <a:prstGeom prst="rect">
              <a:avLst/>
            </a:prstGeom>
          </p:spPr>
        </p:pic>
        <p:sp>
          <p:nvSpPr>
            <p:cNvPr id="105" name="矩形 104"/>
            <p:cNvSpPr/>
            <p:nvPr/>
          </p:nvSpPr>
          <p:spPr>
            <a:xfrm>
              <a:off x="15582895" y="11505359"/>
              <a:ext cx="3624565" cy="821236"/>
            </a:xfrm>
            <a:prstGeom prst="rect">
              <a:avLst/>
            </a:prstGeom>
            <a:solidFill>
              <a:schemeClr val="bg1"/>
            </a:solidFill>
            <a:ln w="25400" cap="flat">
              <a:solidFill>
                <a:srgbClr val="FF0000"/>
              </a:solid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71436" tIns="71436" rIns="71436" bIns="71436" numCol="1" spcCol="38100" rtlCol="0" anchor="ctr">
              <a:spAutoFit/>
            </a:bodyPr>
            <a:lstStyle/>
            <a:p>
              <a:pPr fontAlgn="ctr"/>
              <a:r>
                <a:rPr lang="en-US" altLang="zh-CN" sz="2000" dirty="0">
                  <a:latin typeface="Arial" panose="020B0604020202020204" pitchFamily="34" charset="0"/>
                  <a:ea typeface="Arial Unicode MS" panose="020B0604020202020204" pitchFamily="34" charset="-122"/>
                  <a:cs typeface="Arial" panose="020B0604020202020204" pitchFamily="34" charset="0"/>
                </a:rPr>
                <a:t>FAI5/SPCE±7°</a:t>
              </a:r>
            </a:p>
          </p:txBody>
        </p:sp>
      </p:grpSp>
      <p:grpSp>
        <p:nvGrpSpPr>
          <p:cNvPr id="106" name="组合 105"/>
          <p:cNvGrpSpPr/>
          <p:nvPr/>
        </p:nvGrpSpPr>
        <p:grpSpPr>
          <a:xfrm>
            <a:off x="13646669" y="6881032"/>
            <a:ext cx="3016756" cy="1661705"/>
            <a:chOff x="13303555" y="11578512"/>
            <a:chExt cx="3016756" cy="1661705"/>
          </a:xfrm>
        </p:grpSpPr>
        <p:sp>
          <p:nvSpPr>
            <p:cNvPr id="107" name="文本框 106"/>
            <p:cNvSpPr txBox="1"/>
            <p:nvPr/>
          </p:nvSpPr>
          <p:spPr>
            <a:xfrm>
              <a:off x="13747454" y="12491294"/>
              <a:ext cx="2571944" cy="748923"/>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821055"/>
              <a:r>
                <a:rPr lang="en-US" altLang="zh-CN" sz="1400" dirty="0">
                  <a:latin typeface="Arial" panose="020B0604020202020204" pitchFamily="34" charset="0"/>
                  <a:cs typeface="Arial" panose="020B0604020202020204" pitchFamily="34" charset="0"/>
                  <a:sym typeface="Helvetica Neue" panose="02000503000000020004"/>
                </a:rPr>
                <a:t>Pic9.Z</a:t>
              </a:r>
              <a:r>
                <a:rPr lang="zh-CN" altLang="en-US" sz="1400" dirty="0">
                  <a:latin typeface="Arial" panose="020B0604020202020204" pitchFamily="34" charset="0"/>
                  <a:cs typeface="Arial" panose="020B0604020202020204" pitchFamily="34" charset="0"/>
                  <a:sym typeface="Helvetica Neue" panose="02000503000000020004"/>
                </a:rPr>
                <a:t>方向充磁</a:t>
              </a:r>
              <a:r>
                <a:rPr lang="en-US" altLang="zh-CN" sz="1400" dirty="0" err="1">
                  <a:latin typeface="Arial" panose="020B0604020202020204" pitchFamily="34" charset="0"/>
                  <a:cs typeface="Arial" panose="020B0604020202020204" pitchFamily="34" charset="0"/>
                  <a:sym typeface="Helvetica Neue" panose="02000503000000020004"/>
                </a:rPr>
                <a:t>Apns</a:t>
              </a:r>
              <a:r>
                <a:rPr lang="zh-CN" altLang="en-US" sz="1400" dirty="0">
                  <a:latin typeface="Arial" panose="020B0604020202020204" pitchFamily="34" charset="0"/>
                  <a:cs typeface="Arial" panose="020B0604020202020204" pitchFamily="34" charset="0"/>
                  <a:sym typeface="Helvetica Neue" panose="02000503000000020004"/>
                </a:rPr>
                <a:t>摆放图示</a:t>
              </a:r>
              <a:endParaRPr lang="en-US" altLang="zh-CN" sz="1400" dirty="0">
                <a:latin typeface="Arial" panose="020B0604020202020204" pitchFamily="34" charset="0"/>
                <a:cs typeface="Arial" panose="020B0604020202020204" pitchFamily="34" charset="0"/>
                <a:sym typeface="Helvetica Neue" panose="02000503000000020004"/>
              </a:endParaRPr>
            </a:p>
            <a:p>
              <a:pPr algn="l" defTabSz="821055"/>
              <a:r>
                <a:rPr lang="en-US" altLang="zh-CN" sz="1400" dirty="0">
                  <a:latin typeface="Arial" panose="020B0604020202020204" pitchFamily="34" charset="0"/>
                  <a:cs typeface="Arial" panose="020B0604020202020204" pitchFamily="34" charset="0"/>
                  <a:sym typeface="Helvetica Neue" panose="02000503000000020004"/>
                </a:rPr>
                <a:t>(</a:t>
              </a:r>
              <a:r>
                <a:rPr lang="zh-CN" altLang="en-US" sz="1400" dirty="0">
                  <a:latin typeface="Arial" panose="020B0604020202020204" pitchFamily="34" charset="0"/>
                  <a:cs typeface="Arial" panose="020B0604020202020204" pitchFamily="34" charset="0"/>
                  <a:sym typeface="Helvetica Neue" panose="02000503000000020004"/>
                </a:rPr>
                <a:t>充成单极测试</a:t>
              </a:r>
              <a:r>
                <a:rPr lang="en-US" altLang="zh-CN" sz="1400" dirty="0">
                  <a:latin typeface="Arial" panose="020B0604020202020204" pitchFamily="34" charset="0"/>
                  <a:cs typeface="Arial" panose="020B0604020202020204" pitchFamily="34" charset="0"/>
                  <a:sym typeface="Helvetica Neue" panose="02000503000000020004"/>
                </a:rPr>
                <a:t>,</a:t>
              </a:r>
              <a:r>
                <a:rPr lang="en-US" altLang="zh-CN" sz="1400" dirty="0">
                  <a:latin typeface="Arial" panose="020B0604020202020204" pitchFamily="34" charset="0"/>
                  <a:cs typeface="Arial" panose="020B0604020202020204" pitchFamily="34" charset="0"/>
                </a:rPr>
                <a:t>X</a:t>
              </a:r>
              <a:r>
                <a:rPr lang="zh-CN" altLang="en-US" sz="1400" dirty="0">
                  <a:latin typeface="Arial" panose="020B0604020202020204" pitchFamily="34" charset="0"/>
                  <a:cs typeface="Arial" panose="020B0604020202020204" pitchFamily="34" charset="0"/>
                </a:rPr>
                <a:t>尺寸对齐</a:t>
              </a:r>
              <a:r>
                <a:rPr lang="en-US" altLang="zh-CN" sz="1400" dirty="0">
                  <a:latin typeface="Arial" panose="020B0604020202020204" pitchFamily="34" charset="0"/>
                  <a:cs typeface="Arial" panose="020B0604020202020204" pitchFamily="34" charset="0"/>
                </a:rPr>
                <a:t>X</a:t>
              </a:r>
              <a:r>
                <a:rPr lang="zh-CN" altLang="en-US" sz="1400" dirty="0">
                  <a:latin typeface="Arial" panose="020B0604020202020204" pitchFamily="34" charset="0"/>
                  <a:cs typeface="Arial" panose="020B0604020202020204" pitchFamily="34" charset="0"/>
                </a:rPr>
                <a:t>轴</a:t>
              </a:r>
              <a:r>
                <a:rPr lang="en-US" altLang="zh-CN" sz="1400" dirty="0">
                  <a:latin typeface="Arial" panose="020B0604020202020204" pitchFamily="34" charset="0"/>
                  <a:cs typeface="Arial" panose="020B0604020202020204" pitchFamily="34" charset="0"/>
                </a:rPr>
                <a:t>,Y</a:t>
              </a:r>
              <a:r>
                <a:rPr lang="zh-CN" altLang="en-US" sz="1400" dirty="0">
                  <a:latin typeface="Arial" panose="020B0604020202020204" pitchFamily="34" charset="0"/>
                  <a:cs typeface="Arial" panose="020B0604020202020204" pitchFamily="34" charset="0"/>
                </a:rPr>
                <a:t>尺寸对齐</a:t>
              </a:r>
              <a:r>
                <a:rPr lang="en-US" altLang="zh-CN" sz="1400" dirty="0">
                  <a:latin typeface="Arial" panose="020B0604020202020204" pitchFamily="34" charset="0"/>
                  <a:cs typeface="Arial" panose="020B0604020202020204" pitchFamily="34" charset="0"/>
                </a:rPr>
                <a:t>Y</a:t>
              </a:r>
              <a:r>
                <a:rPr lang="zh-CN" altLang="en-US" sz="1400" dirty="0">
                  <a:latin typeface="Arial" panose="020B0604020202020204" pitchFamily="34" charset="0"/>
                  <a:cs typeface="Arial" panose="020B0604020202020204" pitchFamily="34" charset="0"/>
                </a:rPr>
                <a:t>轴</a:t>
              </a:r>
              <a:r>
                <a:rPr lang="en-US" altLang="zh-CN" sz="1400" dirty="0">
                  <a:latin typeface="Arial" panose="020B0604020202020204" pitchFamily="34" charset="0"/>
                  <a:cs typeface="Arial" panose="020B0604020202020204" pitchFamily="34" charset="0"/>
                </a:rPr>
                <a:t>,</a:t>
              </a:r>
              <a:r>
                <a:rPr lang="en-US" altLang="zh-CN" sz="1400" dirty="0">
                  <a:latin typeface="Arial" panose="020B0604020202020204" pitchFamily="34" charset="0"/>
                  <a:cs typeface="Arial" panose="020B0604020202020204" pitchFamily="34" charset="0"/>
                  <a:sym typeface="Helvetica Neue" panose="02000503000000020004"/>
                </a:rPr>
                <a:t>N</a:t>
              </a:r>
              <a:r>
                <a:rPr lang="zh-CN" altLang="en-US" sz="1400" dirty="0">
                  <a:latin typeface="Arial" panose="020B0604020202020204" pitchFamily="34" charset="0"/>
                  <a:cs typeface="Arial" panose="020B0604020202020204" pitchFamily="34" charset="0"/>
                  <a:sym typeface="Helvetica Neue" panose="02000503000000020004"/>
                </a:rPr>
                <a:t>极朝</a:t>
              </a:r>
              <a:r>
                <a:rPr lang="en-US" altLang="zh-CN" sz="1400" dirty="0">
                  <a:latin typeface="Arial" panose="020B0604020202020204" pitchFamily="34" charset="0"/>
                  <a:cs typeface="Arial" panose="020B0604020202020204" pitchFamily="34" charset="0"/>
                  <a:sym typeface="Helvetica Neue" panose="02000503000000020004"/>
                </a:rPr>
                <a:t>Z+</a:t>
              </a:r>
              <a:r>
                <a:rPr lang="zh-CN" altLang="en-US" sz="1400" dirty="0">
                  <a:latin typeface="Arial" panose="020B0604020202020204" pitchFamily="34" charset="0"/>
                  <a:cs typeface="Arial" panose="020B0604020202020204" pitchFamily="34" charset="0"/>
                </a:rPr>
                <a:t>方向</a:t>
              </a:r>
              <a:r>
                <a:rPr lang="en-US" altLang="zh-CN" sz="1400" dirty="0">
                  <a:latin typeface="Arial" panose="020B0604020202020204" pitchFamily="34" charset="0"/>
                  <a:cs typeface="Arial" panose="020B0604020202020204" pitchFamily="34" charset="0"/>
                  <a:sym typeface="Helvetica Neue" panose="02000503000000020004"/>
                </a:rPr>
                <a:t>)</a:t>
              </a:r>
              <a:endParaRPr kumimoji="0" lang="zh-CN" altLang="en-US" sz="1400" b="0" i="0" u="none" strike="noStrike" cap="none" spc="0" normalizeH="0" baseline="0" dirty="0">
                <a:ln>
                  <a:noFill/>
                </a:ln>
                <a:solidFill>
                  <a:srgbClr val="000000"/>
                </a:solidFill>
                <a:effectLst/>
                <a:uFillTx/>
                <a:latin typeface="Arial" panose="020B0604020202020204" pitchFamily="34" charset="0"/>
                <a:ea typeface="Helvetica Neue" panose="02000503000000020004"/>
                <a:cs typeface="Arial" panose="020B0604020202020204" pitchFamily="34" charset="0"/>
                <a:sym typeface="Helvetica Neue" panose="02000503000000020004"/>
              </a:endParaRPr>
            </a:p>
          </p:txBody>
        </p:sp>
        <p:pic>
          <p:nvPicPr>
            <p:cNvPr id="108" name="图片 107"/>
            <p:cNvPicPr>
              <a:picLocks noChangeAspect="1"/>
            </p:cNvPicPr>
            <p:nvPr/>
          </p:nvPicPr>
          <p:blipFill rotWithShape="1">
            <a:blip r:embed="rId3" cstate="email">
              <a:clrChange>
                <a:clrFrom>
                  <a:srgbClr val="FFFFFF"/>
                </a:clrFrom>
                <a:clrTo>
                  <a:srgbClr val="FFFFFF">
                    <a:alpha val="0"/>
                  </a:srgbClr>
                </a:clrTo>
              </a:clrChange>
              <a:extLst>
                <a:ext uri="{28A0092B-C50C-407E-A947-70E740481C1C}">
                  <a14:useLocalDpi xmlns:a14="http://schemas.microsoft.com/office/drawing/2010/main"/>
                </a:ext>
              </a:extLst>
            </a:blip>
            <a:srcRect/>
            <a:stretch/>
          </p:blipFill>
          <p:spPr>
            <a:xfrm>
              <a:off x="13503502" y="11596167"/>
              <a:ext cx="2500162" cy="571230"/>
            </a:xfrm>
            <a:prstGeom prst="rect">
              <a:avLst/>
            </a:prstGeom>
          </p:spPr>
        </p:pic>
        <p:grpSp>
          <p:nvGrpSpPr>
            <p:cNvPr id="109" name="组合 108"/>
            <p:cNvGrpSpPr/>
            <p:nvPr/>
          </p:nvGrpSpPr>
          <p:grpSpPr>
            <a:xfrm>
              <a:off x="13303555" y="11578512"/>
              <a:ext cx="3016756" cy="882624"/>
              <a:chOff x="12593503" y="12059426"/>
              <a:chExt cx="3016756" cy="882624"/>
            </a:xfrm>
          </p:grpSpPr>
          <p:sp>
            <p:nvSpPr>
              <p:cNvPr id="112" name="文本框 111">
                <a:extLst>
                  <a:ext uri="{FF2B5EF4-FFF2-40B4-BE49-F238E27FC236}">
                    <a16:creationId xmlns:a16="http://schemas.microsoft.com/office/drawing/2014/main" id="{41F5A0E2-CF99-3143-9985-C97D69894A26}"/>
                  </a:ext>
                </a:extLst>
              </p:cNvPr>
              <p:cNvSpPr txBox="1"/>
              <p:nvPr/>
            </p:nvSpPr>
            <p:spPr>
              <a:xfrm>
                <a:off x="15303542" y="12479676"/>
                <a:ext cx="306717" cy="318036"/>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1055" rtl="0" fontAlgn="auto" latinLnBrk="0" hangingPunct="0">
                  <a:lnSpc>
                    <a:spcPct val="100000"/>
                  </a:lnSpc>
                  <a:spcBef>
                    <a:spcPts val="0"/>
                  </a:spcBef>
                  <a:spcAft>
                    <a:spcPts val="0"/>
                  </a:spcAft>
                  <a:buClrTx/>
                  <a:buSzTx/>
                  <a:buFontTx/>
                  <a:buNone/>
                </a:pPr>
                <a:r>
                  <a:rPr kumimoji="0" lang="en-US" altLang="zh-CN" sz="1400" i="0" u="none" strike="noStrike" cap="none" spc="0" normalizeH="0" baseline="0" dirty="0">
                    <a:ln>
                      <a:noFill/>
                    </a:ln>
                    <a:solidFill>
                      <a:srgbClr val="000000"/>
                    </a:solidFill>
                    <a:effectLst/>
                    <a:uFillTx/>
                    <a:latin typeface="Helvetica Neue" panose="02000503000000020004"/>
                    <a:ea typeface="Helvetica Neue" panose="02000503000000020004"/>
                    <a:cs typeface="Helvetica Neue" panose="02000503000000020004"/>
                    <a:sym typeface="Helvetica Neue" panose="02000503000000020004"/>
                  </a:rPr>
                  <a:t>X</a:t>
                </a:r>
                <a:endParaRPr kumimoji="0" lang="zh-CN" altLang="en-US" sz="1400" i="0" u="none" strike="noStrike" cap="none" spc="0" normalizeH="0" baseline="0" dirty="0">
                  <a:ln>
                    <a:noFill/>
                  </a:ln>
                  <a:solidFill>
                    <a:srgbClr val="000000"/>
                  </a:solidFill>
                  <a:effectLst/>
                  <a:uFillTx/>
                  <a:latin typeface="Helvetica Neue" panose="02000503000000020004"/>
                  <a:ea typeface="Helvetica Neue" panose="02000503000000020004"/>
                  <a:cs typeface="Helvetica Neue" panose="02000503000000020004"/>
                  <a:sym typeface="Helvetica Neue" panose="02000503000000020004"/>
                </a:endParaRPr>
              </a:p>
            </p:txBody>
          </p:sp>
          <p:sp>
            <p:nvSpPr>
              <p:cNvPr id="113" name="文本框 112">
                <a:extLst>
                  <a:ext uri="{FF2B5EF4-FFF2-40B4-BE49-F238E27FC236}">
                    <a16:creationId xmlns:a16="http://schemas.microsoft.com/office/drawing/2014/main" id="{41F5A0E2-CF99-3143-9985-C97D69894A26}"/>
                  </a:ext>
                </a:extLst>
              </p:cNvPr>
              <p:cNvSpPr txBox="1"/>
              <p:nvPr/>
            </p:nvSpPr>
            <p:spPr>
              <a:xfrm>
                <a:off x="12593503" y="12151405"/>
                <a:ext cx="178325" cy="318036"/>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1055" rtl="0" fontAlgn="auto" latinLnBrk="0" hangingPunct="0">
                  <a:lnSpc>
                    <a:spcPct val="100000"/>
                  </a:lnSpc>
                  <a:spcBef>
                    <a:spcPts val="0"/>
                  </a:spcBef>
                  <a:spcAft>
                    <a:spcPts val="0"/>
                  </a:spcAft>
                  <a:buClrTx/>
                  <a:buSzTx/>
                  <a:buFontTx/>
                  <a:buNone/>
                </a:pPr>
                <a:r>
                  <a:rPr lang="en-US" altLang="zh-CN" sz="1400" dirty="0">
                    <a:latin typeface="Helvetica Neue" panose="02000503000000020004"/>
                    <a:ea typeface="Helvetica Neue" panose="02000503000000020004"/>
                    <a:cs typeface="Helvetica Neue" panose="02000503000000020004"/>
                    <a:sym typeface="Helvetica Neue" panose="02000503000000020004"/>
                  </a:rPr>
                  <a:t>Y</a:t>
                </a:r>
                <a:endParaRPr kumimoji="0" lang="zh-CN" altLang="en-US" sz="1400" i="0" u="none" strike="noStrike" cap="none" spc="0" normalizeH="0" baseline="0" dirty="0">
                  <a:ln>
                    <a:noFill/>
                  </a:ln>
                  <a:solidFill>
                    <a:srgbClr val="000000"/>
                  </a:solidFill>
                  <a:effectLst/>
                  <a:uFillTx/>
                  <a:latin typeface="Helvetica Neue" panose="02000503000000020004"/>
                  <a:ea typeface="Helvetica Neue" panose="02000503000000020004"/>
                  <a:cs typeface="Helvetica Neue" panose="02000503000000020004"/>
                  <a:sym typeface="Helvetica Neue" panose="02000503000000020004"/>
                </a:endParaRPr>
              </a:p>
            </p:txBody>
          </p:sp>
          <p:cxnSp>
            <p:nvCxnSpPr>
              <p:cNvPr id="142" name="直接箭头连接符 141"/>
              <p:cNvCxnSpPr/>
              <p:nvPr/>
            </p:nvCxnSpPr>
            <p:spPr>
              <a:xfrm flipV="1">
                <a:off x="13417666" y="12634573"/>
                <a:ext cx="1963981" cy="5470"/>
              </a:xfrm>
              <a:prstGeom prst="straightConnector1">
                <a:avLst/>
              </a:prstGeom>
              <a:noFill/>
              <a:ln w="19050" cap="flat">
                <a:solidFill>
                  <a:srgbClr val="0070C0"/>
                </a:solidFill>
                <a:prstDash val="solid"/>
                <a:round/>
                <a:tailEnd type="triangle"/>
              </a:ln>
              <a:effectLst/>
              <a:sp3d/>
            </p:spPr>
            <p:style>
              <a:lnRef idx="0">
                <a:scrgbClr r="0" g="0" b="0"/>
              </a:lnRef>
              <a:fillRef idx="0">
                <a:scrgbClr r="0" g="0" b="0"/>
              </a:fillRef>
              <a:effectRef idx="0">
                <a:scrgbClr r="0" g="0" b="0"/>
              </a:effectRef>
              <a:fontRef idx="none"/>
            </p:style>
          </p:cxnSp>
          <p:sp>
            <p:nvSpPr>
              <p:cNvPr id="143" name="文本框 142">
                <a:extLst>
                  <a:ext uri="{FF2B5EF4-FFF2-40B4-BE49-F238E27FC236}">
                    <a16:creationId xmlns:a16="http://schemas.microsoft.com/office/drawing/2014/main" id="{41F5A0E2-CF99-3143-9985-C97D69894A26}"/>
                  </a:ext>
                </a:extLst>
              </p:cNvPr>
              <p:cNvSpPr txBox="1"/>
              <p:nvPr/>
            </p:nvSpPr>
            <p:spPr>
              <a:xfrm>
                <a:off x="14174399" y="12624014"/>
                <a:ext cx="634648" cy="318036"/>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1055" rtl="0" fontAlgn="auto" latinLnBrk="0" hangingPunct="0">
                  <a:lnSpc>
                    <a:spcPct val="100000"/>
                  </a:lnSpc>
                  <a:spcBef>
                    <a:spcPts val="0"/>
                  </a:spcBef>
                  <a:spcAft>
                    <a:spcPts val="0"/>
                  </a:spcAft>
                  <a:buClrTx/>
                  <a:buSzTx/>
                  <a:buFontTx/>
                  <a:buNone/>
                </a:pPr>
                <a:r>
                  <a:rPr lang="en-US" altLang="zh-CN" sz="1400" dirty="0">
                    <a:solidFill>
                      <a:srgbClr val="0070C0"/>
                    </a:solidFill>
                    <a:latin typeface="Arial" panose="020B0604020202020204" pitchFamily="34" charset="0"/>
                    <a:ea typeface="Helvetica Neue" panose="02000503000000020004"/>
                    <a:cs typeface="Arial" panose="020B0604020202020204" pitchFamily="34" charset="0"/>
                    <a:sym typeface="Helvetica Neue" panose="02000503000000020004"/>
                  </a:rPr>
                  <a:t>X</a:t>
                </a:r>
                <a:r>
                  <a:rPr lang="zh-CN" altLang="en-US" sz="1400" dirty="0">
                    <a:solidFill>
                      <a:srgbClr val="0070C0"/>
                    </a:solidFill>
                    <a:latin typeface="Arial" panose="020B0604020202020204" pitchFamily="34" charset="0"/>
                    <a:ea typeface="Helvetica Neue" panose="02000503000000020004"/>
                    <a:cs typeface="Arial" panose="020B0604020202020204" pitchFamily="34" charset="0"/>
                    <a:sym typeface="Helvetica Neue" panose="02000503000000020004"/>
                  </a:rPr>
                  <a:t>尺寸</a:t>
                </a:r>
                <a:endParaRPr kumimoji="0" lang="zh-CN" altLang="en-US" sz="1400" i="0" u="none" strike="noStrike" cap="none" spc="0" normalizeH="0" baseline="0" dirty="0">
                  <a:ln>
                    <a:noFill/>
                  </a:ln>
                  <a:solidFill>
                    <a:srgbClr val="0070C0"/>
                  </a:solidFill>
                  <a:effectLst/>
                  <a:uFillTx/>
                  <a:latin typeface="Arial" panose="020B0604020202020204" pitchFamily="34" charset="0"/>
                  <a:ea typeface="Helvetica Neue" panose="02000503000000020004"/>
                  <a:cs typeface="Arial" panose="020B0604020202020204" pitchFamily="34" charset="0"/>
                  <a:sym typeface="Helvetica Neue" panose="02000503000000020004"/>
                </a:endParaRPr>
              </a:p>
            </p:txBody>
          </p:sp>
          <p:sp>
            <p:nvSpPr>
              <p:cNvPr id="144" name="文本框 143">
                <a:extLst>
                  <a:ext uri="{FF2B5EF4-FFF2-40B4-BE49-F238E27FC236}">
                    <a16:creationId xmlns:a16="http://schemas.microsoft.com/office/drawing/2014/main" id="{41F5A0E2-CF99-3143-9985-C97D69894A26}"/>
                  </a:ext>
                </a:extLst>
              </p:cNvPr>
              <p:cNvSpPr txBox="1"/>
              <p:nvPr/>
            </p:nvSpPr>
            <p:spPr>
              <a:xfrm>
                <a:off x="13388486" y="12059426"/>
                <a:ext cx="178325" cy="318036"/>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1055" rtl="0" fontAlgn="auto" latinLnBrk="0" hangingPunct="0">
                  <a:lnSpc>
                    <a:spcPct val="100000"/>
                  </a:lnSpc>
                  <a:spcBef>
                    <a:spcPts val="0"/>
                  </a:spcBef>
                  <a:spcAft>
                    <a:spcPts val="0"/>
                  </a:spcAft>
                  <a:buClrTx/>
                  <a:buSzTx/>
                  <a:buFontTx/>
                  <a:buNone/>
                </a:pPr>
                <a:r>
                  <a:rPr lang="en-US" altLang="zh-CN" sz="1400" dirty="0">
                    <a:solidFill>
                      <a:schemeClr val="tx1"/>
                    </a:solidFill>
                    <a:latin typeface="Arial" panose="020B0604020202020204" pitchFamily="34" charset="0"/>
                    <a:ea typeface="Helvetica Neue" panose="02000503000000020004"/>
                    <a:cs typeface="Arial" panose="020B0604020202020204" pitchFamily="34" charset="0"/>
                    <a:sym typeface="Helvetica Neue" panose="02000503000000020004"/>
                  </a:rPr>
                  <a:t>Z</a:t>
                </a:r>
                <a:endParaRPr kumimoji="0" lang="zh-CN" altLang="en-US" sz="1400" i="0" u="none" strike="noStrike" cap="none" spc="0" normalizeH="0" baseline="0" dirty="0">
                  <a:ln>
                    <a:noFill/>
                  </a:ln>
                  <a:solidFill>
                    <a:schemeClr val="tx1"/>
                  </a:solidFill>
                  <a:effectLst/>
                  <a:uFillTx/>
                  <a:latin typeface="Arial" panose="020B0604020202020204" pitchFamily="34" charset="0"/>
                  <a:ea typeface="Helvetica Neue" panose="02000503000000020004"/>
                  <a:cs typeface="Arial" panose="020B0604020202020204" pitchFamily="34" charset="0"/>
                  <a:sym typeface="Helvetica Neue" panose="02000503000000020004"/>
                </a:endParaRPr>
              </a:p>
            </p:txBody>
          </p:sp>
          <p:cxnSp>
            <p:nvCxnSpPr>
              <p:cNvPr id="145" name="直接箭头连接符 144"/>
              <p:cNvCxnSpPr/>
              <p:nvPr/>
            </p:nvCxnSpPr>
            <p:spPr>
              <a:xfrm flipH="1" flipV="1">
                <a:off x="12712164" y="12293294"/>
                <a:ext cx="705502" cy="352295"/>
              </a:xfrm>
              <a:prstGeom prst="straightConnector1">
                <a:avLst/>
              </a:prstGeom>
              <a:noFill/>
              <a:ln w="19050" cap="flat">
                <a:solidFill>
                  <a:srgbClr val="0070C0"/>
                </a:solidFill>
                <a:prstDash val="solid"/>
                <a:round/>
                <a:tailEnd type="triangle"/>
              </a:ln>
              <a:effectLst/>
              <a:sp3d/>
            </p:spPr>
            <p:style>
              <a:lnRef idx="0">
                <a:scrgbClr r="0" g="0" b="0"/>
              </a:lnRef>
              <a:fillRef idx="0">
                <a:scrgbClr r="0" g="0" b="0"/>
              </a:fillRef>
              <a:effectRef idx="0">
                <a:scrgbClr r="0" g="0" b="0"/>
              </a:effectRef>
              <a:fontRef idx="none"/>
            </p:style>
          </p:cxnSp>
          <p:cxnSp>
            <p:nvCxnSpPr>
              <p:cNvPr id="146" name="直接箭头连接符 145"/>
              <p:cNvCxnSpPr/>
              <p:nvPr/>
            </p:nvCxnSpPr>
            <p:spPr>
              <a:xfrm rot="20880000" flipV="1">
                <a:off x="13379566" y="12302408"/>
                <a:ext cx="123740" cy="343181"/>
              </a:xfrm>
              <a:prstGeom prst="straightConnector1">
                <a:avLst/>
              </a:prstGeom>
              <a:noFill/>
              <a:ln w="19050" cap="flat">
                <a:solidFill>
                  <a:srgbClr val="0070C0"/>
                </a:solidFill>
                <a:prstDash val="solid"/>
                <a:round/>
                <a:tailEnd type="triangle"/>
              </a:ln>
              <a:effectLst/>
              <a:sp3d/>
            </p:spPr>
            <p:style>
              <a:lnRef idx="0">
                <a:scrgbClr r="0" g="0" b="0"/>
              </a:lnRef>
              <a:fillRef idx="0">
                <a:scrgbClr r="0" g="0" b="0"/>
              </a:fillRef>
              <a:effectRef idx="0">
                <a:scrgbClr r="0" g="0" b="0"/>
              </a:effectRef>
              <a:fontRef idx="none"/>
            </p:style>
          </p:cxnSp>
          <p:sp>
            <p:nvSpPr>
              <p:cNvPr id="147" name="文本框 146">
                <a:extLst>
                  <a:ext uri="{FF2B5EF4-FFF2-40B4-BE49-F238E27FC236}">
                    <a16:creationId xmlns:a16="http://schemas.microsoft.com/office/drawing/2014/main" id="{41F5A0E2-CF99-3143-9985-C97D69894A26}"/>
                  </a:ext>
                </a:extLst>
              </p:cNvPr>
              <p:cNvSpPr txBox="1"/>
              <p:nvPr/>
            </p:nvSpPr>
            <p:spPr>
              <a:xfrm rot="1602569">
                <a:off x="12715648" y="12449196"/>
                <a:ext cx="643508" cy="318036"/>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1055" rtl="0" fontAlgn="auto" latinLnBrk="0" hangingPunct="0">
                  <a:lnSpc>
                    <a:spcPct val="100000"/>
                  </a:lnSpc>
                  <a:spcBef>
                    <a:spcPts val="0"/>
                  </a:spcBef>
                  <a:spcAft>
                    <a:spcPts val="0"/>
                  </a:spcAft>
                  <a:buClrTx/>
                  <a:buSzTx/>
                  <a:buFontTx/>
                  <a:buNone/>
                </a:pPr>
                <a:r>
                  <a:rPr lang="en-US" altLang="zh-CN" sz="1400" dirty="0">
                    <a:solidFill>
                      <a:srgbClr val="0070C0"/>
                    </a:solidFill>
                    <a:latin typeface="Arial" panose="020B0604020202020204" pitchFamily="34" charset="0"/>
                    <a:ea typeface="Helvetica Neue" panose="02000503000000020004"/>
                    <a:cs typeface="Arial" panose="020B0604020202020204" pitchFamily="34" charset="0"/>
                    <a:sym typeface="Helvetica Neue" panose="02000503000000020004"/>
                  </a:rPr>
                  <a:t>Y</a:t>
                </a:r>
                <a:r>
                  <a:rPr lang="zh-CN" altLang="en-US" sz="1400" dirty="0">
                    <a:solidFill>
                      <a:srgbClr val="0070C0"/>
                    </a:solidFill>
                    <a:latin typeface="Arial" panose="020B0604020202020204" pitchFamily="34" charset="0"/>
                    <a:ea typeface="Helvetica Neue" panose="02000503000000020004"/>
                    <a:cs typeface="Arial" panose="020B0604020202020204" pitchFamily="34" charset="0"/>
                    <a:sym typeface="Helvetica Neue" panose="02000503000000020004"/>
                  </a:rPr>
                  <a:t>尺寸</a:t>
                </a:r>
                <a:endParaRPr kumimoji="0" lang="zh-CN" altLang="en-US" sz="1400" i="0" u="none" strike="noStrike" cap="none" spc="0" normalizeH="0" baseline="0" dirty="0">
                  <a:ln>
                    <a:noFill/>
                  </a:ln>
                  <a:solidFill>
                    <a:srgbClr val="0070C0"/>
                  </a:solidFill>
                  <a:effectLst/>
                  <a:uFillTx/>
                  <a:latin typeface="Arial" panose="020B0604020202020204" pitchFamily="34" charset="0"/>
                  <a:ea typeface="Helvetica Neue" panose="02000503000000020004"/>
                  <a:cs typeface="Arial" panose="020B0604020202020204" pitchFamily="34" charset="0"/>
                  <a:sym typeface="Helvetica Neue" panose="02000503000000020004"/>
                </a:endParaRPr>
              </a:p>
            </p:txBody>
          </p:sp>
          <p:sp>
            <p:nvSpPr>
              <p:cNvPr id="148" name="文本框 147">
                <a:extLst>
                  <a:ext uri="{FF2B5EF4-FFF2-40B4-BE49-F238E27FC236}">
                    <a16:creationId xmlns:a16="http://schemas.microsoft.com/office/drawing/2014/main" id="{41F5A0E2-CF99-3143-9985-C97D69894A26}"/>
                  </a:ext>
                </a:extLst>
              </p:cNvPr>
              <p:cNvSpPr txBox="1"/>
              <p:nvPr/>
            </p:nvSpPr>
            <p:spPr>
              <a:xfrm>
                <a:off x="13386253" y="12346172"/>
                <a:ext cx="649458" cy="318036"/>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1055" rtl="0" fontAlgn="auto" latinLnBrk="0" hangingPunct="0">
                  <a:lnSpc>
                    <a:spcPct val="100000"/>
                  </a:lnSpc>
                  <a:spcBef>
                    <a:spcPts val="0"/>
                  </a:spcBef>
                  <a:spcAft>
                    <a:spcPts val="0"/>
                  </a:spcAft>
                  <a:buClrTx/>
                  <a:buSzTx/>
                  <a:buFontTx/>
                  <a:buNone/>
                </a:pPr>
                <a:r>
                  <a:rPr lang="en-US" altLang="zh-CN" sz="1400" dirty="0">
                    <a:solidFill>
                      <a:srgbClr val="0070C0"/>
                    </a:solidFill>
                    <a:latin typeface="Arial" panose="020B0604020202020204" pitchFamily="34" charset="0"/>
                    <a:ea typeface="Helvetica Neue" panose="02000503000000020004"/>
                    <a:cs typeface="Arial" panose="020B0604020202020204" pitchFamily="34" charset="0"/>
                    <a:sym typeface="Helvetica Neue" panose="02000503000000020004"/>
                  </a:rPr>
                  <a:t>Z</a:t>
                </a:r>
                <a:r>
                  <a:rPr lang="zh-CN" altLang="en-US" sz="1400" dirty="0">
                    <a:solidFill>
                      <a:srgbClr val="0070C0"/>
                    </a:solidFill>
                    <a:latin typeface="Arial" panose="020B0604020202020204" pitchFamily="34" charset="0"/>
                    <a:ea typeface="Helvetica Neue" panose="02000503000000020004"/>
                    <a:cs typeface="Arial" panose="020B0604020202020204" pitchFamily="34" charset="0"/>
                    <a:sym typeface="Helvetica Neue" panose="02000503000000020004"/>
                  </a:rPr>
                  <a:t>尺寸</a:t>
                </a:r>
                <a:endParaRPr kumimoji="0" lang="zh-CN" altLang="en-US" sz="1400" i="0" u="none" strike="noStrike" cap="none" spc="0" normalizeH="0" baseline="0" dirty="0">
                  <a:ln>
                    <a:noFill/>
                  </a:ln>
                  <a:solidFill>
                    <a:srgbClr val="0070C0"/>
                  </a:solidFill>
                  <a:effectLst/>
                  <a:uFillTx/>
                  <a:latin typeface="Arial" panose="020B0604020202020204" pitchFamily="34" charset="0"/>
                  <a:ea typeface="Helvetica Neue" panose="02000503000000020004"/>
                  <a:cs typeface="Arial" panose="020B0604020202020204" pitchFamily="34" charset="0"/>
                  <a:sym typeface="Helvetica Neue" panose="02000503000000020004"/>
                </a:endParaRPr>
              </a:p>
            </p:txBody>
          </p:sp>
        </p:grpSp>
      </p:grpSp>
      <p:graphicFrame>
        <p:nvGraphicFramePr>
          <p:cNvPr id="77" name="表格 76"/>
          <p:cNvGraphicFramePr>
            <a:graphicFrameLocks noGrp="1"/>
          </p:cNvGraphicFramePr>
          <p:nvPr>
            <p:extLst>
              <p:ext uri="{D42A27DB-BD31-4B8C-83A1-F6EECF244321}">
                <p14:modId xmlns:p14="http://schemas.microsoft.com/office/powerpoint/2010/main" val="3692256341"/>
              </p:ext>
            </p:extLst>
          </p:nvPr>
        </p:nvGraphicFramePr>
        <p:xfrm>
          <a:off x="19250090" y="4928091"/>
          <a:ext cx="3773197" cy="5096366"/>
        </p:xfrm>
        <a:graphic>
          <a:graphicData uri="http://schemas.openxmlformats.org/drawingml/2006/table">
            <a:tbl>
              <a:tblPr/>
              <a:tblGrid>
                <a:gridCol w="353525">
                  <a:extLst>
                    <a:ext uri="{9D8B030D-6E8A-4147-A177-3AD203B41FA5}">
                      <a16:colId xmlns:a16="http://schemas.microsoft.com/office/drawing/2014/main" val="20000"/>
                    </a:ext>
                  </a:extLst>
                </a:gridCol>
                <a:gridCol w="1459385">
                  <a:extLst>
                    <a:ext uri="{9D8B030D-6E8A-4147-A177-3AD203B41FA5}">
                      <a16:colId xmlns:a16="http://schemas.microsoft.com/office/drawing/2014/main" val="20003"/>
                    </a:ext>
                  </a:extLst>
                </a:gridCol>
                <a:gridCol w="83826">
                  <a:extLst>
                    <a:ext uri="{9D8B030D-6E8A-4147-A177-3AD203B41FA5}">
                      <a16:colId xmlns:a16="http://schemas.microsoft.com/office/drawing/2014/main" val="20002"/>
                    </a:ext>
                  </a:extLst>
                </a:gridCol>
                <a:gridCol w="378932">
                  <a:extLst>
                    <a:ext uri="{9D8B030D-6E8A-4147-A177-3AD203B41FA5}">
                      <a16:colId xmlns:a16="http://schemas.microsoft.com/office/drawing/2014/main" val="20004"/>
                    </a:ext>
                  </a:extLst>
                </a:gridCol>
                <a:gridCol w="1497529">
                  <a:extLst>
                    <a:ext uri="{9D8B030D-6E8A-4147-A177-3AD203B41FA5}">
                      <a16:colId xmlns:a16="http://schemas.microsoft.com/office/drawing/2014/main" val="20005"/>
                    </a:ext>
                  </a:extLst>
                </a:gridCol>
              </a:tblGrid>
              <a:tr h="379262">
                <a:tc>
                  <a:txBody>
                    <a:bodyPr/>
                    <a:lstStyle/>
                    <a:p>
                      <a:pPr algn="ctr" fontAlgn="ctr"/>
                      <a:r>
                        <a:rPr lang="en-US" sz="1100" b="0" i="0" u="none" strike="noStrike" dirty="0">
                          <a:solidFill>
                            <a:srgbClr val="000000"/>
                          </a:solidFill>
                          <a:effectLst/>
                          <a:latin typeface="Arial" panose="020B0604020202020204" pitchFamily="34" charset="0"/>
                          <a:ea typeface="Arial Unicode MS" panose="020B0604020202020204" pitchFamily="34" charset="-122"/>
                          <a:cs typeface="Arial" panose="020B0604020202020204" pitchFamily="34" charset="0"/>
                        </a:rPr>
                        <a:t>No.</a:t>
                      </a:r>
                    </a:p>
                  </a:txBody>
                  <a:tcPr marL="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56C1FF"/>
                    </a:solidFill>
                  </a:tcPr>
                </a:tc>
                <a:tc>
                  <a:txBody>
                    <a:bodyPr/>
                    <a:lstStyle/>
                    <a:p>
                      <a:pPr algn="ctr" fontAlgn="ctr"/>
                      <a:r>
                        <a:rPr lang="en-US" altLang="zh-CN" sz="1100" b="0" i="0" u="none" strike="noStrike" cap="none" spc="0" baseline="0" dirty="0">
                          <a:ln>
                            <a:noFill/>
                          </a:ln>
                          <a:solidFill>
                            <a:schemeClr val="tx1"/>
                          </a:solidFill>
                          <a:effectLst/>
                          <a:uFillTx/>
                          <a:latin typeface="Arial" panose="020B0604020202020204" pitchFamily="34" charset="0"/>
                          <a:ea typeface="+mn-ea"/>
                          <a:cs typeface="Arial" panose="020B0604020202020204" pitchFamily="34" charset="0"/>
                          <a:sym typeface="Helvetica Neue Light"/>
                        </a:rPr>
                        <a:t>FAI5/SPCE </a:t>
                      </a:r>
                    </a:p>
                    <a:p>
                      <a:pPr algn="ctr" fontAlgn="ctr"/>
                      <a:r>
                        <a:rPr lang="en-US" altLang="zh-CN" sz="1100" b="0" i="0" u="none" strike="noStrike" cap="none" spc="0" baseline="0" dirty="0">
                          <a:ln>
                            <a:noFill/>
                          </a:ln>
                          <a:solidFill>
                            <a:schemeClr val="tx1"/>
                          </a:solidFill>
                          <a:effectLst/>
                          <a:uFillTx/>
                          <a:latin typeface="Arial" panose="020B0604020202020204" pitchFamily="34" charset="0"/>
                          <a:ea typeface="+mn-ea"/>
                          <a:cs typeface="Arial" panose="020B0604020202020204" pitchFamily="34" charset="0"/>
                          <a:sym typeface="Helvetica Neue Light"/>
                        </a:rPr>
                        <a:t>Magnetization angle</a:t>
                      </a:r>
                    </a:p>
                  </a:txBody>
                  <a:tcPr marL="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56C1FF"/>
                    </a:solidFill>
                  </a:tcPr>
                </a:tc>
                <a:tc>
                  <a:txBody>
                    <a:bodyPr/>
                    <a:lstStyle/>
                    <a:p>
                      <a:pPr marL="0" marR="0" lvl="0" indent="0" algn="ctr" defTabSz="821530" eaLnBrk="1" fontAlgn="ctr" latinLnBrk="0" hangingPunct="1">
                        <a:lnSpc>
                          <a:spcPct val="100000"/>
                        </a:lnSpc>
                        <a:spcBef>
                          <a:spcPts val="0"/>
                        </a:spcBef>
                        <a:spcAft>
                          <a:spcPts val="0"/>
                        </a:spcAft>
                        <a:buClrTx/>
                        <a:buSzTx/>
                        <a:buFontTx/>
                        <a:buNone/>
                        <a:tabLst/>
                        <a:defRPr/>
                      </a:pPr>
                      <a:endParaRPr lang="en-US" sz="1100" b="0" i="0" u="none" strike="noStrike" cap="none" spc="0" baseline="0" dirty="0">
                        <a:ln>
                          <a:noFill/>
                        </a:ln>
                        <a:solidFill>
                          <a:schemeClr val="tx1"/>
                        </a:solidFill>
                        <a:effectLst/>
                        <a:uFillTx/>
                        <a:latin typeface="Arial" panose="020B0604020202020204" pitchFamily="34" charset="0"/>
                        <a:ea typeface="Arial Unicode MS" panose="020B0604020202020204" pitchFamily="34" charset="-122"/>
                        <a:cs typeface="Arial" panose="020B0604020202020204" pitchFamily="34" charset="0"/>
                        <a:sym typeface="Helvetica Neue Light"/>
                      </a:endParaRPr>
                    </a:p>
                  </a:txBody>
                  <a:tcPr marL="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algn="ctr" fontAlgn="ctr"/>
                      <a:r>
                        <a:rPr lang="en-US" sz="1100" b="0" i="0" u="none" strike="noStrike" dirty="0">
                          <a:solidFill>
                            <a:srgbClr val="000000"/>
                          </a:solidFill>
                          <a:effectLst/>
                          <a:latin typeface="Arial" panose="020B0604020202020204" pitchFamily="34" charset="0"/>
                          <a:ea typeface="Arial Unicode MS" panose="020B0604020202020204" pitchFamily="34" charset="-122"/>
                          <a:cs typeface="Arial" panose="020B0604020202020204" pitchFamily="34" charset="0"/>
                        </a:rPr>
                        <a:t>No.</a:t>
                      </a:r>
                    </a:p>
                  </a:txBody>
                  <a:tcPr marL="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56C1FF"/>
                    </a:solidFill>
                  </a:tcPr>
                </a:tc>
                <a:tc>
                  <a:txBody>
                    <a:bodyPr/>
                    <a:lstStyle/>
                    <a:p>
                      <a:pPr algn="ctr" fontAlgn="ctr"/>
                      <a:r>
                        <a:rPr lang="en-US" altLang="zh-CN" sz="1100" b="0" i="0" u="none" strike="noStrike" cap="none" spc="0" baseline="0" dirty="0">
                          <a:ln>
                            <a:noFill/>
                          </a:ln>
                          <a:solidFill>
                            <a:schemeClr val="tx1"/>
                          </a:solidFill>
                          <a:effectLst/>
                          <a:uFillTx/>
                          <a:latin typeface="Arial" panose="020B0604020202020204" pitchFamily="34" charset="0"/>
                          <a:ea typeface="+mn-ea"/>
                          <a:cs typeface="Arial" panose="020B0604020202020204" pitchFamily="34" charset="0"/>
                          <a:sym typeface="Helvetica Neue Light"/>
                        </a:rPr>
                        <a:t>FAI5/SPCE</a:t>
                      </a:r>
                    </a:p>
                    <a:p>
                      <a:pPr algn="ctr" fontAlgn="ctr"/>
                      <a:r>
                        <a:rPr lang="en-US" altLang="zh-CN" sz="1100" b="0" i="0" u="none" strike="noStrike" cap="none" spc="0" baseline="0" dirty="0">
                          <a:ln>
                            <a:noFill/>
                          </a:ln>
                          <a:solidFill>
                            <a:schemeClr val="tx1"/>
                          </a:solidFill>
                          <a:effectLst/>
                          <a:uFillTx/>
                          <a:latin typeface="Arial" panose="020B0604020202020204" pitchFamily="34" charset="0"/>
                          <a:ea typeface="+mn-ea"/>
                          <a:cs typeface="Arial" panose="020B0604020202020204" pitchFamily="34" charset="0"/>
                          <a:sym typeface="Helvetica Neue Light"/>
                        </a:rPr>
                        <a:t>Magnetization angle</a:t>
                      </a:r>
                    </a:p>
                  </a:txBody>
                  <a:tcPr marL="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56C1FF"/>
                    </a:solidFill>
                  </a:tcPr>
                </a:tc>
                <a:extLst>
                  <a:ext uri="{0D108BD9-81ED-4DB2-BD59-A6C34878D82A}">
                    <a16:rowId xmlns:a16="http://schemas.microsoft.com/office/drawing/2014/main" val="10000"/>
                  </a:ext>
                </a:extLst>
              </a:tr>
              <a:tr h="196546">
                <a:tc>
                  <a:txBody>
                    <a:bodyPr/>
                    <a:lstStyle/>
                    <a:p>
                      <a:pPr algn="ctr" fontAlgn="ctr"/>
                      <a:r>
                        <a:rPr lang="en-US" altLang="zh-CN" sz="1000" u="none" strike="noStrike" dirty="0">
                          <a:effectLst/>
                          <a:latin typeface="Arial" panose="020B0604020202020204" pitchFamily="34" charset="0"/>
                          <a:cs typeface="Arial" panose="020B0604020202020204" pitchFamily="34" charset="0"/>
                        </a:rPr>
                        <a:t>1</a:t>
                      </a:r>
                      <a:endParaRPr lang="en-US" altLang="zh-CN" sz="1000" b="0" i="0" u="none" strike="noStrike" dirty="0">
                        <a:solidFill>
                          <a:srgbClr val="000000"/>
                        </a:solidFill>
                        <a:effectLst/>
                        <a:latin typeface="Arial" panose="020B0604020202020204" pitchFamily="34" charset="0"/>
                        <a:ea typeface="微软雅黑" panose="020B0503020204020204" pitchFamily="34" charset="-122"/>
                        <a:cs typeface="Arial" panose="020B0604020202020204" pitchFamily="34" charset="0"/>
                      </a:endParaRPr>
                    </a:p>
                  </a:txBody>
                  <a:tcPr marL="6332" marR="6332" marT="6332"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微软雅黑" panose="020B0503020204020204" pitchFamily="34" charset="-122"/>
                          <a:ea typeface="微软雅黑" panose="020B0503020204020204" pitchFamily="34" charset="-122"/>
                        </a:rPr>
                        <a:t>55</a:t>
                      </a:r>
                      <a:r>
                        <a:rPr lang="el-GR" sz="1000" b="0" i="0" u="none" strike="noStrike" dirty="0">
                          <a:solidFill>
                            <a:srgbClr val="000000"/>
                          </a:solidFill>
                          <a:effectLst/>
                          <a:latin typeface="微软雅黑" panose="020B0503020204020204" pitchFamily="34" charset="-122"/>
                          <a:ea typeface="微软雅黑" panose="020B0503020204020204" pitchFamily="34" charset="-122"/>
                        </a:rPr>
                        <a:t>° Θ</a:t>
                      </a:r>
                      <a:r>
                        <a:rPr lang="en-US" sz="1000" b="0" i="0" u="none" strike="noStrike" dirty="0">
                          <a:solidFill>
                            <a:srgbClr val="000000"/>
                          </a:solidFill>
                          <a:effectLst/>
                          <a:latin typeface="微软雅黑" panose="020B0503020204020204" pitchFamily="34" charset="-122"/>
                          <a:ea typeface="微软雅黑" panose="020B0503020204020204" pitchFamily="34" charset="-122"/>
                        </a:rPr>
                        <a:t>YZ</a:t>
                      </a:r>
                    </a:p>
                  </a:txBody>
                  <a:tcPr marL="8589" marR="8589" marT="8589"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rowSpan="24">
                  <a:txBody>
                    <a:bodyPr/>
                    <a:lstStyle/>
                    <a:p>
                      <a:pPr marL="0" marR="0" indent="0" algn="ctr" defTabSz="821530" eaLnBrk="1" fontAlgn="ctr" latinLnBrk="0" hangingPunct="1">
                        <a:lnSpc>
                          <a:spcPct val="100000"/>
                        </a:lnSpc>
                        <a:spcBef>
                          <a:spcPts val="0"/>
                        </a:spcBef>
                        <a:spcAft>
                          <a:spcPts val="0"/>
                        </a:spcAft>
                        <a:buClrTx/>
                        <a:buSzTx/>
                        <a:buFontTx/>
                        <a:buNone/>
                        <a:tabLst/>
                        <a:defRPr/>
                      </a:pPr>
                      <a:endParaRPr lang="en-US" altLang="zh-CN" sz="1000" b="0" i="0" u="none" strike="noStrike" cap="none" spc="0" baseline="0" dirty="0">
                        <a:ln>
                          <a:noFill/>
                        </a:ln>
                        <a:solidFill>
                          <a:schemeClr val="tx1"/>
                        </a:solidFill>
                        <a:effectLst/>
                        <a:uFillTx/>
                        <a:latin typeface="Arial" panose="020B0604020202020204" pitchFamily="34" charset="0"/>
                        <a:ea typeface="+mn-ea"/>
                        <a:cs typeface="Arial" panose="020B0604020202020204" pitchFamily="34" charset="0"/>
                        <a:sym typeface="Helvetica Neue Light"/>
                      </a:endParaRPr>
                    </a:p>
                  </a:txBody>
                  <a:tcPr marL="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fontAlgn="ctr"/>
                      <a:r>
                        <a:rPr lang="en-US" altLang="zh-CN" sz="1000" u="none" strike="noStrike" dirty="0">
                          <a:effectLst/>
                          <a:latin typeface="Arial" panose="020B0604020202020204" pitchFamily="34" charset="0"/>
                          <a:cs typeface="Arial" panose="020B0604020202020204" pitchFamily="34" charset="0"/>
                        </a:rPr>
                        <a:t>26</a:t>
                      </a:r>
                      <a:endParaRPr lang="en-US" altLang="zh-CN" sz="1000" b="0" i="0" u="none" strike="noStrike" dirty="0">
                        <a:solidFill>
                          <a:srgbClr val="000000"/>
                        </a:solidFill>
                        <a:effectLst/>
                        <a:latin typeface="Arial" panose="020B0604020202020204" pitchFamily="34" charset="0"/>
                        <a:ea typeface="微软雅黑" panose="020B0503020204020204" pitchFamily="34" charset="-122"/>
                        <a:cs typeface="Arial" panose="020B0604020202020204" pitchFamily="34" charset="0"/>
                      </a:endParaRPr>
                    </a:p>
                  </a:txBody>
                  <a:tcPr marL="6332" marR="6332" marT="6332"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fontAlgn="ctr"/>
                      <a:r>
                        <a:rPr lang="el-GR" sz="1000" b="0" i="0" u="none" strike="noStrike" dirty="0">
                          <a:solidFill>
                            <a:srgbClr val="000000"/>
                          </a:solidFill>
                          <a:effectLst/>
                          <a:latin typeface="微软雅黑" panose="020B0503020204020204" pitchFamily="34" charset="-122"/>
                          <a:ea typeface="微软雅黑" panose="020B0503020204020204" pitchFamily="34" charset="-122"/>
                        </a:rPr>
                        <a:t>160° Θ</a:t>
                      </a:r>
                      <a:r>
                        <a:rPr lang="en-US" sz="1000" b="0" i="0" u="none" strike="noStrike" dirty="0">
                          <a:solidFill>
                            <a:srgbClr val="000000"/>
                          </a:solidFill>
                          <a:effectLst/>
                          <a:latin typeface="微软雅黑" panose="020B0503020204020204" pitchFamily="34" charset="-122"/>
                          <a:ea typeface="微软雅黑" panose="020B0503020204020204" pitchFamily="34" charset="-122"/>
                        </a:rPr>
                        <a:t>YZ</a:t>
                      </a:r>
                    </a:p>
                  </a:txBody>
                  <a:tcPr marL="8589" marR="8589" marT="8589"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10530863"/>
                  </a:ext>
                </a:extLst>
              </a:tr>
              <a:tr h="196546">
                <a:tc>
                  <a:txBody>
                    <a:bodyPr/>
                    <a:lstStyle/>
                    <a:p>
                      <a:pPr algn="ctr" fontAlgn="ctr"/>
                      <a:r>
                        <a:rPr lang="en-US" altLang="zh-CN" sz="1000" u="none" strike="noStrike" dirty="0">
                          <a:effectLst/>
                          <a:latin typeface="Arial" panose="020B0604020202020204" pitchFamily="34" charset="0"/>
                          <a:cs typeface="Arial" panose="020B0604020202020204" pitchFamily="34" charset="0"/>
                        </a:rPr>
                        <a:t>2</a:t>
                      </a:r>
                      <a:endParaRPr lang="en-US" altLang="zh-CN" sz="1000" b="0" i="0" u="none" strike="noStrike" dirty="0">
                        <a:solidFill>
                          <a:srgbClr val="000000"/>
                        </a:solidFill>
                        <a:effectLst/>
                        <a:latin typeface="Arial" panose="020B0604020202020204" pitchFamily="34" charset="0"/>
                        <a:ea typeface="微软雅黑" panose="020B0503020204020204" pitchFamily="34" charset="-122"/>
                        <a:cs typeface="Arial" panose="020B0604020202020204" pitchFamily="34" charset="0"/>
                      </a:endParaRPr>
                    </a:p>
                  </a:txBody>
                  <a:tcPr marL="6332" marR="6332" marT="6332"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fontAlgn="ctr"/>
                      <a:r>
                        <a:rPr lang="en-US" altLang="zh-CN" sz="1000" b="0" i="0" u="none" strike="noStrike" dirty="0">
                          <a:solidFill>
                            <a:srgbClr val="000000"/>
                          </a:solidFill>
                          <a:effectLst/>
                          <a:latin typeface="微软雅黑" panose="020B0503020204020204" pitchFamily="34" charset="-122"/>
                          <a:ea typeface="微软雅黑" panose="020B0503020204020204" pitchFamily="34" charset="-122"/>
                        </a:rPr>
                        <a:t>55</a:t>
                      </a:r>
                      <a:r>
                        <a:rPr lang="el-GR" altLang="zh-CN" sz="1000" b="0" i="0" u="none" strike="noStrike" dirty="0">
                          <a:solidFill>
                            <a:srgbClr val="000000"/>
                          </a:solidFill>
                          <a:effectLst/>
                          <a:latin typeface="微软雅黑" panose="020B0503020204020204" pitchFamily="34" charset="-122"/>
                          <a:ea typeface="微软雅黑" panose="020B0503020204020204" pitchFamily="34" charset="-122"/>
                        </a:rPr>
                        <a:t>° Θ</a:t>
                      </a:r>
                      <a:r>
                        <a:rPr lang="en-US" altLang="zh-CN" sz="1000" b="0" i="0" u="none" strike="noStrike" dirty="0">
                          <a:solidFill>
                            <a:srgbClr val="000000"/>
                          </a:solidFill>
                          <a:effectLst/>
                          <a:latin typeface="微软雅黑" panose="020B0503020204020204" pitchFamily="34" charset="-122"/>
                          <a:ea typeface="微软雅黑" panose="020B0503020204020204" pitchFamily="34" charset="-122"/>
                        </a:rPr>
                        <a:t>YZ</a:t>
                      </a:r>
                    </a:p>
                  </a:txBody>
                  <a:tcPr marL="8589" marR="8589" marT="8589"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vMerge="1">
                  <a:txBody>
                    <a:bodyPr/>
                    <a:lstStyle/>
                    <a:p>
                      <a:endParaRPr lang="zh-CN" altLang="en-US"/>
                    </a:p>
                  </a:txBody>
                  <a:tcPr/>
                </a:tc>
                <a:tc>
                  <a:txBody>
                    <a:bodyPr/>
                    <a:lstStyle/>
                    <a:p>
                      <a:pPr marL="0" marR="0" indent="0" algn="ctr" defTabSz="821530" fontAlgn="ctr" latinLnBrk="0">
                        <a:lnSpc>
                          <a:spcPct val="100000"/>
                        </a:lnSpc>
                        <a:spcBef>
                          <a:spcPts val="0"/>
                        </a:spcBef>
                        <a:spcAft>
                          <a:spcPts val="0"/>
                        </a:spcAft>
                        <a:buClrTx/>
                        <a:buSzTx/>
                        <a:buFontTx/>
                        <a:buNone/>
                        <a:tabLst/>
                      </a:pPr>
                      <a:r>
                        <a:rPr lang="en-US" altLang="zh-CN" sz="900" b="0" i="0" u="none" strike="noStrike" cap="none" spc="0" baseline="0" dirty="0">
                          <a:ln>
                            <a:noFill/>
                          </a:ln>
                          <a:solidFill>
                            <a:schemeClr val="tx1"/>
                          </a:solidFill>
                          <a:effectLst/>
                          <a:uFillTx/>
                          <a:latin typeface="Arial" panose="020B0604020202020204" pitchFamily="34" charset="0"/>
                          <a:ea typeface="+mn-ea"/>
                          <a:cs typeface="Arial" panose="020B0604020202020204" pitchFamily="34" charset="0"/>
                          <a:sym typeface="Helvetica Neue Light"/>
                        </a:rPr>
                        <a:t>27</a:t>
                      </a:r>
                    </a:p>
                  </a:txBody>
                  <a:tcPr marL="6332" marR="6332" marT="6332"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fontAlgn="ctr"/>
                      <a:r>
                        <a:rPr lang="el-GR" sz="1000" b="0" i="0" u="none" strike="noStrike" dirty="0">
                          <a:solidFill>
                            <a:srgbClr val="000000"/>
                          </a:solidFill>
                          <a:effectLst/>
                          <a:latin typeface="微软雅黑" panose="020B0503020204020204" pitchFamily="34" charset="-122"/>
                          <a:ea typeface="微软雅黑" panose="020B0503020204020204" pitchFamily="34" charset="-122"/>
                        </a:rPr>
                        <a:t>160° Θ</a:t>
                      </a:r>
                      <a:r>
                        <a:rPr lang="en-US" sz="1000" b="0" i="0" u="none" strike="noStrike" dirty="0">
                          <a:solidFill>
                            <a:srgbClr val="000000"/>
                          </a:solidFill>
                          <a:effectLst/>
                          <a:latin typeface="微软雅黑" panose="020B0503020204020204" pitchFamily="34" charset="-122"/>
                          <a:ea typeface="微软雅黑" panose="020B0503020204020204" pitchFamily="34" charset="-122"/>
                        </a:rPr>
                        <a:t>YZ</a:t>
                      </a:r>
                    </a:p>
                  </a:txBody>
                  <a:tcPr marL="8589" marR="8589" marT="8589"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196546">
                <a:tc>
                  <a:txBody>
                    <a:bodyPr/>
                    <a:lstStyle/>
                    <a:p>
                      <a:pPr algn="ctr" fontAlgn="ctr"/>
                      <a:r>
                        <a:rPr lang="en-US" altLang="zh-CN" sz="1000" u="none" strike="noStrike" dirty="0">
                          <a:effectLst/>
                          <a:latin typeface="Arial" panose="020B0604020202020204" pitchFamily="34" charset="0"/>
                          <a:cs typeface="Arial" panose="020B0604020202020204" pitchFamily="34" charset="0"/>
                        </a:rPr>
                        <a:t>3</a:t>
                      </a:r>
                      <a:endParaRPr lang="en-US" altLang="zh-CN" sz="1000" b="0" i="0" u="none" strike="noStrike" dirty="0">
                        <a:solidFill>
                          <a:srgbClr val="000000"/>
                        </a:solidFill>
                        <a:effectLst/>
                        <a:latin typeface="Arial" panose="020B0604020202020204" pitchFamily="34" charset="0"/>
                        <a:ea typeface="微软雅黑" panose="020B0503020204020204" pitchFamily="34" charset="-122"/>
                        <a:cs typeface="Arial" panose="020B0604020202020204" pitchFamily="34" charset="0"/>
                      </a:endParaRPr>
                    </a:p>
                  </a:txBody>
                  <a:tcPr marL="6332" marR="6332" marT="6332"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fontAlgn="ctr"/>
                      <a:r>
                        <a:rPr lang="en-US" altLang="zh-CN" sz="1000" b="0" i="0" u="none" strike="noStrike" dirty="0">
                          <a:solidFill>
                            <a:srgbClr val="000000"/>
                          </a:solidFill>
                          <a:effectLst/>
                          <a:latin typeface="微软雅黑" panose="020B0503020204020204" pitchFamily="34" charset="-122"/>
                          <a:ea typeface="微软雅黑" panose="020B0503020204020204" pitchFamily="34" charset="-122"/>
                        </a:rPr>
                        <a:t>55</a:t>
                      </a:r>
                      <a:r>
                        <a:rPr lang="el-GR" altLang="zh-CN" sz="1000" b="0" i="0" u="none" strike="noStrike" dirty="0">
                          <a:solidFill>
                            <a:srgbClr val="000000"/>
                          </a:solidFill>
                          <a:effectLst/>
                          <a:latin typeface="微软雅黑" panose="020B0503020204020204" pitchFamily="34" charset="-122"/>
                          <a:ea typeface="微软雅黑" panose="020B0503020204020204" pitchFamily="34" charset="-122"/>
                        </a:rPr>
                        <a:t>° Θ</a:t>
                      </a:r>
                      <a:r>
                        <a:rPr lang="en-US" altLang="zh-CN" sz="1000" b="0" i="0" u="none" strike="noStrike" dirty="0">
                          <a:solidFill>
                            <a:srgbClr val="000000"/>
                          </a:solidFill>
                          <a:effectLst/>
                          <a:latin typeface="微软雅黑" panose="020B0503020204020204" pitchFamily="34" charset="-122"/>
                          <a:ea typeface="微软雅黑" panose="020B0503020204020204" pitchFamily="34" charset="-122"/>
                        </a:rPr>
                        <a:t>YZ</a:t>
                      </a:r>
                    </a:p>
                  </a:txBody>
                  <a:tcPr marL="8589" marR="8589" marT="8589"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vMerge="1">
                  <a:txBody>
                    <a:bodyPr/>
                    <a:lstStyle/>
                    <a:p>
                      <a:endParaRPr lang="zh-CN" altLang="en-US"/>
                    </a:p>
                  </a:txBody>
                  <a:tcPr/>
                </a:tc>
                <a:tc>
                  <a:txBody>
                    <a:bodyPr/>
                    <a:lstStyle/>
                    <a:p>
                      <a:pPr marL="0" marR="0" indent="0" algn="ctr" defTabSz="821530" fontAlgn="ctr" latinLnBrk="0">
                        <a:lnSpc>
                          <a:spcPct val="100000"/>
                        </a:lnSpc>
                        <a:spcBef>
                          <a:spcPts val="0"/>
                        </a:spcBef>
                        <a:spcAft>
                          <a:spcPts val="0"/>
                        </a:spcAft>
                        <a:buClrTx/>
                        <a:buSzTx/>
                        <a:buFontTx/>
                        <a:buNone/>
                        <a:tabLst/>
                      </a:pPr>
                      <a:r>
                        <a:rPr lang="en-US" altLang="zh-CN" sz="900" b="0" i="0" u="none" strike="noStrike" cap="none" spc="0" baseline="0" dirty="0">
                          <a:ln>
                            <a:noFill/>
                          </a:ln>
                          <a:solidFill>
                            <a:schemeClr val="tx1"/>
                          </a:solidFill>
                          <a:effectLst/>
                          <a:uFillTx/>
                          <a:latin typeface="Arial" panose="020B0604020202020204" pitchFamily="34" charset="0"/>
                          <a:ea typeface="+mn-ea"/>
                          <a:cs typeface="Arial" panose="020B0604020202020204" pitchFamily="34" charset="0"/>
                          <a:sym typeface="Helvetica Neue Light"/>
                        </a:rPr>
                        <a:t>28</a:t>
                      </a:r>
                    </a:p>
                  </a:txBody>
                  <a:tcPr marL="8589" marR="8589" marT="8589"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fontAlgn="ctr"/>
                      <a:r>
                        <a:rPr lang="el-GR" sz="1000" b="0" i="0" u="none" strike="noStrike" dirty="0">
                          <a:solidFill>
                            <a:srgbClr val="000000"/>
                          </a:solidFill>
                          <a:effectLst/>
                          <a:latin typeface="微软雅黑" panose="020B0503020204020204" pitchFamily="34" charset="-122"/>
                          <a:ea typeface="微软雅黑" panose="020B0503020204020204" pitchFamily="34" charset="-122"/>
                        </a:rPr>
                        <a:t>160° Θ</a:t>
                      </a:r>
                      <a:r>
                        <a:rPr lang="en-US" sz="1000" b="0" i="0" u="none" strike="noStrike" dirty="0">
                          <a:solidFill>
                            <a:srgbClr val="000000"/>
                          </a:solidFill>
                          <a:effectLst/>
                          <a:latin typeface="微软雅黑" panose="020B0503020204020204" pitchFamily="34" charset="-122"/>
                          <a:ea typeface="微软雅黑" panose="020B0503020204020204" pitchFamily="34" charset="-122"/>
                        </a:rPr>
                        <a:t>YZ</a:t>
                      </a:r>
                    </a:p>
                  </a:txBody>
                  <a:tcPr marL="8589" marR="8589" marT="8589"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196546">
                <a:tc>
                  <a:txBody>
                    <a:bodyPr/>
                    <a:lstStyle/>
                    <a:p>
                      <a:pPr algn="ctr" fontAlgn="ctr"/>
                      <a:r>
                        <a:rPr lang="en-US" altLang="zh-CN" sz="1000" u="none" strike="noStrike" dirty="0">
                          <a:effectLst/>
                          <a:latin typeface="Arial" panose="020B0604020202020204" pitchFamily="34" charset="0"/>
                          <a:cs typeface="Arial" panose="020B0604020202020204" pitchFamily="34" charset="0"/>
                        </a:rPr>
                        <a:t>4</a:t>
                      </a:r>
                      <a:endParaRPr lang="en-US" altLang="zh-CN" sz="1000" b="0" i="0" u="none" strike="noStrike" dirty="0">
                        <a:solidFill>
                          <a:srgbClr val="000000"/>
                        </a:solidFill>
                        <a:effectLst/>
                        <a:latin typeface="Arial" panose="020B0604020202020204" pitchFamily="34" charset="0"/>
                        <a:ea typeface="微软雅黑" panose="020B0503020204020204" pitchFamily="34" charset="-122"/>
                        <a:cs typeface="Arial" panose="020B0604020202020204" pitchFamily="34" charset="0"/>
                      </a:endParaRPr>
                    </a:p>
                  </a:txBody>
                  <a:tcPr marL="6332" marR="6332" marT="6332"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fontAlgn="ctr"/>
                      <a:r>
                        <a:rPr lang="en-US" altLang="zh-CN" sz="1000" b="0" i="0" u="none" strike="noStrike" dirty="0">
                          <a:solidFill>
                            <a:srgbClr val="000000"/>
                          </a:solidFill>
                          <a:effectLst/>
                          <a:latin typeface="微软雅黑" panose="020B0503020204020204" pitchFamily="34" charset="-122"/>
                          <a:ea typeface="微软雅黑" panose="020B0503020204020204" pitchFamily="34" charset="-122"/>
                        </a:rPr>
                        <a:t>55</a:t>
                      </a:r>
                      <a:r>
                        <a:rPr lang="el-GR" altLang="zh-CN" sz="1000" b="0" i="0" u="none" strike="noStrike" dirty="0">
                          <a:solidFill>
                            <a:srgbClr val="000000"/>
                          </a:solidFill>
                          <a:effectLst/>
                          <a:latin typeface="微软雅黑" panose="020B0503020204020204" pitchFamily="34" charset="-122"/>
                          <a:ea typeface="微软雅黑" panose="020B0503020204020204" pitchFamily="34" charset="-122"/>
                        </a:rPr>
                        <a:t>° Θ</a:t>
                      </a:r>
                      <a:r>
                        <a:rPr lang="en-US" altLang="zh-CN" sz="1000" b="0" i="0" u="none" strike="noStrike" dirty="0">
                          <a:solidFill>
                            <a:srgbClr val="000000"/>
                          </a:solidFill>
                          <a:effectLst/>
                          <a:latin typeface="微软雅黑" panose="020B0503020204020204" pitchFamily="34" charset="-122"/>
                          <a:ea typeface="微软雅黑" panose="020B0503020204020204" pitchFamily="34" charset="-122"/>
                        </a:rPr>
                        <a:t>YZ</a:t>
                      </a:r>
                    </a:p>
                  </a:txBody>
                  <a:tcPr marL="8589" marR="8589" marT="8589"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vMerge="1">
                  <a:txBody>
                    <a:bodyPr/>
                    <a:lstStyle/>
                    <a:p>
                      <a:endParaRPr lang="zh-CN" altLang="en-US"/>
                    </a:p>
                  </a:txBody>
                  <a:tcPr/>
                </a:tc>
                <a:tc>
                  <a:txBody>
                    <a:bodyPr/>
                    <a:lstStyle/>
                    <a:p>
                      <a:pPr marL="0" marR="0" indent="0" algn="ctr" defTabSz="821530" fontAlgn="ctr" latinLnBrk="0">
                        <a:lnSpc>
                          <a:spcPct val="100000"/>
                        </a:lnSpc>
                        <a:spcBef>
                          <a:spcPts val="0"/>
                        </a:spcBef>
                        <a:spcAft>
                          <a:spcPts val="0"/>
                        </a:spcAft>
                        <a:buClrTx/>
                        <a:buSzTx/>
                        <a:buFontTx/>
                        <a:buNone/>
                        <a:tabLst/>
                      </a:pPr>
                      <a:r>
                        <a:rPr lang="en-US" altLang="zh-CN" sz="900" b="0" i="0" u="none" strike="noStrike" cap="none" spc="0" baseline="0" dirty="0">
                          <a:ln>
                            <a:noFill/>
                          </a:ln>
                          <a:solidFill>
                            <a:schemeClr val="tx1"/>
                          </a:solidFill>
                          <a:effectLst/>
                          <a:uFillTx/>
                          <a:latin typeface="Arial" panose="020B0604020202020204" pitchFamily="34" charset="0"/>
                          <a:ea typeface="+mn-ea"/>
                          <a:cs typeface="Arial" panose="020B0604020202020204" pitchFamily="34" charset="0"/>
                          <a:sym typeface="Helvetica Neue Light"/>
                        </a:rPr>
                        <a:t>29</a:t>
                      </a:r>
                    </a:p>
                  </a:txBody>
                  <a:tcPr marL="8589" marR="8589" marT="8589"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solidFill>
                  </a:tcPr>
                </a:tc>
                <a:tc>
                  <a:txBody>
                    <a:bodyPr/>
                    <a:lstStyle/>
                    <a:p>
                      <a:pPr algn="ctr" fontAlgn="ctr"/>
                      <a:r>
                        <a:rPr lang="el-GR" sz="1000" b="0" i="0" u="none" strike="noStrike" dirty="0">
                          <a:solidFill>
                            <a:srgbClr val="000000"/>
                          </a:solidFill>
                          <a:effectLst/>
                          <a:latin typeface="微软雅黑" panose="020B0503020204020204" pitchFamily="34" charset="-122"/>
                          <a:ea typeface="微软雅黑" panose="020B0503020204020204" pitchFamily="34" charset="-122"/>
                        </a:rPr>
                        <a:t>90° Θ</a:t>
                      </a:r>
                      <a:r>
                        <a:rPr lang="en-US" sz="1000" b="0" i="0" u="none" strike="noStrike" dirty="0">
                          <a:solidFill>
                            <a:srgbClr val="000000"/>
                          </a:solidFill>
                          <a:effectLst/>
                          <a:latin typeface="微软雅黑" panose="020B0503020204020204" pitchFamily="34" charset="-122"/>
                          <a:ea typeface="微软雅黑" panose="020B0503020204020204" pitchFamily="34" charset="-122"/>
                        </a:rPr>
                        <a:t>z</a:t>
                      </a:r>
                    </a:p>
                  </a:txBody>
                  <a:tcPr marL="8589" marR="8589" marT="8589"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196546">
                <a:tc>
                  <a:txBody>
                    <a:bodyPr/>
                    <a:lstStyle/>
                    <a:p>
                      <a:pPr algn="ctr" fontAlgn="ctr"/>
                      <a:r>
                        <a:rPr lang="en-US" altLang="zh-CN" sz="1000" u="none" strike="noStrike" dirty="0">
                          <a:effectLst/>
                          <a:latin typeface="Arial" panose="020B0604020202020204" pitchFamily="34" charset="0"/>
                          <a:cs typeface="Arial" panose="020B0604020202020204" pitchFamily="34" charset="0"/>
                        </a:rPr>
                        <a:t>5</a:t>
                      </a:r>
                      <a:endParaRPr lang="en-US" altLang="zh-CN" sz="1000" b="0" i="0" u="none" strike="noStrike" dirty="0">
                        <a:solidFill>
                          <a:srgbClr val="000000"/>
                        </a:solidFill>
                        <a:effectLst/>
                        <a:latin typeface="Arial" panose="020B0604020202020204" pitchFamily="34" charset="0"/>
                        <a:ea typeface="微软雅黑" panose="020B0503020204020204" pitchFamily="34" charset="-122"/>
                        <a:cs typeface="Arial" panose="020B0604020202020204" pitchFamily="34" charset="0"/>
                      </a:endParaRPr>
                    </a:p>
                  </a:txBody>
                  <a:tcPr marL="6332" marR="6332" marT="6332"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fontAlgn="ctr"/>
                      <a:r>
                        <a:rPr lang="en-US" altLang="zh-CN" sz="1000" b="0" i="0" u="none" strike="noStrike">
                          <a:solidFill>
                            <a:srgbClr val="000000"/>
                          </a:solidFill>
                          <a:effectLst/>
                          <a:latin typeface="微软雅黑" panose="020B0503020204020204" pitchFamily="34" charset="-122"/>
                          <a:ea typeface="微软雅黑" panose="020B0503020204020204" pitchFamily="34" charset="-122"/>
                        </a:rPr>
                        <a:t>55</a:t>
                      </a:r>
                      <a:r>
                        <a:rPr lang="el-GR" altLang="zh-CN" sz="1000" b="0" i="0" u="none" strike="noStrike">
                          <a:solidFill>
                            <a:srgbClr val="000000"/>
                          </a:solidFill>
                          <a:effectLst/>
                          <a:latin typeface="微软雅黑" panose="020B0503020204020204" pitchFamily="34" charset="-122"/>
                          <a:ea typeface="微软雅黑" panose="020B0503020204020204" pitchFamily="34" charset="-122"/>
                        </a:rPr>
                        <a:t>° Θ</a:t>
                      </a:r>
                      <a:r>
                        <a:rPr lang="en-US" altLang="zh-CN" sz="1000" b="0" i="0" u="none" strike="noStrike">
                          <a:solidFill>
                            <a:srgbClr val="000000"/>
                          </a:solidFill>
                          <a:effectLst/>
                          <a:latin typeface="微软雅黑" panose="020B0503020204020204" pitchFamily="34" charset="-122"/>
                          <a:ea typeface="微软雅黑" panose="020B0503020204020204" pitchFamily="34" charset="-122"/>
                        </a:rPr>
                        <a:t>YZ</a:t>
                      </a:r>
                      <a:endParaRPr lang="en-US" altLang="zh-CN" sz="1000" b="0" i="0" u="none" strike="noStrike" dirty="0">
                        <a:solidFill>
                          <a:srgbClr val="000000"/>
                        </a:solidFill>
                        <a:effectLst/>
                        <a:latin typeface="微软雅黑" panose="020B0503020204020204" pitchFamily="34" charset="-122"/>
                        <a:ea typeface="微软雅黑" panose="020B0503020204020204" pitchFamily="34" charset="-122"/>
                      </a:endParaRPr>
                    </a:p>
                  </a:txBody>
                  <a:tcPr marL="8589" marR="8589" marT="8589"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vMerge="1">
                  <a:txBody>
                    <a:bodyPr/>
                    <a:lstStyle/>
                    <a:p>
                      <a:endParaRPr lang="zh-CN" altLang="en-US"/>
                    </a:p>
                  </a:txBody>
                  <a:tcPr/>
                </a:tc>
                <a:tc>
                  <a:txBody>
                    <a:bodyPr/>
                    <a:lstStyle/>
                    <a:p>
                      <a:pPr marL="0" marR="0" indent="0" algn="ctr" defTabSz="821530" fontAlgn="ctr" latinLnBrk="0">
                        <a:lnSpc>
                          <a:spcPct val="100000"/>
                        </a:lnSpc>
                        <a:spcBef>
                          <a:spcPts val="0"/>
                        </a:spcBef>
                        <a:spcAft>
                          <a:spcPts val="0"/>
                        </a:spcAft>
                        <a:buClrTx/>
                        <a:buSzTx/>
                        <a:buFontTx/>
                        <a:buNone/>
                        <a:tabLst/>
                      </a:pPr>
                      <a:r>
                        <a:rPr lang="en-US" altLang="zh-CN" sz="900" b="0" i="0" u="none" strike="noStrike" cap="none" spc="0" baseline="0" dirty="0">
                          <a:ln>
                            <a:noFill/>
                          </a:ln>
                          <a:solidFill>
                            <a:schemeClr val="tx1"/>
                          </a:solidFill>
                          <a:effectLst/>
                          <a:uFillTx/>
                          <a:latin typeface="Arial" panose="020B0604020202020204" pitchFamily="34" charset="0"/>
                          <a:ea typeface="+mn-ea"/>
                          <a:cs typeface="Arial" panose="020B0604020202020204" pitchFamily="34" charset="0"/>
                          <a:sym typeface="Helvetica Neue Light"/>
                        </a:rPr>
                        <a:t>30</a:t>
                      </a:r>
                    </a:p>
                  </a:txBody>
                  <a:tcPr marL="8589" marR="8589" marT="8589"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solidFill>
                  </a:tcPr>
                </a:tc>
                <a:tc>
                  <a:txBody>
                    <a:bodyPr/>
                    <a:lstStyle/>
                    <a:p>
                      <a:pPr algn="ctr" fontAlgn="ctr"/>
                      <a:r>
                        <a:rPr lang="el-GR" sz="1000" b="0" i="0" u="none" strike="noStrike" dirty="0">
                          <a:solidFill>
                            <a:srgbClr val="000000"/>
                          </a:solidFill>
                          <a:effectLst/>
                          <a:latin typeface="微软雅黑" panose="020B0503020204020204" pitchFamily="34" charset="-122"/>
                          <a:ea typeface="微软雅黑" panose="020B0503020204020204" pitchFamily="34" charset="-122"/>
                        </a:rPr>
                        <a:t>90° Θ</a:t>
                      </a:r>
                      <a:r>
                        <a:rPr lang="en-US" sz="1000" b="0" i="0" u="none" strike="noStrike" dirty="0">
                          <a:solidFill>
                            <a:srgbClr val="000000"/>
                          </a:solidFill>
                          <a:effectLst/>
                          <a:latin typeface="微软雅黑" panose="020B0503020204020204" pitchFamily="34" charset="-122"/>
                          <a:ea typeface="微软雅黑" panose="020B0503020204020204" pitchFamily="34" charset="-122"/>
                        </a:rPr>
                        <a:t>z</a:t>
                      </a:r>
                    </a:p>
                  </a:txBody>
                  <a:tcPr marL="8589" marR="8589" marT="8589"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14"/>
                  </a:ext>
                </a:extLst>
              </a:tr>
              <a:tr h="196546">
                <a:tc>
                  <a:txBody>
                    <a:bodyPr/>
                    <a:lstStyle/>
                    <a:p>
                      <a:pPr algn="ctr" fontAlgn="ctr"/>
                      <a:r>
                        <a:rPr lang="en-US" altLang="zh-CN" sz="1000" u="none" strike="noStrike" dirty="0">
                          <a:effectLst/>
                          <a:latin typeface="Arial" panose="020B0604020202020204" pitchFamily="34" charset="0"/>
                          <a:cs typeface="Arial" panose="020B0604020202020204" pitchFamily="34" charset="0"/>
                        </a:rPr>
                        <a:t>6</a:t>
                      </a:r>
                      <a:endParaRPr lang="en-US" altLang="zh-CN" sz="1000" b="0" i="0" u="none" strike="noStrike" dirty="0">
                        <a:solidFill>
                          <a:srgbClr val="000000"/>
                        </a:solidFill>
                        <a:effectLst/>
                        <a:latin typeface="Arial" panose="020B0604020202020204" pitchFamily="34" charset="0"/>
                        <a:ea typeface="微软雅黑" panose="020B0503020204020204" pitchFamily="34" charset="-122"/>
                        <a:cs typeface="Arial" panose="020B0604020202020204" pitchFamily="34" charset="0"/>
                      </a:endParaRPr>
                    </a:p>
                  </a:txBody>
                  <a:tcPr marL="6332" marR="6332" marT="6332"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fontAlgn="ctr"/>
                      <a:r>
                        <a:rPr lang="en-US" altLang="zh-CN" sz="1000" b="0" i="0" u="none" strike="noStrike" dirty="0">
                          <a:solidFill>
                            <a:srgbClr val="000000"/>
                          </a:solidFill>
                          <a:effectLst/>
                          <a:latin typeface="微软雅黑" panose="020B0503020204020204" pitchFamily="34" charset="-122"/>
                          <a:ea typeface="微软雅黑" panose="020B0503020204020204" pitchFamily="34" charset="-122"/>
                        </a:rPr>
                        <a:t>55</a:t>
                      </a:r>
                      <a:r>
                        <a:rPr lang="el-GR" altLang="zh-CN" sz="1000" b="0" i="0" u="none" strike="noStrike" dirty="0">
                          <a:solidFill>
                            <a:srgbClr val="000000"/>
                          </a:solidFill>
                          <a:effectLst/>
                          <a:latin typeface="微软雅黑" panose="020B0503020204020204" pitchFamily="34" charset="-122"/>
                          <a:ea typeface="微软雅黑" panose="020B0503020204020204" pitchFamily="34" charset="-122"/>
                        </a:rPr>
                        <a:t>° Θ</a:t>
                      </a:r>
                      <a:r>
                        <a:rPr lang="en-US" altLang="zh-CN" sz="1000" b="0" i="0" u="none" strike="noStrike" dirty="0">
                          <a:solidFill>
                            <a:srgbClr val="000000"/>
                          </a:solidFill>
                          <a:effectLst/>
                          <a:latin typeface="微软雅黑" panose="020B0503020204020204" pitchFamily="34" charset="-122"/>
                          <a:ea typeface="微软雅黑" panose="020B0503020204020204" pitchFamily="34" charset="-122"/>
                        </a:rPr>
                        <a:t>YZ</a:t>
                      </a:r>
                    </a:p>
                  </a:txBody>
                  <a:tcPr marL="8589" marR="8589" marT="8589"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vMerge="1">
                  <a:txBody>
                    <a:bodyPr/>
                    <a:lstStyle/>
                    <a:p>
                      <a:endParaRPr lang="zh-CN" altLang="en-US"/>
                    </a:p>
                  </a:txBody>
                  <a:tcPr/>
                </a:tc>
                <a:tc>
                  <a:txBody>
                    <a:bodyPr/>
                    <a:lstStyle/>
                    <a:p>
                      <a:pPr marL="0" marR="0" indent="0" algn="ctr" defTabSz="821530" fontAlgn="ctr" latinLnBrk="0">
                        <a:lnSpc>
                          <a:spcPct val="100000"/>
                        </a:lnSpc>
                        <a:spcBef>
                          <a:spcPts val="0"/>
                        </a:spcBef>
                        <a:spcAft>
                          <a:spcPts val="0"/>
                        </a:spcAft>
                        <a:buClrTx/>
                        <a:buSzTx/>
                        <a:buFontTx/>
                        <a:buNone/>
                        <a:tabLst/>
                      </a:pPr>
                      <a:r>
                        <a:rPr lang="en-US" altLang="zh-CN" sz="1000" b="0" i="0" u="none" strike="noStrike" cap="none" spc="0" baseline="0" dirty="0">
                          <a:ln>
                            <a:noFill/>
                          </a:ln>
                          <a:solidFill>
                            <a:srgbClr val="0432FF"/>
                          </a:solidFill>
                          <a:effectLst/>
                          <a:uFillTx/>
                          <a:latin typeface="微软雅黑" panose="020B0503020204020204" pitchFamily="34" charset="-122"/>
                          <a:ea typeface="微软雅黑" panose="020B0503020204020204" pitchFamily="34" charset="-122"/>
                          <a:cs typeface="+mn-cs"/>
                          <a:sym typeface="Helvetica Neue Light"/>
                        </a:rPr>
                        <a:t>31</a:t>
                      </a:r>
                    </a:p>
                  </a:txBody>
                  <a:tcPr marL="8589" marR="8589" marT="8589"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821530" eaLnBrk="1" fontAlgn="ctr" latinLnBrk="0" hangingPunct="1">
                        <a:lnSpc>
                          <a:spcPct val="100000"/>
                        </a:lnSpc>
                        <a:spcBef>
                          <a:spcPts val="0"/>
                        </a:spcBef>
                        <a:spcAft>
                          <a:spcPts val="0"/>
                        </a:spcAft>
                        <a:buClrTx/>
                        <a:buSzTx/>
                        <a:buFontTx/>
                        <a:buNone/>
                        <a:tabLst/>
                        <a:defRPr/>
                      </a:pPr>
                      <a:r>
                        <a:rPr lang="en-US" altLang="zh-CN" sz="1000" b="0" i="0" u="none" strike="noStrike" cap="none" spc="0" baseline="0" noProof="0" dirty="0">
                          <a:ln>
                            <a:noFill/>
                          </a:ln>
                          <a:solidFill>
                            <a:srgbClr val="0432FF"/>
                          </a:solidFill>
                          <a:effectLst/>
                          <a:uFillTx/>
                          <a:latin typeface="微软雅黑" panose="020B0503020204020204" pitchFamily="34" charset="-122"/>
                          <a:ea typeface="微软雅黑" panose="020B0503020204020204" pitchFamily="34" charset="-122"/>
                          <a:cs typeface="+mn-cs"/>
                          <a:sym typeface="Helvetica Neue Light"/>
                        </a:rPr>
                        <a:t>/</a:t>
                      </a:r>
                    </a:p>
                  </a:txBody>
                  <a:tcPr marL="8589" marR="8589" marT="8589"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15"/>
                  </a:ext>
                </a:extLst>
              </a:tr>
              <a:tr h="196546">
                <a:tc>
                  <a:txBody>
                    <a:bodyPr/>
                    <a:lstStyle/>
                    <a:p>
                      <a:pPr algn="ctr" fontAlgn="ctr"/>
                      <a:r>
                        <a:rPr lang="en-US" altLang="zh-CN" sz="1000" u="none" strike="noStrike" dirty="0">
                          <a:effectLst/>
                          <a:latin typeface="Arial" panose="020B0604020202020204" pitchFamily="34" charset="0"/>
                          <a:cs typeface="Arial" panose="020B0604020202020204" pitchFamily="34" charset="0"/>
                        </a:rPr>
                        <a:t>7</a:t>
                      </a:r>
                      <a:endParaRPr lang="en-US" altLang="zh-CN" sz="1000" b="0" i="0" u="none" strike="noStrike" dirty="0">
                        <a:solidFill>
                          <a:srgbClr val="000000"/>
                        </a:solidFill>
                        <a:effectLst/>
                        <a:latin typeface="Arial" panose="020B0604020202020204" pitchFamily="34" charset="0"/>
                        <a:ea typeface="微软雅黑" panose="020B0503020204020204" pitchFamily="34" charset="-122"/>
                        <a:cs typeface="Arial" panose="020B0604020202020204" pitchFamily="34" charset="0"/>
                      </a:endParaRPr>
                    </a:p>
                  </a:txBody>
                  <a:tcPr marL="6332" marR="6332" marT="6332"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fontAlgn="ctr"/>
                      <a:r>
                        <a:rPr lang="en-US" altLang="zh-CN" sz="1000" b="0" i="0" u="none" strike="noStrike" dirty="0">
                          <a:solidFill>
                            <a:srgbClr val="000000"/>
                          </a:solidFill>
                          <a:effectLst/>
                          <a:latin typeface="微软雅黑" panose="020B0503020204020204" pitchFamily="34" charset="-122"/>
                          <a:ea typeface="微软雅黑" panose="020B0503020204020204" pitchFamily="34" charset="-122"/>
                        </a:rPr>
                        <a:t>55</a:t>
                      </a:r>
                      <a:r>
                        <a:rPr lang="el-GR" altLang="zh-CN" sz="1000" b="0" i="0" u="none" strike="noStrike" dirty="0">
                          <a:solidFill>
                            <a:srgbClr val="000000"/>
                          </a:solidFill>
                          <a:effectLst/>
                          <a:latin typeface="微软雅黑" panose="020B0503020204020204" pitchFamily="34" charset="-122"/>
                          <a:ea typeface="微软雅黑" panose="020B0503020204020204" pitchFamily="34" charset="-122"/>
                        </a:rPr>
                        <a:t>° Θ</a:t>
                      </a:r>
                      <a:r>
                        <a:rPr lang="en-US" altLang="zh-CN" sz="1000" b="0" i="0" u="none" strike="noStrike" dirty="0">
                          <a:solidFill>
                            <a:srgbClr val="000000"/>
                          </a:solidFill>
                          <a:effectLst/>
                          <a:latin typeface="微软雅黑" panose="020B0503020204020204" pitchFamily="34" charset="-122"/>
                          <a:ea typeface="微软雅黑" panose="020B0503020204020204" pitchFamily="34" charset="-122"/>
                        </a:rPr>
                        <a:t>YZ</a:t>
                      </a:r>
                    </a:p>
                  </a:txBody>
                  <a:tcPr marL="8589" marR="8589" marT="8589"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vMerge="1">
                  <a:txBody>
                    <a:bodyPr/>
                    <a:lstStyle/>
                    <a:p>
                      <a:endParaRPr lang="zh-CN" altLang="en-US"/>
                    </a:p>
                  </a:txBody>
                  <a:tcPr/>
                </a:tc>
                <a:tc>
                  <a:txBody>
                    <a:bodyPr/>
                    <a:lstStyle/>
                    <a:p>
                      <a:pPr marL="0" marR="0" indent="0" algn="ctr" defTabSz="821530" fontAlgn="ctr" latinLnBrk="0">
                        <a:lnSpc>
                          <a:spcPct val="100000"/>
                        </a:lnSpc>
                        <a:spcBef>
                          <a:spcPts val="0"/>
                        </a:spcBef>
                        <a:spcAft>
                          <a:spcPts val="0"/>
                        </a:spcAft>
                        <a:buClrTx/>
                        <a:buSzTx/>
                        <a:buFontTx/>
                        <a:buNone/>
                        <a:tabLst/>
                      </a:pPr>
                      <a:r>
                        <a:rPr lang="en-US" altLang="zh-CN" sz="1000" b="0" i="0" u="none" strike="noStrike" cap="none" spc="0" baseline="0" dirty="0">
                          <a:ln>
                            <a:noFill/>
                          </a:ln>
                          <a:solidFill>
                            <a:srgbClr val="0432FF"/>
                          </a:solidFill>
                          <a:effectLst/>
                          <a:uFillTx/>
                          <a:latin typeface="微软雅黑" panose="020B0503020204020204" pitchFamily="34" charset="-122"/>
                          <a:ea typeface="微软雅黑" panose="020B0503020204020204" pitchFamily="34" charset="-122"/>
                          <a:cs typeface="+mn-cs"/>
                          <a:sym typeface="Helvetica Neue Light"/>
                        </a:rPr>
                        <a:t>32</a:t>
                      </a:r>
                    </a:p>
                  </a:txBody>
                  <a:tcPr marL="8589" marR="8589" marT="8589"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lvl="0" indent="0" algn="ctr" defTabSz="821530" eaLnBrk="1" fontAlgn="ctr" latinLnBrk="0" hangingPunct="1">
                        <a:lnSpc>
                          <a:spcPct val="100000"/>
                        </a:lnSpc>
                        <a:spcBef>
                          <a:spcPts val="0"/>
                        </a:spcBef>
                        <a:spcAft>
                          <a:spcPts val="0"/>
                        </a:spcAft>
                        <a:buClrTx/>
                        <a:buSzTx/>
                        <a:buFontTx/>
                        <a:buNone/>
                        <a:tabLst/>
                        <a:defRPr/>
                      </a:pPr>
                      <a:r>
                        <a:rPr lang="en-US" altLang="zh-CN" sz="1000" b="0" i="0" u="none" strike="noStrike" cap="none" spc="0" baseline="0" noProof="0" dirty="0">
                          <a:ln>
                            <a:noFill/>
                          </a:ln>
                          <a:solidFill>
                            <a:srgbClr val="0432FF"/>
                          </a:solidFill>
                          <a:effectLst/>
                          <a:uFillTx/>
                          <a:latin typeface="微软雅黑" panose="020B0503020204020204" pitchFamily="34" charset="-122"/>
                          <a:ea typeface="微软雅黑" panose="020B0503020204020204" pitchFamily="34" charset="-122"/>
                          <a:cs typeface="+mn-cs"/>
                          <a:sym typeface="Helvetica Neue Light"/>
                        </a:rPr>
                        <a:t>/</a:t>
                      </a:r>
                    </a:p>
                  </a:txBody>
                  <a:tcPr marL="8589" marR="8589" marT="8589"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6"/>
                  </a:ext>
                </a:extLst>
              </a:tr>
              <a:tr h="196546">
                <a:tc>
                  <a:txBody>
                    <a:bodyPr/>
                    <a:lstStyle/>
                    <a:p>
                      <a:pPr algn="ctr" fontAlgn="ctr"/>
                      <a:r>
                        <a:rPr lang="en-US" altLang="zh-CN" sz="1000" u="none" strike="noStrike" dirty="0">
                          <a:effectLst/>
                          <a:latin typeface="Arial" panose="020B0604020202020204" pitchFamily="34" charset="0"/>
                          <a:cs typeface="Arial" panose="020B0604020202020204" pitchFamily="34" charset="0"/>
                        </a:rPr>
                        <a:t>8</a:t>
                      </a:r>
                      <a:endParaRPr lang="en-US" altLang="zh-CN" sz="1000" b="0" i="0" u="none" strike="noStrike" dirty="0">
                        <a:solidFill>
                          <a:srgbClr val="000000"/>
                        </a:solidFill>
                        <a:effectLst/>
                        <a:latin typeface="Arial" panose="020B0604020202020204" pitchFamily="34" charset="0"/>
                        <a:ea typeface="微软雅黑" panose="020B0503020204020204" pitchFamily="34" charset="-122"/>
                        <a:cs typeface="Arial" panose="020B0604020202020204" pitchFamily="34" charset="0"/>
                      </a:endParaRPr>
                    </a:p>
                  </a:txBody>
                  <a:tcPr marL="6332" marR="6332" marT="6332"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fontAlgn="ctr"/>
                      <a:r>
                        <a:rPr lang="en-US" altLang="zh-CN" sz="1000" b="0" i="0" u="none" strike="noStrike" dirty="0">
                          <a:solidFill>
                            <a:srgbClr val="000000"/>
                          </a:solidFill>
                          <a:effectLst/>
                          <a:latin typeface="微软雅黑" panose="020B0503020204020204" pitchFamily="34" charset="-122"/>
                          <a:ea typeface="微软雅黑" panose="020B0503020204020204" pitchFamily="34" charset="-122"/>
                        </a:rPr>
                        <a:t>55</a:t>
                      </a:r>
                      <a:r>
                        <a:rPr lang="el-GR" altLang="zh-CN" sz="1000" b="0" i="0" u="none" strike="noStrike" dirty="0">
                          <a:solidFill>
                            <a:srgbClr val="000000"/>
                          </a:solidFill>
                          <a:effectLst/>
                          <a:latin typeface="微软雅黑" panose="020B0503020204020204" pitchFamily="34" charset="-122"/>
                          <a:ea typeface="微软雅黑" panose="020B0503020204020204" pitchFamily="34" charset="-122"/>
                        </a:rPr>
                        <a:t>° Θ</a:t>
                      </a:r>
                      <a:r>
                        <a:rPr lang="en-US" altLang="zh-CN" sz="1000" b="0" i="0" u="none" strike="noStrike" dirty="0">
                          <a:solidFill>
                            <a:srgbClr val="000000"/>
                          </a:solidFill>
                          <a:effectLst/>
                          <a:latin typeface="微软雅黑" panose="020B0503020204020204" pitchFamily="34" charset="-122"/>
                          <a:ea typeface="微软雅黑" panose="020B0503020204020204" pitchFamily="34" charset="-122"/>
                        </a:rPr>
                        <a:t>YZ</a:t>
                      </a:r>
                    </a:p>
                  </a:txBody>
                  <a:tcPr marL="8589" marR="8589" marT="8589"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vMerge="1">
                  <a:txBody>
                    <a:bodyPr/>
                    <a:lstStyle/>
                    <a:p>
                      <a:endParaRPr lang="zh-CN" altLang="en-US"/>
                    </a:p>
                  </a:txBody>
                  <a:tcPr/>
                </a:tc>
                <a:tc>
                  <a:txBody>
                    <a:bodyPr/>
                    <a:lstStyle/>
                    <a:p>
                      <a:pPr marL="0" marR="0" indent="0" algn="ctr" defTabSz="821530" fontAlgn="ctr" latinLnBrk="0">
                        <a:lnSpc>
                          <a:spcPct val="100000"/>
                        </a:lnSpc>
                        <a:spcBef>
                          <a:spcPts val="0"/>
                        </a:spcBef>
                        <a:spcAft>
                          <a:spcPts val="0"/>
                        </a:spcAft>
                        <a:buClrTx/>
                        <a:buSzTx/>
                        <a:buFontTx/>
                        <a:buNone/>
                        <a:tabLst/>
                      </a:pPr>
                      <a:r>
                        <a:rPr lang="en-US" altLang="zh-CN" sz="1000" b="0" i="0" u="none" strike="noStrike" cap="none" spc="0" baseline="0" dirty="0">
                          <a:ln>
                            <a:noFill/>
                          </a:ln>
                          <a:solidFill>
                            <a:srgbClr val="0432FF"/>
                          </a:solidFill>
                          <a:effectLst/>
                          <a:uFillTx/>
                          <a:latin typeface="微软雅黑" panose="020B0503020204020204" pitchFamily="34" charset="-122"/>
                          <a:ea typeface="微软雅黑" panose="020B0503020204020204" pitchFamily="34" charset="-122"/>
                          <a:cs typeface="+mn-cs"/>
                          <a:sym typeface="Helvetica Neue Light"/>
                        </a:rPr>
                        <a:t>33</a:t>
                      </a:r>
                    </a:p>
                  </a:txBody>
                  <a:tcPr marL="8589" marR="8589" marT="8589"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821530" eaLnBrk="1" fontAlgn="ctr" latinLnBrk="0" hangingPunct="1">
                        <a:lnSpc>
                          <a:spcPct val="100000"/>
                        </a:lnSpc>
                        <a:spcBef>
                          <a:spcPts val="0"/>
                        </a:spcBef>
                        <a:spcAft>
                          <a:spcPts val="0"/>
                        </a:spcAft>
                        <a:buClrTx/>
                        <a:buSzTx/>
                        <a:buFontTx/>
                        <a:buNone/>
                        <a:tabLst/>
                        <a:defRPr/>
                      </a:pPr>
                      <a:r>
                        <a:rPr lang="en-US" altLang="zh-CN" sz="1000" b="0" i="0" u="none" strike="noStrike" cap="none" spc="0" baseline="0" noProof="0" dirty="0">
                          <a:ln>
                            <a:noFill/>
                          </a:ln>
                          <a:solidFill>
                            <a:srgbClr val="0432FF"/>
                          </a:solidFill>
                          <a:effectLst/>
                          <a:uFillTx/>
                          <a:latin typeface="微软雅黑" panose="020B0503020204020204" pitchFamily="34" charset="-122"/>
                          <a:ea typeface="微软雅黑" panose="020B0503020204020204" pitchFamily="34" charset="-122"/>
                          <a:cs typeface="+mn-cs"/>
                          <a:sym typeface="Helvetica Neue Light"/>
                        </a:rPr>
                        <a:t>/</a:t>
                      </a:r>
                    </a:p>
                  </a:txBody>
                  <a:tcPr marL="8589" marR="8589" marT="8589"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17"/>
                  </a:ext>
                </a:extLst>
              </a:tr>
              <a:tr h="196546">
                <a:tc>
                  <a:txBody>
                    <a:bodyPr/>
                    <a:lstStyle/>
                    <a:p>
                      <a:pPr algn="ctr" fontAlgn="ctr"/>
                      <a:r>
                        <a:rPr lang="en-US" altLang="zh-CN" sz="1000" u="none" strike="noStrike" dirty="0">
                          <a:effectLst/>
                          <a:latin typeface="Arial" panose="020B0604020202020204" pitchFamily="34" charset="0"/>
                          <a:cs typeface="Arial" panose="020B0604020202020204" pitchFamily="34" charset="0"/>
                        </a:rPr>
                        <a:t>9</a:t>
                      </a:r>
                      <a:endParaRPr lang="en-US" altLang="zh-CN" sz="1000" b="0" i="0" u="none" strike="noStrike" dirty="0">
                        <a:solidFill>
                          <a:srgbClr val="000000"/>
                        </a:solidFill>
                        <a:effectLst/>
                        <a:latin typeface="Arial" panose="020B0604020202020204" pitchFamily="34" charset="0"/>
                        <a:ea typeface="微软雅黑" panose="020B0503020204020204" pitchFamily="34" charset="-122"/>
                        <a:cs typeface="Arial" panose="020B0604020202020204" pitchFamily="34" charset="0"/>
                      </a:endParaRPr>
                    </a:p>
                  </a:txBody>
                  <a:tcPr marL="6332" marR="6332" marT="6332"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fontAlgn="ctr"/>
                      <a:r>
                        <a:rPr lang="en-US" altLang="zh-CN" sz="1000" b="0" i="0" u="none" strike="noStrike" dirty="0">
                          <a:solidFill>
                            <a:srgbClr val="000000"/>
                          </a:solidFill>
                          <a:effectLst/>
                          <a:latin typeface="微软雅黑" panose="020B0503020204020204" pitchFamily="34" charset="-122"/>
                          <a:ea typeface="微软雅黑" panose="020B0503020204020204" pitchFamily="34" charset="-122"/>
                        </a:rPr>
                        <a:t>55</a:t>
                      </a:r>
                      <a:r>
                        <a:rPr lang="el-GR" altLang="zh-CN" sz="1000" b="0" i="0" u="none" strike="noStrike" dirty="0">
                          <a:solidFill>
                            <a:srgbClr val="000000"/>
                          </a:solidFill>
                          <a:effectLst/>
                          <a:latin typeface="微软雅黑" panose="020B0503020204020204" pitchFamily="34" charset="-122"/>
                          <a:ea typeface="微软雅黑" panose="020B0503020204020204" pitchFamily="34" charset="-122"/>
                        </a:rPr>
                        <a:t>° Θ</a:t>
                      </a:r>
                      <a:r>
                        <a:rPr lang="en-US" altLang="zh-CN" sz="1000" b="0" i="0" u="none" strike="noStrike" dirty="0">
                          <a:solidFill>
                            <a:srgbClr val="000000"/>
                          </a:solidFill>
                          <a:effectLst/>
                          <a:latin typeface="微软雅黑" panose="020B0503020204020204" pitchFamily="34" charset="-122"/>
                          <a:ea typeface="微软雅黑" panose="020B0503020204020204" pitchFamily="34" charset="-122"/>
                        </a:rPr>
                        <a:t>YZ</a:t>
                      </a:r>
                    </a:p>
                  </a:txBody>
                  <a:tcPr marL="8589" marR="8589" marT="8589"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vMerge="1">
                  <a:txBody>
                    <a:bodyPr/>
                    <a:lstStyle/>
                    <a:p>
                      <a:endParaRPr lang="zh-CN" altLang="en-US"/>
                    </a:p>
                  </a:txBody>
                  <a:tcPr/>
                </a:tc>
                <a:tc>
                  <a:txBody>
                    <a:bodyPr/>
                    <a:lstStyle/>
                    <a:p>
                      <a:pPr marL="0" marR="0" indent="0" algn="ctr" defTabSz="821530" fontAlgn="ctr" latinLnBrk="0">
                        <a:lnSpc>
                          <a:spcPct val="100000"/>
                        </a:lnSpc>
                        <a:spcBef>
                          <a:spcPts val="0"/>
                        </a:spcBef>
                        <a:spcAft>
                          <a:spcPts val="0"/>
                        </a:spcAft>
                        <a:buClrTx/>
                        <a:buSzTx/>
                        <a:buFontTx/>
                        <a:buNone/>
                        <a:tabLst/>
                      </a:pPr>
                      <a:r>
                        <a:rPr lang="en-US" altLang="zh-CN" sz="1000" b="0" i="0" u="none" strike="noStrike" cap="none" spc="0" baseline="0" dirty="0">
                          <a:ln>
                            <a:noFill/>
                          </a:ln>
                          <a:solidFill>
                            <a:srgbClr val="0432FF"/>
                          </a:solidFill>
                          <a:effectLst/>
                          <a:uFillTx/>
                          <a:latin typeface="微软雅黑" panose="020B0503020204020204" pitchFamily="34" charset="-122"/>
                          <a:ea typeface="微软雅黑" panose="020B0503020204020204" pitchFamily="34" charset="-122"/>
                          <a:cs typeface="+mn-cs"/>
                          <a:sym typeface="Helvetica Neue Light"/>
                        </a:rPr>
                        <a:t>34</a:t>
                      </a:r>
                    </a:p>
                  </a:txBody>
                  <a:tcPr marL="8589" marR="8589" marT="8589"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821530" eaLnBrk="1" fontAlgn="ctr" latinLnBrk="0" hangingPunct="1">
                        <a:lnSpc>
                          <a:spcPct val="100000"/>
                        </a:lnSpc>
                        <a:spcBef>
                          <a:spcPts val="0"/>
                        </a:spcBef>
                        <a:spcAft>
                          <a:spcPts val="0"/>
                        </a:spcAft>
                        <a:buClrTx/>
                        <a:buSzTx/>
                        <a:buFontTx/>
                        <a:buNone/>
                        <a:tabLst/>
                        <a:defRPr/>
                      </a:pPr>
                      <a:r>
                        <a:rPr lang="en-US" altLang="zh-CN" sz="1000" b="0" i="0" u="none" strike="noStrike" cap="none" spc="0" baseline="0" noProof="0" dirty="0">
                          <a:ln>
                            <a:noFill/>
                          </a:ln>
                          <a:solidFill>
                            <a:srgbClr val="0432FF"/>
                          </a:solidFill>
                          <a:effectLst/>
                          <a:uFillTx/>
                          <a:latin typeface="微软雅黑" panose="020B0503020204020204" pitchFamily="34" charset="-122"/>
                          <a:ea typeface="微软雅黑" panose="020B0503020204020204" pitchFamily="34" charset="-122"/>
                          <a:cs typeface="+mn-cs"/>
                          <a:sym typeface="Helvetica Neue Light"/>
                        </a:rPr>
                        <a:t>/</a:t>
                      </a:r>
                    </a:p>
                  </a:txBody>
                  <a:tcPr marL="8589" marR="8589" marT="8589"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18"/>
                  </a:ext>
                </a:extLst>
              </a:tr>
              <a:tr h="196546">
                <a:tc>
                  <a:txBody>
                    <a:bodyPr/>
                    <a:lstStyle/>
                    <a:p>
                      <a:pPr algn="ctr" fontAlgn="ctr"/>
                      <a:r>
                        <a:rPr lang="en-US" altLang="zh-CN" sz="1000" u="none" strike="noStrike" dirty="0">
                          <a:solidFill>
                            <a:srgbClr val="0432FF"/>
                          </a:solidFill>
                          <a:effectLst/>
                          <a:latin typeface="Arial" panose="020B0604020202020204" pitchFamily="34" charset="0"/>
                          <a:cs typeface="Arial" panose="020B0604020202020204" pitchFamily="34" charset="0"/>
                        </a:rPr>
                        <a:t>10</a:t>
                      </a:r>
                      <a:endParaRPr lang="en-US" altLang="zh-CN" sz="1000" b="0" i="0" u="none" strike="noStrike" dirty="0">
                        <a:solidFill>
                          <a:srgbClr val="0432FF"/>
                        </a:solidFill>
                        <a:effectLst/>
                        <a:latin typeface="Arial" panose="020B0604020202020204" pitchFamily="34" charset="0"/>
                        <a:ea typeface="微软雅黑" panose="020B0503020204020204" pitchFamily="34" charset="-122"/>
                        <a:cs typeface="Arial" panose="020B0604020202020204" pitchFamily="34" charset="0"/>
                      </a:endParaRPr>
                    </a:p>
                  </a:txBody>
                  <a:tcPr marL="6332" marR="6332" marT="6332"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altLang="zh-CN" sz="1000" b="0" i="0" u="none" strike="noStrike" cap="none" spc="0" baseline="0" dirty="0">
                          <a:ln>
                            <a:noFill/>
                          </a:ln>
                          <a:solidFill>
                            <a:srgbClr val="0432FF"/>
                          </a:solidFill>
                          <a:effectLst/>
                          <a:uFillTx/>
                          <a:latin typeface="微软雅黑" panose="020B0503020204020204" pitchFamily="34" charset="-122"/>
                          <a:ea typeface="微软雅黑" panose="020B0503020204020204" pitchFamily="34" charset="-122"/>
                          <a:cs typeface="+mn-cs"/>
                          <a:sym typeface="Helvetica Neue Light"/>
                        </a:rPr>
                        <a:t>/</a:t>
                      </a:r>
                      <a:endParaRPr lang="en-US" sz="1000" b="0" i="0" u="none" strike="noStrike" cap="none" spc="0" baseline="0" dirty="0">
                        <a:ln>
                          <a:noFill/>
                        </a:ln>
                        <a:solidFill>
                          <a:srgbClr val="0432FF"/>
                        </a:solidFill>
                        <a:effectLst/>
                        <a:uFillTx/>
                        <a:latin typeface="微软雅黑" panose="020B0503020204020204" pitchFamily="34" charset="-122"/>
                        <a:ea typeface="微软雅黑" panose="020B0503020204020204" pitchFamily="34" charset="-122"/>
                        <a:cs typeface="+mn-cs"/>
                        <a:sym typeface="Helvetica Neue Light"/>
                      </a:endParaRPr>
                    </a:p>
                  </a:txBody>
                  <a:tcPr marL="8589" marR="8589" marT="8589"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solidFill>
                  </a:tcPr>
                </a:tc>
                <a:tc vMerge="1">
                  <a:txBody>
                    <a:bodyPr/>
                    <a:lstStyle/>
                    <a:p>
                      <a:endParaRPr lang="zh-CN" altLang="en-US"/>
                    </a:p>
                  </a:txBody>
                  <a:tcPr/>
                </a:tc>
                <a:tc>
                  <a:txBody>
                    <a:bodyPr/>
                    <a:lstStyle/>
                    <a:p>
                      <a:pPr marL="0" marR="0" indent="0" algn="ctr" defTabSz="821530" fontAlgn="ctr" latinLnBrk="0">
                        <a:lnSpc>
                          <a:spcPct val="100000"/>
                        </a:lnSpc>
                        <a:spcBef>
                          <a:spcPts val="0"/>
                        </a:spcBef>
                        <a:spcAft>
                          <a:spcPts val="0"/>
                        </a:spcAft>
                        <a:buClrTx/>
                        <a:buSzTx/>
                        <a:buFontTx/>
                        <a:buNone/>
                        <a:tabLst/>
                      </a:pPr>
                      <a:r>
                        <a:rPr lang="en-US" altLang="zh-CN" sz="1000" b="0" i="0" u="none" strike="noStrike" cap="none" spc="0" baseline="0" dirty="0">
                          <a:ln>
                            <a:noFill/>
                          </a:ln>
                          <a:solidFill>
                            <a:srgbClr val="0432FF"/>
                          </a:solidFill>
                          <a:effectLst/>
                          <a:uFillTx/>
                          <a:latin typeface="微软雅黑" panose="020B0503020204020204" pitchFamily="34" charset="-122"/>
                          <a:ea typeface="微软雅黑" panose="020B0503020204020204" pitchFamily="34" charset="-122"/>
                          <a:cs typeface="+mn-cs"/>
                          <a:sym typeface="Helvetica Neue Light"/>
                        </a:rPr>
                        <a:t>35</a:t>
                      </a:r>
                    </a:p>
                  </a:txBody>
                  <a:tcPr marL="8589" marR="8589" marT="8589"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821530" eaLnBrk="1" fontAlgn="ctr" latinLnBrk="0" hangingPunct="1">
                        <a:lnSpc>
                          <a:spcPct val="100000"/>
                        </a:lnSpc>
                        <a:spcBef>
                          <a:spcPts val="0"/>
                        </a:spcBef>
                        <a:spcAft>
                          <a:spcPts val="0"/>
                        </a:spcAft>
                        <a:buClrTx/>
                        <a:buSzTx/>
                        <a:buFontTx/>
                        <a:buNone/>
                        <a:tabLst/>
                        <a:defRPr/>
                      </a:pPr>
                      <a:r>
                        <a:rPr lang="en-US" altLang="zh-CN" sz="1000" b="0" i="0" u="none" strike="noStrike" cap="none" spc="0" baseline="0" noProof="0" dirty="0">
                          <a:ln>
                            <a:noFill/>
                          </a:ln>
                          <a:solidFill>
                            <a:srgbClr val="0432FF"/>
                          </a:solidFill>
                          <a:effectLst/>
                          <a:uFillTx/>
                          <a:latin typeface="微软雅黑" panose="020B0503020204020204" pitchFamily="34" charset="-122"/>
                          <a:ea typeface="微软雅黑" panose="020B0503020204020204" pitchFamily="34" charset="-122"/>
                          <a:cs typeface="+mn-cs"/>
                          <a:sym typeface="Helvetica Neue Light"/>
                        </a:rPr>
                        <a:t>/</a:t>
                      </a:r>
                    </a:p>
                  </a:txBody>
                  <a:tcPr marL="8589" marR="8589" marT="8589"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19"/>
                  </a:ext>
                </a:extLst>
              </a:tr>
              <a:tr h="196546">
                <a:tc>
                  <a:txBody>
                    <a:bodyPr/>
                    <a:lstStyle/>
                    <a:p>
                      <a:pPr algn="ctr" fontAlgn="ctr"/>
                      <a:r>
                        <a:rPr lang="en-US" altLang="zh-CN" sz="1000" u="none" strike="noStrike" dirty="0">
                          <a:solidFill>
                            <a:srgbClr val="0432FF"/>
                          </a:solidFill>
                          <a:effectLst/>
                          <a:latin typeface="Arial" panose="020B0604020202020204" pitchFamily="34" charset="0"/>
                          <a:cs typeface="Arial" panose="020B0604020202020204" pitchFamily="34" charset="0"/>
                        </a:rPr>
                        <a:t>11</a:t>
                      </a:r>
                      <a:endParaRPr lang="en-US" altLang="zh-CN" sz="1000" b="0" i="0" u="none" strike="noStrike" dirty="0">
                        <a:solidFill>
                          <a:srgbClr val="0432FF"/>
                        </a:solidFill>
                        <a:effectLst/>
                        <a:latin typeface="Arial" panose="020B0604020202020204" pitchFamily="34" charset="0"/>
                        <a:ea typeface="微软雅黑" panose="020B0503020204020204" pitchFamily="34" charset="-122"/>
                        <a:cs typeface="Arial" panose="020B0604020202020204" pitchFamily="34" charset="0"/>
                      </a:endParaRPr>
                    </a:p>
                  </a:txBody>
                  <a:tcPr marL="6332" marR="6332" marT="6332"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821530" eaLnBrk="1" fontAlgn="ctr" latinLnBrk="0" hangingPunct="1">
                        <a:lnSpc>
                          <a:spcPct val="100000"/>
                        </a:lnSpc>
                        <a:spcBef>
                          <a:spcPts val="0"/>
                        </a:spcBef>
                        <a:spcAft>
                          <a:spcPts val="0"/>
                        </a:spcAft>
                        <a:buClrTx/>
                        <a:buSzTx/>
                        <a:buFontTx/>
                        <a:buNone/>
                        <a:tabLst/>
                        <a:defRPr/>
                      </a:pPr>
                      <a:r>
                        <a:rPr kumimoji="0" lang="en-US" altLang="zh-CN" sz="1000" b="0" i="0" u="none" strike="noStrike" kern="0" cap="none" spc="0" normalizeH="0" baseline="0" noProof="0" dirty="0">
                          <a:ln>
                            <a:noFill/>
                          </a:ln>
                          <a:solidFill>
                            <a:srgbClr val="0432FF"/>
                          </a:solidFill>
                          <a:effectLst/>
                          <a:uLnTx/>
                          <a:uFillTx/>
                          <a:latin typeface="微软雅黑" panose="020B0503020204020204" pitchFamily="34" charset="-122"/>
                          <a:ea typeface="微软雅黑" panose="020B0503020204020204" pitchFamily="34" charset="-122"/>
                          <a:cs typeface="Helvetica Neue"/>
                          <a:sym typeface="Helvetica Neue Light"/>
                        </a:rPr>
                        <a:t>/</a:t>
                      </a:r>
                    </a:p>
                  </a:txBody>
                  <a:tcPr marL="8589" marR="8589" marT="8589"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solidFill>
                  </a:tcPr>
                </a:tc>
                <a:tc vMerge="1">
                  <a:txBody>
                    <a:bodyPr/>
                    <a:lstStyle/>
                    <a:p>
                      <a:endParaRPr lang="zh-CN" altLang="en-US"/>
                    </a:p>
                  </a:txBody>
                  <a:tcPr/>
                </a:tc>
                <a:tc>
                  <a:txBody>
                    <a:bodyPr/>
                    <a:lstStyle/>
                    <a:p>
                      <a:pPr marL="0" marR="0" indent="0" algn="ctr" defTabSz="821530" fontAlgn="ctr" latinLnBrk="0">
                        <a:lnSpc>
                          <a:spcPct val="100000"/>
                        </a:lnSpc>
                        <a:spcBef>
                          <a:spcPts val="0"/>
                        </a:spcBef>
                        <a:spcAft>
                          <a:spcPts val="0"/>
                        </a:spcAft>
                        <a:buClrTx/>
                        <a:buSzTx/>
                        <a:buFontTx/>
                        <a:buNone/>
                        <a:tabLst/>
                      </a:pPr>
                      <a:r>
                        <a:rPr lang="en-US" altLang="zh-CN" sz="900" b="0" i="0" u="none" strike="noStrike" cap="none" spc="0" baseline="0" dirty="0">
                          <a:ln>
                            <a:noFill/>
                          </a:ln>
                          <a:solidFill>
                            <a:schemeClr val="tx1"/>
                          </a:solidFill>
                          <a:effectLst/>
                          <a:uFillTx/>
                          <a:latin typeface="Arial" panose="020B0604020202020204" pitchFamily="34" charset="0"/>
                          <a:ea typeface="+mn-ea"/>
                          <a:cs typeface="Arial" panose="020B0604020202020204" pitchFamily="34" charset="0"/>
                          <a:sym typeface="Helvetica Neue Light"/>
                        </a:rPr>
                        <a:t>38</a:t>
                      </a:r>
                    </a:p>
                  </a:txBody>
                  <a:tcPr marL="8589" marR="8589" marT="8589"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solidFill>
                  </a:tcPr>
                </a:tc>
                <a:tc>
                  <a:txBody>
                    <a:bodyPr/>
                    <a:lstStyle/>
                    <a:p>
                      <a:pPr algn="ctr" fontAlgn="ctr"/>
                      <a:r>
                        <a:rPr lang="el-GR" sz="1000" b="0" i="0" u="none" strike="noStrike" dirty="0">
                          <a:solidFill>
                            <a:srgbClr val="000000"/>
                          </a:solidFill>
                          <a:effectLst/>
                          <a:latin typeface="微软雅黑" panose="020B0503020204020204" pitchFamily="34" charset="-122"/>
                          <a:ea typeface="微软雅黑" panose="020B0503020204020204" pitchFamily="34" charset="-122"/>
                        </a:rPr>
                        <a:t>90° Θ</a:t>
                      </a:r>
                      <a:r>
                        <a:rPr lang="en-US" sz="1000" b="0" i="0" u="none" strike="noStrike" dirty="0">
                          <a:solidFill>
                            <a:srgbClr val="000000"/>
                          </a:solidFill>
                          <a:effectLst/>
                          <a:latin typeface="微软雅黑" panose="020B0503020204020204" pitchFamily="34" charset="-122"/>
                          <a:ea typeface="微软雅黑" panose="020B0503020204020204" pitchFamily="34" charset="-122"/>
                        </a:rPr>
                        <a:t>z</a:t>
                      </a:r>
                    </a:p>
                  </a:txBody>
                  <a:tcPr marL="8589" marR="8589" marT="8589"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20"/>
                  </a:ext>
                </a:extLst>
              </a:tr>
              <a:tr h="196546">
                <a:tc>
                  <a:txBody>
                    <a:bodyPr/>
                    <a:lstStyle/>
                    <a:p>
                      <a:pPr algn="ctr" fontAlgn="ctr"/>
                      <a:r>
                        <a:rPr lang="en-US" altLang="zh-CN" sz="1000" u="none" strike="noStrike" dirty="0">
                          <a:solidFill>
                            <a:srgbClr val="0432FF"/>
                          </a:solidFill>
                          <a:effectLst/>
                          <a:latin typeface="Arial" panose="020B0604020202020204" pitchFamily="34" charset="0"/>
                          <a:cs typeface="Arial" panose="020B0604020202020204" pitchFamily="34" charset="0"/>
                        </a:rPr>
                        <a:t>13</a:t>
                      </a:r>
                      <a:endParaRPr lang="en-US" altLang="zh-CN" sz="1000" b="0" i="0" u="none" strike="noStrike" dirty="0">
                        <a:solidFill>
                          <a:srgbClr val="0432FF"/>
                        </a:solidFill>
                        <a:effectLst/>
                        <a:latin typeface="Arial" panose="020B0604020202020204" pitchFamily="34" charset="0"/>
                        <a:ea typeface="微软雅黑" panose="020B0503020204020204" pitchFamily="34" charset="-122"/>
                        <a:cs typeface="Arial" panose="020B0604020202020204" pitchFamily="34" charset="0"/>
                      </a:endParaRPr>
                    </a:p>
                  </a:txBody>
                  <a:tcPr marL="6332" marR="6332" marT="6332"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821530" eaLnBrk="1" fontAlgn="ctr" latinLnBrk="0" hangingPunct="1">
                        <a:lnSpc>
                          <a:spcPct val="100000"/>
                        </a:lnSpc>
                        <a:spcBef>
                          <a:spcPts val="0"/>
                        </a:spcBef>
                        <a:spcAft>
                          <a:spcPts val="0"/>
                        </a:spcAft>
                        <a:buClrTx/>
                        <a:buSzTx/>
                        <a:buFontTx/>
                        <a:buNone/>
                        <a:tabLst/>
                        <a:defRPr/>
                      </a:pPr>
                      <a:r>
                        <a:rPr kumimoji="0" lang="en-US" altLang="zh-CN" sz="1000" b="0" i="0" u="none" strike="noStrike" kern="0" cap="none" spc="0" normalizeH="0" baseline="0" noProof="0" dirty="0">
                          <a:ln>
                            <a:noFill/>
                          </a:ln>
                          <a:solidFill>
                            <a:srgbClr val="0432FF"/>
                          </a:solidFill>
                          <a:effectLst/>
                          <a:uLnTx/>
                          <a:uFillTx/>
                          <a:latin typeface="微软雅黑" panose="020B0503020204020204" pitchFamily="34" charset="-122"/>
                          <a:ea typeface="微软雅黑" panose="020B0503020204020204" pitchFamily="34" charset="-122"/>
                          <a:cs typeface="Helvetica Neue"/>
                          <a:sym typeface="Helvetica Neue Light"/>
                        </a:rPr>
                        <a:t>/</a:t>
                      </a:r>
                    </a:p>
                  </a:txBody>
                  <a:tcPr marL="8589" marR="8589" marT="8589"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solidFill>
                  </a:tcPr>
                </a:tc>
                <a:tc vMerge="1">
                  <a:txBody>
                    <a:bodyPr/>
                    <a:lstStyle/>
                    <a:p>
                      <a:pPr marL="0" marR="0" indent="0" algn="ctr" defTabSz="821530" eaLnBrk="1" fontAlgn="ctr" latinLnBrk="0" hangingPunct="1">
                        <a:lnSpc>
                          <a:spcPct val="100000"/>
                        </a:lnSpc>
                        <a:spcBef>
                          <a:spcPts val="0"/>
                        </a:spcBef>
                        <a:spcAft>
                          <a:spcPts val="0"/>
                        </a:spcAft>
                        <a:buClrTx/>
                        <a:buSzTx/>
                        <a:buFontTx/>
                        <a:buNone/>
                        <a:tabLst/>
                        <a:defRPr/>
                      </a:pPr>
                      <a:endParaRPr lang="en-US" altLang="zh-CN" sz="2000" b="0" i="0" u="none" strike="noStrike" cap="none" spc="0" baseline="0" dirty="0">
                        <a:ln>
                          <a:noFill/>
                        </a:ln>
                        <a:solidFill>
                          <a:schemeClr val="tx1"/>
                        </a:solidFill>
                        <a:effectLst/>
                        <a:uFillTx/>
                        <a:latin typeface="Arial" panose="020B0604020202020204" pitchFamily="34" charset="0"/>
                        <a:ea typeface="Arial Unicode MS" panose="020B0604020202020204" pitchFamily="34" charset="-122"/>
                        <a:cs typeface="Arial" panose="020B0604020202020204" pitchFamily="34" charset="0"/>
                        <a:sym typeface="Helvetica Neue Light"/>
                      </a:endParaRPr>
                    </a:p>
                  </a:txBody>
                  <a:tcPr marL="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indent="0" algn="ctr" defTabSz="821530" fontAlgn="ctr" latinLnBrk="0">
                        <a:lnSpc>
                          <a:spcPct val="100000"/>
                        </a:lnSpc>
                        <a:spcBef>
                          <a:spcPts val="0"/>
                        </a:spcBef>
                        <a:spcAft>
                          <a:spcPts val="0"/>
                        </a:spcAft>
                        <a:buClrTx/>
                        <a:buSzTx/>
                        <a:buFontTx/>
                        <a:buNone/>
                        <a:tabLst/>
                      </a:pPr>
                      <a:r>
                        <a:rPr lang="en-US" altLang="zh-CN" sz="900" b="0" i="0" u="none" strike="noStrike" cap="none" spc="0" baseline="0" dirty="0">
                          <a:ln>
                            <a:noFill/>
                          </a:ln>
                          <a:solidFill>
                            <a:schemeClr val="tx1"/>
                          </a:solidFill>
                          <a:effectLst/>
                          <a:uFillTx/>
                          <a:latin typeface="Arial" panose="020B0604020202020204" pitchFamily="34" charset="0"/>
                          <a:ea typeface="+mn-ea"/>
                          <a:cs typeface="Arial" panose="020B0604020202020204" pitchFamily="34" charset="0"/>
                          <a:sym typeface="Helvetica Neue Light"/>
                        </a:rPr>
                        <a:t>39</a:t>
                      </a:r>
                    </a:p>
                  </a:txBody>
                  <a:tcPr marL="8589" marR="8589" marT="8589"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fontAlgn="ctr"/>
                      <a:r>
                        <a:rPr lang="el-GR" sz="1000" b="0" i="0" u="none" strike="noStrike" dirty="0">
                          <a:solidFill>
                            <a:srgbClr val="000000"/>
                          </a:solidFill>
                          <a:effectLst/>
                          <a:latin typeface="微软雅黑" panose="020B0503020204020204" pitchFamily="34" charset="-122"/>
                          <a:ea typeface="微软雅黑" panose="020B0503020204020204" pitchFamily="34" charset="-122"/>
                        </a:rPr>
                        <a:t>90° Θ</a:t>
                      </a:r>
                      <a:r>
                        <a:rPr lang="en-US" sz="1000" b="0" i="0" u="none" strike="noStrike" dirty="0">
                          <a:solidFill>
                            <a:srgbClr val="000000"/>
                          </a:solidFill>
                          <a:effectLst/>
                          <a:latin typeface="微软雅黑" panose="020B0503020204020204" pitchFamily="34" charset="-122"/>
                          <a:ea typeface="微软雅黑" panose="020B0503020204020204" pitchFamily="34" charset="-122"/>
                        </a:rPr>
                        <a:t>z</a:t>
                      </a:r>
                    </a:p>
                  </a:txBody>
                  <a:tcPr marL="8589" marR="8589" marT="8589"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21"/>
                  </a:ext>
                </a:extLst>
              </a:tr>
              <a:tr h="196546">
                <a:tc>
                  <a:txBody>
                    <a:bodyPr/>
                    <a:lstStyle/>
                    <a:p>
                      <a:pPr algn="ctr" fontAlgn="ctr"/>
                      <a:r>
                        <a:rPr lang="en-US" altLang="zh-CN" sz="1000" u="none" strike="noStrike" dirty="0">
                          <a:solidFill>
                            <a:srgbClr val="0432FF"/>
                          </a:solidFill>
                          <a:effectLst/>
                          <a:latin typeface="Arial" panose="020B0604020202020204" pitchFamily="34" charset="0"/>
                          <a:cs typeface="Arial" panose="020B0604020202020204" pitchFamily="34" charset="0"/>
                        </a:rPr>
                        <a:t>14</a:t>
                      </a:r>
                      <a:endParaRPr lang="en-US" altLang="zh-CN" sz="1000" b="0" i="0" u="none" strike="noStrike" dirty="0">
                        <a:solidFill>
                          <a:srgbClr val="0432FF"/>
                        </a:solidFill>
                        <a:effectLst/>
                        <a:latin typeface="Arial" panose="020B0604020202020204" pitchFamily="34" charset="0"/>
                        <a:ea typeface="微软雅黑" panose="020B0503020204020204" pitchFamily="34" charset="-122"/>
                        <a:cs typeface="Arial" panose="020B0604020202020204" pitchFamily="34" charset="0"/>
                      </a:endParaRPr>
                    </a:p>
                  </a:txBody>
                  <a:tcPr marL="6332" marR="6332" marT="6332"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821530" eaLnBrk="1" fontAlgn="ctr" latinLnBrk="0" hangingPunct="1">
                        <a:lnSpc>
                          <a:spcPct val="100000"/>
                        </a:lnSpc>
                        <a:spcBef>
                          <a:spcPts val="0"/>
                        </a:spcBef>
                        <a:spcAft>
                          <a:spcPts val="0"/>
                        </a:spcAft>
                        <a:buClrTx/>
                        <a:buSzTx/>
                        <a:buFontTx/>
                        <a:buNone/>
                        <a:tabLst/>
                        <a:defRPr/>
                      </a:pPr>
                      <a:r>
                        <a:rPr kumimoji="0" lang="en-US" altLang="zh-CN" sz="1000" b="0" i="0" u="none" strike="noStrike" kern="0" cap="none" spc="0" normalizeH="0" baseline="0" noProof="0" dirty="0">
                          <a:ln>
                            <a:noFill/>
                          </a:ln>
                          <a:solidFill>
                            <a:srgbClr val="0432FF"/>
                          </a:solidFill>
                          <a:effectLst/>
                          <a:uLnTx/>
                          <a:uFillTx/>
                          <a:latin typeface="微软雅黑" panose="020B0503020204020204" pitchFamily="34" charset="-122"/>
                          <a:ea typeface="微软雅黑" panose="020B0503020204020204" pitchFamily="34" charset="-122"/>
                          <a:cs typeface="Helvetica Neue"/>
                          <a:sym typeface="Helvetica Neue Light"/>
                        </a:rPr>
                        <a:t>/</a:t>
                      </a:r>
                    </a:p>
                  </a:txBody>
                  <a:tcPr marL="8589" marR="8589" marT="8589"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solidFill>
                  </a:tcPr>
                </a:tc>
                <a:tc vMerge="1">
                  <a:txBody>
                    <a:bodyPr/>
                    <a:lstStyle/>
                    <a:p>
                      <a:pPr marL="0" marR="0" indent="0" algn="ctr" defTabSz="821530" eaLnBrk="1" fontAlgn="ctr" latinLnBrk="0" hangingPunct="1">
                        <a:lnSpc>
                          <a:spcPct val="100000"/>
                        </a:lnSpc>
                        <a:spcBef>
                          <a:spcPts val="0"/>
                        </a:spcBef>
                        <a:spcAft>
                          <a:spcPts val="0"/>
                        </a:spcAft>
                        <a:buClrTx/>
                        <a:buSzTx/>
                        <a:buFontTx/>
                        <a:buNone/>
                        <a:tabLst/>
                        <a:defRPr/>
                      </a:pPr>
                      <a:endParaRPr lang="en-US" altLang="zh-CN" sz="2000" b="0" i="0" u="none" strike="noStrike" cap="none" spc="0" baseline="0" dirty="0">
                        <a:ln>
                          <a:noFill/>
                        </a:ln>
                        <a:solidFill>
                          <a:schemeClr val="tx1"/>
                        </a:solidFill>
                        <a:effectLst/>
                        <a:uFillTx/>
                        <a:latin typeface="Arial" panose="020B0604020202020204" pitchFamily="34" charset="0"/>
                        <a:ea typeface="Arial Unicode MS" panose="020B0604020202020204" pitchFamily="34" charset="-122"/>
                        <a:cs typeface="Arial" panose="020B0604020202020204" pitchFamily="34" charset="0"/>
                        <a:sym typeface="Helvetica Neue Light"/>
                      </a:endParaRPr>
                    </a:p>
                  </a:txBody>
                  <a:tcPr marL="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indent="0" algn="ctr" defTabSz="821530" fontAlgn="ctr" latinLnBrk="0">
                        <a:lnSpc>
                          <a:spcPct val="100000"/>
                        </a:lnSpc>
                        <a:spcBef>
                          <a:spcPts val="0"/>
                        </a:spcBef>
                        <a:spcAft>
                          <a:spcPts val="0"/>
                        </a:spcAft>
                        <a:buClrTx/>
                        <a:buSzTx/>
                        <a:buFontTx/>
                        <a:buNone/>
                        <a:tabLst/>
                      </a:pPr>
                      <a:r>
                        <a:rPr lang="en-US" altLang="zh-CN" sz="900" b="0" i="0" u="none" strike="noStrike" cap="none" spc="0" baseline="0" dirty="0">
                          <a:ln>
                            <a:noFill/>
                          </a:ln>
                          <a:solidFill>
                            <a:schemeClr val="tx1"/>
                          </a:solidFill>
                          <a:effectLst/>
                          <a:uFillTx/>
                          <a:latin typeface="Arial" panose="020B0604020202020204" pitchFamily="34" charset="0"/>
                          <a:ea typeface="+mn-ea"/>
                          <a:cs typeface="Arial" panose="020B0604020202020204" pitchFamily="34" charset="0"/>
                          <a:sym typeface="Helvetica Neue Light"/>
                        </a:rPr>
                        <a:t>40</a:t>
                      </a:r>
                    </a:p>
                  </a:txBody>
                  <a:tcPr marL="8589" marR="8589" marT="8589"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fontAlgn="ctr"/>
                      <a:r>
                        <a:rPr lang="el-GR" sz="1000" b="0" i="0" u="none" strike="noStrike" dirty="0">
                          <a:solidFill>
                            <a:srgbClr val="000000"/>
                          </a:solidFill>
                          <a:effectLst/>
                          <a:latin typeface="微软雅黑" panose="020B0503020204020204" pitchFamily="34" charset="-122"/>
                          <a:ea typeface="微软雅黑" panose="020B0503020204020204" pitchFamily="34" charset="-122"/>
                        </a:rPr>
                        <a:t>90° Θ</a:t>
                      </a:r>
                      <a:r>
                        <a:rPr lang="en-US" sz="1000" b="0" i="0" u="none" strike="noStrike" dirty="0">
                          <a:solidFill>
                            <a:srgbClr val="000000"/>
                          </a:solidFill>
                          <a:effectLst/>
                          <a:latin typeface="微软雅黑" panose="020B0503020204020204" pitchFamily="34" charset="-122"/>
                          <a:ea typeface="微软雅黑" panose="020B0503020204020204" pitchFamily="34" charset="-122"/>
                        </a:rPr>
                        <a:t>z</a:t>
                      </a:r>
                    </a:p>
                  </a:txBody>
                  <a:tcPr marL="8589" marR="8589" marT="8589"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22"/>
                  </a:ext>
                </a:extLst>
              </a:tr>
              <a:tr h="196546">
                <a:tc>
                  <a:txBody>
                    <a:bodyPr/>
                    <a:lstStyle/>
                    <a:p>
                      <a:pPr algn="ctr" fontAlgn="ctr"/>
                      <a:r>
                        <a:rPr lang="en-US" altLang="zh-CN" sz="1000" u="none" strike="noStrike" dirty="0">
                          <a:effectLst/>
                          <a:latin typeface="Arial" panose="020B0604020202020204" pitchFamily="34" charset="0"/>
                          <a:cs typeface="Arial" panose="020B0604020202020204" pitchFamily="34" charset="0"/>
                        </a:rPr>
                        <a:t>15</a:t>
                      </a:r>
                      <a:endParaRPr lang="en-US" altLang="zh-CN" sz="1000" b="0" i="0" u="none" strike="noStrike" dirty="0">
                        <a:solidFill>
                          <a:srgbClr val="000000"/>
                        </a:solidFill>
                        <a:effectLst/>
                        <a:latin typeface="Arial" panose="020B0604020202020204" pitchFamily="34" charset="0"/>
                        <a:ea typeface="微软雅黑" panose="020B0503020204020204" pitchFamily="34" charset="-122"/>
                        <a:cs typeface="Arial" panose="020B0604020202020204" pitchFamily="34" charset="0"/>
                      </a:endParaRPr>
                    </a:p>
                  </a:txBody>
                  <a:tcPr marL="6332" marR="6332" marT="6332"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solidFill>
                  </a:tcPr>
                </a:tc>
                <a:tc>
                  <a:txBody>
                    <a:bodyPr/>
                    <a:lstStyle/>
                    <a:p>
                      <a:pPr algn="ctr" fontAlgn="ctr"/>
                      <a:r>
                        <a:rPr lang="el-GR" sz="1000" b="0" i="0" u="none" strike="noStrike" dirty="0">
                          <a:solidFill>
                            <a:srgbClr val="000000"/>
                          </a:solidFill>
                          <a:effectLst/>
                          <a:latin typeface="微软雅黑" panose="020B0503020204020204" pitchFamily="34" charset="-122"/>
                          <a:ea typeface="微软雅黑" panose="020B0503020204020204" pitchFamily="34" charset="-122"/>
                        </a:rPr>
                        <a:t>90° Θ</a:t>
                      </a:r>
                      <a:r>
                        <a:rPr lang="en-US" sz="1000" b="0" i="0" u="none" strike="noStrike" dirty="0">
                          <a:solidFill>
                            <a:srgbClr val="000000"/>
                          </a:solidFill>
                          <a:effectLst/>
                          <a:latin typeface="微软雅黑" panose="020B0503020204020204" pitchFamily="34" charset="-122"/>
                          <a:ea typeface="微软雅黑" panose="020B0503020204020204" pitchFamily="34" charset="-122"/>
                        </a:rPr>
                        <a:t>z</a:t>
                      </a:r>
                    </a:p>
                  </a:txBody>
                  <a:tcPr marL="8589" marR="8589" marT="8589"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solidFill>
                  </a:tcPr>
                </a:tc>
                <a:tc vMerge="1">
                  <a:txBody>
                    <a:bodyPr/>
                    <a:lstStyle/>
                    <a:p>
                      <a:pPr marL="0" marR="0" indent="0" algn="ctr" defTabSz="821530" eaLnBrk="1" fontAlgn="ctr" latinLnBrk="0" hangingPunct="1">
                        <a:lnSpc>
                          <a:spcPct val="100000"/>
                        </a:lnSpc>
                        <a:spcBef>
                          <a:spcPts val="0"/>
                        </a:spcBef>
                        <a:spcAft>
                          <a:spcPts val="0"/>
                        </a:spcAft>
                        <a:buClrTx/>
                        <a:buSzTx/>
                        <a:buFontTx/>
                        <a:buNone/>
                        <a:tabLst/>
                        <a:defRPr/>
                      </a:pPr>
                      <a:endParaRPr lang="en-US" altLang="zh-CN" sz="2000" b="0" i="0" u="none" strike="noStrike" cap="none" spc="0" baseline="0" dirty="0">
                        <a:ln>
                          <a:noFill/>
                        </a:ln>
                        <a:solidFill>
                          <a:schemeClr val="tx1"/>
                        </a:solidFill>
                        <a:effectLst/>
                        <a:uFillTx/>
                        <a:latin typeface="Arial" panose="020B0604020202020204" pitchFamily="34" charset="0"/>
                        <a:ea typeface="Arial Unicode MS" panose="020B0604020202020204" pitchFamily="34" charset="-122"/>
                        <a:cs typeface="Arial" panose="020B0604020202020204" pitchFamily="34" charset="0"/>
                        <a:sym typeface="Helvetica Neue Light"/>
                      </a:endParaRPr>
                    </a:p>
                  </a:txBody>
                  <a:tcPr marL="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indent="0" algn="ctr" defTabSz="821530" fontAlgn="ctr" latinLnBrk="0">
                        <a:lnSpc>
                          <a:spcPct val="100000"/>
                        </a:lnSpc>
                        <a:spcBef>
                          <a:spcPts val="0"/>
                        </a:spcBef>
                        <a:spcAft>
                          <a:spcPts val="0"/>
                        </a:spcAft>
                        <a:buClrTx/>
                        <a:buSzTx/>
                        <a:buFontTx/>
                        <a:buNone/>
                        <a:tabLst/>
                      </a:pPr>
                      <a:r>
                        <a:rPr lang="en-US" altLang="zh-CN" sz="900" b="0" i="0" u="none" strike="noStrike" cap="none" spc="0" baseline="0" dirty="0">
                          <a:ln>
                            <a:noFill/>
                          </a:ln>
                          <a:solidFill>
                            <a:schemeClr val="tx1"/>
                          </a:solidFill>
                          <a:effectLst/>
                          <a:uFillTx/>
                          <a:latin typeface="Arial" panose="020B0604020202020204" pitchFamily="34" charset="0"/>
                          <a:ea typeface="+mn-ea"/>
                          <a:cs typeface="Arial" panose="020B0604020202020204" pitchFamily="34" charset="0"/>
                          <a:sym typeface="Helvetica Neue Light"/>
                        </a:rPr>
                        <a:t>41</a:t>
                      </a:r>
                    </a:p>
                  </a:txBody>
                  <a:tcPr marL="8589" marR="8589" marT="8589"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fontAlgn="ctr"/>
                      <a:r>
                        <a:rPr lang="el-GR" sz="1000" b="0" i="0" u="none" strike="noStrike" dirty="0">
                          <a:solidFill>
                            <a:srgbClr val="000000"/>
                          </a:solidFill>
                          <a:effectLst/>
                          <a:latin typeface="微软雅黑" panose="020B0503020204020204" pitchFamily="34" charset="-122"/>
                          <a:ea typeface="微软雅黑" panose="020B0503020204020204" pitchFamily="34" charset="-122"/>
                        </a:rPr>
                        <a:t>90° Θ</a:t>
                      </a:r>
                      <a:r>
                        <a:rPr lang="en-US" sz="1000" b="0" i="0" u="none" strike="noStrike" dirty="0">
                          <a:solidFill>
                            <a:srgbClr val="000000"/>
                          </a:solidFill>
                          <a:effectLst/>
                          <a:latin typeface="微软雅黑" panose="020B0503020204020204" pitchFamily="34" charset="-122"/>
                          <a:ea typeface="微软雅黑" panose="020B0503020204020204" pitchFamily="34" charset="-122"/>
                        </a:rPr>
                        <a:t>z</a:t>
                      </a:r>
                    </a:p>
                  </a:txBody>
                  <a:tcPr marL="8589" marR="8589" marT="8589"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23"/>
                  </a:ext>
                </a:extLst>
              </a:tr>
              <a:tr h="196546">
                <a:tc>
                  <a:txBody>
                    <a:bodyPr/>
                    <a:lstStyle/>
                    <a:p>
                      <a:pPr algn="ctr" fontAlgn="ctr"/>
                      <a:r>
                        <a:rPr lang="en-US" altLang="zh-CN" sz="1000" u="none" strike="noStrike" dirty="0">
                          <a:effectLst/>
                          <a:latin typeface="Arial" panose="020B0604020202020204" pitchFamily="34" charset="0"/>
                          <a:cs typeface="Arial" panose="020B0604020202020204" pitchFamily="34" charset="0"/>
                        </a:rPr>
                        <a:t>16</a:t>
                      </a:r>
                      <a:endParaRPr lang="en-US" altLang="zh-CN" sz="1000" b="0" i="0" u="none" strike="noStrike" dirty="0">
                        <a:solidFill>
                          <a:srgbClr val="000000"/>
                        </a:solidFill>
                        <a:effectLst/>
                        <a:latin typeface="Arial" panose="020B0604020202020204" pitchFamily="34" charset="0"/>
                        <a:ea typeface="微软雅黑" panose="020B0503020204020204" pitchFamily="34" charset="-122"/>
                        <a:cs typeface="Arial" panose="020B0604020202020204" pitchFamily="34" charset="0"/>
                      </a:endParaRPr>
                    </a:p>
                  </a:txBody>
                  <a:tcPr marL="6332" marR="6332" marT="6332"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fontAlgn="ctr"/>
                      <a:r>
                        <a:rPr lang="el-GR" sz="1000" b="0" i="0" u="none" strike="noStrike" dirty="0">
                          <a:solidFill>
                            <a:srgbClr val="000000"/>
                          </a:solidFill>
                          <a:effectLst/>
                          <a:latin typeface="微软雅黑" panose="020B0503020204020204" pitchFamily="34" charset="-122"/>
                          <a:ea typeface="微软雅黑" panose="020B0503020204020204" pitchFamily="34" charset="-122"/>
                        </a:rPr>
                        <a:t>90° Θ</a:t>
                      </a:r>
                      <a:r>
                        <a:rPr lang="en-US" sz="1000" b="0" i="0" u="none" strike="noStrike" dirty="0">
                          <a:solidFill>
                            <a:srgbClr val="000000"/>
                          </a:solidFill>
                          <a:effectLst/>
                          <a:latin typeface="微软雅黑" panose="020B0503020204020204" pitchFamily="34" charset="-122"/>
                          <a:ea typeface="微软雅黑" panose="020B0503020204020204" pitchFamily="34" charset="-122"/>
                        </a:rPr>
                        <a:t>z</a:t>
                      </a:r>
                    </a:p>
                  </a:txBody>
                  <a:tcPr marL="8589" marR="8589" marT="8589"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vMerge="1">
                  <a:txBody>
                    <a:bodyPr/>
                    <a:lstStyle/>
                    <a:p>
                      <a:pPr marL="0" marR="0" indent="0" algn="ctr" defTabSz="821530" eaLnBrk="1" fontAlgn="ctr" latinLnBrk="0" hangingPunct="1">
                        <a:lnSpc>
                          <a:spcPct val="100000"/>
                        </a:lnSpc>
                        <a:spcBef>
                          <a:spcPts val="0"/>
                        </a:spcBef>
                        <a:spcAft>
                          <a:spcPts val="0"/>
                        </a:spcAft>
                        <a:buClrTx/>
                        <a:buSzTx/>
                        <a:buFontTx/>
                        <a:buNone/>
                        <a:tabLst/>
                        <a:defRPr/>
                      </a:pPr>
                      <a:endParaRPr lang="en-US" altLang="zh-CN" sz="2000" b="0" i="0" u="none" strike="noStrike" cap="none" spc="0" baseline="0" dirty="0">
                        <a:ln>
                          <a:noFill/>
                        </a:ln>
                        <a:solidFill>
                          <a:schemeClr val="tx1"/>
                        </a:solidFill>
                        <a:effectLst/>
                        <a:uFillTx/>
                        <a:latin typeface="Arial" panose="020B0604020202020204" pitchFamily="34" charset="0"/>
                        <a:ea typeface="Arial Unicode MS" panose="020B0604020202020204" pitchFamily="34" charset="-122"/>
                        <a:cs typeface="Arial" panose="020B0604020202020204" pitchFamily="34" charset="0"/>
                        <a:sym typeface="Helvetica Neue Light"/>
                      </a:endParaRPr>
                    </a:p>
                  </a:txBody>
                  <a:tcPr marL="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indent="0" algn="ctr" defTabSz="821530" fontAlgn="ctr" latinLnBrk="0">
                        <a:lnSpc>
                          <a:spcPct val="100000"/>
                        </a:lnSpc>
                        <a:spcBef>
                          <a:spcPts val="0"/>
                        </a:spcBef>
                        <a:spcAft>
                          <a:spcPts val="0"/>
                        </a:spcAft>
                        <a:buClrTx/>
                        <a:buSzTx/>
                        <a:buFontTx/>
                        <a:buNone/>
                        <a:tabLst/>
                      </a:pPr>
                      <a:r>
                        <a:rPr lang="en-US" altLang="zh-CN" sz="900" b="0" i="0" u="none" strike="noStrike" cap="none" spc="0" baseline="0" dirty="0">
                          <a:ln>
                            <a:noFill/>
                          </a:ln>
                          <a:solidFill>
                            <a:schemeClr val="tx1"/>
                          </a:solidFill>
                          <a:effectLst/>
                          <a:uFillTx/>
                          <a:latin typeface="Arial" panose="020B0604020202020204" pitchFamily="34" charset="0"/>
                          <a:ea typeface="+mn-ea"/>
                          <a:cs typeface="Arial" panose="020B0604020202020204" pitchFamily="34" charset="0"/>
                          <a:sym typeface="Helvetica Neue Light"/>
                        </a:rPr>
                        <a:t>42</a:t>
                      </a:r>
                    </a:p>
                  </a:txBody>
                  <a:tcPr marL="8589" marR="8589" marT="8589"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fontAlgn="ctr"/>
                      <a:r>
                        <a:rPr lang="el-GR" sz="1000" b="0" i="0" u="none" strike="noStrike" dirty="0">
                          <a:solidFill>
                            <a:srgbClr val="000000"/>
                          </a:solidFill>
                          <a:effectLst/>
                          <a:latin typeface="微软雅黑" panose="020B0503020204020204" pitchFamily="34" charset="-122"/>
                          <a:ea typeface="微软雅黑" panose="020B0503020204020204" pitchFamily="34" charset="-122"/>
                        </a:rPr>
                        <a:t>90° Θ</a:t>
                      </a:r>
                      <a:r>
                        <a:rPr lang="en-US" sz="1000" b="0" i="0" u="none" strike="noStrike" dirty="0">
                          <a:solidFill>
                            <a:srgbClr val="000000"/>
                          </a:solidFill>
                          <a:effectLst/>
                          <a:latin typeface="微软雅黑" panose="020B0503020204020204" pitchFamily="34" charset="-122"/>
                          <a:ea typeface="微软雅黑" panose="020B0503020204020204" pitchFamily="34" charset="-122"/>
                        </a:rPr>
                        <a:t>z</a:t>
                      </a:r>
                    </a:p>
                  </a:txBody>
                  <a:tcPr marL="8589" marR="8589" marT="8589"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24"/>
                  </a:ext>
                </a:extLst>
              </a:tr>
              <a:tr h="196546">
                <a:tc>
                  <a:txBody>
                    <a:bodyPr/>
                    <a:lstStyle/>
                    <a:p>
                      <a:pPr marL="0" marR="0" lvl="0" indent="0" algn="ctr" defTabSz="821530" eaLnBrk="1" fontAlgn="ctr" latinLnBrk="0" hangingPunct="1">
                        <a:lnSpc>
                          <a:spcPct val="100000"/>
                        </a:lnSpc>
                        <a:spcBef>
                          <a:spcPts val="0"/>
                        </a:spcBef>
                        <a:spcAft>
                          <a:spcPts val="0"/>
                        </a:spcAft>
                        <a:buClrTx/>
                        <a:buSzTx/>
                        <a:buFontTx/>
                        <a:buNone/>
                        <a:tabLst/>
                        <a:defRPr/>
                      </a:pPr>
                      <a:r>
                        <a:rPr lang="en-US" altLang="zh-CN" sz="1000" b="0" i="0" u="none" strike="noStrike" cap="none" spc="0" baseline="0" dirty="0">
                          <a:ln>
                            <a:noFill/>
                          </a:ln>
                          <a:solidFill>
                            <a:srgbClr val="0432FF"/>
                          </a:solidFill>
                          <a:effectLst/>
                          <a:uFillTx/>
                          <a:latin typeface="微软雅黑" panose="020B0503020204020204" pitchFamily="34" charset="-122"/>
                          <a:ea typeface="微软雅黑" panose="020B0503020204020204" pitchFamily="34" charset="-122"/>
                          <a:cs typeface="+mn-cs"/>
                          <a:sym typeface="Helvetica Neue Light"/>
                        </a:rPr>
                        <a:t>17</a:t>
                      </a:r>
                    </a:p>
                  </a:txBody>
                  <a:tcPr marL="6332" marR="6332" marT="6332"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lvl="0" indent="0" algn="ctr" defTabSz="821530" eaLnBrk="1" fontAlgn="ctr" latinLnBrk="0" hangingPunct="1">
                        <a:lnSpc>
                          <a:spcPct val="100000"/>
                        </a:lnSpc>
                        <a:spcBef>
                          <a:spcPts val="0"/>
                        </a:spcBef>
                        <a:spcAft>
                          <a:spcPts val="0"/>
                        </a:spcAft>
                        <a:buClrTx/>
                        <a:buSzTx/>
                        <a:buFontTx/>
                        <a:buNone/>
                        <a:tabLst/>
                        <a:defRPr/>
                      </a:pPr>
                      <a:r>
                        <a:rPr lang="en-US" altLang="zh-CN" sz="1000" b="0" i="0" u="none" strike="noStrike" cap="none" spc="0" baseline="0" noProof="0" dirty="0">
                          <a:ln>
                            <a:noFill/>
                          </a:ln>
                          <a:solidFill>
                            <a:srgbClr val="0432FF"/>
                          </a:solidFill>
                          <a:effectLst/>
                          <a:uFillTx/>
                          <a:latin typeface="微软雅黑" panose="020B0503020204020204" pitchFamily="34" charset="-122"/>
                          <a:ea typeface="微软雅黑" panose="020B0503020204020204" pitchFamily="34" charset="-122"/>
                          <a:cs typeface="+mn-cs"/>
                          <a:sym typeface="Helvetica Neue Light"/>
                        </a:rPr>
                        <a:t>/</a:t>
                      </a:r>
                    </a:p>
                  </a:txBody>
                  <a:tcPr marL="8589" marR="8589" marT="8589"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vMerge="1">
                  <a:txBody>
                    <a:bodyPr/>
                    <a:lstStyle/>
                    <a:p>
                      <a:pPr marL="0" marR="0" indent="0" algn="ctr" defTabSz="821530" eaLnBrk="1" fontAlgn="ctr" latinLnBrk="0" hangingPunct="1">
                        <a:lnSpc>
                          <a:spcPct val="100000"/>
                        </a:lnSpc>
                        <a:spcBef>
                          <a:spcPts val="0"/>
                        </a:spcBef>
                        <a:spcAft>
                          <a:spcPts val="0"/>
                        </a:spcAft>
                        <a:buClrTx/>
                        <a:buSzTx/>
                        <a:buFontTx/>
                        <a:buNone/>
                        <a:tabLst/>
                        <a:defRPr/>
                      </a:pPr>
                      <a:endParaRPr lang="en-US" altLang="zh-CN" sz="2000" b="0" i="0" u="none" strike="noStrike" cap="none" spc="0" baseline="0" dirty="0">
                        <a:ln>
                          <a:noFill/>
                        </a:ln>
                        <a:solidFill>
                          <a:schemeClr val="tx1"/>
                        </a:solidFill>
                        <a:effectLst/>
                        <a:uFillTx/>
                        <a:latin typeface="Arial" panose="020B0604020202020204" pitchFamily="34" charset="0"/>
                        <a:ea typeface="Arial Unicode MS" panose="020B0604020202020204" pitchFamily="34" charset="-122"/>
                        <a:cs typeface="Arial" panose="020B0604020202020204" pitchFamily="34" charset="0"/>
                        <a:sym typeface="Helvetica Neue Light"/>
                      </a:endParaRPr>
                    </a:p>
                  </a:txBody>
                  <a:tcPr marL="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indent="0" algn="ctr" defTabSz="821530" fontAlgn="ctr" latinLnBrk="0">
                        <a:lnSpc>
                          <a:spcPct val="100000"/>
                        </a:lnSpc>
                        <a:spcBef>
                          <a:spcPts val="0"/>
                        </a:spcBef>
                        <a:spcAft>
                          <a:spcPts val="0"/>
                        </a:spcAft>
                        <a:buClrTx/>
                        <a:buSzTx/>
                        <a:buFontTx/>
                        <a:buNone/>
                        <a:tabLst/>
                      </a:pPr>
                      <a:r>
                        <a:rPr lang="en-US" altLang="zh-CN" sz="900" b="0" i="0" u="none" strike="noStrike" cap="none" spc="0" baseline="0" dirty="0">
                          <a:ln>
                            <a:noFill/>
                          </a:ln>
                          <a:solidFill>
                            <a:schemeClr val="tx1"/>
                          </a:solidFill>
                          <a:effectLst/>
                          <a:uFillTx/>
                          <a:latin typeface="Arial" panose="020B0604020202020204" pitchFamily="34" charset="0"/>
                          <a:ea typeface="+mn-ea"/>
                          <a:cs typeface="Arial" panose="020B0604020202020204" pitchFamily="34" charset="0"/>
                          <a:sym typeface="Helvetica Neue Light"/>
                        </a:rPr>
                        <a:t>43</a:t>
                      </a:r>
                    </a:p>
                  </a:txBody>
                  <a:tcPr marL="8589" marR="8589" marT="8589"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fontAlgn="ctr"/>
                      <a:r>
                        <a:rPr lang="el-GR" sz="1000" b="0" i="0" u="none" strike="noStrike" dirty="0">
                          <a:solidFill>
                            <a:srgbClr val="000000"/>
                          </a:solidFill>
                          <a:effectLst/>
                          <a:latin typeface="微软雅黑" panose="020B0503020204020204" pitchFamily="34" charset="-122"/>
                          <a:ea typeface="微软雅黑" panose="020B0503020204020204" pitchFamily="34" charset="-122"/>
                        </a:rPr>
                        <a:t>90° Θ</a:t>
                      </a:r>
                      <a:r>
                        <a:rPr lang="en-US" sz="1000" b="0" i="0" u="none" strike="noStrike" dirty="0">
                          <a:solidFill>
                            <a:srgbClr val="000000"/>
                          </a:solidFill>
                          <a:effectLst/>
                          <a:latin typeface="微软雅黑" panose="020B0503020204020204" pitchFamily="34" charset="-122"/>
                          <a:ea typeface="微软雅黑" panose="020B0503020204020204" pitchFamily="34" charset="-122"/>
                        </a:rPr>
                        <a:t>z</a:t>
                      </a:r>
                    </a:p>
                  </a:txBody>
                  <a:tcPr marL="8589" marR="8589" marT="8589"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25"/>
                  </a:ext>
                </a:extLst>
              </a:tr>
              <a:tr h="196546">
                <a:tc>
                  <a:txBody>
                    <a:bodyPr/>
                    <a:lstStyle/>
                    <a:p>
                      <a:pPr marL="0" marR="0" lvl="0" indent="0" algn="ctr" defTabSz="821530" eaLnBrk="1" fontAlgn="ctr" latinLnBrk="0" hangingPunct="1">
                        <a:lnSpc>
                          <a:spcPct val="100000"/>
                        </a:lnSpc>
                        <a:spcBef>
                          <a:spcPts val="0"/>
                        </a:spcBef>
                        <a:spcAft>
                          <a:spcPts val="0"/>
                        </a:spcAft>
                        <a:buClrTx/>
                        <a:buSzTx/>
                        <a:buFontTx/>
                        <a:buNone/>
                        <a:tabLst/>
                        <a:defRPr/>
                      </a:pPr>
                      <a:r>
                        <a:rPr lang="en-US" altLang="zh-CN" sz="1000" b="0" i="0" u="none" strike="noStrike" cap="none" spc="0" baseline="0" dirty="0">
                          <a:ln>
                            <a:noFill/>
                          </a:ln>
                          <a:solidFill>
                            <a:srgbClr val="0432FF"/>
                          </a:solidFill>
                          <a:effectLst/>
                          <a:uFillTx/>
                          <a:latin typeface="微软雅黑" panose="020B0503020204020204" pitchFamily="34" charset="-122"/>
                          <a:ea typeface="微软雅黑" panose="020B0503020204020204" pitchFamily="34" charset="-122"/>
                          <a:cs typeface="+mn-cs"/>
                          <a:sym typeface="Helvetica Neue Light"/>
                        </a:rPr>
                        <a:t>18</a:t>
                      </a:r>
                    </a:p>
                  </a:txBody>
                  <a:tcPr marL="6332" marR="6332" marT="6332"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821530" eaLnBrk="1" fontAlgn="ctr" latinLnBrk="0" hangingPunct="1">
                        <a:lnSpc>
                          <a:spcPct val="100000"/>
                        </a:lnSpc>
                        <a:spcBef>
                          <a:spcPts val="0"/>
                        </a:spcBef>
                        <a:spcAft>
                          <a:spcPts val="0"/>
                        </a:spcAft>
                        <a:buClrTx/>
                        <a:buSzTx/>
                        <a:buFontTx/>
                        <a:buNone/>
                        <a:tabLst/>
                        <a:defRPr/>
                      </a:pPr>
                      <a:r>
                        <a:rPr lang="en-US" altLang="zh-CN" sz="1000" b="0" i="0" u="none" strike="noStrike" cap="none" spc="0" baseline="0" noProof="0" dirty="0">
                          <a:ln>
                            <a:noFill/>
                          </a:ln>
                          <a:solidFill>
                            <a:srgbClr val="0432FF"/>
                          </a:solidFill>
                          <a:effectLst/>
                          <a:uFillTx/>
                          <a:latin typeface="微软雅黑" panose="020B0503020204020204" pitchFamily="34" charset="-122"/>
                          <a:ea typeface="微软雅黑" panose="020B0503020204020204" pitchFamily="34" charset="-122"/>
                          <a:cs typeface="+mn-cs"/>
                          <a:sym typeface="Helvetica Neue Light"/>
                        </a:rPr>
                        <a:t>/</a:t>
                      </a:r>
                    </a:p>
                  </a:txBody>
                  <a:tcPr marL="8589" marR="8589" marT="8589"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solidFill>
                  </a:tcPr>
                </a:tc>
                <a:tc vMerge="1">
                  <a:txBody>
                    <a:bodyPr/>
                    <a:lstStyle/>
                    <a:p>
                      <a:pPr marL="0" marR="0" indent="0" algn="ctr" defTabSz="821530" eaLnBrk="1" fontAlgn="ctr" latinLnBrk="0" hangingPunct="1">
                        <a:lnSpc>
                          <a:spcPct val="100000"/>
                        </a:lnSpc>
                        <a:spcBef>
                          <a:spcPts val="0"/>
                        </a:spcBef>
                        <a:spcAft>
                          <a:spcPts val="0"/>
                        </a:spcAft>
                        <a:buClrTx/>
                        <a:buSzTx/>
                        <a:buFontTx/>
                        <a:buNone/>
                        <a:tabLst/>
                        <a:defRPr/>
                      </a:pPr>
                      <a:endParaRPr lang="en-US" altLang="zh-CN" sz="2000" b="0" i="0" u="none" strike="noStrike" cap="none" spc="0" baseline="0" dirty="0">
                        <a:ln>
                          <a:noFill/>
                        </a:ln>
                        <a:solidFill>
                          <a:schemeClr val="tx1"/>
                        </a:solidFill>
                        <a:effectLst/>
                        <a:uFillTx/>
                        <a:latin typeface="Arial" panose="020B0604020202020204" pitchFamily="34" charset="0"/>
                        <a:ea typeface="Arial Unicode MS" panose="020B0604020202020204" pitchFamily="34" charset="-122"/>
                        <a:cs typeface="Arial" panose="020B0604020202020204" pitchFamily="34" charset="0"/>
                        <a:sym typeface="Helvetica Neue Light"/>
                      </a:endParaRPr>
                    </a:p>
                  </a:txBody>
                  <a:tcPr marL="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indent="0" algn="ctr" defTabSz="821530" fontAlgn="ctr" latinLnBrk="0">
                        <a:lnSpc>
                          <a:spcPct val="100000"/>
                        </a:lnSpc>
                        <a:spcBef>
                          <a:spcPts val="0"/>
                        </a:spcBef>
                        <a:spcAft>
                          <a:spcPts val="0"/>
                        </a:spcAft>
                        <a:buClrTx/>
                        <a:buSzTx/>
                        <a:buFontTx/>
                        <a:buNone/>
                        <a:tabLst/>
                      </a:pPr>
                      <a:r>
                        <a:rPr lang="en-US" altLang="zh-CN" sz="900" b="0" i="0" u="none" strike="noStrike" cap="none" spc="0" baseline="0" dirty="0">
                          <a:ln>
                            <a:noFill/>
                          </a:ln>
                          <a:solidFill>
                            <a:schemeClr val="tx1"/>
                          </a:solidFill>
                          <a:effectLst/>
                          <a:uFillTx/>
                          <a:latin typeface="Arial" panose="020B0604020202020204" pitchFamily="34" charset="0"/>
                          <a:ea typeface="+mn-ea"/>
                          <a:cs typeface="Arial" panose="020B0604020202020204" pitchFamily="34" charset="0"/>
                          <a:sym typeface="Helvetica Neue Light"/>
                        </a:rPr>
                        <a:t>44</a:t>
                      </a:r>
                    </a:p>
                  </a:txBody>
                  <a:tcPr marL="8589" marR="8589" marT="8589"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fontAlgn="ctr"/>
                      <a:r>
                        <a:rPr lang="el-GR" sz="1000" b="0" i="0" u="none" strike="noStrike" dirty="0">
                          <a:solidFill>
                            <a:srgbClr val="000000"/>
                          </a:solidFill>
                          <a:effectLst/>
                          <a:latin typeface="微软雅黑" panose="020B0503020204020204" pitchFamily="34" charset="-122"/>
                          <a:ea typeface="微软雅黑" panose="020B0503020204020204" pitchFamily="34" charset="-122"/>
                        </a:rPr>
                        <a:t>90° Θ</a:t>
                      </a:r>
                      <a:r>
                        <a:rPr lang="en-US" sz="1000" b="0" i="0" u="none" strike="noStrike" dirty="0">
                          <a:solidFill>
                            <a:srgbClr val="000000"/>
                          </a:solidFill>
                          <a:effectLst/>
                          <a:latin typeface="微软雅黑" panose="020B0503020204020204" pitchFamily="34" charset="-122"/>
                          <a:ea typeface="微软雅黑" panose="020B0503020204020204" pitchFamily="34" charset="-122"/>
                        </a:rPr>
                        <a:t>z</a:t>
                      </a:r>
                    </a:p>
                  </a:txBody>
                  <a:tcPr marL="8589" marR="8589" marT="8589"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26"/>
                  </a:ext>
                </a:extLst>
              </a:tr>
              <a:tr h="196546">
                <a:tc>
                  <a:txBody>
                    <a:bodyPr/>
                    <a:lstStyle/>
                    <a:p>
                      <a:pPr marL="0" marR="0" lvl="0" indent="0" algn="ctr" defTabSz="821530" eaLnBrk="1" fontAlgn="ctr" latinLnBrk="0" hangingPunct="1">
                        <a:lnSpc>
                          <a:spcPct val="100000"/>
                        </a:lnSpc>
                        <a:spcBef>
                          <a:spcPts val="0"/>
                        </a:spcBef>
                        <a:spcAft>
                          <a:spcPts val="0"/>
                        </a:spcAft>
                        <a:buClrTx/>
                        <a:buSzTx/>
                        <a:buFontTx/>
                        <a:buNone/>
                        <a:tabLst/>
                        <a:defRPr/>
                      </a:pPr>
                      <a:r>
                        <a:rPr lang="en-US" altLang="zh-CN" sz="1000" b="0" i="0" u="none" strike="noStrike" cap="none" spc="0" baseline="0" dirty="0">
                          <a:ln>
                            <a:noFill/>
                          </a:ln>
                          <a:solidFill>
                            <a:srgbClr val="0432FF"/>
                          </a:solidFill>
                          <a:effectLst/>
                          <a:uFillTx/>
                          <a:latin typeface="微软雅黑" panose="020B0503020204020204" pitchFamily="34" charset="-122"/>
                          <a:ea typeface="微软雅黑" panose="020B0503020204020204" pitchFamily="34" charset="-122"/>
                          <a:cs typeface="+mn-cs"/>
                          <a:sym typeface="Helvetica Neue Light"/>
                        </a:rPr>
                        <a:t>19</a:t>
                      </a:r>
                    </a:p>
                  </a:txBody>
                  <a:tcPr marL="6332" marR="6332" marT="6332"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821530" eaLnBrk="1" fontAlgn="ctr" latinLnBrk="0" hangingPunct="1">
                        <a:lnSpc>
                          <a:spcPct val="100000"/>
                        </a:lnSpc>
                        <a:spcBef>
                          <a:spcPts val="0"/>
                        </a:spcBef>
                        <a:spcAft>
                          <a:spcPts val="0"/>
                        </a:spcAft>
                        <a:buClrTx/>
                        <a:buSzTx/>
                        <a:buFontTx/>
                        <a:buNone/>
                        <a:tabLst/>
                        <a:defRPr/>
                      </a:pPr>
                      <a:r>
                        <a:rPr lang="en-US" altLang="zh-CN" sz="1000" b="0" i="0" u="none" strike="noStrike" cap="none" spc="0" baseline="0" noProof="0" dirty="0">
                          <a:ln>
                            <a:noFill/>
                          </a:ln>
                          <a:solidFill>
                            <a:srgbClr val="0432FF"/>
                          </a:solidFill>
                          <a:effectLst/>
                          <a:uFillTx/>
                          <a:latin typeface="微软雅黑" panose="020B0503020204020204" pitchFamily="34" charset="-122"/>
                          <a:ea typeface="微软雅黑" panose="020B0503020204020204" pitchFamily="34" charset="-122"/>
                          <a:cs typeface="+mn-cs"/>
                          <a:sym typeface="Helvetica Neue Light"/>
                        </a:rPr>
                        <a:t>/</a:t>
                      </a:r>
                    </a:p>
                  </a:txBody>
                  <a:tcPr marL="8589" marR="8589" marT="8589"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solidFill>
                  </a:tcPr>
                </a:tc>
                <a:tc vMerge="1">
                  <a:txBody>
                    <a:bodyPr/>
                    <a:lstStyle/>
                    <a:p>
                      <a:pPr marL="0" marR="0" indent="0" algn="ctr" defTabSz="821530" eaLnBrk="1" fontAlgn="ctr" latinLnBrk="0" hangingPunct="1">
                        <a:lnSpc>
                          <a:spcPct val="100000"/>
                        </a:lnSpc>
                        <a:spcBef>
                          <a:spcPts val="0"/>
                        </a:spcBef>
                        <a:spcAft>
                          <a:spcPts val="0"/>
                        </a:spcAft>
                        <a:buClrTx/>
                        <a:buSzTx/>
                        <a:buFontTx/>
                        <a:buNone/>
                        <a:tabLst/>
                        <a:defRPr/>
                      </a:pPr>
                      <a:endParaRPr lang="en-US" altLang="zh-CN" sz="2000" b="0" i="0" u="none" strike="noStrike" cap="none" spc="0" baseline="0" dirty="0">
                        <a:ln>
                          <a:noFill/>
                        </a:ln>
                        <a:solidFill>
                          <a:schemeClr val="tx1"/>
                        </a:solidFill>
                        <a:effectLst/>
                        <a:uFillTx/>
                        <a:latin typeface="Arial" panose="020B0604020202020204" pitchFamily="34" charset="0"/>
                        <a:ea typeface="Arial Unicode MS" panose="020B0604020202020204" pitchFamily="34" charset="-122"/>
                        <a:cs typeface="Arial" panose="020B0604020202020204" pitchFamily="34" charset="0"/>
                        <a:sym typeface="Helvetica Neue Light"/>
                      </a:endParaRPr>
                    </a:p>
                  </a:txBody>
                  <a:tcPr marL="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indent="0" algn="ctr" defTabSz="821530" fontAlgn="ctr" latinLnBrk="0">
                        <a:lnSpc>
                          <a:spcPct val="100000"/>
                        </a:lnSpc>
                        <a:spcBef>
                          <a:spcPts val="0"/>
                        </a:spcBef>
                        <a:spcAft>
                          <a:spcPts val="0"/>
                        </a:spcAft>
                        <a:buClrTx/>
                        <a:buSzTx/>
                        <a:buFontTx/>
                        <a:buNone/>
                        <a:tabLst/>
                      </a:pPr>
                      <a:r>
                        <a:rPr lang="en-US" altLang="zh-CN" sz="900" b="0" i="0" u="none" strike="noStrike" cap="none" spc="0" baseline="0" dirty="0">
                          <a:ln>
                            <a:noFill/>
                          </a:ln>
                          <a:solidFill>
                            <a:schemeClr val="tx1"/>
                          </a:solidFill>
                          <a:effectLst/>
                          <a:uFillTx/>
                          <a:latin typeface="Arial" panose="020B0604020202020204" pitchFamily="34" charset="0"/>
                          <a:ea typeface="+mn-ea"/>
                          <a:cs typeface="Arial" panose="020B0604020202020204" pitchFamily="34" charset="0"/>
                          <a:sym typeface="Helvetica Neue Light"/>
                        </a:rPr>
                        <a:t>45</a:t>
                      </a:r>
                    </a:p>
                  </a:txBody>
                  <a:tcPr marL="8589" marR="8589" marT="8589"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fontAlgn="ctr"/>
                      <a:r>
                        <a:rPr lang="el-GR" sz="1000" b="0" i="0" u="none" strike="noStrike" dirty="0">
                          <a:solidFill>
                            <a:srgbClr val="000000"/>
                          </a:solidFill>
                          <a:effectLst/>
                          <a:latin typeface="微软雅黑" panose="020B0503020204020204" pitchFamily="34" charset="-122"/>
                          <a:ea typeface="微软雅黑" panose="020B0503020204020204" pitchFamily="34" charset="-122"/>
                        </a:rPr>
                        <a:t>90° Θ</a:t>
                      </a:r>
                      <a:r>
                        <a:rPr lang="en-US" sz="1000" b="0" i="0" u="none" strike="noStrike" dirty="0">
                          <a:solidFill>
                            <a:srgbClr val="000000"/>
                          </a:solidFill>
                          <a:effectLst/>
                          <a:latin typeface="微软雅黑" panose="020B0503020204020204" pitchFamily="34" charset="-122"/>
                          <a:ea typeface="微软雅黑" panose="020B0503020204020204" pitchFamily="34" charset="-122"/>
                        </a:rPr>
                        <a:t>z</a:t>
                      </a:r>
                    </a:p>
                  </a:txBody>
                  <a:tcPr marL="8589" marR="8589" marT="8589"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27"/>
                  </a:ext>
                </a:extLst>
              </a:tr>
              <a:tr h="196546">
                <a:tc>
                  <a:txBody>
                    <a:bodyPr/>
                    <a:lstStyle/>
                    <a:p>
                      <a:pPr algn="ctr" fontAlgn="ctr"/>
                      <a:r>
                        <a:rPr lang="en-US" altLang="zh-CN" sz="1000" u="none" strike="noStrike" dirty="0">
                          <a:effectLst/>
                          <a:latin typeface="Arial" panose="020B0604020202020204" pitchFamily="34" charset="0"/>
                          <a:cs typeface="Arial" panose="020B0604020202020204" pitchFamily="34" charset="0"/>
                        </a:rPr>
                        <a:t>20</a:t>
                      </a:r>
                      <a:endParaRPr lang="en-US" altLang="zh-CN" sz="1000" b="0" i="0" u="none" strike="noStrike" dirty="0">
                        <a:solidFill>
                          <a:srgbClr val="000000"/>
                        </a:solidFill>
                        <a:effectLst/>
                        <a:latin typeface="Arial" panose="020B0604020202020204" pitchFamily="34" charset="0"/>
                        <a:ea typeface="微软雅黑" panose="020B0503020204020204" pitchFamily="34" charset="-122"/>
                        <a:cs typeface="Arial" panose="020B0604020202020204" pitchFamily="34" charset="0"/>
                      </a:endParaRPr>
                    </a:p>
                  </a:txBody>
                  <a:tcPr marL="6332" marR="6332" marT="6332"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solidFill>
                  </a:tcPr>
                </a:tc>
                <a:tc>
                  <a:txBody>
                    <a:bodyPr/>
                    <a:lstStyle/>
                    <a:p>
                      <a:pPr algn="ctr" fontAlgn="ctr"/>
                      <a:r>
                        <a:rPr lang="el-GR" sz="1000" b="0" i="0" u="none" strike="noStrike" dirty="0">
                          <a:solidFill>
                            <a:srgbClr val="000000"/>
                          </a:solidFill>
                          <a:effectLst/>
                          <a:latin typeface="微软雅黑" panose="020B0503020204020204" pitchFamily="34" charset="-122"/>
                          <a:ea typeface="微软雅黑" panose="020B0503020204020204" pitchFamily="34" charset="-122"/>
                        </a:rPr>
                        <a:t>160° Θ</a:t>
                      </a:r>
                      <a:r>
                        <a:rPr lang="en-US" sz="1000" b="0" i="0" u="none" strike="noStrike" dirty="0">
                          <a:solidFill>
                            <a:srgbClr val="000000"/>
                          </a:solidFill>
                          <a:effectLst/>
                          <a:latin typeface="微软雅黑" panose="020B0503020204020204" pitchFamily="34" charset="-122"/>
                          <a:ea typeface="微软雅黑" panose="020B0503020204020204" pitchFamily="34" charset="-122"/>
                        </a:rPr>
                        <a:t>YZ</a:t>
                      </a:r>
                    </a:p>
                  </a:txBody>
                  <a:tcPr marL="8589" marR="8589" marT="8589"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solidFill>
                  </a:tcPr>
                </a:tc>
                <a:tc vMerge="1">
                  <a:txBody>
                    <a:bodyPr/>
                    <a:lstStyle/>
                    <a:p>
                      <a:pPr marL="0" marR="0" indent="0" algn="ctr" defTabSz="821530" eaLnBrk="1" fontAlgn="ctr" latinLnBrk="0" hangingPunct="1">
                        <a:lnSpc>
                          <a:spcPct val="100000"/>
                        </a:lnSpc>
                        <a:spcBef>
                          <a:spcPts val="0"/>
                        </a:spcBef>
                        <a:spcAft>
                          <a:spcPts val="0"/>
                        </a:spcAft>
                        <a:buClrTx/>
                        <a:buSzTx/>
                        <a:buFontTx/>
                        <a:buNone/>
                        <a:tabLst/>
                        <a:defRPr/>
                      </a:pPr>
                      <a:endParaRPr lang="en-US" altLang="zh-CN" sz="2000" b="0" i="0" u="none" strike="noStrike" cap="none" spc="0" baseline="0" dirty="0">
                        <a:ln>
                          <a:noFill/>
                        </a:ln>
                        <a:solidFill>
                          <a:schemeClr val="tx1"/>
                        </a:solidFill>
                        <a:effectLst/>
                        <a:uFillTx/>
                        <a:latin typeface="Arial" panose="020B0604020202020204" pitchFamily="34" charset="0"/>
                        <a:ea typeface="Arial Unicode MS" panose="020B0604020202020204" pitchFamily="34" charset="-122"/>
                        <a:cs typeface="Arial" panose="020B0604020202020204" pitchFamily="34" charset="0"/>
                        <a:sym typeface="Helvetica Neue Light"/>
                      </a:endParaRPr>
                    </a:p>
                  </a:txBody>
                  <a:tcPr marL="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indent="0" algn="ctr" defTabSz="821530" fontAlgn="ctr" latinLnBrk="0">
                        <a:lnSpc>
                          <a:spcPct val="100000"/>
                        </a:lnSpc>
                        <a:spcBef>
                          <a:spcPts val="0"/>
                        </a:spcBef>
                        <a:spcAft>
                          <a:spcPts val="0"/>
                        </a:spcAft>
                        <a:buClrTx/>
                        <a:buSzTx/>
                        <a:buFontTx/>
                        <a:buNone/>
                        <a:tabLst/>
                      </a:pPr>
                      <a:r>
                        <a:rPr lang="en-US" altLang="zh-CN" sz="900" b="0" i="0" u="none" strike="noStrike" cap="none" spc="0" baseline="0" dirty="0">
                          <a:ln>
                            <a:noFill/>
                          </a:ln>
                          <a:solidFill>
                            <a:schemeClr val="tx1"/>
                          </a:solidFill>
                          <a:effectLst/>
                          <a:uFillTx/>
                          <a:latin typeface="Arial" panose="020B0604020202020204" pitchFamily="34" charset="0"/>
                          <a:ea typeface="+mn-ea"/>
                          <a:cs typeface="Arial" panose="020B0604020202020204" pitchFamily="34" charset="0"/>
                          <a:sym typeface="Helvetica Neue Light"/>
                        </a:rPr>
                        <a:t>46</a:t>
                      </a:r>
                    </a:p>
                  </a:txBody>
                  <a:tcPr marL="8589" marR="8589" marT="8589"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fontAlgn="ctr"/>
                      <a:r>
                        <a:rPr lang="el-GR" sz="1000" b="0" i="0" u="none" strike="noStrike" dirty="0">
                          <a:solidFill>
                            <a:srgbClr val="000000"/>
                          </a:solidFill>
                          <a:effectLst/>
                          <a:latin typeface="微软雅黑" panose="020B0503020204020204" pitchFamily="34" charset="-122"/>
                          <a:ea typeface="微软雅黑" panose="020B0503020204020204" pitchFamily="34" charset="-122"/>
                        </a:rPr>
                        <a:t>90° Θ</a:t>
                      </a:r>
                      <a:r>
                        <a:rPr lang="en-US" sz="1000" b="0" i="0" u="none" strike="noStrike" dirty="0">
                          <a:solidFill>
                            <a:srgbClr val="000000"/>
                          </a:solidFill>
                          <a:effectLst/>
                          <a:latin typeface="微软雅黑" panose="020B0503020204020204" pitchFamily="34" charset="-122"/>
                          <a:ea typeface="微软雅黑" panose="020B0503020204020204" pitchFamily="34" charset="-122"/>
                        </a:rPr>
                        <a:t>z</a:t>
                      </a:r>
                    </a:p>
                  </a:txBody>
                  <a:tcPr marL="8589" marR="8589" marT="8589"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28"/>
                  </a:ext>
                </a:extLst>
              </a:tr>
              <a:tr h="196546">
                <a:tc>
                  <a:txBody>
                    <a:bodyPr/>
                    <a:lstStyle/>
                    <a:p>
                      <a:pPr algn="ctr" fontAlgn="ctr"/>
                      <a:r>
                        <a:rPr lang="en-US" altLang="zh-CN" sz="1000" u="none" strike="noStrike" dirty="0">
                          <a:effectLst/>
                          <a:latin typeface="Arial" panose="020B0604020202020204" pitchFamily="34" charset="0"/>
                          <a:cs typeface="Arial" panose="020B0604020202020204" pitchFamily="34" charset="0"/>
                        </a:rPr>
                        <a:t>21</a:t>
                      </a:r>
                      <a:endParaRPr lang="en-US" altLang="zh-CN" sz="1000" b="0" i="0" u="none" strike="noStrike" dirty="0">
                        <a:solidFill>
                          <a:srgbClr val="000000"/>
                        </a:solidFill>
                        <a:effectLst/>
                        <a:latin typeface="Arial" panose="020B0604020202020204" pitchFamily="34" charset="0"/>
                        <a:ea typeface="微软雅黑" panose="020B0503020204020204" pitchFamily="34" charset="-122"/>
                        <a:cs typeface="Arial" panose="020B0604020202020204" pitchFamily="34" charset="0"/>
                      </a:endParaRPr>
                    </a:p>
                  </a:txBody>
                  <a:tcPr marL="6332" marR="6332" marT="6332"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fontAlgn="ctr"/>
                      <a:r>
                        <a:rPr lang="el-GR" sz="1000" b="0" i="0" u="none" strike="noStrike" dirty="0">
                          <a:solidFill>
                            <a:srgbClr val="000000"/>
                          </a:solidFill>
                          <a:effectLst/>
                          <a:latin typeface="微软雅黑" panose="020B0503020204020204" pitchFamily="34" charset="-122"/>
                          <a:ea typeface="微软雅黑" panose="020B0503020204020204" pitchFamily="34" charset="-122"/>
                        </a:rPr>
                        <a:t>160° Θ</a:t>
                      </a:r>
                      <a:r>
                        <a:rPr lang="en-US" sz="1000" b="0" i="0" u="none" strike="noStrike" dirty="0">
                          <a:solidFill>
                            <a:srgbClr val="000000"/>
                          </a:solidFill>
                          <a:effectLst/>
                          <a:latin typeface="微软雅黑" panose="020B0503020204020204" pitchFamily="34" charset="-122"/>
                          <a:ea typeface="微软雅黑" panose="020B0503020204020204" pitchFamily="34" charset="-122"/>
                        </a:rPr>
                        <a:t>YZ</a:t>
                      </a:r>
                    </a:p>
                  </a:txBody>
                  <a:tcPr marL="8589" marR="8589" marT="8589"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vMerge="1">
                  <a:txBody>
                    <a:bodyPr/>
                    <a:lstStyle/>
                    <a:p>
                      <a:pPr marL="0" marR="0" indent="0" algn="ctr" defTabSz="821530" eaLnBrk="1" fontAlgn="ctr" latinLnBrk="0" hangingPunct="1">
                        <a:lnSpc>
                          <a:spcPct val="100000"/>
                        </a:lnSpc>
                        <a:spcBef>
                          <a:spcPts val="0"/>
                        </a:spcBef>
                        <a:spcAft>
                          <a:spcPts val="0"/>
                        </a:spcAft>
                        <a:buClrTx/>
                        <a:buSzTx/>
                        <a:buFontTx/>
                        <a:buNone/>
                        <a:tabLst/>
                        <a:defRPr/>
                      </a:pPr>
                      <a:endParaRPr lang="en-US" altLang="zh-CN" sz="2000" b="0" i="0" u="none" strike="noStrike" cap="none" spc="0" baseline="0" dirty="0">
                        <a:ln>
                          <a:noFill/>
                        </a:ln>
                        <a:solidFill>
                          <a:schemeClr val="tx1"/>
                        </a:solidFill>
                        <a:effectLst/>
                        <a:uFillTx/>
                        <a:latin typeface="Arial" panose="020B0604020202020204" pitchFamily="34" charset="0"/>
                        <a:ea typeface="Arial Unicode MS" panose="020B0604020202020204" pitchFamily="34" charset="-122"/>
                        <a:cs typeface="Arial" panose="020B0604020202020204" pitchFamily="34" charset="0"/>
                        <a:sym typeface="Helvetica Neue Light"/>
                      </a:endParaRPr>
                    </a:p>
                  </a:txBody>
                  <a:tcPr marL="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indent="0" algn="ctr" defTabSz="821530" fontAlgn="ctr" latinLnBrk="0">
                        <a:lnSpc>
                          <a:spcPct val="100000"/>
                        </a:lnSpc>
                        <a:spcBef>
                          <a:spcPts val="0"/>
                        </a:spcBef>
                        <a:spcAft>
                          <a:spcPts val="0"/>
                        </a:spcAft>
                        <a:buClrTx/>
                        <a:buSzTx/>
                        <a:buFontTx/>
                        <a:buNone/>
                        <a:tabLst/>
                      </a:pPr>
                      <a:r>
                        <a:rPr lang="en-US" altLang="zh-CN" sz="900" b="0" i="0" u="none" strike="noStrike" cap="none" spc="0" baseline="0" dirty="0">
                          <a:ln>
                            <a:noFill/>
                          </a:ln>
                          <a:solidFill>
                            <a:schemeClr val="tx1"/>
                          </a:solidFill>
                          <a:effectLst/>
                          <a:uFillTx/>
                          <a:latin typeface="Arial" panose="020B0604020202020204" pitchFamily="34" charset="0"/>
                          <a:ea typeface="+mn-ea"/>
                          <a:cs typeface="Arial" panose="020B0604020202020204" pitchFamily="34" charset="0"/>
                          <a:sym typeface="Helvetica Neue Light"/>
                        </a:rPr>
                        <a:t>47</a:t>
                      </a:r>
                    </a:p>
                  </a:txBody>
                  <a:tcPr marL="8589" marR="8589" marT="8589"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fontAlgn="ctr"/>
                      <a:r>
                        <a:rPr lang="el-GR" sz="1000" b="0" i="0" u="none" strike="noStrike" dirty="0">
                          <a:solidFill>
                            <a:srgbClr val="000000"/>
                          </a:solidFill>
                          <a:effectLst/>
                          <a:latin typeface="微软雅黑" panose="020B0503020204020204" pitchFamily="34" charset="-122"/>
                          <a:ea typeface="微软雅黑" panose="020B0503020204020204" pitchFamily="34" charset="-122"/>
                        </a:rPr>
                        <a:t>90° Θ</a:t>
                      </a:r>
                      <a:r>
                        <a:rPr lang="en-US" sz="1000" b="0" i="0" u="none" strike="noStrike" dirty="0">
                          <a:solidFill>
                            <a:srgbClr val="000000"/>
                          </a:solidFill>
                          <a:effectLst/>
                          <a:latin typeface="微软雅黑" panose="020B0503020204020204" pitchFamily="34" charset="-122"/>
                          <a:ea typeface="微软雅黑" panose="020B0503020204020204" pitchFamily="34" charset="-122"/>
                        </a:rPr>
                        <a:t>z</a:t>
                      </a:r>
                    </a:p>
                  </a:txBody>
                  <a:tcPr marL="8589" marR="8589" marT="8589"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29508736"/>
                  </a:ext>
                </a:extLst>
              </a:tr>
              <a:tr h="196546">
                <a:tc>
                  <a:txBody>
                    <a:bodyPr/>
                    <a:lstStyle/>
                    <a:p>
                      <a:pPr algn="ctr" fontAlgn="ctr"/>
                      <a:r>
                        <a:rPr lang="en-US" altLang="zh-CN" sz="1000" u="none" strike="noStrike" dirty="0">
                          <a:effectLst/>
                          <a:latin typeface="Arial" panose="020B0604020202020204" pitchFamily="34" charset="0"/>
                          <a:cs typeface="Arial" panose="020B0604020202020204" pitchFamily="34" charset="0"/>
                        </a:rPr>
                        <a:t>22</a:t>
                      </a:r>
                      <a:endParaRPr lang="en-US" altLang="zh-CN" sz="1000" b="0" i="0" u="none" strike="noStrike" dirty="0">
                        <a:solidFill>
                          <a:srgbClr val="000000"/>
                        </a:solidFill>
                        <a:effectLst/>
                        <a:latin typeface="Arial" panose="020B0604020202020204" pitchFamily="34" charset="0"/>
                        <a:ea typeface="微软雅黑" panose="020B0503020204020204" pitchFamily="34" charset="-122"/>
                        <a:cs typeface="Arial" panose="020B0604020202020204" pitchFamily="34" charset="0"/>
                      </a:endParaRPr>
                    </a:p>
                  </a:txBody>
                  <a:tcPr marL="6332" marR="6332" marT="6332"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fontAlgn="ctr"/>
                      <a:r>
                        <a:rPr lang="el-GR" sz="1000" b="0" i="0" u="none" strike="noStrike" dirty="0">
                          <a:solidFill>
                            <a:srgbClr val="000000"/>
                          </a:solidFill>
                          <a:effectLst/>
                          <a:latin typeface="微软雅黑" panose="020B0503020204020204" pitchFamily="34" charset="-122"/>
                          <a:ea typeface="微软雅黑" panose="020B0503020204020204" pitchFamily="34" charset="-122"/>
                        </a:rPr>
                        <a:t>160° Θ</a:t>
                      </a:r>
                      <a:r>
                        <a:rPr lang="en-US" sz="1000" b="0" i="0" u="none" strike="noStrike" dirty="0">
                          <a:solidFill>
                            <a:srgbClr val="000000"/>
                          </a:solidFill>
                          <a:effectLst/>
                          <a:latin typeface="微软雅黑" panose="020B0503020204020204" pitchFamily="34" charset="-122"/>
                          <a:ea typeface="微软雅黑" panose="020B0503020204020204" pitchFamily="34" charset="-122"/>
                        </a:rPr>
                        <a:t>YZ</a:t>
                      </a:r>
                    </a:p>
                  </a:txBody>
                  <a:tcPr marL="8589" marR="8589" marT="8589"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vMerge="1">
                  <a:txBody>
                    <a:bodyPr/>
                    <a:lstStyle/>
                    <a:p>
                      <a:pPr marL="0" marR="0" indent="0" algn="ctr" defTabSz="821530" eaLnBrk="1" fontAlgn="ctr" latinLnBrk="0" hangingPunct="1">
                        <a:lnSpc>
                          <a:spcPct val="100000"/>
                        </a:lnSpc>
                        <a:spcBef>
                          <a:spcPts val="0"/>
                        </a:spcBef>
                        <a:spcAft>
                          <a:spcPts val="0"/>
                        </a:spcAft>
                        <a:buClrTx/>
                        <a:buSzTx/>
                        <a:buFontTx/>
                        <a:buNone/>
                        <a:tabLst/>
                        <a:defRPr/>
                      </a:pPr>
                      <a:endParaRPr lang="en-US" altLang="zh-CN" sz="2000" b="0" i="0" u="none" strike="noStrike" cap="none" spc="0" baseline="0" dirty="0">
                        <a:ln>
                          <a:noFill/>
                        </a:ln>
                        <a:solidFill>
                          <a:schemeClr val="tx1"/>
                        </a:solidFill>
                        <a:effectLst/>
                        <a:uFillTx/>
                        <a:latin typeface="Arial" panose="020B0604020202020204" pitchFamily="34" charset="0"/>
                        <a:ea typeface="Arial Unicode MS" panose="020B0604020202020204" pitchFamily="34" charset="-122"/>
                        <a:cs typeface="Arial" panose="020B0604020202020204" pitchFamily="34" charset="0"/>
                        <a:sym typeface="Helvetica Neue Light"/>
                      </a:endParaRPr>
                    </a:p>
                  </a:txBody>
                  <a:tcPr marL="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indent="0" algn="ctr" defTabSz="821530" fontAlgn="ctr" latinLnBrk="0">
                        <a:lnSpc>
                          <a:spcPct val="100000"/>
                        </a:lnSpc>
                        <a:spcBef>
                          <a:spcPts val="0"/>
                        </a:spcBef>
                        <a:spcAft>
                          <a:spcPts val="0"/>
                        </a:spcAft>
                        <a:buClrTx/>
                        <a:buSzTx/>
                        <a:buFontTx/>
                        <a:buNone/>
                        <a:tabLst/>
                      </a:pPr>
                      <a:r>
                        <a:rPr lang="en-US" altLang="zh-CN" sz="900" b="0" i="0" u="none" strike="noStrike" cap="none" spc="0" baseline="0" dirty="0">
                          <a:ln>
                            <a:noFill/>
                          </a:ln>
                          <a:solidFill>
                            <a:schemeClr val="tx1"/>
                          </a:solidFill>
                          <a:effectLst/>
                          <a:uFillTx/>
                          <a:latin typeface="Arial" panose="020B0604020202020204" pitchFamily="34" charset="0"/>
                          <a:ea typeface="+mn-ea"/>
                          <a:cs typeface="Arial" panose="020B0604020202020204" pitchFamily="34" charset="0"/>
                          <a:sym typeface="Helvetica Neue Light"/>
                        </a:rPr>
                        <a:t>48</a:t>
                      </a:r>
                    </a:p>
                  </a:txBody>
                  <a:tcPr marL="8589" marR="8589" marT="8589"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fontAlgn="ctr"/>
                      <a:r>
                        <a:rPr lang="el-GR" sz="1000" b="0" i="0" u="none" strike="noStrike" dirty="0">
                          <a:solidFill>
                            <a:srgbClr val="000000"/>
                          </a:solidFill>
                          <a:effectLst/>
                          <a:latin typeface="微软雅黑" panose="020B0503020204020204" pitchFamily="34" charset="-122"/>
                          <a:ea typeface="微软雅黑" panose="020B0503020204020204" pitchFamily="34" charset="-122"/>
                        </a:rPr>
                        <a:t>90° Θ</a:t>
                      </a:r>
                      <a:r>
                        <a:rPr lang="en-US" sz="1000" b="0" i="0" u="none" strike="noStrike" dirty="0">
                          <a:solidFill>
                            <a:srgbClr val="000000"/>
                          </a:solidFill>
                          <a:effectLst/>
                          <a:latin typeface="微软雅黑" panose="020B0503020204020204" pitchFamily="34" charset="-122"/>
                          <a:ea typeface="微软雅黑" panose="020B0503020204020204" pitchFamily="34" charset="-122"/>
                        </a:rPr>
                        <a:t>z</a:t>
                      </a:r>
                    </a:p>
                  </a:txBody>
                  <a:tcPr marL="8589" marR="8589" marT="8589"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36444517"/>
                  </a:ext>
                </a:extLst>
              </a:tr>
              <a:tr h="196546">
                <a:tc>
                  <a:txBody>
                    <a:bodyPr/>
                    <a:lstStyle/>
                    <a:p>
                      <a:pPr algn="ctr" fontAlgn="ctr"/>
                      <a:r>
                        <a:rPr lang="en-US" altLang="zh-CN" sz="1000" u="none" strike="noStrike" dirty="0">
                          <a:effectLst/>
                          <a:latin typeface="Arial" panose="020B0604020202020204" pitchFamily="34" charset="0"/>
                          <a:cs typeface="Arial" panose="020B0604020202020204" pitchFamily="34" charset="0"/>
                        </a:rPr>
                        <a:t>23</a:t>
                      </a:r>
                      <a:endParaRPr lang="en-US" altLang="zh-CN" sz="1000" b="0" i="0" u="none" strike="noStrike" dirty="0">
                        <a:solidFill>
                          <a:srgbClr val="000000"/>
                        </a:solidFill>
                        <a:effectLst/>
                        <a:latin typeface="Arial" panose="020B0604020202020204" pitchFamily="34" charset="0"/>
                        <a:ea typeface="微软雅黑" panose="020B0503020204020204" pitchFamily="34" charset="-122"/>
                        <a:cs typeface="Arial" panose="020B0604020202020204" pitchFamily="34" charset="0"/>
                      </a:endParaRPr>
                    </a:p>
                  </a:txBody>
                  <a:tcPr marL="6332" marR="6332" marT="6332"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fontAlgn="ctr"/>
                      <a:r>
                        <a:rPr lang="el-GR" sz="1000" b="0" i="0" u="none" strike="noStrike" dirty="0">
                          <a:solidFill>
                            <a:srgbClr val="000000"/>
                          </a:solidFill>
                          <a:effectLst/>
                          <a:latin typeface="微软雅黑" panose="020B0503020204020204" pitchFamily="34" charset="-122"/>
                          <a:ea typeface="微软雅黑" panose="020B0503020204020204" pitchFamily="34" charset="-122"/>
                        </a:rPr>
                        <a:t>160° Θ</a:t>
                      </a:r>
                      <a:r>
                        <a:rPr lang="en-US" sz="1000" b="0" i="0" u="none" strike="noStrike" dirty="0">
                          <a:solidFill>
                            <a:srgbClr val="000000"/>
                          </a:solidFill>
                          <a:effectLst/>
                          <a:latin typeface="微软雅黑" panose="020B0503020204020204" pitchFamily="34" charset="-122"/>
                          <a:ea typeface="微软雅黑" panose="020B0503020204020204" pitchFamily="34" charset="-122"/>
                        </a:rPr>
                        <a:t>YZ</a:t>
                      </a:r>
                    </a:p>
                  </a:txBody>
                  <a:tcPr marL="8589" marR="8589" marT="8589"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vMerge="1">
                  <a:txBody>
                    <a:bodyPr/>
                    <a:lstStyle/>
                    <a:p>
                      <a:pPr marL="0" marR="0" indent="0" algn="ctr" defTabSz="821530" eaLnBrk="1" fontAlgn="ctr" latinLnBrk="0" hangingPunct="1">
                        <a:lnSpc>
                          <a:spcPct val="100000"/>
                        </a:lnSpc>
                        <a:spcBef>
                          <a:spcPts val="0"/>
                        </a:spcBef>
                        <a:spcAft>
                          <a:spcPts val="0"/>
                        </a:spcAft>
                        <a:buClrTx/>
                        <a:buSzTx/>
                        <a:buFontTx/>
                        <a:buNone/>
                        <a:tabLst/>
                        <a:defRPr/>
                      </a:pPr>
                      <a:endParaRPr lang="en-US" altLang="zh-CN" sz="2000" b="0" i="0" u="none" strike="noStrike" cap="none" spc="0" baseline="0" dirty="0">
                        <a:ln>
                          <a:noFill/>
                        </a:ln>
                        <a:solidFill>
                          <a:schemeClr val="tx1"/>
                        </a:solidFill>
                        <a:effectLst/>
                        <a:uFillTx/>
                        <a:latin typeface="Arial" panose="020B0604020202020204" pitchFamily="34" charset="0"/>
                        <a:ea typeface="Arial Unicode MS" panose="020B0604020202020204" pitchFamily="34" charset="-122"/>
                        <a:cs typeface="Arial" panose="020B0604020202020204" pitchFamily="34" charset="0"/>
                        <a:sym typeface="Helvetica Neue Light"/>
                      </a:endParaRPr>
                    </a:p>
                  </a:txBody>
                  <a:tcPr marL="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indent="0" algn="ctr" defTabSz="821530" fontAlgn="ctr" latinLnBrk="0">
                        <a:lnSpc>
                          <a:spcPct val="100000"/>
                        </a:lnSpc>
                        <a:spcBef>
                          <a:spcPts val="0"/>
                        </a:spcBef>
                        <a:spcAft>
                          <a:spcPts val="0"/>
                        </a:spcAft>
                        <a:buClrTx/>
                        <a:buSzTx/>
                        <a:buFontTx/>
                        <a:buNone/>
                        <a:tabLst/>
                      </a:pPr>
                      <a:r>
                        <a:rPr lang="en-US" altLang="zh-CN" sz="900" b="0" i="0" u="none" strike="noStrike" cap="none" spc="0" baseline="0" dirty="0">
                          <a:ln>
                            <a:noFill/>
                          </a:ln>
                          <a:solidFill>
                            <a:schemeClr val="tx1"/>
                          </a:solidFill>
                          <a:effectLst/>
                          <a:uFillTx/>
                          <a:latin typeface="Arial" panose="020B0604020202020204" pitchFamily="34" charset="0"/>
                          <a:ea typeface="+mn-ea"/>
                          <a:cs typeface="Arial" panose="020B0604020202020204" pitchFamily="34" charset="0"/>
                          <a:sym typeface="Helvetica Neue Light"/>
                        </a:rPr>
                        <a:t>49</a:t>
                      </a:r>
                    </a:p>
                  </a:txBody>
                  <a:tcPr marL="8589" marR="8589" marT="8589"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fontAlgn="ctr"/>
                      <a:r>
                        <a:rPr lang="el-GR" sz="1000" b="0" i="0" u="none" strike="noStrike" dirty="0">
                          <a:solidFill>
                            <a:srgbClr val="000000"/>
                          </a:solidFill>
                          <a:effectLst/>
                          <a:latin typeface="微软雅黑" panose="020B0503020204020204" pitchFamily="34" charset="-122"/>
                          <a:ea typeface="微软雅黑" panose="020B0503020204020204" pitchFamily="34" charset="-122"/>
                        </a:rPr>
                        <a:t>90° Θ</a:t>
                      </a:r>
                      <a:r>
                        <a:rPr lang="en-US" sz="1000" b="0" i="0" u="none" strike="noStrike" dirty="0">
                          <a:solidFill>
                            <a:srgbClr val="000000"/>
                          </a:solidFill>
                          <a:effectLst/>
                          <a:latin typeface="微软雅黑" panose="020B0503020204020204" pitchFamily="34" charset="-122"/>
                          <a:ea typeface="微软雅黑" panose="020B0503020204020204" pitchFamily="34" charset="-122"/>
                        </a:rPr>
                        <a:t>z</a:t>
                      </a:r>
                    </a:p>
                  </a:txBody>
                  <a:tcPr marL="8589" marR="8589" marT="8589"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40134711"/>
                  </a:ext>
                </a:extLst>
              </a:tr>
              <a:tr h="196546">
                <a:tc>
                  <a:txBody>
                    <a:bodyPr/>
                    <a:lstStyle/>
                    <a:p>
                      <a:pPr algn="ctr" fontAlgn="ctr"/>
                      <a:r>
                        <a:rPr lang="en-US" altLang="zh-CN" sz="1000" u="none" strike="noStrike" dirty="0">
                          <a:effectLst/>
                          <a:latin typeface="Arial" panose="020B0604020202020204" pitchFamily="34" charset="0"/>
                          <a:cs typeface="Arial" panose="020B0604020202020204" pitchFamily="34" charset="0"/>
                        </a:rPr>
                        <a:t>24</a:t>
                      </a:r>
                      <a:endParaRPr lang="en-US" altLang="zh-CN" sz="1000" b="0" i="0" u="none" strike="noStrike" dirty="0">
                        <a:solidFill>
                          <a:srgbClr val="000000"/>
                        </a:solidFill>
                        <a:effectLst/>
                        <a:latin typeface="Arial" panose="020B0604020202020204" pitchFamily="34" charset="0"/>
                        <a:ea typeface="微软雅黑" panose="020B0503020204020204" pitchFamily="34" charset="-122"/>
                        <a:cs typeface="Arial" panose="020B0604020202020204" pitchFamily="34" charset="0"/>
                      </a:endParaRPr>
                    </a:p>
                  </a:txBody>
                  <a:tcPr marL="6332" marR="6332" marT="6332"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fontAlgn="ctr"/>
                      <a:r>
                        <a:rPr lang="el-GR" sz="1000" b="0" i="0" u="none" strike="noStrike" dirty="0">
                          <a:solidFill>
                            <a:srgbClr val="000000"/>
                          </a:solidFill>
                          <a:effectLst/>
                          <a:latin typeface="微软雅黑" panose="020B0503020204020204" pitchFamily="34" charset="-122"/>
                          <a:ea typeface="微软雅黑" panose="020B0503020204020204" pitchFamily="34" charset="-122"/>
                        </a:rPr>
                        <a:t>160° Θ</a:t>
                      </a:r>
                      <a:r>
                        <a:rPr lang="en-US" sz="1000" b="0" i="0" u="none" strike="noStrike" dirty="0">
                          <a:solidFill>
                            <a:srgbClr val="000000"/>
                          </a:solidFill>
                          <a:effectLst/>
                          <a:latin typeface="微软雅黑" panose="020B0503020204020204" pitchFamily="34" charset="-122"/>
                          <a:ea typeface="微软雅黑" panose="020B0503020204020204" pitchFamily="34" charset="-122"/>
                        </a:rPr>
                        <a:t>YZ</a:t>
                      </a:r>
                    </a:p>
                  </a:txBody>
                  <a:tcPr marL="8589" marR="8589" marT="8589"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vMerge="1">
                  <a:txBody>
                    <a:bodyPr/>
                    <a:lstStyle/>
                    <a:p>
                      <a:pPr marL="0" marR="0" indent="0" algn="ctr" defTabSz="821530" eaLnBrk="1" fontAlgn="ctr" latinLnBrk="0" hangingPunct="1">
                        <a:lnSpc>
                          <a:spcPct val="100000"/>
                        </a:lnSpc>
                        <a:spcBef>
                          <a:spcPts val="0"/>
                        </a:spcBef>
                        <a:spcAft>
                          <a:spcPts val="0"/>
                        </a:spcAft>
                        <a:buClrTx/>
                        <a:buSzTx/>
                        <a:buFontTx/>
                        <a:buNone/>
                        <a:tabLst/>
                        <a:defRPr/>
                      </a:pPr>
                      <a:endParaRPr lang="en-US" altLang="zh-CN" sz="2000" b="0" i="0" u="none" strike="noStrike" cap="none" spc="0" baseline="0" dirty="0">
                        <a:ln>
                          <a:noFill/>
                        </a:ln>
                        <a:solidFill>
                          <a:schemeClr val="tx1"/>
                        </a:solidFill>
                        <a:effectLst/>
                        <a:uFillTx/>
                        <a:latin typeface="Arial" panose="020B0604020202020204" pitchFamily="34" charset="0"/>
                        <a:ea typeface="Arial Unicode MS" panose="020B0604020202020204" pitchFamily="34" charset="-122"/>
                        <a:cs typeface="Arial" panose="020B0604020202020204" pitchFamily="34" charset="0"/>
                        <a:sym typeface="Helvetica Neue Light"/>
                      </a:endParaRPr>
                    </a:p>
                  </a:txBody>
                  <a:tcPr marL="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lvl="0" indent="0" algn="ctr" defTabSz="821530" eaLnBrk="1" fontAlgn="ctr" latinLnBrk="0" hangingPunct="1">
                        <a:lnSpc>
                          <a:spcPct val="100000"/>
                        </a:lnSpc>
                        <a:spcBef>
                          <a:spcPts val="0"/>
                        </a:spcBef>
                        <a:spcAft>
                          <a:spcPts val="0"/>
                        </a:spcAft>
                        <a:buClrTx/>
                        <a:buSzTx/>
                        <a:buFontTx/>
                        <a:buNone/>
                        <a:tabLst/>
                        <a:defRPr/>
                      </a:pPr>
                      <a:r>
                        <a:rPr lang="en-US" altLang="zh-CN" sz="1000" b="0" i="0" u="none" strike="noStrike" cap="none" spc="0" baseline="0" dirty="0">
                          <a:ln>
                            <a:noFill/>
                          </a:ln>
                          <a:solidFill>
                            <a:srgbClr val="0432FF"/>
                          </a:solidFill>
                          <a:effectLst/>
                          <a:uFillTx/>
                          <a:latin typeface="微软雅黑" panose="020B0503020204020204" pitchFamily="34" charset="-122"/>
                          <a:ea typeface="微软雅黑" panose="020B0503020204020204" pitchFamily="34" charset="-122"/>
                          <a:cs typeface="+mn-cs"/>
                          <a:sym typeface="Helvetica Neue Light"/>
                        </a:rPr>
                        <a:t>50</a:t>
                      </a:r>
                    </a:p>
                  </a:txBody>
                  <a:tcPr marL="8589" marR="8589" marT="8589"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lvl="0" indent="0" algn="ctr" defTabSz="821530" eaLnBrk="1" fontAlgn="ctr" latinLnBrk="0" hangingPunct="1">
                        <a:lnSpc>
                          <a:spcPct val="100000"/>
                        </a:lnSpc>
                        <a:spcBef>
                          <a:spcPts val="0"/>
                        </a:spcBef>
                        <a:spcAft>
                          <a:spcPts val="0"/>
                        </a:spcAft>
                        <a:buClrTx/>
                        <a:buSzTx/>
                        <a:buFontTx/>
                        <a:buNone/>
                        <a:tabLst/>
                        <a:defRPr/>
                      </a:pPr>
                      <a:r>
                        <a:rPr lang="en-US" altLang="zh-CN" sz="1000" b="0" i="0" u="none" strike="noStrike" cap="none" spc="0" baseline="0" noProof="0" dirty="0">
                          <a:ln>
                            <a:noFill/>
                          </a:ln>
                          <a:solidFill>
                            <a:srgbClr val="0432FF"/>
                          </a:solidFill>
                          <a:effectLst/>
                          <a:uFillTx/>
                          <a:latin typeface="微软雅黑" panose="020B0503020204020204" pitchFamily="34" charset="-122"/>
                          <a:ea typeface="微软雅黑" panose="020B0503020204020204" pitchFamily="34" charset="-122"/>
                          <a:cs typeface="+mn-cs"/>
                          <a:sym typeface="Helvetica Neue Light"/>
                        </a:rPr>
                        <a:t>/</a:t>
                      </a:r>
                    </a:p>
                  </a:txBody>
                  <a:tcPr marL="8589" marR="8589" marT="8589"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r h="196546">
                <a:tc>
                  <a:txBody>
                    <a:bodyPr/>
                    <a:lstStyle/>
                    <a:p>
                      <a:pPr algn="ctr" fontAlgn="ctr"/>
                      <a:r>
                        <a:rPr lang="en-US" altLang="zh-CN" sz="1000" u="none" strike="noStrike" dirty="0">
                          <a:effectLst/>
                          <a:latin typeface="Arial" panose="020B0604020202020204" pitchFamily="34" charset="0"/>
                          <a:cs typeface="Arial" panose="020B0604020202020204" pitchFamily="34" charset="0"/>
                        </a:rPr>
                        <a:t>25</a:t>
                      </a:r>
                      <a:endParaRPr lang="en-US" altLang="zh-CN" sz="1000" b="0" i="0" u="none" strike="noStrike" dirty="0">
                        <a:solidFill>
                          <a:srgbClr val="000000"/>
                        </a:solidFill>
                        <a:effectLst/>
                        <a:latin typeface="Arial" panose="020B0604020202020204" pitchFamily="34" charset="0"/>
                        <a:ea typeface="微软雅黑" panose="020B0503020204020204" pitchFamily="34" charset="-122"/>
                        <a:cs typeface="Arial" panose="020B0604020202020204" pitchFamily="34" charset="0"/>
                      </a:endParaRPr>
                    </a:p>
                  </a:txBody>
                  <a:tcPr marL="6332" marR="6332" marT="6332"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fontAlgn="ctr"/>
                      <a:r>
                        <a:rPr lang="el-GR" sz="1000" b="0" i="0" u="none" strike="noStrike" dirty="0">
                          <a:solidFill>
                            <a:srgbClr val="000000"/>
                          </a:solidFill>
                          <a:effectLst/>
                          <a:latin typeface="微软雅黑" panose="020B0503020204020204" pitchFamily="34" charset="-122"/>
                          <a:ea typeface="微软雅黑" panose="020B0503020204020204" pitchFamily="34" charset="-122"/>
                        </a:rPr>
                        <a:t>160° Θ</a:t>
                      </a:r>
                      <a:r>
                        <a:rPr lang="en-US" sz="1000" b="0" i="0" u="none" strike="noStrike" dirty="0">
                          <a:solidFill>
                            <a:srgbClr val="000000"/>
                          </a:solidFill>
                          <a:effectLst/>
                          <a:latin typeface="微软雅黑" panose="020B0503020204020204" pitchFamily="34" charset="-122"/>
                          <a:ea typeface="微软雅黑" panose="020B0503020204020204" pitchFamily="34" charset="-122"/>
                        </a:rPr>
                        <a:t>YZ</a:t>
                      </a:r>
                    </a:p>
                  </a:txBody>
                  <a:tcPr marL="8589" marR="8589" marT="8589"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vMerge="1">
                  <a:txBody>
                    <a:bodyPr/>
                    <a:lstStyle/>
                    <a:p>
                      <a:pPr marL="0" marR="0" indent="0" algn="ctr" defTabSz="821530" eaLnBrk="1" fontAlgn="ctr" latinLnBrk="0" hangingPunct="1">
                        <a:lnSpc>
                          <a:spcPct val="100000"/>
                        </a:lnSpc>
                        <a:spcBef>
                          <a:spcPts val="0"/>
                        </a:spcBef>
                        <a:spcAft>
                          <a:spcPts val="0"/>
                        </a:spcAft>
                        <a:buClrTx/>
                        <a:buSzTx/>
                        <a:buFontTx/>
                        <a:buNone/>
                        <a:tabLst/>
                        <a:defRPr/>
                      </a:pPr>
                      <a:endParaRPr lang="en-US" altLang="zh-CN" sz="2000" b="0" i="0" u="none" strike="noStrike" cap="none" spc="0" baseline="0" dirty="0">
                        <a:ln>
                          <a:noFill/>
                        </a:ln>
                        <a:solidFill>
                          <a:schemeClr val="tx1"/>
                        </a:solidFill>
                        <a:effectLst/>
                        <a:uFillTx/>
                        <a:latin typeface="Arial" panose="020B0604020202020204" pitchFamily="34" charset="0"/>
                        <a:ea typeface="Arial Unicode MS" panose="020B0604020202020204" pitchFamily="34" charset="-122"/>
                        <a:cs typeface="Arial" panose="020B0604020202020204" pitchFamily="34" charset="0"/>
                        <a:sym typeface="Helvetica Neue Light"/>
                      </a:endParaRPr>
                    </a:p>
                  </a:txBody>
                  <a:tcPr marL="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lvl="0" indent="0" algn="ctr" defTabSz="821530" eaLnBrk="1" fontAlgn="ctr" latinLnBrk="0" hangingPunct="1">
                        <a:lnSpc>
                          <a:spcPct val="100000"/>
                        </a:lnSpc>
                        <a:spcBef>
                          <a:spcPts val="0"/>
                        </a:spcBef>
                        <a:spcAft>
                          <a:spcPts val="0"/>
                        </a:spcAft>
                        <a:buClrTx/>
                        <a:buSzTx/>
                        <a:buFontTx/>
                        <a:buNone/>
                        <a:tabLst/>
                        <a:defRPr/>
                      </a:pPr>
                      <a:r>
                        <a:rPr lang="en-US" altLang="zh-CN" sz="1000" b="0" i="0" u="none" strike="noStrike" cap="none" spc="0" baseline="0" dirty="0">
                          <a:ln>
                            <a:noFill/>
                          </a:ln>
                          <a:solidFill>
                            <a:srgbClr val="0432FF"/>
                          </a:solidFill>
                          <a:effectLst/>
                          <a:uFillTx/>
                          <a:latin typeface="微软雅黑" panose="020B0503020204020204" pitchFamily="34" charset="-122"/>
                          <a:ea typeface="微软雅黑" panose="020B0503020204020204" pitchFamily="34" charset="-122"/>
                          <a:cs typeface="+mn-cs"/>
                          <a:sym typeface="Helvetica Neue Light"/>
                        </a:rPr>
                        <a:t>51</a:t>
                      </a:r>
                    </a:p>
                  </a:txBody>
                  <a:tcPr marL="8589" marR="8589" marT="8589"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821530" eaLnBrk="1" fontAlgn="ctr" latinLnBrk="0" hangingPunct="1">
                        <a:lnSpc>
                          <a:spcPct val="100000"/>
                        </a:lnSpc>
                        <a:spcBef>
                          <a:spcPts val="0"/>
                        </a:spcBef>
                        <a:spcAft>
                          <a:spcPts val="0"/>
                        </a:spcAft>
                        <a:buClrTx/>
                        <a:buSzTx/>
                        <a:buFontTx/>
                        <a:buNone/>
                        <a:tabLst/>
                        <a:defRPr/>
                      </a:pPr>
                      <a:r>
                        <a:rPr lang="en-US" altLang="zh-CN" sz="1000" b="0" i="0" u="none" strike="noStrike" cap="none" spc="0" baseline="0" noProof="0" dirty="0">
                          <a:ln>
                            <a:noFill/>
                          </a:ln>
                          <a:solidFill>
                            <a:srgbClr val="0432FF"/>
                          </a:solidFill>
                          <a:effectLst/>
                          <a:uFillTx/>
                          <a:latin typeface="微软雅黑" panose="020B0503020204020204" pitchFamily="34" charset="-122"/>
                          <a:ea typeface="微软雅黑" panose="020B0503020204020204" pitchFamily="34" charset="-122"/>
                          <a:cs typeface="+mn-cs"/>
                          <a:sym typeface="Helvetica Neue Light"/>
                        </a:rPr>
                        <a:t>/</a:t>
                      </a:r>
                    </a:p>
                  </a:txBody>
                  <a:tcPr marL="8589" marR="8589" marT="8589"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6"/>
                  </a:ext>
                </a:extLst>
              </a:tr>
            </a:tbl>
          </a:graphicData>
        </a:graphic>
      </p:graphicFrame>
      <p:grpSp>
        <p:nvGrpSpPr>
          <p:cNvPr id="111" name="Group 6"/>
          <p:cNvGrpSpPr>
            <a:grpSpLocks noChangeAspect="1"/>
          </p:cNvGrpSpPr>
          <p:nvPr/>
        </p:nvGrpSpPr>
        <p:grpSpPr>
          <a:xfrm>
            <a:off x="990070" y="10295610"/>
            <a:ext cx="10628272" cy="2995517"/>
            <a:chOff x="12559522" y="5681719"/>
            <a:chExt cx="10087827" cy="2578915"/>
          </a:xfrm>
        </p:grpSpPr>
        <p:sp>
          <p:nvSpPr>
            <p:cNvPr id="115" name="Calibration"/>
            <p:cNvSpPr/>
            <p:nvPr/>
          </p:nvSpPr>
          <p:spPr>
            <a:xfrm>
              <a:off x="16847389" y="5697529"/>
              <a:ext cx="1372045" cy="402830"/>
            </a:xfrm>
            <a:prstGeom prst="rect">
              <a:avLst/>
            </a:prstGeom>
            <a:blipFill>
              <a:blip r:embed="rId4" cstate="email"/>
            </a:blipFill>
            <a:ln w="12700">
              <a:miter lim="400000"/>
            </a:ln>
            <a:effectLst>
              <a:outerShdw blurRad="50800" dist="12700" rotWithShape="0">
                <a:srgbClr val="000000">
                  <a:alpha val="50000"/>
                </a:srgbClr>
              </a:outerShdw>
            </a:effectLst>
          </p:spPr>
          <p:txBody>
            <a:bodyPr lIns="50800" tIns="50800" rIns="50800" bIns="50800" anchor="ctr"/>
            <a:lstStyle>
              <a:lvl1pPr algn="ctr"/>
            </a:lstStyle>
            <a:p>
              <a:r>
                <a:rPr sz="1800" dirty="0"/>
                <a:t>Calibration</a:t>
              </a:r>
            </a:p>
          </p:txBody>
        </p:sp>
        <p:pic>
          <p:nvPicPr>
            <p:cNvPr id="120" name="图像" descr="图像"/>
            <p:cNvPicPr>
              <a:picLocks noChangeAspect="1"/>
            </p:cNvPicPr>
            <p:nvPr/>
          </p:nvPicPr>
          <p:blipFill>
            <a:blip r:embed="rId5" cstate="email"/>
            <a:srcRect/>
            <a:stretch>
              <a:fillRect/>
            </a:stretch>
          </p:blipFill>
          <p:spPr>
            <a:xfrm>
              <a:off x="17834964" y="6460526"/>
              <a:ext cx="752246" cy="722401"/>
            </a:xfrm>
            <a:prstGeom prst="rect">
              <a:avLst/>
            </a:prstGeom>
            <a:ln w="12700">
              <a:miter lim="400000"/>
              <a:headEnd/>
              <a:tailEnd/>
            </a:ln>
          </p:spPr>
        </p:pic>
        <p:pic>
          <p:nvPicPr>
            <p:cNvPr id="122" name="图像" descr="图像"/>
            <p:cNvPicPr>
              <a:picLocks noChangeAspect="1"/>
            </p:cNvPicPr>
            <p:nvPr/>
          </p:nvPicPr>
          <p:blipFill>
            <a:blip r:embed="rId6" cstate="email"/>
            <a:srcRect/>
            <a:stretch>
              <a:fillRect/>
            </a:stretch>
          </p:blipFill>
          <p:spPr>
            <a:xfrm>
              <a:off x="18631451" y="6466778"/>
              <a:ext cx="1515957" cy="725461"/>
            </a:xfrm>
            <a:prstGeom prst="rect">
              <a:avLst/>
            </a:prstGeom>
            <a:ln w="12700">
              <a:miter lim="400000"/>
              <a:headEnd/>
              <a:tailEnd/>
            </a:ln>
          </p:spPr>
        </p:pic>
        <p:pic>
          <p:nvPicPr>
            <p:cNvPr id="123" name="图像" descr="图像"/>
            <p:cNvPicPr>
              <a:picLocks noChangeAspect="1"/>
            </p:cNvPicPr>
            <p:nvPr/>
          </p:nvPicPr>
          <p:blipFill>
            <a:blip r:embed="rId7" cstate="email"/>
            <a:stretch>
              <a:fillRect/>
            </a:stretch>
          </p:blipFill>
          <p:spPr>
            <a:xfrm>
              <a:off x="15327856" y="6418171"/>
              <a:ext cx="415442" cy="900876"/>
            </a:xfrm>
            <a:prstGeom prst="rect">
              <a:avLst/>
            </a:prstGeom>
            <a:ln w="12700">
              <a:miter lim="400000"/>
              <a:headEnd/>
              <a:tailEnd/>
            </a:ln>
          </p:spPr>
        </p:pic>
        <p:pic>
          <p:nvPicPr>
            <p:cNvPr id="128" name="图像" descr="图像"/>
            <p:cNvPicPr>
              <a:picLocks noChangeAspect="1"/>
            </p:cNvPicPr>
            <p:nvPr/>
          </p:nvPicPr>
          <p:blipFill>
            <a:blip r:embed="rId8" cstate="email"/>
            <a:stretch>
              <a:fillRect/>
            </a:stretch>
          </p:blipFill>
          <p:spPr>
            <a:xfrm rot="5400000">
              <a:off x="16058839" y="6172515"/>
              <a:ext cx="895879" cy="1372045"/>
            </a:xfrm>
            <a:prstGeom prst="rect">
              <a:avLst/>
            </a:prstGeom>
            <a:ln w="12700">
              <a:miter lim="400000"/>
              <a:headEnd/>
              <a:tailEnd/>
            </a:ln>
          </p:spPr>
        </p:pic>
        <p:sp>
          <p:nvSpPr>
            <p:cNvPr id="136" name="形状"/>
            <p:cNvSpPr/>
            <p:nvPr/>
          </p:nvSpPr>
          <p:spPr>
            <a:xfrm>
              <a:off x="14768759" y="6702455"/>
              <a:ext cx="408867" cy="307839"/>
            </a:xfrm>
            <a:custGeom>
              <a:avLst/>
              <a:gdLst/>
              <a:ahLst/>
              <a:cxnLst>
                <a:cxn ang="0">
                  <a:pos x="wd2" y="hd2"/>
                </a:cxn>
                <a:cxn ang="5400000">
                  <a:pos x="wd2" y="hd2"/>
                </a:cxn>
                <a:cxn ang="10800000">
                  <a:pos x="wd2" y="hd2"/>
                </a:cxn>
                <a:cxn ang="16200000">
                  <a:pos x="wd2" y="hd2"/>
                </a:cxn>
              </a:cxnLst>
              <a:rect l="0" t="0" r="r" b="b"/>
              <a:pathLst>
                <a:path w="21600" h="21600" extrusionOk="0">
                  <a:moveTo>
                    <a:pt x="13469" y="0"/>
                  </a:moveTo>
                  <a:cubicBezTo>
                    <a:pt x="13010" y="0"/>
                    <a:pt x="12551" y="232"/>
                    <a:pt x="12200" y="697"/>
                  </a:cubicBezTo>
                  <a:cubicBezTo>
                    <a:pt x="11500" y="1626"/>
                    <a:pt x="11500" y="3135"/>
                    <a:pt x="12200" y="4065"/>
                  </a:cubicBezTo>
                  <a:lnTo>
                    <a:pt x="15479" y="8419"/>
                  </a:lnTo>
                  <a:lnTo>
                    <a:pt x="1793" y="8419"/>
                  </a:lnTo>
                  <a:cubicBezTo>
                    <a:pt x="802" y="8419"/>
                    <a:pt x="0" y="9485"/>
                    <a:pt x="0" y="10800"/>
                  </a:cubicBezTo>
                  <a:cubicBezTo>
                    <a:pt x="0" y="12115"/>
                    <a:pt x="802" y="13181"/>
                    <a:pt x="1793" y="13181"/>
                  </a:cubicBezTo>
                  <a:lnTo>
                    <a:pt x="15479" y="13181"/>
                  </a:lnTo>
                  <a:lnTo>
                    <a:pt x="12200" y="17535"/>
                  </a:lnTo>
                  <a:cubicBezTo>
                    <a:pt x="11500" y="18465"/>
                    <a:pt x="11500" y="19974"/>
                    <a:pt x="12200" y="20903"/>
                  </a:cubicBezTo>
                  <a:cubicBezTo>
                    <a:pt x="12551" y="21368"/>
                    <a:pt x="13010" y="21600"/>
                    <a:pt x="13469" y="21600"/>
                  </a:cubicBezTo>
                  <a:cubicBezTo>
                    <a:pt x="13927" y="21600"/>
                    <a:pt x="14387" y="21368"/>
                    <a:pt x="14737" y="20903"/>
                  </a:cubicBezTo>
                  <a:lnTo>
                    <a:pt x="21074" y="12484"/>
                  </a:lnTo>
                  <a:cubicBezTo>
                    <a:pt x="21424" y="12019"/>
                    <a:pt x="21600" y="11409"/>
                    <a:pt x="21600" y="10800"/>
                  </a:cubicBezTo>
                  <a:cubicBezTo>
                    <a:pt x="21600" y="10191"/>
                    <a:pt x="21424" y="9581"/>
                    <a:pt x="21074" y="9116"/>
                  </a:cubicBezTo>
                  <a:lnTo>
                    <a:pt x="14737" y="697"/>
                  </a:lnTo>
                  <a:cubicBezTo>
                    <a:pt x="14387" y="232"/>
                    <a:pt x="13927" y="0"/>
                    <a:pt x="13469" y="0"/>
                  </a:cubicBezTo>
                  <a:close/>
                </a:path>
              </a:pathLst>
            </a:custGeom>
            <a:solidFill>
              <a:srgbClr val="51A7F9"/>
            </a:solidFill>
            <a:ln w="12700">
              <a:solidFill>
                <a:srgbClr val="FF2600"/>
              </a:solidFill>
              <a:miter lim="400000"/>
            </a:ln>
          </p:spPr>
          <p:txBody>
            <a:bodyPr lIns="50800" tIns="50800" rIns="50800" bIns="50800" anchor="ctr"/>
            <a:lstStyle/>
            <a:p>
              <a:pPr algn="ctr">
                <a:defRPr sz="3600"/>
              </a:pPr>
              <a:endParaRPr sz="1500"/>
            </a:p>
          </p:txBody>
        </p:sp>
        <p:sp>
          <p:nvSpPr>
            <p:cNvPr id="137" name="Pic 2 Test keys"/>
            <p:cNvSpPr txBox="1"/>
            <p:nvPr/>
          </p:nvSpPr>
          <p:spPr>
            <a:xfrm>
              <a:off x="15561639" y="7630203"/>
              <a:ext cx="1445905" cy="375098"/>
            </a:xfrm>
            <a:prstGeom prst="rect">
              <a:avLst/>
            </a:prstGeom>
            <a:ln w="12700">
              <a:miter lim="400000"/>
            </a:ln>
          </p:spPr>
          <p:txBody>
            <a:bodyPr wrap="none" lIns="71435" tIns="71435" rIns="71435" bIns="71435" anchor="ctr">
              <a:spAutoFit/>
            </a:bodyPr>
            <a:lstStyle>
              <a:lvl1pPr defTabSz="409575">
                <a:defRPr sz="2200"/>
              </a:lvl1pPr>
            </a:lstStyle>
            <a:p>
              <a:r>
                <a:rPr sz="1500" dirty="0"/>
                <a:t>Pic 2 Test keys</a:t>
              </a:r>
            </a:p>
          </p:txBody>
        </p:sp>
        <p:sp>
          <p:nvSpPr>
            <p:cNvPr id="140" name="圆角矩形"/>
            <p:cNvSpPr/>
            <p:nvPr/>
          </p:nvSpPr>
          <p:spPr>
            <a:xfrm>
              <a:off x="12559522" y="5681719"/>
              <a:ext cx="10087827" cy="2578915"/>
            </a:xfrm>
            <a:prstGeom prst="roundRect">
              <a:avLst>
                <a:gd name="adj" fmla="val 14413"/>
              </a:avLst>
            </a:prstGeom>
            <a:ln w="38100">
              <a:solidFill>
                <a:srgbClr val="000000"/>
              </a:solidFill>
              <a:prstDash val="sysDot"/>
              <a:miter lim="400000"/>
            </a:ln>
          </p:spPr>
          <p:txBody>
            <a:bodyPr lIns="50800" tIns="50800" rIns="50800" bIns="50800" anchor="ctr"/>
            <a:lstStyle/>
            <a:p>
              <a:pPr algn="ctr">
                <a:defRPr sz="3600"/>
              </a:pPr>
              <a:endParaRPr sz="1500"/>
            </a:p>
          </p:txBody>
        </p:sp>
        <p:sp>
          <p:nvSpPr>
            <p:cNvPr id="141" name="形状"/>
            <p:cNvSpPr/>
            <p:nvPr/>
          </p:nvSpPr>
          <p:spPr>
            <a:xfrm rot="10800000" flipH="1">
              <a:off x="17295583" y="6699639"/>
              <a:ext cx="344975" cy="259735"/>
            </a:xfrm>
            <a:custGeom>
              <a:avLst/>
              <a:gdLst/>
              <a:ahLst/>
              <a:cxnLst>
                <a:cxn ang="0">
                  <a:pos x="wd2" y="hd2"/>
                </a:cxn>
                <a:cxn ang="5400000">
                  <a:pos x="wd2" y="hd2"/>
                </a:cxn>
                <a:cxn ang="10800000">
                  <a:pos x="wd2" y="hd2"/>
                </a:cxn>
                <a:cxn ang="16200000">
                  <a:pos x="wd2" y="hd2"/>
                </a:cxn>
              </a:cxnLst>
              <a:rect l="0" t="0" r="r" b="b"/>
              <a:pathLst>
                <a:path w="21600" h="21600" extrusionOk="0">
                  <a:moveTo>
                    <a:pt x="13469" y="0"/>
                  </a:moveTo>
                  <a:cubicBezTo>
                    <a:pt x="13010" y="0"/>
                    <a:pt x="12551" y="232"/>
                    <a:pt x="12200" y="697"/>
                  </a:cubicBezTo>
                  <a:cubicBezTo>
                    <a:pt x="11500" y="1626"/>
                    <a:pt x="11500" y="3135"/>
                    <a:pt x="12200" y="4065"/>
                  </a:cubicBezTo>
                  <a:lnTo>
                    <a:pt x="15479" y="8419"/>
                  </a:lnTo>
                  <a:lnTo>
                    <a:pt x="1793" y="8419"/>
                  </a:lnTo>
                  <a:cubicBezTo>
                    <a:pt x="802" y="8419"/>
                    <a:pt x="0" y="9485"/>
                    <a:pt x="0" y="10800"/>
                  </a:cubicBezTo>
                  <a:cubicBezTo>
                    <a:pt x="0" y="12115"/>
                    <a:pt x="802" y="13181"/>
                    <a:pt x="1793" y="13181"/>
                  </a:cubicBezTo>
                  <a:lnTo>
                    <a:pt x="15479" y="13181"/>
                  </a:lnTo>
                  <a:lnTo>
                    <a:pt x="12200" y="17535"/>
                  </a:lnTo>
                  <a:cubicBezTo>
                    <a:pt x="11500" y="18465"/>
                    <a:pt x="11500" y="19974"/>
                    <a:pt x="12200" y="20903"/>
                  </a:cubicBezTo>
                  <a:cubicBezTo>
                    <a:pt x="12551" y="21368"/>
                    <a:pt x="13010" y="21600"/>
                    <a:pt x="13469" y="21600"/>
                  </a:cubicBezTo>
                  <a:cubicBezTo>
                    <a:pt x="13927" y="21600"/>
                    <a:pt x="14387" y="21368"/>
                    <a:pt x="14737" y="20903"/>
                  </a:cubicBezTo>
                  <a:lnTo>
                    <a:pt x="21074" y="12484"/>
                  </a:lnTo>
                  <a:cubicBezTo>
                    <a:pt x="21424" y="12019"/>
                    <a:pt x="21600" y="11409"/>
                    <a:pt x="21600" y="10800"/>
                  </a:cubicBezTo>
                  <a:cubicBezTo>
                    <a:pt x="21600" y="10191"/>
                    <a:pt x="21424" y="9581"/>
                    <a:pt x="21074" y="9116"/>
                  </a:cubicBezTo>
                  <a:lnTo>
                    <a:pt x="14737" y="697"/>
                  </a:lnTo>
                  <a:cubicBezTo>
                    <a:pt x="14387" y="232"/>
                    <a:pt x="13927" y="0"/>
                    <a:pt x="13469" y="0"/>
                  </a:cubicBezTo>
                  <a:close/>
                </a:path>
              </a:pathLst>
            </a:custGeom>
            <a:solidFill>
              <a:srgbClr val="51A7F9"/>
            </a:solidFill>
            <a:ln w="12700">
              <a:solidFill>
                <a:srgbClr val="FF2600"/>
              </a:solidFill>
              <a:miter lim="400000"/>
            </a:ln>
          </p:spPr>
          <p:txBody>
            <a:bodyPr lIns="50800" tIns="50800" rIns="50800" bIns="50800" anchor="ctr"/>
            <a:lstStyle/>
            <a:p>
              <a:pPr algn="ctr">
                <a:defRPr sz="3600"/>
              </a:pPr>
              <a:endParaRPr sz="1500"/>
            </a:p>
          </p:txBody>
        </p:sp>
        <p:sp>
          <p:nvSpPr>
            <p:cNvPr id="149" name="形状"/>
            <p:cNvSpPr/>
            <p:nvPr/>
          </p:nvSpPr>
          <p:spPr>
            <a:xfrm>
              <a:off x="20249777" y="6741483"/>
              <a:ext cx="344976" cy="259735"/>
            </a:xfrm>
            <a:custGeom>
              <a:avLst/>
              <a:gdLst/>
              <a:ahLst/>
              <a:cxnLst>
                <a:cxn ang="0">
                  <a:pos x="wd2" y="hd2"/>
                </a:cxn>
                <a:cxn ang="5400000">
                  <a:pos x="wd2" y="hd2"/>
                </a:cxn>
                <a:cxn ang="10800000">
                  <a:pos x="wd2" y="hd2"/>
                </a:cxn>
                <a:cxn ang="16200000">
                  <a:pos x="wd2" y="hd2"/>
                </a:cxn>
              </a:cxnLst>
              <a:rect l="0" t="0" r="r" b="b"/>
              <a:pathLst>
                <a:path w="21600" h="21600" extrusionOk="0">
                  <a:moveTo>
                    <a:pt x="13469" y="0"/>
                  </a:moveTo>
                  <a:cubicBezTo>
                    <a:pt x="13010" y="0"/>
                    <a:pt x="12551" y="232"/>
                    <a:pt x="12200" y="697"/>
                  </a:cubicBezTo>
                  <a:cubicBezTo>
                    <a:pt x="11500" y="1626"/>
                    <a:pt x="11500" y="3135"/>
                    <a:pt x="12200" y="4065"/>
                  </a:cubicBezTo>
                  <a:lnTo>
                    <a:pt x="15479" y="8419"/>
                  </a:lnTo>
                  <a:lnTo>
                    <a:pt x="1793" y="8419"/>
                  </a:lnTo>
                  <a:cubicBezTo>
                    <a:pt x="802" y="8419"/>
                    <a:pt x="0" y="9485"/>
                    <a:pt x="0" y="10800"/>
                  </a:cubicBezTo>
                  <a:cubicBezTo>
                    <a:pt x="0" y="12115"/>
                    <a:pt x="802" y="13181"/>
                    <a:pt x="1793" y="13181"/>
                  </a:cubicBezTo>
                  <a:lnTo>
                    <a:pt x="15479" y="13181"/>
                  </a:lnTo>
                  <a:lnTo>
                    <a:pt x="12200" y="17535"/>
                  </a:lnTo>
                  <a:cubicBezTo>
                    <a:pt x="11500" y="18465"/>
                    <a:pt x="11500" y="19974"/>
                    <a:pt x="12200" y="20903"/>
                  </a:cubicBezTo>
                  <a:cubicBezTo>
                    <a:pt x="12551" y="21368"/>
                    <a:pt x="13010" y="21600"/>
                    <a:pt x="13469" y="21600"/>
                  </a:cubicBezTo>
                  <a:cubicBezTo>
                    <a:pt x="13927" y="21600"/>
                    <a:pt x="14387" y="21368"/>
                    <a:pt x="14737" y="20903"/>
                  </a:cubicBezTo>
                  <a:lnTo>
                    <a:pt x="21074" y="12484"/>
                  </a:lnTo>
                  <a:cubicBezTo>
                    <a:pt x="21424" y="12019"/>
                    <a:pt x="21600" y="11409"/>
                    <a:pt x="21600" y="10800"/>
                  </a:cubicBezTo>
                  <a:cubicBezTo>
                    <a:pt x="21600" y="10191"/>
                    <a:pt x="21424" y="9581"/>
                    <a:pt x="21074" y="9116"/>
                  </a:cubicBezTo>
                  <a:lnTo>
                    <a:pt x="14737" y="697"/>
                  </a:lnTo>
                  <a:cubicBezTo>
                    <a:pt x="14387" y="232"/>
                    <a:pt x="13927" y="0"/>
                    <a:pt x="13469" y="0"/>
                  </a:cubicBezTo>
                  <a:close/>
                </a:path>
              </a:pathLst>
            </a:custGeom>
            <a:solidFill>
              <a:srgbClr val="51A7F9"/>
            </a:solidFill>
            <a:ln w="12700">
              <a:solidFill>
                <a:srgbClr val="FF2600"/>
              </a:solidFill>
              <a:miter lim="400000"/>
            </a:ln>
          </p:spPr>
          <p:txBody>
            <a:bodyPr lIns="50800" tIns="50800" rIns="50800" bIns="50800" anchor="ctr"/>
            <a:lstStyle/>
            <a:p>
              <a:pPr algn="ctr">
                <a:defRPr sz="3600"/>
              </a:pPr>
              <a:endParaRPr sz="1500"/>
            </a:p>
          </p:txBody>
        </p:sp>
        <p:sp>
          <p:nvSpPr>
            <p:cNvPr id="150" name="Pic 4 Gold Sample"/>
            <p:cNvSpPr txBox="1"/>
            <p:nvPr/>
          </p:nvSpPr>
          <p:spPr>
            <a:xfrm>
              <a:off x="20662597" y="7642979"/>
              <a:ext cx="1745666" cy="375098"/>
            </a:xfrm>
            <a:prstGeom prst="rect">
              <a:avLst/>
            </a:prstGeom>
            <a:ln w="12700">
              <a:miter lim="400000"/>
            </a:ln>
          </p:spPr>
          <p:txBody>
            <a:bodyPr wrap="none" lIns="71435" tIns="71435" rIns="71435" bIns="71435" anchor="ctr">
              <a:spAutoFit/>
            </a:bodyPr>
            <a:lstStyle>
              <a:lvl1pPr defTabSz="409575">
                <a:defRPr sz="2200"/>
              </a:lvl1pPr>
            </a:lstStyle>
            <a:p>
              <a:r>
                <a:rPr sz="1500" dirty="0"/>
                <a:t>Pic 4 Gold Sample</a:t>
              </a:r>
            </a:p>
          </p:txBody>
        </p:sp>
        <p:sp>
          <p:nvSpPr>
            <p:cNvPr id="151" name="Pic 1: X/Y/Z Drift&lt;0.0005mWb"/>
            <p:cNvSpPr txBox="1"/>
            <p:nvPr/>
          </p:nvSpPr>
          <p:spPr>
            <a:xfrm>
              <a:off x="12559522" y="7640830"/>
              <a:ext cx="2742733" cy="375098"/>
            </a:xfrm>
            <a:prstGeom prst="rect">
              <a:avLst/>
            </a:prstGeom>
            <a:ln w="12700">
              <a:miter lim="400000"/>
            </a:ln>
          </p:spPr>
          <p:txBody>
            <a:bodyPr wrap="none" lIns="71435" tIns="71435" rIns="71435" bIns="71435" anchor="ctr">
              <a:spAutoFit/>
            </a:bodyPr>
            <a:lstStyle>
              <a:lvl1pPr defTabSz="409575">
                <a:defRPr sz="2200"/>
              </a:lvl1pPr>
            </a:lstStyle>
            <a:p>
              <a:r>
                <a:rPr sz="1500" dirty="0"/>
                <a:t>Pic 1: X/Y/Z Drift&lt;0.0005mWb</a:t>
              </a:r>
            </a:p>
          </p:txBody>
        </p:sp>
        <p:sp>
          <p:nvSpPr>
            <p:cNvPr id="152" name="Pic 3 Standard Data"/>
            <p:cNvSpPr txBox="1"/>
            <p:nvPr/>
          </p:nvSpPr>
          <p:spPr>
            <a:xfrm>
              <a:off x="18027086" y="7623132"/>
              <a:ext cx="1907125" cy="375098"/>
            </a:xfrm>
            <a:prstGeom prst="rect">
              <a:avLst/>
            </a:prstGeom>
            <a:ln w="12700">
              <a:miter lim="400000"/>
            </a:ln>
          </p:spPr>
          <p:txBody>
            <a:bodyPr wrap="square" lIns="71435" tIns="71435" rIns="71435" bIns="71435" anchor="ctr">
              <a:spAutoFit/>
            </a:bodyPr>
            <a:lstStyle>
              <a:lvl1pPr defTabSz="409575">
                <a:defRPr sz="2200"/>
              </a:lvl1pPr>
            </a:lstStyle>
            <a:p>
              <a:r>
                <a:rPr sz="1500" dirty="0"/>
                <a:t>Pic 3 Standard Data</a:t>
              </a:r>
            </a:p>
          </p:txBody>
        </p:sp>
        <p:pic>
          <p:nvPicPr>
            <p:cNvPr id="153" name="图像" descr="图像"/>
            <p:cNvPicPr>
              <a:picLocks noChangeAspect="1"/>
            </p:cNvPicPr>
            <p:nvPr/>
          </p:nvPicPr>
          <p:blipFill>
            <a:blip r:embed="rId9" cstate="email"/>
            <a:srcRect/>
            <a:stretch>
              <a:fillRect/>
            </a:stretch>
          </p:blipFill>
          <p:spPr>
            <a:xfrm>
              <a:off x="12834475" y="6111937"/>
              <a:ext cx="1723494" cy="1259090"/>
            </a:xfrm>
            <a:prstGeom prst="rect">
              <a:avLst/>
            </a:prstGeom>
            <a:ln w="12700">
              <a:miter lim="400000"/>
              <a:headEnd/>
              <a:tailEnd/>
            </a:ln>
          </p:spPr>
        </p:pic>
        <p:sp>
          <p:nvSpPr>
            <p:cNvPr id="154" name="圆角矩形"/>
            <p:cNvSpPr/>
            <p:nvPr/>
          </p:nvSpPr>
          <p:spPr>
            <a:xfrm>
              <a:off x="13235798" y="6659623"/>
              <a:ext cx="663418" cy="420823"/>
            </a:xfrm>
            <a:prstGeom prst="roundRect">
              <a:avLst>
                <a:gd name="adj" fmla="val 14062"/>
              </a:avLst>
            </a:prstGeom>
            <a:ln w="50800">
              <a:solidFill>
                <a:srgbClr val="FF2600"/>
              </a:solidFill>
              <a:prstDash val="sysDot"/>
              <a:miter lim="400000"/>
            </a:ln>
          </p:spPr>
          <p:txBody>
            <a:bodyPr lIns="50800" tIns="50800" rIns="50800" bIns="50800" anchor="ctr"/>
            <a:lstStyle/>
            <a:p>
              <a:pPr algn="ctr">
                <a:defRPr sz="3600"/>
              </a:pPr>
              <a:endParaRPr sz="1500"/>
            </a:p>
          </p:txBody>
        </p:sp>
        <p:pic>
          <p:nvPicPr>
            <p:cNvPr id="155" name="图像" descr="图像"/>
            <p:cNvPicPr>
              <a:picLocks noChangeAspect="1"/>
            </p:cNvPicPr>
            <p:nvPr/>
          </p:nvPicPr>
          <p:blipFill>
            <a:blip r:embed="rId10" cstate="email"/>
            <a:stretch>
              <a:fillRect/>
            </a:stretch>
          </p:blipFill>
          <p:spPr>
            <a:xfrm>
              <a:off x="20686478" y="6265526"/>
              <a:ext cx="1680689" cy="1105501"/>
            </a:xfrm>
            <a:prstGeom prst="rect">
              <a:avLst/>
            </a:prstGeom>
            <a:ln w="12700">
              <a:miter lim="400000"/>
              <a:headEnd/>
              <a:tailEnd/>
            </a:ln>
          </p:spPr>
        </p:pic>
      </p:grpSp>
      <p:pic>
        <p:nvPicPr>
          <p:cNvPr id="156" name="图片 155"/>
          <p:cNvPicPr>
            <a:picLocks noChangeAspect="1"/>
          </p:cNvPicPr>
          <p:nvPr/>
        </p:nvPicPr>
        <p:blipFill>
          <a:blip r:embed="rId11" cstate="email">
            <a:clrChange>
              <a:clrFrom>
                <a:srgbClr val="777777"/>
              </a:clrFrom>
              <a:clrTo>
                <a:srgbClr val="777777">
                  <a:alpha val="0"/>
                </a:srgbClr>
              </a:clrTo>
            </a:clrChange>
            <a:extLst>
              <a:ext uri="{28A0092B-C50C-407E-A947-70E740481C1C}">
                <a14:useLocalDpi xmlns:a14="http://schemas.microsoft.com/office/drawing/2010/main"/>
              </a:ext>
            </a:extLst>
          </a:blip>
          <a:stretch>
            <a:fillRect/>
          </a:stretch>
        </p:blipFill>
        <p:spPr>
          <a:xfrm>
            <a:off x="15078197" y="11221775"/>
            <a:ext cx="286897" cy="104130"/>
          </a:xfrm>
          <a:prstGeom prst="rect">
            <a:avLst/>
          </a:prstGeom>
        </p:spPr>
      </p:pic>
      <p:cxnSp>
        <p:nvCxnSpPr>
          <p:cNvPr id="157" name="直接箭头连接符 156"/>
          <p:cNvCxnSpPr/>
          <p:nvPr/>
        </p:nvCxnSpPr>
        <p:spPr>
          <a:xfrm>
            <a:off x="16761422" y="11218747"/>
            <a:ext cx="22029" cy="418162"/>
          </a:xfrm>
          <a:prstGeom prst="straightConnector1">
            <a:avLst/>
          </a:prstGeom>
          <a:noFill/>
          <a:ln w="9525" cap="flat">
            <a:solidFill>
              <a:srgbClr val="FF0000"/>
            </a:solidFill>
            <a:prstDash val="solid"/>
            <a:round/>
            <a:headEnd type="triangle"/>
            <a:tailEnd type="triangle"/>
          </a:ln>
          <a:effectLst/>
          <a:sp3d/>
        </p:spPr>
        <p:style>
          <a:lnRef idx="0">
            <a:scrgbClr r="0" g="0" b="0"/>
          </a:lnRef>
          <a:fillRef idx="0">
            <a:scrgbClr r="0" g="0" b="0"/>
          </a:fillRef>
          <a:effectRef idx="0">
            <a:scrgbClr r="0" g="0" b="0"/>
          </a:effectRef>
          <a:fontRef idx="none"/>
        </p:style>
      </p:cxnSp>
      <p:sp>
        <p:nvSpPr>
          <p:cNvPr id="158" name="文本框 157"/>
          <p:cNvSpPr txBox="1"/>
          <p:nvPr/>
        </p:nvSpPr>
        <p:spPr>
          <a:xfrm>
            <a:off x="16761422" y="11280109"/>
            <a:ext cx="785480" cy="28725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r>
              <a:rPr lang="zh-CN" altLang="en-US" sz="1200" dirty="0">
                <a:solidFill>
                  <a:srgbClr val="FF0000"/>
                </a:solidFill>
              </a:rPr>
              <a:t>≥</a:t>
            </a:r>
            <a:r>
              <a:rPr lang="en-US" altLang="zh-CN" sz="1200" dirty="0">
                <a:solidFill>
                  <a:srgbClr val="FF0000"/>
                </a:solidFill>
              </a:rPr>
              <a:t>600mm</a:t>
            </a:r>
            <a:endParaRPr kumimoji="0" lang="zh-CN" altLang="en-US" sz="1200" b="0" i="0" u="none" strike="noStrike" cap="none" spc="0" normalizeH="0" baseline="0" dirty="0">
              <a:ln>
                <a:noFill/>
              </a:ln>
              <a:solidFill>
                <a:srgbClr val="FF0000"/>
              </a:solidFill>
              <a:effectLst/>
              <a:uFillTx/>
              <a:sym typeface="Arial" panose="020B0604020202090204"/>
            </a:endParaRPr>
          </a:p>
        </p:txBody>
      </p:sp>
      <p:pic>
        <p:nvPicPr>
          <p:cNvPr id="159" name="图片 158"/>
          <p:cNvPicPr>
            <a:picLocks noChangeAspect="1"/>
          </p:cNvPicPr>
          <p:nvPr/>
        </p:nvPicPr>
        <p:blipFill>
          <a:blip r:embed="rId12" cstate="email">
            <a:extLst>
              <a:ext uri="{28A0092B-C50C-407E-A947-70E740481C1C}">
                <a14:useLocalDpi xmlns:a14="http://schemas.microsoft.com/office/drawing/2010/main"/>
              </a:ext>
            </a:extLst>
          </a:blip>
          <a:stretch>
            <a:fillRect/>
          </a:stretch>
        </p:blipFill>
        <p:spPr>
          <a:xfrm>
            <a:off x="17812525" y="10855194"/>
            <a:ext cx="5187604" cy="1197132"/>
          </a:xfrm>
          <a:prstGeom prst="rect">
            <a:avLst/>
          </a:prstGeom>
        </p:spPr>
      </p:pic>
      <p:grpSp>
        <p:nvGrpSpPr>
          <p:cNvPr id="160" name="组合 159"/>
          <p:cNvGrpSpPr/>
          <p:nvPr/>
        </p:nvGrpSpPr>
        <p:grpSpPr>
          <a:xfrm>
            <a:off x="12463615" y="10293375"/>
            <a:ext cx="10686769" cy="3055730"/>
            <a:chOff x="12822410" y="10609404"/>
            <a:chExt cx="10686769" cy="3148320"/>
          </a:xfrm>
        </p:grpSpPr>
        <p:grpSp>
          <p:nvGrpSpPr>
            <p:cNvPr id="161" name="组合 160"/>
            <p:cNvGrpSpPr/>
            <p:nvPr/>
          </p:nvGrpSpPr>
          <p:grpSpPr>
            <a:xfrm>
              <a:off x="12822410" y="10609404"/>
              <a:ext cx="10686769" cy="3148320"/>
              <a:chOff x="12502867" y="10409158"/>
              <a:chExt cx="10686769" cy="3148320"/>
            </a:xfrm>
          </p:grpSpPr>
          <p:sp>
            <p:nvSpPr>
              <p:cNvPr id="163" name="文本框 162"/>
              <p:cNvSpPr txBox="1"/>
              <p:nvPr/>
            </p:nvSpPr>
            <p:spPr>
              <a:xfrm>
                <a:off x="17458562" y="12270662"/>
                <a:ext cx="1796342" cy="533479"/>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1055" rtl="0" fontAlgn="auto" latinLnBrk="0" hangingPunct="0">
                  <a:lnSpc>
                    <a:spcPct val="100000"/>
                  </a:lnSpc>
                  <a:spcBef>
                    <a:spcPts val="0"/>
                  </a:spcBef>
                  <a:spcAft>
                    <a:spcPts val="0"/>
                  </a:spcAft>
                  <a:buClrTx/>
                  <a:buSzTx/>
                  <a:buFontTx/>
                  <a:buNone/>
                </a:pPr>
                <a:r>
                  <a:rPr lang="zh-CN" altLang="en-US" sz="1400" dirty="0"/>
                  <a:t>角度选择</a:t>
                </a:r>
                <a:endParaRPr lang="en-US" altLang="zh-CN" sz="1400" dirty="0"/>
              </a:p>
              <a:p>
                <a:r>
                  <a:rPr kumimoji="0" lang="zh-CN" altLang="en-US" sz="1400" b="0" i="0" u="none" strike="noStrike" cap="none" spc="0" normalizeH="0" baseline="0" dirty="0">
                    <a:ln>
                      <a:noFill/>
                    </a:ln>
                    <a:solidFill>
                      <a:srgbClr val="000000"/>
                    </a:solidFill>
                    <a:effectLst/>
                    <a:uFillTx/>
                    <a:latin typeface="Helvetica Neue" panose="02000503000000020004"/>
                    <a:ea typeface="Helvetica Neue" panose="02000503000000020004"/>
                    <a:cs typeface="Helvetica Neue" panose="02000503000000020004"/>
                    <a:sym typeface="Helvetica Neue" panose="02000503000000020004"/>
                  </a:rPr>
                  <a:t>（选择</a:t>
                </a:r>
                <a:r>
                  <a:rPr lang="el-GR" altLang="zh-CN" sz="1400" dirty="0"/>
                  <a:t>θ</a:t>
                </a:r>
                <a:r>
                  <a:rPr lang="en-US" altLang="zh-CN" sz="1400" dirty="0"/>
                  <a:t>x</a:t>
                </a:r>
                <a:r>
                  <a:rPr lang="zh-CN" altLang="en-US" sz="1400" dirty="0"/>
                  <a:t>，</a:t>
                </a:r>
                <a:r>
                  <a:rPr lang="el-GR" altLang="zh-CN" sz="1400" dirty="0"/>
                  <a:t>θ</a:t>
                </a:r>
                <a:r>
                  <a:rPr lang="en-US" altLang="zh-CN" sz="1400" dirty="0"/>
                  <a:t>y</a:t>
                </a:r>
                <a:r>
                  <a:rPr lang="zh-CN" altLang="en-US" sz="1400" dirty="0"/>
                  <a:t>，</a:t>
                </a:r>
                <a:r>
                  <a:rPr lang="el-GR" altLang="zh-CN" sz="1400" dirty="0"/>
                  <a:t>θ</a:t>
                </a:r>
                <a:r>
                  <a:rPr lang="en-US" altLang="zh-CN" sz="1400" dirty="0"/>
                  <a:t>z</a:t>
                </a:r>
                <a:r>
                  <a:rPr kumimoji="0" lang="zh-CN" altLang="en-US" sz="1400" b="0" i="0" u="none" strike="noStrike" cap="none" spc="0" normalizeH="0" baseline="0" dirty="0">
                    <a:ln>
                      <a:noFill/>
                    </a:ln>
                    <a:solidFill>
                      <a:srgbClr val="000000"/>
                    </a:solidFill>
                    <a:effectLst/>
                    <a:uFillTx/>
                    <a:latin typeface="Helvetica Neue" panose="02000503000000020004"/>
                    <a:ea typeface="Helvetica Neue" panose="02000503000000020004"/>
                    <a:cs typeface="Helvetica Neue" panose="02000503000000020004"/>
                    <a:sym typeface="Helvetica Neue" panose="02000503000000020004"/>
                  </a:rPr>
                  <a:t>）</a:t>
                </a:r>
              </a:p>
            </p:txBody>
          </p:sp>
          <p:pic>
            <p:nvPicPr>
              <p:cNvPr id="164" name="图片 163"/>
              <p:cNvPicPr>
                <a:picLocks noChangeAspect="1"/>
              </p:cNvPicPr>
              <p:nvPr/>
            </p:nvPicPr>
            <p:blipFill>
              <a:blip r:embed="rId13" cstate="email">
                <a:extLst>
                  <a:ext uri="{28A0092B-C50C-407E-A947-70E740481C1C}">
                    <a14:useLocalDpi xmlns:a14="http://schemas.microsoft.com/office/drawing/2010/main"/>
                  </a:ext>
                </a:extLst>
              </a:blip>
              <a:stretch>
                <a:fillRect/>
              </a:stretch>
            </p:blipFill>
            <p:spPr>
              <a:xfrm>
                <a:off x="16141426" y="10931404"/>
                <a:ext cx="1340594" cy="1681738"/>
              </a:xfrm>
              <a:prstGeom prst="rect">
                <a:avLst/>
              </a:prstGeom>
            </p:spPr>
          </p:pic>
          <p:sp>
            <p:nvSpPr>
              <p:cNvPr id="165" name="线条"/>
              <p:cNvSpPr/>
              <p:nvPr/>
            </p:nvSpPr>
            <p:spPr>
              <a:xfrm flipV="1">
                <a:off x="13102689" y="10630477"/>
                <a:ext cx="279105" cy="1"/>
              </a:xfrm>
              <a:prstGeom prst="line">
                <a:avLst/>
              </a:prstGeom>
              <a:ln w="38100">
                <a:solidFill>
                  <a:srgbClr val="FFFFFF"/>
                </a:solidFill>
                <a:miter lim="400000"/>
              </a:ln>
            </p:spPr>
            <p:txBody>
              <a:bodyPr lIns="0" tIns="0" rIns="0" bIns="0"/>
              <a:lstStyle/>
              <a:p>
                <a:pPr defTabSz="457200">
                  <a:defRPr sz="1200">
                    <a:latin typeface="Helvetica"/>
                    <a:ea typeface="Helvetica"/>
                    <a:cs typeface="Helvetica"/>
                    <a:sym typeface="Helvetica"/>
                  </a:defRPr>
                </a:pPr>
                <a:endParaRPr sz="1500"/>
              </a:p>
            </p:txBody>
          </p:sp>
          <p:sp>
            <p:nvSpPr>
              <p:cNvPr id="166" name="圆角矩形"/>
              <p:cNvSpPr/>
              <p:nvPr/>
            </p:nvSpPr>
            <p:spPr>
              <a:xfrm>
                <a:off x="12521536" y="10409158"/>
                <a:ext cx="10668100" cy="3077778"/>
              </a:xfrm>
              <a:prstGeom prst="roundRect">
                <a:avLst>
                  <a:gd name="adj" fmla="val 15597"/>
                </a:avLst>
              </a:prstGeom>
              <a:ln w="38100">
                <a:solidFill>
                  <a:srgbClr val="000000"/>
                </a:solidFill>
                <a:prstDash val="sysDot"/>
                <a:miter lim="400000"/>
              </a:ln>
            </p:spPr>
            <p:txBody>
              <a:bodyPr lIns="50800" tIns="50800" rIns="50800" bIns="50800" anchor="ctr"/>
              <a:lstStyle/>
              <a:p>
                <a:pPr algn="ctr">
                  <a:defRPr sz="3600"/>
                </a:pPr>
                <a:endParaRPr sz="1500"/>
              </a:p>
            </p:txBody>
          </p:sp>
          <p:sp>
            <p:nvSpPr>
              <p:cNvPr id="167" name="线条"/>
              <p:cNvSpPr/>
              <p:nvPr/>
            </p:nvSpPr>
            <p:spPr>
              <a:xfrm>
                <a:off x="13708376" y="11277397"/>
                <a:ext cx="1371427" cy="0"/>
              </a:xfrm>
              <a:prstGeom prst="line">
                <a:avLst/>
              </a:prstGeom>
              <a:ln w="38100">
                <a:solidFill>
                  <a:srgbClr val="FF2600"/>
                </a:solidFill>
                <a:miter lim="400000"/>
                <a:tailEnd type="triangle"/>
              </a:ln>
            </p:spPr>
            <p:txBody>
              <a:bodyPr lIns="0" tIns="0" rIns="0" bIns="0"/>
              <a:lstStyle/>
              <a:p>
                <a:pPr defTabSz="457200">
                  <a:defRPr sz="1200">
                    <a:latin typeface="Helvetica"/>
                    <a:ea typeface="Helvetica"/>
                    <a:cs typeface="Helvetica"/>
                    <a:sym typeface="Helvetica"/>
                  </a:defRPr>
                </a:pPr>
                <a:endParaRPr sz="1500"/>
              </a:p>
            </p:txBody>
          </p:sp>
          <p:sp>
            <p:nvSpPr>
              <p:cNvPr id="168" name="Pic 8…"/>
              <p:cNvSpPr txBox="1"/>
              <p:nvPr/>
            </p:nvSpPr>
            <p:spPr>
              <a:xfrm>
                <a:off x="21107572" y="13089407"/>
                <a:ext cx="1094519" cy="375098"/>
              </a:xfrm>
              <a:prstGeom prst="rect">
                <a:avLst/>
              </a:prstGeom>
              <a:ln w="12700">
                <a:miter lim="400000"/>
              </a:ln>
            </p:spPr>
            <p:txBody>
              <a:bodyPr wrap="square" lIns="71435" tIns="71435" rIns="71435" bIns="71435" anchor="ctr">
                <a:spAutoFit/>
              </a:bodyPr>
              <a:lstStyle/>
              <a:p>
                <a:pPr algn="ctr" defTabSz="409575">
                  <a:defRPr sz="2000">
                    <a:latin typeface="Helvetica"/>
                    <a:ea typeface="Helvetica"/>
                    <a:cs typeface="Helvetica"/>
                    <a:sym typeface="Helvetica"/>
                  </a:defRPr>
                </a:pPr>
                <a:r>
                  <a:rPr sz="1500" dirty="0"/>
                  <a:t>Pic 8</a:t>
                </a:r>
                <a:r>
                  <a:rPr lang="en-US" sz="1500" dirty="0"/>
                  <a:t> </a:t>
                </a:r>
                <a:r>
                  <a:rPr sz="1500" dirty="0"/>
                  <a:t>Data</a:t>
                </a:r>
              </a:p>
            </p:txBody>
          </p:sp>
          <p:sp>
            <p:nvSpPr>
              <p:cNvPr id="169" name="Measurement"/>
              <p:cNvSpPr/>
              <p:nvPr/>
            </p:nvSpPr>
            <p:spPr>
              <a:xfrm>
                <a:off x="16925499" y="10465898"/>
                <a:ext cx="1681500" cy="351767"/>
              </a:xfrm>
              <a:prstGeom prst="rect">
                <a:avLst/>
              </a:prstGeom>
              <a:solidFill>
                <a:schemeClr val="accent1">
                  <a:lumMod val="40000"/>
                  <a:lumOff val="60000"/>
                </a:schemeClr>
              </a:solidFill>
              <a:ln w="12700">
                <a:noFill/>
                <a:miter lim="400000"/>
              </a:ln>
              <a:effectLst/>
            </p:spPr>
            <p:txBody>
              <a:bodyPr lIns="50800" tIns="50800" rIns="50800" bIns="50800" anchor="ctr"/>
              <a:lstStyle>
                <a:lvl1pPr algn="ctr"/>
              </a:lstStyle>
              <a:p>
                <a:r>
                  <a:rPr sz="1800" dirty="0"/>
                  <a:t>Measurement</a:t>
                </a:r>
              </a:p>
            </p:txBody>
          </p:sp>
          <p:sp>
            <p:nvSpPr>
              <p:cNvPr id="170" name="Horizontal pull-out&gt;400mm"/>
              <p:cNvSpPr txBox="1"/>
              <p:nvPr/>
            </p:nvSpPr>
            <p:spPr>
              <a:xfrm>
                <a:off x="15803852" y="12875454"/>
                <a:ext cx="3101607" cy="375098"/>
              </a:xfrm>
              <a:prstGeom prst="rect">
                <a:avLst/>
              </a:prstGeom>
              <a:ln w="12700">
                <a:miter lim="400000"/>
              </a:ln>
            </p:spPr>
            <p:txBody>
              <a:bodyPr wrap="square" lIns="71435" tIns="71435" rIns="71435" bIns="71435" anchor="ctr">
                <a:spAutoFit/>
              </a:bodyPr>
              <a:lstStyle>
                <a:lvl1pPr defTabSz="409575">
                  <a:defRPr sz="2000">
                    <a:latin typeface="Helvetica"/>
                    <a:ea typeface="Helvetica"/>
                    <a:cs typeface="Helvetica"/>
                    <a:sym typeface="Helvetica"/>
                  </a:defRPr>
                </a:lvl1pPr>
              </a:lstStyle>
              <a:p>
                <a:r>
                  <a:rPr lang="en-US" sz="1500" dirty="0"/>
                  <a:t>Pic 7  </a:t>
                </a:r>
                <a:r>
                  <a:rPr sz="1500" dirty="0"/>
                  <a:t>Horizontal pull-out&gt;</a:t>
                </a:r>
                <a:r>
                  <a:rPr lang="en-US" sz="1500" dirty="0"/>
                  <a:t>6</a:t>
                </a:r>
                <a:r>
                  <a:rPr sz="1500" dirty="0"/>
                  <a:t>00mm</a:t>
                </a:r>
              </a:p>
            </p:txBody>
          </p:sp>
          <p:sp>
            <p:nvSpPr>
              <p:cNvPr id="172" name="PIC6…"/>
              <p:cNvSpPr txBox="1"/>
              <p:nvPr/>
            </p:nvSpPr>
            <p:spPr>
              <a:xfrm>
                <a:off x="13850703" y="12897031"/>
                <a:ext cx="2243362" cy="333425"/>
              </a:xfrm>
              <a:prstGeom prst="rect">
                <a:avLst/>
              </a:prstGeom>
              <a:ln w="12700">
                <a:miter lim="400000"/>
              </a:ln>
            </p:spPr>
            <p:txBody>
              <a:bodyPr wrap="square" lIns="50800" tIns="50800" rIns="50800" bIns="50800" anchor="ctr">
                <a:spAutoFit/>
              </a:bodyPr>
              <a:lstStyle/>
              <a:p>
                <a:pPr indent="342900" algn="l" defTabSz="819150">
                  <a:defRPr sz="2000">
                    <a:latin typeface="Helvetica"/>
                    <a:ea typeface="Helvetica"/>
                    <a:cs typeface="Helvetica"/>
                    <a:sym typeface="Helvetica"/>
                  </a:defRPr>
                </a:pPr>
                <a:r>
                  <a:rPr lang="en-US" sz="1500" dirty="0"/>
                  <a:t>Pic</a:t>
                </a:r>
                <a:r>
                  <a:rPr sz="1500" dirty="0"/>
                  <a:t>6 Put in magnet</a:t>
                </a:r>
              </a:p>
            </p:txBody>
          </p:sp>
          <p:pic>
            <p:nvPicPr>
              <p:cNvPr id="173" name="图片 172"/>
              <p:cNvPicPr>
                <a:picLocks noChangeAspect="1"/>
              </p:cNvPicPr>
              <p:nvPr/>
            </p:nvPicPr>
            <p:blipFill>
              <a:blip r:embed="rId14" cstate="email">
                <a:extLst>
                  <a:ext uri="{28A0092B-C50C-407E-A947-70E740481C1C}">
                    <a14:useLocalDpi xmlns:a14="http://schemas.microsoft.com/office/drawing/2010/main"/>
                  </a:ext>
                </a:extLst>
              </a:blip>
              <a:stretch>
                <a:fillRect/>
              </a:stretch>
            </p:blipFill>
            <p:spPr>
              <a:xfrm rot="5400000">
                <a:off x="12528631" y="11375183"/>
                <a:ext cx="1736884" cy="450754"/>
              </a:xfrm>
              <a:prstGeom prst="rect">
                <a:avLst/>
              </a:prstGeom>
            </p:spPr>
          </p:pic>
          <p:sp>
            <p:nvSpPr>
              <p:cNvPr id="174" name="圆角矩形 173"/>
              <p:cNvSpPr/>
              <p:nvPr/>
            </p:nvSpPr>
            <p:spPr>
              <a:xfrm>
                <a:off x="13056321" y="11070133"/>
                <a:ext cx="655575" cy="402841"/>
              </a:xfrm>
              <a:prstGeom prst="roundRect">
                <a:avLst/>
              </a:prstGeom>
              <a:noFill/>
              <a:ln w="25400" cap="flat">
                <a:solidFill>
                  <a:schemeClr val="tx1"/>
                </a:solidFill>
                <a:prstDash val="lgDash"/>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71436" tIns="71436" rIns="71436" bIns="71436" numCol="1" spcCol="38100" rtlCol="0" anchor="ctr">
                <a:spAutoFit/>
              </a:bodyPr>
              <a:lstStyle/>
              <a:p>
                <a:pPr marL="0" marR="0" indent="0" algn="ctr" defTabSz="821690" rtl="0" fontAlgn="auto" latinLnBrk="0" hangingPunct="0">
                  <a:lnSpc>
                    <a:spcPct val="100000"/>
                  </a:lnSpc>
                  <a:spcBef>
                    <a:spcPts val="0"/>
                  </a:spcBef>
                  <a:spcAft>
                    <a:spcPts val="0"/>
                  </a:spcAft>
                  <a:buClrTx/>
                  <a:buSzTx/>
                  <a:buFontTx/>
                  <a:buNone/>
                </a:pPr>
                <a:endParaRPr kumimoji="0" lang="zh-CN" altLang="en-US" sz="3200" b="0" i="0" u="none" strike="noStrike" cap="none" spc="0" normalizeH="0" baseline="0">
                  <a:ln>
                    <a:noFill/>
                  </a:ln>
                  <a:solidFill>
                    <a:srgbClr val="000000"/>
                  </a:solidFill>
                  <a:effectLst/>
                  <a:uFillTx/>
                  <a:latin typeface="+mj-lt"/>
                  <a:ea typeface="+mj-ea"/>
                  <a:cs typeface="+mj-cs"/>
                  <a:sym typeface="Helvetica Neue Medium" panose="02000503000000020004"/>
                </a:endParaRPr>
              </a:p>
            </p:txBody>
          </p:sp>
          <p:pic>
            <p:nvPicPr>
              <p:cNvPr id="175" name="图片 174"/>
              <p:cNvPicPr>
                <a:picLocks noChangeAspect="1"/>
              </p:cNvPicPr>
              <p:nvPr/>
            </p:nvPicPr>
            <p:blipFill>
              <a:blip r:embed="rId14" cstate="email">
                <a:extLst>
                  <a:ext uri="{28A0092B-C50C-407E-A947-70E740481C1C}">
                    <a14:useLocalDpi xmlns:a14="http://schemas.microsoft.com/office/drawing/2010/main"/>
                  </a:ext>
                </a:extLst>
              </a:blip>
              <a:stretch>
                <a:fillRect/>
              </a:stretch>
            </p:blipFill>
            <p:spPr>
              <a:xfrm rot="5400000">
                <a:off x="14410132" y="11460730"/>
                <a:ext cx="1736884" cy="450754"/>
              </a:xfrm>
              <a:prstGeom prst="rect">
                <a:avLst/>
              </a:prstGeom>
            </p:spPr>
          </p:pic>
          <p:sp>
            <p:nvSpPr>
              <p:cNvPr id="176" name="Pic5…"/>
              <p:cNvSpPr txBox="1"/>
              <p:nvPr/>
            </p:nvSpPr>
            <p:spPr>
              <a:xfrm>
                <a:off x="12677809" y="12907839"/>
                <a:ext cx="1842027" cy="649639"/>
              </a:xfrm>
              <a:prstGeom prst="rect">
                <a:avLst/>
              </a:prstGeom>
              <a:ln w="12700">
                <a:miter lim="400000"/>
              </a:ln>
            </p:spPr>
            <p:txBody>
              <a:bodyPr wrap="square" lIns="71435" tIns="71435" rIns="71435" bIns="71435" anchor="ctr">
                <a:spAutoFit/>
              </a:bodyPr>
              <a:lstStyle/>
              <a:p>
                <a:pPr algn="l" defTabSz="409575">
                  <a:defRPr sz="2000">
                    <a:latin typeface="Helvetica"/>
                    <a:ea typeface="Helvetica"/>
                    <a:cs typeface="Helvetica"/>
                    <a:sym typeface="Helvetica"/>
                  </a:defRPr>
                </a:pPr>
                <a:r>
                  <a:rPr sz="1500" dirty="0">
                    <a:solidFill>
                      <a:srgbClr val="00B0F0"/>
                    </a:solidFill>
                  </a:rPr>
                  <a:t> Pic5 Fixture1</a:t>
                </a:r>
                <a:endParaRPr lang="en-US" sz="1500" dirty="0">
                  <a:solidFill>
                    <a:srgbClr val="00B0F0"/>
                  </a:solidFill>
                </a:endParaRPr>
              </a:p>
              <a:p>
                <a:pPr algn="l" defTabSz="409575">
                  <a:defRPr sz="2000">
                    <a:latin typeface="Helvetica"/>
                    <a:ea typeface="Helvetica"/>
                    <a:cs typeface="Helvetica"/>
                    <a:sym typeface="Helvetica"/>
                  </a:defRPr>
                </a:pPr>
                <a:r>
                  <a:rPr lang="en-US" sz="1500" dirty="0">
                    <a:solidFill>
                      <a:srgbClr val="00B0F0"/>
                    </a:solidFill>
                  </a:rPr>
                  <a:t> Directionality</a:t>
                </a:r>
              </a:p>
            </p:txBody>
          </p:sp>
          <p:grpSp>
            <p:nvGrpSpPr>
              <p:cNvPr id="177" name="组合 176"/>
              <p:cNvGrpSpPr/>
              <p:nvPr/>
            </p:nvGrpSpPr>
            <p:grpSpPr>
              <a:xfrm>
                <a:off x="12502867" y="11690520"/>
                <a:ext cx="1528589" cy="1348655"/>
                <a:chOff x="8373898" y="7153943"/>
                <a:chExt cx="6273010" cy="5410680"/>
              </a:xfrm>
            </p:grpSpPr>
            <p:cxnSp>
              <p:nvCxnSpPr>
                <p:cNvPr id="181" name="直接箭头连接符 180"/>
                <p:cNvCxnSpPr/>
                <p:nvPr/>
              </p:nvCxnSpPr>
              <p:spPr>
                <a:xfrm>
                  <a:off x="9209220" y="10240445"/>
                  <a:ext cx="4288085" cy="1"/>
                </a:xfrm>
                <a:prstGeom prst="straightConnector1">
                  <a:avLst/>
                </a:prstGeom>
                <a:noFill/>
                <a:ln w="25400" cap="flat">
                  <a:solidFill>
                    <a:srgbClr val="FF0000"/>
                  </a:solidFill>
                  <a:prstDash val="solid"/>
                  <a:round/>
                  <a:headEnd type="triangle" w="med" len="med"/>
                  <a:tailEnd type="triangle" w="med" len="med"/>
                </a:ln>
              </p:spPr>
              <p:style>
                <a:lnRef idx="0">
                  <a:scrgbClr r="0" g="0" b="0"/>
                </a:lnRef>
                <a:fillRef idx="0">
                  <a:scrgbClr r="0" g="0" b="0"/>
                </a:fillRef>
                <a:effectRef idx="0">
                  <a:scrgbClr r="0" g="0" b="0"/>
                </a:effectRef>
                <a:fontRef idx="none"/>
              </p:style>
            </p:cxnSp>
            <p:sp>
              <p:nvSpPr>
                <p:cNvPr id="182" name="文本框 181"/>
                <p:cNvSpPr txBox="1"/>
                <p:nvPr/>
              </p:nvSpPr>
              <p:spPr>
                <a:xfrm>
                  <a:off x="13263935" y="10154581"/>
                  <a:ext cx="382908" cy="905500"/>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1055" rtl="0" fontAlgn="auto" latinLnBrk="0" hangingPunct="0">
                    <a:lnSpc>
                      <a:spcPct val="100000"/>
                    </a:lnSpc>
                    <a:spcBef>
                      <a:spcPts val="0"/>
                    </a:spcBef>
                    <a:spcAft>
                      <a:spcPts val="0"/>
                    </a:spcAft>
                    <a:buClrTx/>
                    <a:buSzTx/>
                    <a:buFontTx/>
                    <a:buNone/>
                  </a:pPr>
                  <a:r>
                    <a:rPr kumimoji="0" lang="en-US" altLang="zh-CN" sz="800" b="0" i="0" u="none" strike="noStrike" cap="none" spc="0" normalizeH="0" baseline="0" dirty="0">
                      <a:ln>
                        <a:noFill/>
                      </a:ln>
                      <a:solidFill>
                        <a:srgbClr val="FF0000"/>
                      </a:solidFill>
                      <a:effectLst/>
                      <a:uFillTx/>
                      <a:latin typeface="Arial" panose="020B0604020202090204" pitchFamily="34" charset="0"/>
                      <a:cs typeface="Arial" panose="020B0604020202090204" pitchFamily="34" charset="0"/>
                      <a:sym typeface="Helvetica Neue" panose="02000503000000020004"/>
                    </a:rPr>
                    <a:t>X</a:t>
                  </a:r>
                  <a:endParaRPr kumimoji="0" lang="zh-CN" altLang="en-US" sz="800" b="0" i="0" u="none" strike="noStrike" cap="none" spc="0" normalizeH="0" baseline="0" dirty="0">
                    <a:ln>
                      <a:noFill/>
                    </a:ln>
                    <a:solidFill>
                      <a:srgbClr val="FF0000"/>
                    </a:solidFill>
                    <a:effectLst/>
                    <a:uFillTx/>
                    <a:latin typeface="Arial" panose="020B0604020202090204" pitchFamily="34" charset="0"/>
                    <a:cs typeface="Arial" panose="020B0604020202090204" pitchFamily="34" charset="0"/>
                    <a:sym typeface="Helvetica Neue" panose="02000503000000020004"/>
                  </a:endParaRPr>
                </a:p>
              </p:txBody>
            </p:sp>
            <p:cxnSp>
              <p:nvCxnSpPr>
                <p:cNvPr id="183" name="直接箭头连接符 182"/>
                <p:cNvCxnSpPr/>
                <p:nvPr/>
              </p:nvCxnSpPr>
              <p:spPr>
                <a:xfrm rot="16200000" flipV="1">
                  <a:off x="9279288" y="9967005"/>
                  <a:ext cx="3755146" cy="0"/>
                </a:xfrm>
                <a:prstGeom prst="straightConnector1">
                  <a:avLst/>
                </a:prstGeom>
                <a:noFill/>
                <a:ln w="25400" cap="flat">
                  <a:solidFill>
                    <a:srgbClr val="FF0000"/>
                  </a:solidFill>
                  <a:prstDash val="solid"/>
                  <a:round/>
                  <a:headEnd type="triangle" w="med" len="med"/>
                  <a:tailEnd type="triangle" w="med" len="med"/>
                </a:ln>
              </p:spPr>
              <p:style>
                <a:lnRef idx="0">
                  <a:scrgbClr r="0" g="0" b="0"/>
                </a:lnRef>
                <a:fillRef idx="0">
                  <a:scrgbClr r="0" g="0" b="0"/>
                </a:fillRef>
                <a:effectRef idx="0">
                  <a:scrgbClr r="0" g="0" b="0"/>
                </a:effectRef>
                <a:fontRef idx="none"/>
              </p:style>
            </p:cxnSp>
            <p:sp>
              <p:nvSpPr>
                <p:cNvPr id="184" name="文本框 183"/>
                <p:cNvSpPr txBox="1"/>
                <p:nvPr/>
              </p:nvSpPr>
              <p:spPr>
                <a:xfrm>
                  <a:off x="10496112" y="7885193"/>
                  <a:ext cx="517853" cy="905500"/>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1055" rtl="0" fontAlgn="auto" latinLnBrk="0" hangingPunct="0">
                    <a:lnSpc>
                      <a:spcPct val="100000"/>
                    </a:lnSpc>
                    <a:spcBef>
                      <a:spcPts val="0"/>
                    </a:spcBef>
                    <a:spcAft>
                      <a:spcPts val="0"/>
                    </a:spcAft>
                    <a:buClrTx/>
                    <a:buSzTx/>
                    <a:buFontTx/>
                    <a:buNone/>
                  </a:pPr>
                  <a:r>
                    <a:rPr lang="en-US" altLang="zh-CN" sz="800" dirty="0">
                      <a:solidFill>
                        <a:srgbClr val="FF0000"/>
                      </a:solidFill>
                      <a:latin typeface="Arial" panose="020B0604020202090204" pitchFamily="34" charset="0"/>
                      <a:cs typeface="Arial" panose="020B0604020202090204" pitchFamily="34" charset="0"/>
                    </a:rPr>
                    <a:t>Y</a:t>
                  </a:r>
                  <a:endParaRPr kumimoji="0" lang="zh-CN" altLang="en-US" sz="800" b="0" i="0" u="none" strike="noStrike" cap="none" spc="0" normalizeH="0" baseline="0" dirty="0">
                    <a:ln>
                      <a:noFill/>
                    </a:ln>
                    <a:solidFill>
                      <a:srgbClr val="FF0000"/>
                    </a:solidFill>
                    <a:effectLst/>
                    <a:uFillTx/>
                    <a:latin typeface="Arial" panose="020B0604020202090204" pitchFamily="34" charset="0"/>
                    <a:cs typeface="Arial" panose="020B0604020202090204" pitchFamily="34" charset="0"/>
                    <a:sym typeface="Helvetica Neue" panose="02000503000000020004"/>
                  </a:endParaRPr>
                </a:p>
              </p:txBody>
            </p:sp>
            <p:sp>
              <p:nvSpPr>
                <p:cNvPr id="185" name="文本框 184"/>
                <p:cNvSpPr txBox="1"/>
                <p:nvPr/>
              </p:nvSpPr>
              <p:spPr>
                <a:xfrm>
                  <a:off x="8373898" y="9725957"/>
                  <a:ext cx="1045851" cy="1028974"/>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1055" rtl="0" fontAlgn="auto" latinLnBrk="0" hangingPunct="0">
                    <a:lnSpc>
                      <a:spcPct val="100000"/>
                    </a:lnSpc>
                    <a:spcBef>
                      <a:spcPts val="0"/>
                    </a:spcBef>
                    <a:spcAft>
                      <a:spcPts val="0"/>
                    </a:spcAft>
                    <a:buClrTx/>
                    <a:buSzTx/>
                    <a:buFontTx/>
                    <a:buNone/>
                  </a:pPr>
                  <a:r>
                    <a:rPr lang="en-US" altLang="zh-CN" sz="1000" dirty="0">
                      <a:solidFill>
                        <a:schemeClr val="tx1"/>
                      </a:solidFill>
                      <a:latin typeface="Arial" panose="020B0604020202090204" pitchFamily="34" charset="0"/>
                      <a:cs typeface="Arial" panose="020B0604020202090204" pitchFamily="34" charset="0"/>
                    </a:rPr>
                    <a:t>X-</a:t>
                  </a:r>
                  <a:endParaRPr kumimoji="0" lang="zh-CN" altLang="en-US" sz="1000" b="0" i="0" u="none" strike="noStrike" cap="none" spc="0" normalizeH="0" baseline="0" dirty="0">
                    <a:ln>
                      <a:noFill/>
                    </a:ln>
                    <a:solidFill>
                      <a:schemeClr val="tx1"/>
                    </a:solidFill>
                    <a:effectLst/>
                    <a:uFillTx/>
                    <a:latin typeface="Arial" panose="020B0604020202090204" pitchFamily="34" charset="0"/>
                    <a:cs typeface="Arial" panose="020B0604020202090204" pitchFamily="34" charset="0"/>
                    <a:sym typeface="Helvetica Neue" panose="02000503000000020004"/>
                  </a:endParaRPr>
                </a:p>
              </p:txBody>
            </p:sp>
            <p:sp>
              <p:nvSpPr>
                <p:cNvPr id="186" name="文本框 185"/>
                <p:cNvSpPr txBox="1"/>
                <p:nvPr/>
              </p:nvSpPr>
              <p:spPr>
                <a:xfrm>
                  <a:off x="10467701" y="11535649"/>
                  <a:ext cx="1282045" cy="1028974"/>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1055" rtl="0" fontAlgn="auto" latinLnBrk="0" hangingPunct="0">
                    <a:lnSpc>
                      <a:spcPct val="100000"/>
                    </a:lnSpc>
                    <a:spcBef>
                      <a:spcPts val="0"/>
                    </a:spcBef>
                    <a:spcAft>
                      <a:spcPts val="0"/>
                    </a:spcAft>
                    <a:buClrTx/>
                    <a:buSzTx/>
                    <a:buFontTx/>
                    <a:buNone/>
                  </a:pPr>
                  <a:r>
                    <a:rPr lang="en-US" altLang="zh-CN" sz="1000" dirty="0">
                      <a:solidFill>
                        <a:schemeClr val="tx1"/>
                      </a:solidFill>
                      <a:latin typeface="Arial" panose="020B0604020202090204" pitchFamily="34" charset="0"/>
                      <a:cs typeface="Arial" panose="020B0604020202090204" pitchFamily="34" charset="0"/>
                    </a:rPr>
                    <a:t>Y-</a:t>
                  </a:r>
                  <a:endParaRPr kumimoji="0" lang="zh-CN" altLang="en-US" sz="1000" b="0" i="0" u="none" strike="noStrike" cap="none" spc="0" normalizeH="0" baseline="0" dirty="0">
                    <a:ln>
                      <a:noFill/>
                    </a:ln>
                    <a:solidFill>
                      <a:schemeClr val="tx1"/>
                    </a:solidFill>
                    <a:effectLst/>
                    <a:uFillTx/>
                    <a:latin typeface="Arial" panose="020B0604020202090204" pitchFamily="34" charset="0"/>
                    <a:cs typeface="Arial" panose="020B0604020202090204" pitchFamily="34" charset="0"/>
                    <a:sym typeface="Helvetica Neue" panose="02000503000000020004"/>
                  </a:endParaRPr>
                </a:p>
              </p:txBody>
            </p:sp>
            <p:sp>
              <p:nvSpPr>
                <p:cNvPr id="187" name="文本框 186"/>
                <p:cNvSpPr txBox="1"/>
                <p:nvPr/>
              </p:nvSpPr>
              <p:spPr>
                <a:xfrm>
                  <a:off x="13472949" y="9725957"/>
                  <a:ext cx="1173959" cy="1028974"/>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1055" rtl="0" fontAlgn="auto" latinLnBrk="0" hangingPunct="0">
                    <a:lnSpc>
                      <a:spcPct val="100000"/>
                    </a:lnSpc>
                    <a:spcBef>
                      <a:spcPts val="0"/>
                    </a:spcBef>
                    <a:spcAft>
                      <a:spcPts val="0"/>
                    </a:spcAft>
                    <a:buClrTx/>
                    <a:buSzTx/>
                    <a:buFontTx/>
                    <a:buNone/>
                  </a:pPr>
                  <a:r>
                    <a:rPr lang="en-US" altLang="zh-CN" sz="1000" dirty="0">
                      <a:solidFill>
                        <a:schemeClr val="tx1"/>
                      </a:solidFill>
                      <a:latin typeface="Arial" panose="020B0604020202090204" pitchFamily="34" charset="0"/>
                      <a:cs typeface="Arial" panose="020B0604020202090204" pitchFamily="34" charset="0"/>
                    </a:rPr>
                    <a:t>X+</a:t>
                  </a:r>
                  <a:endParaRPr kumimoji="0" lang="zh-CN" altLang="en-US" sz="1000" b="0" i="0" u="none" strike="noStrike" cap="none" spc="0" normalizeH="0" baseline="0" dirty="0">
                    <a:ln>
                      <a:noFill/>
                    </a:ln>
                    <a:solidFill>
                      <a:schemeClr val="tx1"/>
                    </a:solidFill>
                    <a:effectLst/>
                    <a:uFillTx/>
                    <a:latin typeface="Arial" panose="020B0604020202090204" pitchFamily="34" charset="0"/>
                    <a:cs typeface="Arial" panose="020B0604020202090204" pitchFamily="34" charset="0"/>
                    <a:sym typeface="Helvetica Neue" panose="02000503000000020004"/>
                  </a:endParaRPr>
                </a:p>
              </p:txBody>
            </p:sp>
            <p:sp>
              <p:nvSpPr>
                <p:cNvPr id="188" name="文本框 187"/>
                <p:cNvSpPr txBox="1"/>
                <p:nvPr/>
              </p:nvSpPr>
              <p:spPr>
                <a:xfrm>
                  <a:off x="10174440" y="7153943"/>
                  <a:ext cx="1294139" cy="1028974"/>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1055" rtl="0" fontAlgn="auto" latinLnBrk="0" hangingPunct="0">
                    <a:lnSpc>
                      <a:spcPct val="100000"/>
                    </a:lnSpc>
                    <a:spcBef>
                      <a:spcPts val="0"/>
                    </a:spcBef>
                    <a:spcAft>
                      <a:spcPts val="0"/>
                    </a:spcAft>
                    <a:buClrTx/>
                    <a:buSzTx/>
                    <a:buFontTx/>
                    <a:buNone/>
                  </a:pPr>
                  <a:r>
                    <a:rPr lang="en-US" altLang="zh-CN" sz="1000" dirty="0">
                      <a:solidFill>
                        <a:schemeClr val="tx1"/>
                      </a:solidFill>
                      <a:latin typeface="Arial" panose="020B0604020202090204" pitchFamily="34" charset="0"/>
                      <a:cs typeface="Arial" panose="020B0604020202090204" pitchFamily="34" charset="0"/>
                    </a:rPr>
                    <a:t>Y+</a:t>
                  </a:r>
                  <a:endParaRPr kumimoji="0" lang="zh-CN" altLang="en-US" sz="1000" b="0" i="0" u="none" strike="noStrike" cap="none" spc="0" normalizeH="0" baseline="0" dirty="0">
                    <a:ln>
                      <a:noFill/>
                    </a:ln>
                    <a:solidFill>
                      <a:schemeClr val="tx1"/>
                    </a:solidFill>
                    <a:effectLst/>
                    <a:uFillTx/>
                    <a:latin typeface="Arial" panose="020B0604020202090204" pitchFamily="34" charset="0"/>
                    <a:cs typeface="Arial" panose="020B0604020202090204" pitchFamily="34" charset="0"/>
                    <a:sym typeface="Helvetica Neue" panose="02000503000000020004"/>
                  </a:endParaRPr>
                </a:p>
              </p:txBody>
            </p:sp>
          </p:grpSp>
          <p:sp>
            <p:nvSpPr>
              <p:cNvPr id="178" name="圆角矩形 177"/>
              <p:cNvSpPr/>
              <p:nvPr/>
            </p:nvSpPr>
            <p:spPr>
              <a:xfrm>
                <a:off x="19642357" y="10973172"/>
                <a:ext cx="592592" cy="1262484"/>
              </a:xfrm>
              <a:prstGeom prst="roundRect">
                <a:avLst/>
              </a:prstGeom>
              <a:noFill/>
              <a:ln w="25400" cap="flat">
                <a:solidFill>
                  <a:srgbClr val="FF0000"/>
                </a:solidFill>
                <a:prstDash val="sysDot"/>
                <a:round/>
              </a:ln>
            </p:spPr>
            <p:style>
              <a:lnRef idx="0">
                <a:scrgbClr r="0" g="0" b="0"/>
              </a:lnRef>
              <a:fillRef idx="0">
                <a:scrgbClr r="0" g="0" b="0"/>
              </a:fillRef>
              <a:effectRef idx="0">
                <a:scrgbClr r="0" g="0" b="0"/>
              </a:effectRef>
              <a:fontRef idx="none"/>
            </p:style>
            <p:txBody>
              <a:bodyPr rot="0" spcFirstLastPara="1" vertOverflow="overflow" horzOverflow="overflow" vert="horz" wrap="square" lIns="71435" tIns="71435" rIns="71435" bIns="71435" numCol="1" spcCol="38100" rtlCol="0" anchor="ctr">
                <a:spAutoFit/>
              </a:bodyPr>
              <a:lstStyle/>
              <a:p>
                <a:pPr marL="0" marR="0" indent="0" algn="ctr" defTabSz="821055" rtl="0" fontAlgn="auto" latinLnBrk="0" hangingPunct="0">
                  <a:lnSpc>
                    <a:spcPct val="100000"/>
                  </a:lnSpc>
                  <a:spcBef>
                    <a:spcPts val="0"/>
                  </a:spcBef>
                  <a:spcAft>
                    <a:spcPts val="0"/>
                  </a:spcAft>
                  <a:buClrTx/>
                  <a:buSzTx/>
                  <a:buFontTx/>
                  <a:buNone/>
                </a:pPr>
                <a:endParaRPr kumimoji="0" lang="zh-CN" altLang="en-US" sz="3200" b="0" i="0" u="none" strike="noStrike" cap="none" spc="0" normalizeH="0" baseline="0">
                  <a:ln>
                    <a:noFill/>
                  </a:ln>
                  <a:solidFill>
                    <a:srgbClr val="000000"/>
                  </a:solidFill>
                  <a:effectLst/>
                  <a:uFillTx/>
                  <a:latin typeface="Helvetica Neue" panose="02000503000000020004"/>
                  <a:ea typeface="Helvetica Neue" panose="02000503000000020004"/>
                  <a:cs typeface="Helvetica Neue" panose="02000503000000020004"/>
                  <a:sym typeface="Helvetica Neue" panose="02000503000000020004"/>
                </a:endParaRPr>
              </a:p>
            </p:txBody>
          </p:sp>
          <p:sp>
            <p:nvSpPr>
              <p:cNvPr id="179" name="圆角矩形 178"/>
              <p:cNvSpPr/>
              <p:nvPr/>
            </p:nvSpPr>
            <p:spPr>
              <a:xfrm>
                <a:off x="21630021" y="11002613"/>
                <a:ext cx="665503" cy="1262484"/>
              </a:xfrm>
              <a:prstGeom prst="roundRect">
                <a:avLst/>
              </a:prstGeom>
              <a:noFill/>
              <a:ln w="25400" cap="flat">
                <a:solidFill>
                  <a:srgbClr val="FF0000"/>
                </a:solidFill>
                <a:prstDash val="sysDot"/>
                <a:round/>
              </a:ln>
            </p:spPr>
            <p:style>
              <a:lnRef idx="0">
                <a:scrgbClr r="0" g="0" b="0"/>
              </a:lnRef>
              <a:fillRef idx="0">
                <a:scrgbClr r="0" g="0" b="0"/>
              </a:fillRef>
              <a:effectRef idx="0">
                <a:scrgbClr r="0" g="0" b="0"/>
              </a:effectRef>
              <a:fontRef idx="none"/>
            </p:style>
            <p:txBody>
              <a:bodyPr rot="0" spcFirstLastPara="1" vertOverflow="overflow" horzOverflow="overflow" vert="horz" wrap="square" lIns="71435" tIns="71435" rIns="71435" bIns="71435" numCol="1" spcCol="38100" rtlCol="0" anchor="ctr">
                <a:spAutoFit/>
              </a:bodyPr>
              <a:lstStyle/>
              <a:p>
                <a:pPr marL="0" marR="0" indent="0" algn="ctr" defTabSz="821055" rtl="0" fontAlgn="auto" latinLnBrk="0" hangingPunct="0">
                  <a:lnSpc>
                    <a:spcPct val="100000"/>
                  </a:lnSpc>
                  <a:spcBef>
                    <a:spcPts val="0"/>
                  </a:spcBef>
                  <a:spcAft>
                    <a:spcPts val="0"/>
                  </a:spcAft>
                  <a:buClrTx/>
                  <a:buSzTx/>
                  <a:buFontTx/>
                  <a:buNone/>
                </a:pPr>
                <a:endParaRPr kumimoji="0" lang="zh-CN" altLang="en-US" sz="3200" b="0" i="0" u="none" strike="noStrike" cap="none" spc="0" normalizeH="0" baseline="0">
                  <a:ln>
                    <a:noFill/>
                  </a:ln>
                  <a:solidFill>
                    <a:srgbClr val="000000"/>
                  </a:solidFill>
                  <a:effectLst/>
                  <a:uFillTx/>
                  <a:latin typeface="Helvetica Neue" panose="02000503000000020004"/>
                  <a:ea typeface="Helvetica Neue" panose="02000503000000020004"/>
                  <a:cs typeface="Helvetica Neue" panose="02000503000000020004"/>
                  <a:sym typeface="Helvetica Neue" panose="02000503000000020004"/>
                </a:endParaRPr>
              </a:p>
            </p:txBody>
          </p:sp>
          <p:pic>
            <p:nvPicPr>
              <p:cNvPr id="180" name="图片 179"/>
              <p:cNvPicPr>
                <a:picLocks noChangeAspect="1"/>
              </p:cNvPicPr>
              <p:nvPr/>
            </p:nvPicPr>
            <p:blipFill>
              <a:blip r:embed="rId15" cstate="email">
                <a:extLst>
                  <a:ext uri="{28A0092B-C50C-407E-A947-70E740481C1C}">
                    <a14:useLocalDpi xmlns:a14="http://schemas.microsoft.com/office/drawing/2010/main"/>
                  </a:ext>
                </a:extLst>
              </a:blip>
              <a:stretch>
                <a:fillRect/>
              </a:stretch>
            </p:blipFill>
            <p:spPr>
              <a:xfrm>
                <a:off x="17828753" y="11030271"/>
                <a:ext cx="870857" cy="1185489"/>
              </a:xfrm>
              <a:prstGeom prst="rect">
                <a:avLst/>
              </a:prstGeom>
            </p:spPr>
          </p:pic>
        </p:grpSp>
        <p:cxnSp>
          <p:nvCxnSpPr>
            <p:cNvPr id="162" name="直接箭头连接符 161"/>
            <p:cNvCxnSpPr/>
            <p:nvPr/>
          </p:nvCxnSpPr>
          <p:spPr>
            <a:xfrm>
              <a:off x="22290118" y="12469149"/>
              <a:ext cx="0" cy="360000"/>
            </a:xfrm>
            <a:prstGeom prst="straightConnector1">
              <a:avLst/>
            </a:prstGeom>
            <a:noFill/>
            <a:ln w="25400" cap="flat">
              <a:solidFill>
                <a:schemeClr val="accent1"/>
              </a:solidFill>
              <a:prstDash val="solid"/>
              <a:round/>
              <a:tailEnd type="triangle"/>
            </a:ln>
          </p:spPr>
          <p:style>
            <a:lnRef idx="0">
              <a:scrgbClr r="0" g="0" b="0"/>
            </a:lnRef>
            <a:fillRef idx="0">
              <a:scrgbClr r="0" g="0" b="0"/>
            </a:fillRef>
            <a:effectRef idx="0">
              <a:scrgbClr r="0" g="0" b="0"/>
            </a:effectRef>
            <a:fontRef idx="none"/>
          </p:style>
        </p:cxnSp>
      </p:grpSp>
      <p:sp>
        <p:nvSpPr>
          <p:cNvPr id="189" name="文本框 17"/>
          <p:cNvSpPr txBox="1"/>
          <p:nvPr/>
        </p:nvSpPr>
        <p:spPr>
          <a:xfrm>
            <a:off x="19513072" y="12221259"/>
            <a:ext cx="3370943" cy="716509"/>
          </a:xfrm>
          <a:prstGeom prst="rect">
            <a:avLst/>
          </a:prstGeom>
          <a:noFill/>
          <a:ln w="9525" cmpd="sng">
            <a:noFill/>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defTabSz="821055"/>
            <a:r>
              <a:rPr lang="en-US" altLang="zh-CN" sz="1600" dirty="0">
                <a:solidFill>
                  <a:srgbClr val="0432FF"/>
                </a:solidFill>
                <a:latin typeface="Arial" panose="020B0604020202090204" pitchFamily="34" charset="0"/>
                <a:cs typeface="Arial" panose="020B0604020202090204" pitchFamily="34" charset="0"/>
                <a:sym typeface="Helvetica Neue Thin" panose="02000503000000020004"/>
              </a:rPr>
              <a:t>IF(My&gt;0,90+</a:t>
            </a:r>
            <a:r>
              <a:rPr lang="el-GR" altLang="zh-CN" sz="1600" dirty="0">
                <a:solidFill>
                  <a:srgbClr val="0432FF"/>
                </a:solidFill>
                <a:latin typeface="Arial" panose="020B0604020202090204" pitchFamily="34" charset="0"/>
                <a:cs typeface="Arial" panose="020B0604020202090204" pitchFamily="34" charset="0"/>
                <a:sym typeface="Helvetica Neue Thin" panose="02000503000000020004"/>
              </a:rPr>
              <a:t>θ</a:t>
            </a:r>
            <a:r>
              <a:rPr lang="en-US" altLang="zh-CN" sz="1600" dirty="0">
                <a:solidFill>
                  <a:srgbClr val="0432FF"/>
                </a:solidFill>
                <a:latin typeface="Arial" panose="020B0604020202090204" pitchFamily="34" charset="0"/>
                <a:cs typeface="Arial" panose="020B0604020202090204" pitchFamily="34" charset="0"/>
                <a:sym typeface="Helvetica Neue Thin" panose="02000503000000020004"/>
              </a:rPr>
              <a:t>Z; My</a:t>
            </a:r>
            <a:r>
              <a:rPr lang="zh-CN" altLang="en-US" sz="1600" dirty="0">
                <a:solidFill>
                  <a:srgbClr val="0432FF"/>
                </a:solidFill>
                <a:latin typeface="Arial" panose="020B0604020202090204" pitchFamily="34" charset="0"/>
                <a:cs typeface="Arial" panose="020B0604020202090204" pitchFamily="34" charset="0"/>
                <a:sym typeface="Helvetica Neue Thin" panose="02000503000000020004"/>
              </a:rPr>
              <a:t>＜</a:t>
            </a:r>
            <a:r>
              <a:rPr lang="en-US" altLang="zh-CN" sz="1600" dirty="0">
                <a:solidFill>
                  <a:srgbClr val="0432FF"/>
                </a:solidFill>
                <a:latin typeface="Arial" panose="020B0604020202090204" pitchFamily="34" charset="0"/>
                <a:cs typeface="Arial" panose="020B0604020202090204" pitchFamily="34" charset="0"/>
                <a:sym typeface="Helvetica Neue Thin" panose="02000503000000020004"/>
              </a:rPr>
              <a:t>0,90-</a:t>
            </a:r>
            <a:r>
              <a:rPr lang="el-GR" altLang="zh-CN" sz="1600" dirty="0">
                <a:solidFill>
                  <a:srgbClr val="0432FF"/>
                </a:solidFill>
                <a:latin typeface="Arial" panose="020B0604020202090204" pitchFamily="34" charset="0"/>
                <a:cs typeface="Arial" panose="020B0604020202090204" pitchFamily="34" charset="0"/>
                <a:sym typeface="Helvetica Neue Thin" panose="02000503000000020004"/>
              </a:rPr>
              <a:t>θ</a:t>
            </a:r>
            <a:r>
              <a:rPr lang="en-US" altLang="zh-CN" sz="1600" dirty="0">
                <a:solidFill>
                  <a:srgbClr val="0432FF"/>
                </a:solidFill>
                <a:latin typeface="Arial" panose="020B0604020202090204" pitchFamily="34" charset="0"/>
                <a:cs typeface="Arial" panose="020B0604020202090204" pitchFamily="34" charset="0"/>
                <a:sym typeface="Helvetica Neue Thin" panose="02000503000000020004"/>
              </a:rPr>
              <a:t>Z)</a:t>
            </a:r>
            <a:endParaRPr lang="en-US" altLang="zh-CN" sz="1600" dirty="0">
              <a:solidFill>
                <a:srgbClr val="0432FF"/>
              </a:solidFill>
              <a:latin typeface="Arial" panose="020B0604020202090204" pitchFamily="34" charset="0"/>
              <a:ea typeface="+mj-ea"/>
              <a:cs typeface="Arial" panose="020B0604020202090204" pitchFamily="34" charset="0"/>
              <a:sym typeface="Helvetica Neue Thin" panose="02000503000000020004"/>
            </a:endParaRPr>
          </a:p>
        </p:txBody>
      </p:sp>
      <p:cxnSp>
        <p:nvCxnSpPr>
          <p:cNvPr id="190" name="直接箭头连接符 189"/>
          <p:cNvCxnSpPr/>
          <p:nvPr/>
        </p:nvCxnSpPr>
        <p:spPr>
          <a:xfrm>
            <a:off x="16763995" y="11225667"/>
            <a:ext cx="22029" cy="418162"/>
          </a:xfrm>
          <a:prstGeom prst="straightConnector1">
            <a:avLst/>
          </a:prstGeom>
          <a:noFill/>
          <a:ln w="9525" cap="flat">
            <a:solidFill>
              <a:srgbClr val="FF0000"/>
            </a:solidFill>
            <a:prstDash val="solid"/>
            <a:round/>
            <a:headEnd type="triangle"/>
            <a:tailEnd type="triangle"/>
          </a:ln>
          <a:effectLst/>
          <a:sp3d/>
        </p:spPr>
        <p:style>
          <a:lnRef idx="0">
            <a:scrgbClr r="0" g="0" b="0"/>
          </a:lnRef>
          <a:fillRef idx="0">
            <a:scrgbClr r="0" g="0" b="0"/>
          </a:fillRef>
          <a:effectRef idx="0">
            <a:scrgbClr r="0" g="0" b="0"/>
          </a:effectRef>
          <a:fontRef idx="none"/>
        </p:style>
      </p:cxnSp>
      <p:sp>
        <p:nvSpPr>
          <p:cNvPr id="191" name="文本框 190"/>
          <p:cNvSpPr txBox="1"/>
          <p:nvPr/>
        </p:nvSpPr>
        <p:spPr>
          <a:xfrm>
            <a:off x="16763995" y="11287029"/>
            <a:ext cx="785480" cy="28725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r>
              <a:rPr lang="zh-CN" altLang="en-US" sz="1200" dirty="0">
                <a:solidFill>
                  <a:srgbClr val="FF0000"/>
                </a:solidFill>
              </a:rPr>
              <a:t>≥</a:t>
            </a:r>
            <a:r>
              <a:rPr lang="en-US" altLang="zh-CN" sz="1200" dirty="0">
                <a:solidFill>
                  <a:srgbClr val="FF0000"/>
                </a:solidFill>
              </a:rPr>
              <a:t>600mm</a:t>
            </a:r>
            <a:endParaRPr kumimoji="0" lang="zh-CN" altLang="en-US" sz="1200" b="0" i="0" u="none" strike="noStrike" cap="none" spc="0" normalizeH="0" baseline="0" dirty="0">
              <a:ln>
                <a:noFill/>
              </a:ln>
              <a:solidFill>
                <a:srgbClr val="FF0000"/>
              </a:solidFill>
              <a:effectLst/>
              <a:uFillTx/>
              <a:sym typeface="Arial" panose="020B0604020202090204"/>
            </a:endParaRPr>
          </a:p>
        </p:txBody>
      </p:sp>
      <p:pic>
        <p:nvPicPr>
          <p:cNvPr id="192" name="图片 191"/>
          <p:cNvPicPr>
            <a:picLocks noChangeAspect="1"/>
          </p:cNvPicPr>
          <p:nvPr/>
        </p:nvPicPr>
        <p:blipFill>
          <a:blip r:embed="rId11" cstate="email">
            <a:clrChange>
              <a:clrFrom>
                <a:srgbClr val="777777"/>
              </a:clrFrom>
              <a:clrTo>
                <a:srgbClr val="777777">
                  <a:alpha val="0"/>
                </a:srgbClr>
              </a:clrTo>
            </a:clrChange>
            <a:extLst>
              <a:ext uri="{28A0092B-C50C-407E-A947-70E740481C1C}">
                <a14:useLocalDpi xmlns:a14="http://schemas.microsoft.com/office/drawing/2010/main"/>
              </a:ext>
            </a:extLst>
          </a:blip>
          <a:stretch>
            <a:fillRect/>
          </a:stretch>
        </p:blipFill>
        <p:spPr>
          <a:xfrm>
            <a:off x="15091274" y="11221775"/>
            <a:ext cx="286897" cy="104130"/>
          </a:xfrm>
          <a:prstGeom prst="rect">
            <a:avLst/>
          </a:prstGeom>
        </p:spPr>
      </p:pic>
    </p:spTree>
    <p:extLst>
      <p:ext uri="{BB962C8B-B14F-4D97-AF65-F5344CB8AC3E}">
        <p14:creationId xmlns:p14="http://schemas.microsoft.com/office/powerpoint/2010/main" val="1164706164"/>
      </p:ext>
    </p:extLst>
  </p:cSld>
  <p:clrMapOvr>
    <a:masterClrMapping/>
  </p:clrMapOvr>
  <p:transition spd="me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MTD | X1335 Metrology Details-Magnet 160-02017-05 (Series)">
            <a:extLst>
              <a:ext uri="{FF2B5EF4-FFF2-40B4-BE49-F238E27FC236}">
                <a16:creationId xmlns:a16="http://schemas.microsoft.com/office/drawing/2014/main" id="{97E9F8AC-CB39-1B4D-BC63-0DDCCB87880A}"/>
              </a:ext>
            </a:extLst>
          </p:cNvPr>
          <p:cNvSpPr txBox="1">
            <a:spLocks/>
          </p:cNvSpPr>
          <p:nvPr/>
        </p:nvSpPr>
        <p:spPr>
          <a:xfrm>
            <a:off x="784322" y="504711"/>
            <a:ext cx="13187368" cy="83125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chor="ctr">
            <a:normAutofit fontScale="92500"/>
          </a:bodyPr>
          <a:lstStyle>
            <a:lvl1pPr marL="0" marR="0" indent="0" algn="ctr" defTabSz="821530" rtl="0" latinLnBrk="0">
              <a:lnSpc>
                <a:spcPct val="100000"/>
              </a:lnSpc>
              <a:spcBef>
                <a:spcPts val="0"/>
              </a:spcBef>
              <a:spcAft>
                <a:spcPts val="0"/>
              </a:spcAft>
              <a:buClrTx/>
              <a:buSzTx/>
              <a:buFontTx/>
              <a:buNone/>
              <a:tabLst/>
              <a:defRPr sz="11200" b="0" i="0" u="none" strike="noStrike" cap="none" spc="0" baseline="0">
                <a:ln>
                  <a:noFill/>
                </a:ln>
                <a:solidFill>
                  <a:srgbClr val="000000"/>
                </a:solidFill>
                <a:uFillTx/>
                <a:latin typeface="+mj-lt"/>
                <a:ea typeface="+mj-ea"/>
                <a:cs typeface="+mj-cs"/>
                <a:sym typeface="Helvetica Neue Medium"/>
              </a:defRPr>
            </a:lvl1pPr>
            <a:lvl2pPr marL="0" marR="0" indent="0" algn="ctr" defTabSz="821530" rtl="0" latinLnBrk="0">
              <a:lnSpc>
                <a:spcPct val="100000"/>
              </a:lnSpc>
              <a:spcBef>
                <a:spcPts val="0"/>
              </a:spcBef>
              <a:spcAft>
                <a:spcPts val="0"/>
              </a:spcAft>
              <a:buClrTx/>
              <a:buSzTx/>
              <a:buFontTx/>
              <a:buNone/>
              <a:tabLst/>
              <a:defRPr sz="11200" b="0" i="0" u="none" strike="noStrike" cap="none" spc="0" baseline="0">
                <a:ln>
                  <a:noFill/>
                </a:ln>
                <a:solidFill>
                  <a:srgbClr val="000000"/>
                </a:solidFill>
                <a:uFillTx/>
                <a:latin typeface="+mj-lt"/>
                <a:ea typeface="+mj-ea"/>
                <a:cs typeface="+mj-cs"/>
                <a:sym typeface="Helvetica Neue Medium"/>
              </a:defRPr>
            </a:lvl2pPr>
            <a:lvl3pPr marL="0" marR="0" indent="0" algn="ctr" defTabSz="821530" rtl="0" latinLnBrk="0">
              <a:lnSpc>
                <a:spcPct val="100000"/>
              </a:lnSpc>
              <a:spcBef>
                <a:spcPts val="0"/>
              </a:spcBef>
              <a:spcAft>
                <a:spcPts val="0"/>
              </a:spcAft>
              <a:buClrTx/>
              <a:buSzTx/>
              <a:buFontTx/>
              <a:buNone/>
              <a:tabLst/>
              <a:defRPr sz="11200" b="0" i="0" u="none" strike="noStrike" cap="none" spc="0" baseline="0">
                <a:ln>
                  <a:noFill/>
                </a:ln>
                <a:solidFill>
                  <a:srgbClr val="000000"/>
                </a:solidFill>
                <a:uFillTx/>
                <a:latin typeface="+mj-lt"/>
                <a:ea typeface="+mj-ea"/>
                <a:cs typeface="+mj-cs"/>
                <a:sym typeface="Helvetica Neue Medium"/>
              </a:defRPr>
            </a:lvl3pPr>
            <a:lvl4pPr marL="0" marR="0" indent="0" algn="ctr" defTabSz="821530" rtl="0" latinLnBrk="0">
              <a:lnSpc>
                <a:spcPct val="100000"/>
              </a:lnSpc>
              <a:spcBef>
                <a:spcPts val="0"/>
              </a:spcBef>
              <a:spcAft>
                <a:spcPts val="0"/>
              </a:spcAft>
              <a:buClrTx/>
              <a:buSzTx/>
              <a:buFontTx/>
              <a:buNone/>
              <a:tabLst/>
              <a:defRPr sz="11200" b="0" i="0" u="none" strike="noStrike" cap="none" spc="0" baseline="0">
                <a:ln>
                  <a:noFill/>
                </a:ln>
                <a:solidFill>
                  <a:srgbClr val="000000"/>
                </a:solidFill>
                <a:uFillTx/>
                <a:latin typeface="+mj-lt"/>
                <a:ea typeface="+mj-ea"/>
                <a:cs typeface="+mj-cs"/>
                <a:sym typeface="Helvetica Neue Medium"/>
              </a:defRPr>
            </a:lvl4pPr>
            <a:lvl5pPr marL="0" marR="0" indent="0" algn="ctr" defTabSz="821530" rtl="0" latinLnBrk="0">
              <a:lnSpc>
                <a:spcPct val="100000"/>
              </a:lnSpc>
              <a:spcBef>
                <a:spcPts val="0"/>
              </a:spcBef>
              <a:spcAft>
                <a:spcPts val="0"/>
              </a:spcAft>
              <a:buClrTx/>
              <a:buSzTx/>
              <a:buFontTx/>
              <a:buNone/>
              <a:tabLst/>
              <a:defRPr sz="11200" b="0" i="0" u="none" strike="noStrike" cap="none" spc="0" baseline="0">
                <a:ln>
                  <a:noFill/>
                </a:ln>
                <a:solidFill>
                  <a:srgbClr val="000000"/>
                </a:solidFill>
                <a:uFillTx/>
                <a:latin typeface="+mj-lt"/>
                <a:ea typeface="+mj-ea"/>
                <a:cs typeface="+mj-cs"/>
                <a:sym typeface="Helvetica Neue Medium"/>
              </a:defRPr>
            </a:lvl5pPr>
            <a:lvl6pPr marL="0" marR="0" indent="0" algn="ctr" defTabSz="821530" rtl="0" latinLnBrk="0">
              <a:lnSpc>
                <a:spcPct val="100000"/>
              </a:lnSpc>
              <a:spcBef>
                <a:spcPts val="0"/>
              </a:spcBef>
              <a:spcAft>
                <a:spcPts val="0"/>
              </a:spcAft>
              <a:buClrTx/>
              <a:buSzTx/>
              <a:buFontTx/>
              <a:buNone/>
              <a:tabLst/>
              <a:defRPr sz="11200" b="0" i="0" u="none" strike="noStrike" cap="none" spc="0" baseline="0">
                <a:ln>
                  <a:noFill/>
                </a:ln>
                <a:solidFill>
                  <a:srgbClr val="000000"/>
                </a:solidFill>
                <a:uFillTx/>
                <a:latin typeface="+mj-lt"/>
                <a:ea typeface="+mj-ea"/>
                <a:cs typeface="+mj-cs"/>
                <a:sym typeface="Helvetica Neue Medium"/>
              </a:defRPr>
            </a:lvl6pPr>
            <a:lvl7pPr marL="0" marR="0" indent="0" algn="ctr" defTabSz="821530" rtl="0" latinLnBrk="0">
              <a:lnSpc>
                <a:spcPct val="100000"/>
              </a:lnSpc>
              <a:spcBef>
                <a:spcPts val="0"/>
              </a:spcBef>
              <a:spcAft>
                <a:spcPts val="0"/>
              </a:spcAft>
              <a:buClrTx/>
              <a:buSzTx/>
              <a:buFontTx/>
              <a:buNone/>
              <a:tabLst/>
              <a:defRPr sz="11200" b="0" i="0" u="none" strike="noStrike" cap="none" spc="0" baseline="0">
                <a:ln>
                  <a:noFill/>
                </a:ln>
                <a:solidFill>
                  <a:srgbClr val="000000"/>
                </a:solidFill>
                <a:uFillTx/>
                <a:latin typeface="+mj-lt"/>
                <a:ea typeface="+mj-ea"/>
                <a:cs typeface="+mj-cs"/>
                <a:sym typeface="Helvetica Neue Medium"/>
              </a:defRPr>
            </a:lvl7pPr>
            <a:lvl8pPr marL="0" marR="0" indent="0" algn="ctr" defTabSz="821530" rtl="0" latinLnBrk="0">
              <a:lnSpc>
                <a:spcPct val="100000"/>
              </a:lnSpc>
              <a:spcBef>
                <a:spcPts val="0"/>
              </a:spcBef>
              <a:spcAft>
                <a:spcPts val="0"/>
              </a:spcAft>
              <a:buClrTx/>
              <a:buSzTx/>
              <a:buFontTx/>
              <a:buNone/>
              <a:tabLst/>
              <a:defRPr sz="11200" b="0" i="0" u="none" strike="noStrike" cap="none" spc="0" baseline="0">
                <a:ln>
                  <a:noFill/>
                </a:ln>
                <a:solidFill>
                  <a:srgbClr val="000000"/>
                </a:solidFill>
                <a:uFillTx/>
                <a:latin typeface="+mj-lt"/>
                <a:ea typeface="+mj-ea"/>
                <a:cs typeface="+mj-cs"/>
                <a:sym typeface="Helvetica Neue Medium"/>
              </a:defRPr>
            </a:lvl8pPr>
            <a:lvl9pPr marL="0" marR="0" indent="0" algn="ctr" defTabSz="821530" rtl="0" latinLnBrk="0">
              <a:lnSpc>
                <a:spcPct val="100000"/>
              </a:lnSpc>
              <a:spcBef>
                <a:spcPts val="0"/>
              </a:spcBef>
              <a:spcAft>
                <a:spcPts val="0"/>
              </a:spcAft>
              <a:buClrTx/>
              <a:buSzTx/>
              <a:buFontTx/>
              <a:buNone/>
              <a:tabLst/>
              <a:defRPr sz="11200" b="0" i="0" u="none" strike="noStrike" cap="none" spc="0" baseline="0">
                <a:ln>
                  <a:noFill/>
                </a:ln>
                <a:solidFill>
                  <a:srgbClr val="000000"/>
                </a:solidFill>
                <a:uFillTx/>
                <a:latin typeface="+mj-lt"/>
                <a:ea typeface="+mj-ea"/>
                <a:cs typeface="+mj-cs"/>
                <a:sym typeface="Helvetica Neue Medium"/>
              </a:defRPr>
            </a:lvl9pPr>
          </a:lstStyle>
          <a:p>
            <a:pPr algn="l" defTabSz="212866" hangingPunct="1">
              <a:defRPr sz="4400">
                <a:solidFill>
                  <a:srgbClr val="024C90"/>
                </a:solidFill>
                <a:latin typeface="Helvetica Neue Light"/>
                <a:ea typeface="Helvetica Neue Light"/>
                <a:cs typeface="Helvetica Neue Light"/>
                <a:sym typeface="Helvetica Neue Light"/>
              </a:defRPr>
            </a:pPr>
            <a:r>
              <a:rPr lang="en-US" altLang="zh-CN" sz="4400" dirty="0">
                <a:solidFill>
                  <a:srgbClr val="024C90"/>
                </a:solidFill>
                <a:latin typeface="Arial" panose="020B0604020202020204" pitchFamily="34" charset="0"/>
                <a:ea typeface="Helvetica Neue Light"/>
                <a:cs typeface="Arial" panose="020B0604020202020204" pitchFamily="34" charset="0"/>
              </a:rPr>
              <a:t>MTD | </a:t>
            </a:r>
            <a:r>
              <a:rPr lang="en-US" altLang="zh-CN" sz="4400" dirty="0">
                <a:solidFill>
                  <a:schemeClr val="tx1"/>
                </a:solidFill>
                <a:latin typeface="Arial" panose="020B0604020202020204" pitchFamily="34" charset="0"/>
                <a:cs typeface="Arial" panose="020B0604020202020204" pitchFamily="34" charset="0"/>
              </a:rPr>
              <a:t>OMM Coordinate System Establishing-FAI6/FAI7</a:t>
            </a:r>
            <a:endParaRPr lang="sv-SE" altLang="zh-CN" sz="4400" dirty="0">
              <a:solidFill>
                <a:schemeClr val="tx1"/>
              </a:solidFill>
              <a:latin typeface="Arial" panose="020B0604020202020204" pitchFamily="34" charset="0"/>
              <a:ea typeface="Helvetica Neue Light"/>
              <a:cs typeface="Arial" panose="020B0604020202020204" pitchFamily="34" charset="0"/>
              <a:sym typeface="Helvetica Neue Light"/>
            </a:endParaRPr>
          </a:p>
        </p:txBody>
      </p:sp>
      <p:graphicFrame>
        <p:nvGraphicFramePr>
          <p:cNvPr id="10" name="表格"/>
          <p:cNvGraphicFramePr/>
          <p:nvPr/>
        </p:nvGraphicFramePr>
        <p:xfrm>
          <a:off x="830098" y="1335968"/>
          <a:ext cx="22821220" cy="12172111"/>
        </p:xfrm>
        <a:graphic>
          <a:graphicData uri="http://schemas.openxmlformats.org/drawingml/2006/table">
            <a:tbl>
              <a:tblPr>
                <a:tableStyleId>{4C3C2611-4C71-4FC5-86AE-919BDF0F9419}</a:tableStyleId>
              </a:tblPr>
              <a:tblGrid>
                <a:gridCol w="22821220">
                  <a:extLst>
                    <a:ext uri="{9D8B030D-6E8A-4147-A177-3AD203B41FA5}">
                      <a16:colId xmlns:a16="http://schemas.microsoft.com/office/drawing/2014/main" val="20000"/>
                    </a:ext>
                  </a:extLst>
                </a:gridCol>
              </a:tblGrid>
              <a:tr h="12172111">
                <a:tc>
                  <a:txBody>
                    <a:bodyPr/>
                    <a:lstStyle/>
                    <a:p>
                      <a:pPr marL="0" marR="0" indent="0" algn="l" defTabSz="409575" rtl="0" eaLnBrk="1" fontAlgn="auto" latinLnBrk="0" hangingPunct="1">
                        <a:lnSpc>
                          <a:spcPct val="100000"/>
                        </a:lnSpc>
                        <a:spcBef>
                          <a:spcPts val="0"/>
                        </a:spcBef>
                        <a:spcAft>
                          <a:spcPts val="0"/>
                        </a:spcAft>
                        <a:buClrTx/>
                        <a:buSzTx/>
                        <a:buFontTx/>
                        <a:buNone/>
                        <a:tabLst/>
                        <a:defRPr>
                          <a:latin typeface="Helvetica Neue Light" panose="02000503000000020004"/>
                          <a:ea typeface="Helvetica Neue Light" panose="02000503000000020004"/>
                          <a:cs typeface="Helvetica Neue Light" panose="02000503000000020004"/>
                          <a:sym typeface="Helvetica Neue Light" panose="02000503000000020004"/>
                        </a:defRPr>
                      </a:pPr>
                      <a:r>
                        <a:rPr lang="en-US" altLang="zh-CN" sz="2400" b="0" i="0" u="none" strike="noStrike" cap="none" spc="0" baseline="0" dirty="0">
                          <a:ln>
                            <a:noFill/>
                          </a:ln>
                          <a:solidFill>
                            <a:srgbClr val="000000"/>
                          </a:solidFill>
                          <a:uFillTx/>
                          <a:latin typeface="Arial" panose="020B0604020202020204" pitchFamily="34" charset="0"/>
                          <a:ea typeface="Helvetica Neue Light" panose="02000503000000020004"/>
                          <a:cs typeface="Arial" panose="020B0604020202020204" pitchFamily="34" charset="0"/>
                          <a:sym typeface="Helvetica Neue Light"/>
                        </a:rPr>
                        <a:t>1.</a:t>
                      </a:r>
                      <a:r>
                        <a:rPr lang="zh-CN" altLang="en-US" sz="2400" b="0" i="0" u="none" strike="noStrike" cap="none" spc="0" baseline="0" dirty="0">
                          <a:ln>
                            <a:noFill/>
                          </a:ln>
                          <a:solidFill>
                            <a:srgbClr val="000000"/>
                          </a:solidFill>
                          <a:uFillTx/>
                          <a:latin typeface="Arial" panose="020B0604020202020204" pitchFamily="34" charset="0"/>
                          <a:ea typeface="Helvetica Neue Light" panose="02000503000000020004"/>
                          <a:cs typeface="Arial" panose="020B0604020202020204" pitchFamily="34" charset="0"/>
                          <a:sym typeface="Helvetica" panose="020B0604020202030204"/>
                        </a:rPr>
                        <a:t>将产品如图平放在测量平台上</a:t>
                      </a:r>
                      <a:r>
                        <a:rPr lang="zh-CN" altLang="en-US" sz="2400" b="0" i="0" u="none" strike="noStrike" cap="none" spc="0" baseline="0" dirty="0">
                          <a:ln>
                            <a:noFill/>
                          </a:ln>
                          <a:solidFill>
                            <a:srgbClr val="000000"/>
                          </a:solidFill>
                          <a:uFillTx/>
                          <a:latin typeface="Arial" panose="020B0604020202020204" pitchFamily="34" charset="0"/>
                          <a:ea typeface="Helvetica Neue Light" panose="02000503000000020004"/>
                          <a:cs typeface="Arial" panose="020B0604020202020204" pitchFamily="34" charset="0"/>
                          <a:sym typeface="Helvetica Neue Thin" panose="02000503000000020004"/>
                        </a:rPr>
                        <a:t>；（底光</a:t>
                      </a:r>
                      <a:r>
                        <a:rPr lang="en-US" altLang="zh-CN" sz="2400" b="0" i="0" u="none" strike="noStrike" cap="none" spc="0" baseline="0" dirty="0">
                          <a:ln>
                            <a:noFill/>
                          </a:ln>
                          <a:solidFill>
                            <a:srgbClr val="000000"/>
                          </a:solidFill>
                          <a:uFillTx/>
                          <a:latin typeface="Arial" panose="020B0604020202020204" pitchFamily="34" charset="0"/>
                          <a:ea typeface="Helvetica Neue Light" panose="02000503000000020004"/>
                          <a:cs typeface="Arial" panose="020B0604020202020204" pitchFamily="34" charset="0"/>
                          <a:sym typeface="Helvetica Neue Thin" panose="02000503000000020004"/>
                        </a:rPr>
                        <a:t>30% </a:t>
                      </a:r>
                      <a:r>
                        <a:rPr lang="zh-CN" altLang="en-US" sz="2400" b="0" i="0" u="none" strike="noStrike" cap="none" spc="0" baseline="0" dirty="0">
                          <a:ln>
                            <a:noFill/>
                          </a:ln>
                          <a:solidFill>
                            <a:srgbClr val="000000"/>
                          </a:solidFill>
                          <a:uFillTx/>
                          <a:latin typeface="Arial" panose="020B0604020202020204" pitchFamily="34" charset="0"/>
                          <a:ea typeface="Helvetica Neue Light" panose="02000503000000020004"/>
                          <a:cs typeface="Arial" panose="020B0604020202020204" pitchFamily="34" charset="0"/>
                          <a:sym typeface="Helvetica Neue Thin" panose="02000503000000020004"/>
                        </a:rPr>
                        <a:t>，倍率</a:t>
                      </a:r>
                      <a:r>
                        <a:rPr lang="en-US" altLang="zh-CN" sz="2400" b="0" i="0" u="none" strike="noStrike" cap="none" spc="0" baseline="0" dirty="0">
                          <a:ln>
                            <a:noFill/>
                          </a:ln>
                          <a:solidFill>
                            <a:srgbClr val="000000"/>
                          </a:solidFill>
                          <a:uFillTx/>
                          <a:latin typeface="Arial" panose="020B0604020202020204" pitchFamily="34" charset="0"/>
                          <a:ea typeface="Helvetica Neue Light" panose="02000503000000020004"/>
                          <a:cs typeface="Arial" panose="020B0604020202020204" pitchFamily="34" charset="0"/>
                          <a:sym typeface="Helvetica Neue Thin" panose="02000503000000020004"/>
                        </a:rPr>
                        <a:t>48X</a:t>
                      </a:r>
                      <a:r>
                        <a:rPr lang="zh-CN" altLang="en-US" sz="2400" b="0" i="0" u="none" strike="noStrike" cap="none" spc="0" baseline="0" dirty="0">
                          <a:ln>
                            <a:noFill/>
                          </a:ln>
                          <a:solidFill>
                            <a:srgbClr val="000000"/>
                          </a:solidFill>
                          <a:uFillTx/>
                          <a:latin typeface="Arial" panose="020B0604020202020204" pitchFamily="34" charset="0"/>
                          <a:ea typeface="Helvetica Neue Light" panose="02000503000000020004"/>
                          <a:cs typeface="Arial" panose="020B0604020202020204" pitchFamily="34" charset="0"/>
                          <a:sym typeface="Helvetica Neue Thin" panose="02000503000000020004"/>
                        </a:rPr>
                        <a:t>）</a:t>
                      </a:r>
                      <a:endParaRPr lang="en-US" altLang="zh-CN" sz="2400" b="0" i="0" u="none" strike="noStrike" cap="none" spc="0" baseline="0" dirty="0">
                        <a:ln>
                          <a:noFill/>
                        </a:ln>
                        <a:solidFill>
                          <a:srgbClr val="000000"/>
                        </a:solidFill>
                        <a:uFillTx/>
                        <a:latin typeface="Arial" panose="020B0604020202020204" pitchFamily="34" charset="0"/>
                        <a:ea typeface="Helvetica Neue Light" panose="02000503000000020004"/>
                        <a:cs typeface="Arial" panose="020B0604020202020204" pitchFamily="34" charset="0"/>
                        <a:sym typeface="Helvetica Neue Thin" panose="02000503000000020004"/>
                      </a:endParaRPr>
                    </a:p>
                    <a:p>
                      <a:pPr marL="0" marR="0" indent="0" algn="l" defTabSz="409575" rtl="0" latinLnBrk="0">
                        <a:lnSpc>
                          <a:spcPct val="100000"/>
                        </a:lnSpc>
                        <a:spcBef>
                          <a:spcPts val="0"/>
                        </a:spcBef>
                        <a:spcAft>
                          <a:spcPts val="0"/>
                        </a:spcAft>
                        <a:buClrTx/>
                        <a:buSzTx/>
                        <a:buFontTx/>
                        <a:buNone/>
                        <a:defRPr>
                          <a:latin typeface="Helvetica Neue Light" panose="02000503000000020004"/>
                          <a:ea typeface="Helvetica Neue Light" panose="02000503000000020004"/>
                          <a:cs typeface="Helvetica Neue Light" panose="02000503000000020004"/>
                          <a:sym typeface="Helvetica Neue Light" panose="02000503000000020004"/>
                        </a:defRPr>
                      </a:pPr>
                      <a:r>
                        <a:rPr lang="en-US" altLang="zh-CN" sz="2400" b="0" i="0" u="none" strike="noStrike" cap="none" spc="0" baseline="0" dirty="0">
                          <a:ln>
                            <a:noFill/>
                          </a:ln>
                          <a:solidFill>
                            <a:srgbClr val="000000"/>
                          </a:solidFill>
                          <a:uFillTx/>
                          <a:latin typeface="Arial" panose="020B0604020202020204" pitchFamily="34" charset="0"/>
                          <a:ea typeface="Helvetica Neue Light" panose="02000503000000020004"/>
                          <a:cs typeface="Arial" panose="020B0604020202020204" pitchFamily="34" charset="0"/>
                          <a:sym typeface="Helvetica Neue Thin" panose="02000503000000020004"/>
                        </a:rPr>
                        <a:t>2.</a:t>
                      </a:r>
                      <a:r>
                        <a:rPr lang="zh-CN" altLang="en-US" sz="2400" b="0" i="0" u="none" strike="noStrike" cap="none" spc="0" baseline="0" dirty="0">
                          <a:ln>
                            <a:noFill/>
                          </a:ln>
                          <a:solidFill>
                            <a:srgbClr val="000000"/>
                          </a:solidFill>
                          <a:uFillTx/>
                          <a:latin typeface="Arial" panose="020B0604020202020204" pitchFamily="34" charset="0"/>
                          <a:ea typeface="Helvetica Neue Light" panose="02000503000000020004"/>
                          <a:cs typeface="Arial" panose="020B0604020202020204" pitchFamily="34" charset="0"/>
                          <a:sym typeface="Helvetica Neue Thin" panose="02000503000000020004"/>
                        </a:rPr>
                        <a:t>如下图避开边缘</a:t>
                      </a:r>
                      <a:r>
                        <a:rPr lang="en-US" altLang="zh-CN" sz="2400" b="0" i="0" u="none" strike="noStrike" cap="none" spc="0" baseline="0" dirty="0">
                          <a:ln>
                            <a:noFill/>
                          </a:ln>
                          <a:solidFill>
                            <a:srgbClr val="000000"/>
                          </a:solidFill>
                          <a:uFillTx/>
                          <a:latin typeface="Arial" panose="020B0604020202020204" pitchFamily="34" charset="0"/>
                          <a:ea typeface="Helvetica Neue Light" panose="02000503000000020004"/>
                          <a:cs typeface="Arial" panose="020B0604020202020204" pitchFamily="34" charset="0"/>
                          <a:sym typeface="Helvetica Neue Thin" panose="02000503000000020004"/>
                        </a:rPr>
                        <a:t>R</a:t>
                      </a:r>
                      <a:r>
                        <a:rPr lang="zh-CN" altLang="en-US" sz="2400" b="0" i="0" u="none" strike="noStrike" cap="none" spc="0" baseline="0" dirty="0">
                          <a:ln>
                            <a:noFill/>
                          </a:ln>
                          <a:solidFill>
                            <a:srgbClr val="000000"/>
                          </a:solidFill>
                          <a:uFillTx/>
                          <a:latin typeface="Arial" panose="020B0604020202020204" pitchFamily="34" charset="0"/>
                          <a:ea typeface="Helvetica Neue Light" panose="02000503000000020004"/>
                          <a:cs typeface="Arial" panose="020B0604020202020204" pitchFamily="34" charset="0"/>
                          <a:sym typeface="Helvetica Neue Thin" panose="02000503000000020004"/>
                        </a:rPr>
                        <a:t>角取线</a:t>
                      </a:r>
                      <a:r>
                        <a:rPr lang="en-US" altLang="zh-CN" sz="2400" b="0" i="0" u="none" strike="noStrike" cap="none" spc="0" baseline="0" dirty="0">
                          <a:ln>
                            <a:noFill/>
                          </a:ln>
                          <a:solidFill>
                            <a:srgbClr val="000000"/>
                          </a:solidFill>
                          <a:uFillTx/>
                          <a:latin typeface="Arial" panose="020B0604020202020204" pitchFamily="34" charset="0"/>
                          <a:ea typeface="Helvetica Neue Light" panose="02000503000000020004"/>
                          <a:cs typeface="Arial" panose="020B0604020202020204" pitchFamily="34" charset="0"/>
                          <a:sym typeface="Helvetica Neue Thin" panose="02000503000000020004"/>
                        </a:rPr>
                        <a:t>X1/Y1</a:t>
                      </a:r>
                      <a:r>
                        <a:rPr lang="zh-CN" altLang="en-US" sz="2400" b="0" i="0" u="none" strike="noStrike" cap="none" spc="0" baseline="0" dirty="0">
                          <a:ln>
                            <a:noFill/>
                          </a:ln>
                          <a:solidFill>
                            <a:srgbClr val="000000"/>
                          </a:solidFill>
                          <a:uFillTx/>
                          <a:latin typeface="Arial" panose="020B0604020202020204" pitchFamily="34" charset="0"/>
                          <a:ea typeface="Helvetica Neue Light" panose="02000503000000020004"/>
                          <a:cs typeface="Arial" panose="020B0604020202020204" pitchFamily="34" charset="0"/>
                          <a:sym typeface="Helvetica Neue Thin" panose="02000503000000020004"/>
                        </a:rPr>
                        <a:t>、</a:t>
                      </a:r>
                      <a:r>
                        <a:rPr lang="en-US" altLang="zh-CN" sz="2400" b="0" i="0" u="none" strike="noStrike" cap="none" spc="0" baseline="0" dirty="0">
                          <a:ln>
                            <a:noFill/>
                          </a:ln>
                          <a:solidFill>
                            <a:srgbClr val="000000"/>
                          </a:solidFill>
                          <a:uFillTx/>
                          <a:latin typeface="Arial" panose="020B0604020202020204" pitchFamily="34" charset="0"/>
                          <a:ea typeface="Helvetica Neue Light" panose="02000503000000020004"/>
                          <a:cs typeface="Arial" panose="020B0604020202020204" pitchFamily="34" charset="0"/>
                          <a:sym typeface="Helvetica Neue Thin" panose="02000503000000020004"/>
                        </a:rPr>
                        <a:t>X2/Y2</a:t>
                      </a:r>
                      <a:r>
                        <a:rPr lang="zh-CN" altLang="en-US" sz="2400" b="0" i="0" u="none" strike="noStrike" cap="none" spc="0" baseline="0" dirty="0">
                          <a:ln>
                            <a:noFill/>
                          </a:ln>
                          <a:solidFill>
                            <a:srgbClr val="000000"/>
                          </a:solidFill>
                          <a:uFillTx/>
                          <a:latin typeface="Arial" panose="020B0604020202020204" pitchFamily="34" charset="0"/>
                          <a:ea typeface="Helvetica Neue Light" panose="02000503000000020004"/>
                          <a:cs typeface="Arial" panose="020B0604020202020204" pitchFamily="34" charset="0"/>
                          <a:sym typeface="Helvetica Neue Thin" panose="02000503000000020004"/>
                        </a:rPr>
                        <a:t>、</a:t>
                      </a:r>
                      <a:r>
                        <a:rPr lang="en-US" altLang="zh-CN" sz="2400" b="0" i="0" u="none" strike="noStrike" cap="none" spc="0" baseline="0" dirty="0">
                          <a:ln>
                            <a:noFill/>
                          </a:ln>
                          <a:solidFill>
                            <a:srgbClr val="000000"/>
                          </a:solidFill>
                          <a:uFillTx/>
                          <a:latin typeface="Arial" panose="020B0604020202020204" pitchFamily="34" charset="0"/>
                          <a:ea typeface="Helvetica Neue Light" panose="02000503000000020004"/>
                          <a:cs typeface="Arial" panose="020B0604020202020204" pitchFamily="34" charset="0"/>
                          <a:sym typeface="Helvetica Neue Thin" panose="02000503000000020004"/>
                        </a:rPr>
                        <a:t>X3/Y3</a:t>
                      </a:r>
                      <a:r>
                        <a:rPr lang="zh-CN" altLang="en-US" sz="2400" b="0" i="0" u="none" strike="noStrike" cap="none" spc="0" baseline="0" dirty="0">
                          <a:ln>
                            <a:noFill/>
                          </a:ln>
                          <a:solidFill>
                            <a:srgbClr val="000000"/>
                          </a:solidFill>
                          <a:uFillTx/>
                          <a:latin typeface="Arial" panose="020B0604020202020204" pitchFamily="34" charset="0"/>
                          <a:ea typeface="Helvetica Neue Light" panose="02000503000000020004"/>
                          <a:cs typeface="Arial" panose="020B0604020202020204" pitchFamily="34" charset="0"/>
                          <a:sym typeface="Helvetica Neue Thin" panose="02000503000000020004"/>
                        </a:rPr>
                        <a:t>；</a:t>
                      </a:r>
                      <a:endParaRPr lang="en-US" altLang="zh-CN" sz="2400" b="0" i="0" u="none" strike="noStrike" cap="none" spc="0" baseline="0" dirty="0">
                        <a:ln>
                          <a:noFill/>
                        </a:ln>
                        <a:solidFill>
                          <a:srgbClr val="000000"/>
                        </a:solidFill>
                        <a:uFillTx/>
                        <a:latin typeface="Arial" panose="020B0604020202020204" pitchFamily="34" charset="0"/>
                        <a:ea typeface="Helvetica Neue Light" panose="02000503000000020004"/>
                        <a:cs typeface="Arial" panose="020B0604020202020204" pitchFamily="34" charset="0"/>
                        <a:sym typeface="Helvetica Neue Thin" panose="02000503000000020004"/>
                      </a:endParaRPr>
                    </a:p>
                    <a:p>
                      <a:pPr marL="0" marR="0" indent="0" algn="l" defTabSz="409575" rtl="0" eaLnBrk="1" fontAlgn="auto" latinLnBrk="0" hangingPunct="1">
                        <a:lnSpc>
                          <a:spcPct val="100000"/>
                        </a:lnSpc>
                        <a:spcBef>
                          <a:spcPts val="0"/>
                        </a:spcBef>
                        <a:spcAft>
                          <a:spcPts val="0"/>
                        </a:spcAft>
                        <a:buClrTx/>
                        <a:buSzTx/>
                        <a:buFontTx/>
                        <a:buNone/>
                        <a:tabLst/>
                        <a:defRPr>
                          <a:latin typeface="Helvetica Neue Light" panose="02000503000000020004"/>
                          <a:ea typeface="Helvetica Neue Light" panose="02000503000000020004"/>
                          <a:cs typeface="Helvetica Neue Light" panose="02000503000000020004"/>
                          <a:sym typeface="Helvetica Neue Light" panose="02000503000000020004"/>
                        </a:defRPr>
                      </a:pPr>
                      <a:r>
                        <a:rPr lang="en-US" altLang="zh-CN" sz="2400" b="0" i="0" u="none" strike="noStrike" cap="none" spc="0" baseline="0" dirty="0">
                          <a:ln>
                            <a:noFill/>
                          </a:ln>
                          <a:solidFill>
                            <a:srgbClr val="000000"/>
                          </a:solidFill>
                          <a:uFillTx/>
                          <a:latin typeface="Arial" panose="020B0604020202020204" pitchFamily="34" charset="0"/>
                          <a:ea typeface="Helvetica Neue Light" panose="02000503000000020004"/>
                          <a:cs typeface="Arial" panose="020B0604020202020204" pitchFamily="34" charset="0"/>
                          <a:sym typeface="Helvetica Neue Thin" panose="02000503000000020004"/>
                        </a:rPr>
                        <a:t>3.</a:t>
                      </a:r>
                      <a:r>
                        <a:rPr lang="zh-CN" altLang="en-US" sz="2400" b="0" i="0" u="none" strike="noStrike" cap="none" spc="0" baseline="0" dirty="0">
                          <a:ln>
                            <a:noFill/>
                          </a:ln>
                          <a:solidFill>
                            <a:srgbClr val="000000"/>
                          </a:solidFill>
                          <a:uFillTx/>
                          <a:latin typeface="Arial" panose="020B0604020202020204" pitchFamily="34" charset="0"/>
                          <a:ea typeface="Helvetica Neue Light" panose="02000503000000020004"/>
                          <a:cs typeface="Arial" panose="020B0604020202020204" pitchFamily="34" charset="0"/>
                          <a:sym typeface="Helvetica Neue Thin" panose="02000503000000020004"/>
                        </a:rPr>
                        <a:t>将</a:t>
                      </a:r>
                      <a:r>
                        <a:rPr lang="en-US" altLang="zh-CN" sz="2400" b="0" i="0" u="none" strike="noStrike" cap="none" spc="0" baseline="0" dirty="0">
                          <a:ln>
                            <a:noFill/>
                          </a:ln>
                          <a:solidFill>
                            <a:srgbClr val="000000"/>
                          </a:solidFill>
                          <a:uFillTx/>
                          <a:latin typeface="Arial" panose="020B0604020202020204" pitchFamily="34" charset="0"/>
                          <a:ea typeface="Helvetica Neue Light" panose="02000503000000020004"/>
                          <a:cs typeface="Arial" panose="020B0604020202020204" pitchFamily="34" charset="0"/>
                          <a:sym typeface="Helvetica Neue Thin" panose="02000503000000020004"/>
                        </a:rPr>
                        <a:t>X1</a:t>
                      </a:r>
                      <a:r>
                        <a:rPr lang="zh-CN" altLang="en-US" sz="2400" b="0" i="0" u="none" strike="noStrike" cap="none" spc="0" baseline="0" dirty="0">
                          <a:ln>
                            <a:noFill/>
                          </a:ln>
                          <a:solidFill>
                            <a:srgbClr val="000000"/>
                          </a:solidFill>
                          <a:uFillTx/>
                          <a:latin typeface="Arial" panose="020B0604020202020204" pitchFamily="34" charset="0"/>
                          <a:ea typeface="Helvetica Neue Light" panose="02000503000000020004"/>
                          <a:cs typeface="Arial" panose="020B0604020202020204" pitchFamily="34" charset="0"/>
                          <a:sym typeface="Helvetica Neue Thin" panose="02000503000000020004"/>
                        </a:rPr>
                        <a:t>摆正</a:t>
                      </a:r>
                      <a:r>
                        <a:rPr lang="en-US" altLang="zh-CN" sz="2400" b="0" i="0" u="none" strike="noStrike" cap="none" spc="0" baseline="0" dirty="0">
                          <a:ln>
                            <a:noFill/>
                          </a:ln>
                          <a:solidFill>
                            <a:srgbClr val="000000"/>
                          </a:solidFill>
                          <a:uFillTx/>
                          <a:latin typeface="Arial" panose="020B0604020202020204" pitchFamily="34" charset="0"/>
                          <a:ea typeface="Helvetica Neue Light" panose="02000503000000020004"/>
                          <a:cs typeface="Arial" panose="020B0604020202020204" pitchFamily="34" charset="0"/>
                          <a:sym typeface="Helvetica Neue Thin" panose="02000503000000020004"/>
                        </a:rPr>
                        <a:t>X</a:t>
                      </a:r>
                      <a:r>
                        <a:rPr lang="zh-CN" altLang="en-US" sz="2400" b="0" i="0" u="none" strike="noStrike" cap="none" spc="0" baseline="0" dirty="0">
                          <a:ln>
                            <a:noFill/>
                          </a:ln>
                          <a:solidFill>
                            <a:srgbClr val="000000"/>
                          </a:solidFill>
                          <a:uFillTx/>
                          <a:latin typeface="Arial" panose="020B0604020202020204" pitchFamily="34" charset="0"/>
                          <a:ea typeface="Helvetica Neue Light" panose="02000503000000020004"/>
                          <a:cs typeface="Arial" panose="020B0604020202020204" pitchFamily="34" charset="0"/>
                          <a:sym typeface="Helvetica Neue Thin" panose="02000503000000020004"/>
                        </a:rPr>
                        <a:t>轴，</a:t>
                      </a:r>
                      <a:r>
                        <a:rPr lang="en-US" altLang="zh-CN" sz="2400" b="0" i="0" u="none" strike="noStrike" cap="none" spc="0" baseline="0" dirty="0">
                          <a:ln>
                            <a:noFill/>
                          </a:ln>
                          <a:solidFill>
                            <a:srgbClr val="000000"/>
                          </a:solidFill>
                          <a:uFillTx/>
                          <a:latin typeface="Arial" panose="020B0604020202020204" pitchFamily="34" charset="0"/>
                          <a:ea typeface="Helvetica Neue Light" panose="02000503000000020004"/>
                          <a:cs typeface="Arial" panose="020B0604020202020204" pitchFamily="34" charset="0"/>
                          <a:sym typeface="Helvetica Neue Thin" panose="02000503000000020004"/>
                        </a:rPr>
                        <a:t>Y</a:t>
                      </a:r>
                      <a:r>
                        <a:rPr lang="zh-CN" altLang="en-US" sz="2400" b="0" i="0" u="none" strike="noStrike" cap="none" spc="0" baseline="0" dirty="0">
                          <a:ln>
                            <a:noFill/>
                          </a:ln>
                          <a:solidFill>
                            <a:srgbClr val="000000"/>
                          </a:solidFill>
                          <a:uFillTx/>
                          <a:latin typeface="Arial" panose="020B0604020202020204" pitchFamily="34" charset="0"/>
                          <a:ea typeface="Helvetica Neue Light" panose="02000503000000020004"/>
                          <a:cs typeface="Arial" panose="020B0604020202020204" pitchFamily="34" charset="0"/>
                          <a:sym typeface="Helvetica Neue Thin" panose="02000503000000020004"/>
                        </a:rPr>
                        <a:t>归零</a:t>
                      </a:r>
                      <a:r>
                        <a:rPr lang="en-US" altLang="zh-CN" sz="2400" b="0" i="0" u="none" strike="noStrike" cap="none" spc="0" baseline="0" dirty="0">
                          <a:ln>
                            <a:noFill/>
                          </a:ln>
                          <a:solidFill>
                            <a:srgbClr val="000000"/>
                          </a:solidFill>
                          <a:uFillTx/>
                          <a:latin typeface="Arial" panose="020B0604020202020204" pitchFamily="34" charset="0"/>
                          <a:ea typeface="Helvetica Neue Light" panose="02000503000000020004"/>
                          <a:cs typeface="Arial" panose="020B0604020202020204" pitchFamily="34" charset="0"/>
                          <a:sym typeface="Helvetica Neue Thin" panose="02000503000000020004"/>
                        </a:rPr>
                        <a:t>,</a:t>
                      </a:r>
                      <a:r>
                        <a:rPr lang="zh-CN" altLang="en-US" sz="2400" b="0" i="0" u="none" strike="noStrike" cap="none" spc="0" baseline="0" dirty="0">
                          <a:ln>
                            <a:noFill/>
                          </a:ln>
                          <a:solidFill>
                            <a:srgbClr val="000000"/>
                          </a:solidFill>
                          <a:uFillTx/>
                          <a:latin typeface="Arial" panose="020B0604020202020204" pitchFamily="34" charset="0"/>
                          <a:ea typeface="Helvetica Neue Light" panose="02000503000000020004"/>
                          <a:cs typeface="Arial" panose="020B0604020202020204" pitchFamily="34" charset="0"/>
                          <a:sym typeface="Helvetica Neue Thin" panose="02000503000000020004"/>
                        </a:rPr>
                        <a:t>线</a:t>
                      </a:r>
                      <a:r>
                        <a:rPr lang="en-US" altLang="zh-CN" sz="2400" b="0" i="0" u="none" strike="noStrike" cap="none" spc="0" baseline="0" dirty="0">
                          <a:ln>
                            <a:noFill/>
                          </a:ln>
                          <a:solidFill>
                            <a:srgbClr val="000000"/>
                          </a:solidFill>
                          <a:uFillTx/>
                          <a:latin typeface="Arial" panose="020B0604020202020204" pitchFamily="34" charset="0"/>
                          <a:ea typeface="Helvetica Neue Light" panose="02000503000000020004"/>
                          <a:cs typeface="Arial" panose="020B0604020202020204" pitchFamily="34" charset="0"/>
                          <a:sym typeface="Helvetica Neue Thin" panose="02000503000000020004"/>
                        </a:rPr>
                        <a:t>Y1 X</a:t>
                      </a:r>
                      <a:r>
                        <a:rPr lang="zh-CN" altLang="en-US" sz="2400" b="0" i="0" u="none" strike="noStrike" cap="none" spc="0" baseline="0" dirty="0">
                          <a:ln>
                            <a:noFill/>
                          </a:ln>
                          <a:solidFill>
                            <a:srgbClr val="000000"/>
                          </a:solidFill>
                          <a:uFillTx/>
                          <a:latin typeface="Arial" panose="020B0604020202020204" pitchFamily="34" charset="0"/>
                          <a:ea typeface="Helvetica Neue Light" panose="02000503000000020004"/>
                          <a:cs typeface="Arial" panose="020B0604020202020204" pitchFamily="34" charset="0"/>
                          <a:sym typeface="Helvetica Neue Thin" panose="02000503000000020004"/>
                        </a:rPr>
                        <a:t>归零 ，建立产品平面坐标系</a:t>
                      </a:r>
                      <a:r>
                        <a:rPr lang="en-US" altLang="zh-CN" sz="2400" b="0" i="0" u="none" strike="noStrike" cap="none" spc="0" baseline="0" dirty="0">
                          <a:ln>
                            <a:noFill/>
                          </a:ln>
                          <a:solidFill>
                            <a:srgbClr val="000000"/>
                          </a:solidFill>
                          <a:uFillTx/>
                          <a:latin typeface="Arial" panose="020B0604020202020204" pitchFamily="34" charset="0"/>
                          <a:ea typeface="Helvetica Neue Light" panose="02000503000000020004"/>
                          <a:cs typeface="Arial" panose="020B0604020202020204" pitchFamily="34" charset="0"/>
                          <a:sym typeface="Helvetica Neue Thin" panose="02000503000000020004"/>
                        </a:rPr>
                        <a:t>-1</a:t>
                      </a:r>
                      <a:r>
                        <a:rPr lang="zh-CN" altLang="en-US" sz="2400" b="0" i="0" u="none" strike="noStrike" cap="none" spc="0" baseline="0" dirty="0">
                          <a:ln>
                            <a:noFill/>
                          </a:ln>
                          <a:solidFill>
                            <a:srgbClr val="000000"/>
                          </a:solidFill>
                          <a:uFillTx/>
                          <a:latin typeface="Arial" panose="020B0604020202020204" pitchFamily="34" charset="0"/>
                          <a:ea typeface="Helvetica Neue Light" panose="02000503000000020004"/>
                          <a:cs typeface="Arial" panose="020B0604020202020204" pitchFamily="34" charset="0"/>
                          <a:sym typeface="Helvetica Neue Thin" panose="02000503000000020004"/>
                        </a:rPr>
                        <a:t>；</a:t>
                      </a:r>
                      <a:endParaRPr lang="en-US" altLang="zh-CN" sz="2400" b="0" i="0" u="none" strike="noStrike" cap="none" spc="0" baseline="0" dirty="0">
                        <a:ln>
                          <a:noFill/>
                        </a:ln>
                        <a:solidFill>
                          <a:srgbClr val="000000"/>
                        </a:solidFill>
                        <a:uFillTx/>
                        <a:latin typeface="Arial" panose="020B0604020202020204" pitchFamily="34" charset="0"/>
                        <a:ea typeface="Helvetica Neue Light" panose="02000503000000020004"/>
                        <a:cs typeface="Arial" panose="020B0604020202020204" pitchFamily="34" charset="0"/>
                        <a:sym typeface="Helvetica Neue Thin" panose="02000503000000020004"/>
                      </a:endParaRPr>
                    </a:p>
                    <a:p>
                      <a:pPr marL="0" marR="0" indent="0" algn="l" defTabSz="409575" rtl="0" eaLnBrk="1" fontAlgn="auto" latinLnBrk="0" hangingPunct="1">
                        <a:lnSpc>
                          <a:spcPct val="100000"/>
                        </a:lnSpc>
                        <a:spcBef>
                          <a:spcPts val="0"/>
                        </a:spcBef>
                        <a:spcAft>
                          <a:spcPts val="0"/>
                        </a:spcAft>
                        <a:buClrTx/>
                        <a:buSzTx/>
                        <a:buFontTx/>
                        <a:buNone/>
                        <a:tabLst/>
                        <a:defRPr>
                          <a:latin typeface="Helvetica Neue Light" panose="02000503000000020004"/>
                          <a:ea typeface="Helvetica Neue Light" panose="02000503000000020004"/>
                          <a:cs typeface="Helvetica Neue Light" panose="02000503000000020004"/>
                          <a:sym typeface="Helvetica Neue Light" panose="02000503000000020004"/>
                        </a:defRPr>
                      </a:pPr>
                      <a:r>
                        <a:rPr lang="en-US" altLang="zh-CN" sz="2400" b="0" i="0" u="none" strike="noStrike" cap="none" spc="0" baseline="0" dirty="0">
                          <a:ln>
                            <a:noFill/>
                          </a:ln>
                          <a:solidFill>
                            <a:srgbClr val="000000"/>
                          </a:solidFill>
                          <a:uFillTx/>
                          <a:latin typeface="Arial" panose="020B0604020202020204" pitchFamily="34" charset="0"/>
                          <a:ea typeface="Helvetica Neue Light" panose="02000503000000020004"/>
                          <a:cs typeface="Arial" panose="020B0604020202020204" pitchFamily="34" charset="0"/>
                          <a:sym typeface="Helvetica Neue Thin" panose="02000503000000020004"/>
                        </a:rPr>
                        <a:t>   </a:t>
                      </a:r>
                      <a:r>
                        <a:rPr lang="zh-CN" altLang="en-US" sz="2400" b="0" i="0" u="none" strike="noStrike" cap="none" spc="0" baseline="0" dirty="0">
                          <a:ln>
                            <a:noFill/>
                          </a:ln>
                          <a:solidFill>
                            <a:srgbClr val="000000"/>
                          </a:solidFill>
                          <a:uFillTx/>
                          <a:latin typeface="Arial" panose="020B0604020202020204" pitchFamily="34" charset="0"/>
                          <a:ea typeface="Helvetica Neue Light" panose="02000503000000020004"/>
                          <a:cs typeface="Arial" panose="020B0604020202020204" pitchFamily="34" charset="0"/>
                          <a:sym typeface="Helvetica Neue Thin" panose="02000503000000020004"/>
                        </a:rPr>
                        <a:t>将</a:t>
                      </a:r>
                      <a:r>
                        <a:rPr lang="en-US" altLang="zh-CN" sz="2400" b="0" i="0" u="none" strike="noStrike" cap="none" spc="0" baseline="0" dirty="0">
                          <a:ln>
                            <a:noFill/>
                          </a:ln>
                          <a:solidFill>
                            <a:srgbClr val="000000"/>
                          </a:solidFill>
                          <a:uFillTx/>
                          <a:latin typeface="Arial" panose="020B0604020202020204" pitchFamily="34" charset="0"/>
                          <a:ea typeface="Helvetica Neue Light" panose="02000503000000020004"/>
                          <a:cs typeface="Arial" panose="020B0604020202020204" pitchFamily="34" charset="0"/>
                          <a:sym typeface="Helvetica Neue Thin" panose="02000503000000020004"/>
                        </a:rPr>
                        <a:t>X2</a:t>
                      </a:r>
                      <a:r>
                        <a:rPr lang="zh-CN" altLang="en-US" sz="2400" b="0" i="0" u="none" strike="noStrike" cap="none" spc="0" baseline="0" dirty="0">
                          <a:ln>
                            <a:noFill/>
                          </a:ln>
                          <a:solidFill>
                            <a:srgbClr val="000000"/>
                          </a:solidFill>
                          <a:uFillTx/>
                          <a:latin typeface="Arial" panose="020B0604020202020204" pitchFamily="34" charset="0"/>
                          <a:ea typeface="Helvetica Neue Light" panose="02000503000000020004"/>
                          <a:cs typeface="Arial" panose="020B0604020202020204" pitchFamily="34" charset="0"/>
                          <a:sym typeface="Helvetica Neue Thin" panose="02000503000000020004"/>
                        </a:rPr>
                        <a:t>摆正</a:t>
                      </a:r>
                      <a:r>
                        <a:rPr lang="en-US" altLang="zh-CN" sz="2400" b="0" i="0" u="none" strike="noStrike" cap="none" spc="0" baseline="0" dirty="0">
                          <a:ln>
                            <a:noFill/>
                          </a:ln>
                          <a:solidFill>
                            <a:srgbClr val="000000"/>
                          </a:solidFill>
                          <a:uFillTx/>
                          <a:latin typeface="Arial" panose="020B0604020202020204" pitchFamily="34" charset="0"/>
                          <a:ea typeface="Helvetica Neue Light" panose="02000503000000020004"/>
                          <a:cs typeface="Arial" panose="020B0604020202020204" pitchFamily="34" charset="0"/>
                          <a:sym typeface="Helvetica Neue Thin" panose="02000503000000020004"/>
                        </a:rPr>
                        <a:t>X</a:t>
                      </a:r>
                      <a:r>
                        <a:rPr lang="zh-CN" altLang="en-US" sz="2400" b="0" i="0" u="none" strike="noStrike" cap="none" spc="0" baseline="0" dirty="0">
                          <a:ln>
                            <a:noFill/>
                          </a:ln>
                          <a:solidFill>
                            <a:srgbClr val="000000"/>
                          </a:solidFill>
                          <a:uFillTx/>
                          <a:latin typeface="Arial" panose="020B0604020202020204" pitchFamily="34" charset="0"/>
                          <a:ea typeface="Helvetica Neue Light" panose="02000503000000020004"/>
                          <a:cs typeface="Arial" panose="020B0604020202020204" pitchFamily="34" charset="0"/>
                          <a:sym typeface="Helvetica Neue Thin" panose="02000503000000020004"/>
                        </a:rPr>
                        <a:t>轴，</a:t>
                      </a:r>
                      <a:r>
                        <a:rPr lang="en-US" altLang="zh-CN" sz="2400" b="0" i="0" u="none" strike="noStrike" cap="none" spc="0" baseline="0" dirty="0">
                          <a:ln>
                            <a:noFill/>
                          </a:ln>
                          <a:solidFill>
                            <a:srgbClr val="000000"/>
                          </a:solidFill>
                          <a:uFillTx/>
                          <a:latin typeface="Arial" panose="020B0604020202020204" pitchFamily="34" charset="0"/>
                          <a:ea typeface="Helvetica Neue Light" panose="02000503000000020004"/>
                          <a:cs typeface="Arial" panose="020B0604020202020204" pitchFamily="34" charset="0"/>
                          <a:sym typeface="Helvetica Neue Thin" panose="02000503000000020004"/>
                        </a:rPr>
                        <a:t>Y</a:t>
                      </a:r>
                      <a:r>
                        <a:rPr lang="zh-CN" altLang="en-US" sz="2400" b="0" i="0" u="none" strike="noStrike" cap="none" spc="0" baseline="0" dirty="0">
                          <a:ln>
                            <a:noFill/>
                          </a:ln>
                          <a:solidFill>
                            <a:srgbClr val="000000"/>
                          </a:solidFill>
                          <a:uFillTx/>
                          <a:latin typeface="Arial" panose="020B0604020202020204" pitchFamily="34" charset="0"/>
                          <a:ea typeface="Helvetica Neue Light" panose="02000503000000020004"/>
                          <a:cs typeface="Arial" panose="020B0604020202020204" pitchFamily="34" charset="0"/>
                          <a:sym typeface="Helvetica Neue Thin" panose="02000503000000020004"/>
                        </a:rPr>
                        <a:t>归零</a:t>
                      </a:r>
                      <a:r>
                        <a:rPr lang="en-US" altLang="zh-CN" sz="2400" b="0" i="0" u="none" strike="noStrike" cap="none" spc="0" baseline="0" dirty="0">
                          <a:ln>
                            <a:noFill/>
                          </a:ln>
                          <a:solidFill>
                            <a:srgbClr val="000000"/>
                          </a:solidFill>
                          <a:uFillTx/>
                          <a:latin typeface="Arial" panose="020B0604020202020204" pitchFamily="34" charset="0"/>
                          <a:ea typeface="Helvetica Neue Light" panose="02000503000000020004"/>
                          <a:cs typeface="Arial" panose="020B0604020202020204" pitchFamily="34" charset="0"/>
                          <a:sym typeface="Helvetica Neue Thin" panose="02000503000000020004"/>
                        </a:rPr>
                        <a:t>,</a:t>
                      </a:r>
                      <a:r>
                        <a:rPr lang="zh-CN" altLang="en-US" sz="2400" b="0" i="0" u="none" strike="noStrike" cap="none" spc="0" baseline="0" dirty="0">
                          <a:ln>
                            <a:noFill/>
                          </a:ln>
                          <a:solidFill>
                            <a:srgbClr val="000000"/>
                          </a:solidFill>
                          <a:uFillTx/>
                          <a:latin typeface="Arial" panose="020B0604020202020204" pitchFamily="34" charset="0"/>
                          <a:ea typeface="Helvetica Neue Light" panose="02000503000000020004"/>
                          <a:cs typeface="Arial" panose="020B0604020202020204" pitchFamily="34" charset="0"/>
                          <a:sym typeface="Helvetica Neue Thin" panose="02000503000000020004"/>
                        </a:rPr>
                        <a:t>线</a:t>
                      </a:r>
                      <a:r>
                        <a:rPr lang="en-US" altLang="zh-CN" sz="2400" b="0" i="0" u="none" strike="noStrike" cap="none" spc="0" baseline="0" dirty="0">
                          <a:ln>
                            <a:noFill/>
                          </a:ln>
                          <a:solidFill>
                            <a:srgbClr val="000000"/>
                          </a:solidFill>
                          <a:uFillTx/>
                          <a:latin typeface="Arial" panose="020B0604020202020204" pitchFamily="34" charset="0"/>
                          <a:ea typeface="Helvetica Neue Light" panose="02000503000000020004"/>
                          <a:cs typeface="Arial" panose="020B0604020202020204" pitchFamily="34" charset="0"/>
                          <a:sym typeface="Helvetica Neue Thin" panose="02000503000000020004"/>
                        </a:rPr>
                        <a:t>Y2 X</a:t>
                      </a:r>
                      <a:r>
                        <a:rPr lang="zh-CN" altLang="en-US" sz="2400" b="0" i="0" u="none" strike="noStrike" cap="none" spc="0" baseline="0" dirty="0">
                          <a:ln>
                            <a:noFill/>
                          </a:ln>
                          <a:solidFill>
                            <a:srgbClr val="000000"/>
                          </a:solidFill>
                          <a:uFillTx/>
                          <a:latin typeface="Arial" panose="020B0604020202020204" pitchFamily="34" charset="0"/>
                          <a:ea typeface="Helvetica Neue Light" panose="02000503000000020004"/>
                          <a:cs typeface="Arial" panose="020B0604020202020204" pitchFamily="34" charset="0"/>
                          <a:sym typeface="Helvetica Neue Thin" panose="02000503000000020004"/>
                        </a:rPr>
                        <a:t>归零 ，建立产品侧面坐标系</a:t>
                      </a:r>
                      <a:r>
                        <a:rPr lang="en-US" altLang="zh-CN" sz="2400" b="0" i="0" u="none" strike="noStrike" cap="none" spc="0" baseline="0" dirty="0">
                          <a:ln>
                            <a:noFill/>
                          </a:ln>
                          <a:solidFill>
                            <a:srgbClr val="000000"/>
                          </a:solidFill>
                          <a:uFillTx/>
                          <a:latin typeface="Arial" panose="020B0604020202020204" pitchFamily="34" charset="0"/>
                          <a:ea typeface="Helvetica Neue Light" panose="02000503000000020004"/>
                          <a:cs typeface="Arial" panose="020B0604020202020204" pitchFamily="34" charset="0"/>
                          <a:sym typeface="Helvetica Neue Thin" panose="02000503000000020004"/>
                        </a:rPr>
                        <a:t>-2</a:t>
                      </a:r>
                      <a:r>
                        <a:rPr lang="zh-CN" altLang="en-US" sz="2400" b="0" i="0" u="none" strike="noStrike" cap="none" spc="0" baseline="0" dirty="0">
                          <a:ln>
                            <a:noFill/>
                          </a:ln>
                          <a:solidFill>
                            <a:srgbClr val="000000"/>
                          </a:solidFill>
                          <a:uFillTx/>
                          <a:latin typeface="Arial" panose="020B0604020202020204" pitchFamily="34" charset="0"/>
                          <a:ea typeface="Helvetica Neue Light" panose="02000503000000020004"/>
                          <a:cs typeface="Arial" panose="020B0604020202020204" pitchFamily="34" charset="0"/>
                          <a:sym typeface="Helvetica Neue Thin" panose="02000503000000020004"/>
                        </a:rPr>
                        <a:t>；</a:t>
                      </a:r>
                      <a:endParaRPr lang="en-US" altLang="zh-CN" sz="2400" b="0" i="0" u="none" strike="noStrike" cap="none" spc="0" baseline="0" dirty="0">
                        <a:ln>
                          <a:noFill/>
                        </a:ln>
                        <a:solidFill>
                          <a:srgbClr val="000000"/>
                        </a:solidFill>
                        <a:uFillTx/>
                        <a:latin typeface="Arial" panose="020B0604020202020204" pitchFamily="34" charset="0"/>
                        <a:ea typeface="Helvetica Neue Light" panose="02000503000000020004"/>
                        <a:cs typeface="Arial" panose="020B0604020202020204" pitchFamily="34" charset="0"/>
                        <a:sym typeface="Helvetica Neue Thin" panose="02000503000000020004"/>
                      </a:endParaRPr>
                    </a:p>
                    <a:p>
                      <a:pPr marL="0" marR="0" indent="0" algn="l" defTabSz="409575" rtl="0" eaLnBrk="1" fontAlgn="auto" latinLnBrk="0" hangingPunct="1">
                        <a:lnSpc>
                          <a:spcPct val="100000"/>
                        </a:lnSpc>
                        <a:spcBef>
                          <a:spcPts val="0"/>
                        </a:spcBef>
                        <a:spcAft>
                          <a:spcPts val="0"/>
                        </a:spcAft>
                        <a:buClrTx/>
                        <a:buSzTx/>
                        <a:buFontTx/>
                        <a:buNone/>
                        <a:tabLst/>
                        <a:defRPr>
                          <a:latin typeface="Helvetica Neue Light" panose="02000503000000020004"/>
                          <a:ea typeface="Helvetica Neue Light" panose="02000503000000020004"/>
                          <a:cs typeface="Helvetica Neue Light" panose="02000503000000020004"/>
                          <a:sym typeface="Helvetica Neue Light" panose="02000503000000020004"/>
                        </a:defRPr>
                      </a:pPr>
                      <a:r>
                        <a:rPr lang="zh-CN" altLang="en-US" sz="2400" b="0" i="0" u="none" strike="noStrike" cap="none" spc="0" baseline="0" dirty="0">
                          <a:ln>
                            <a:noFill/>
                          </a:ln>
                          <a:solidFill>
                            <a:srgbClr val="000000"/>
                          </a:solidFill>
                          <a:uFillTx/>
                          <a:latin typeface="Arial" panose="020B0604020202020204" pitchFamily="34" charset="0"/>
                          <a:ea typeface="Helvetica Neue Light" panose="02000503000000020004"/>
                          <a:cs typeface="Arial" panose="020B0604020202020204" pitchFamily="34" charset="0"/>
                          <a:sym typeface="Helvetica Neue Thin" panose="02000503000000020004"/>
                        </a:rPr>
                        <a:t>   将</a:t>
                      </a:r>
                      <a:r>
                        <a:rPr lang="en-US" altLang="zh-CN" sz="2400" b="0" i="0" u="none" strike="noStrike" cap="none" spc="0" baseline="0" dirty="0">
                          <a:ln>
                            <a:noFill/>
                          </a:ln>
                          <a:solidFill>
                            <a:srgbClr val="000000"/>
                          </a:solidFill>
                          <a:uFillTx/>
                          <a:latin typeface="Arial" panose="020B0604020202020204" pitchFamily="34" charset="0"/>
                          <a:ea typeface="Helvetica Neue Light" panose="02000503000000020004"/>
                          <a:cs typeface="Arial" panose="020B0604020202020204" pitchFamily="34" charset="0"/>
                          <a:sym typeface="Helvetica Neue Thin" panose="02000503000000020004"/>
                        </a:rPr>
                        <a:t>Y3</a:t>
                      </a:r>
                      <a:r>
                        <a:rPr lang="zh-CN" altLang="en-US" sz="2400" b="0" i="0" u="none" strike="noStrike" cap="none" spc="0" baseline="0" dirty="0">
                          <a:ln>
                            <a:noFill/>
                          </a:ln>
                          <a:solidFill>
                            <a:srgbClr val="000000"/>
                          </a:solidFill>
                          <a:uFillTx/>
                          <a:latin typeface="Arial" panose="020B0604020202020204" pitchFamily="34" charset="0"/>
                          <a:ea typeface="Helvetica Neue Light" panose="02000503000000020004"/>
                          <a:cs typeface="Arial" panose="020B0604020202020204" pitchFamily="34" charset="0"/>
                          <a:sym typeface="Helvetica Neue Thin" panose="02000503000000020004"/>
                        </a:rPr>
                        <a:t>摆正</a:t>
                      </a:r>
                      <a:r>
                        <a:rPr lang="en-US" altLang="zh-CN" sz="2400" b="0" i="0" u="none" strike="noStrike" cap="none" spc="0" baseline="0" dirty="0">
                          <a:ln>
                            <a:noFill/>
                          </a:ln>
                          <a:solidFill>
                            <a:srgbClr val="000000"/>
                          </a:solidFill>
                          <a:uFillTx/>
                          <a:latin typeface="Arial" panose="020B0604020202020204" pitchFamily="34" charset="0"/>
                          <a:ea typeface="Helvetica Neue Light" panose="02000503000000020004"/>
                          <a:cs typeface="Arial" panose="020B0604020202020204" pitchFamily="34" charset="0"/>
                          <a:sym typeface="Helvetica Neue Thin" panose="02000503000000020004"/>
                        </a:rPr>
                        <a:t>Y</a:t>
                      </a:r>
                      <a:r>
                        <a:rPr lang="zh-CN" altLang="en-US" sz="2400" b="0" i="0" u="none" strike="noStrike" cap="none" spc="0" baseline="0" dirty="0">
                          <a:ln>
                            <a:noFill/>
                          </a:ln>
                          <a:solidFill>
                            <a:srgbClr val="000000"/>
                          </a:solidFill>
                          <a:uFillTx/>
                          <a:latin typeface="Arial" panose="020B0604020202020204" pitchFamily="34" charset="0"/>
                          <a:ea typeface="Helvetica Neue Light" panose="02000503000000020004"/>
                          <a:cs typeface="Arial" panose="020B0604020202020204" pitchFamily="34" charset="0"/>
                          <a:sym typeface="Helvetica Neue Thin" panose="02000503000000020004"/>
                        </a:rPr>
                        <a:t>轴，</a:t>
                      </a:r>
                      <a:r>
                        <a:rPr lang="en-US" altLang="zh-CN" sz="2400" b="0" i="0" u="none" strike="noStrike" cap="none" spc="0" baseline="0" dirty="0">
                          <a:ln>
                            <a:noFill/>
                          </a:ln>
                          <a:solidFill>
                            <a:srgbClr val="000000"/>
                          </a:solidFill>
                          <a:uFillTx/>
                          <a:latin typeface="Arial" panose="020B0604020202020204" pitchFamily="34" charset="0"/>
                          <a:ea typeface="Helvetica Neue Light" panose="02000503000000020004"/>
                          <a:cs typeface="Arial" panose="020B0604020202020204" pitchFamily="34" charset="0"/>
                          <a:sym typeface="Helvetica Neue Thin" panose="02000503000000020004"/>
                        </a:rPr>
                        <a:t>X</a:t>
                      </a:r>
                      <a:r>
                        <a:rPr lang="zh-CN" altLang="en-US" sz="2400" b="0" i="0" u="none" strike="noStrike" cap="none" spc="0" baseline="0" dirty="0">
                          <a:ln>
                            <a:noFill/>
                          </a:ln>
                          <a:solidFill>
                            <a:srgbClr val="000000"/>
                          </a:solidFill>
                          <a:uFillTx/>
                          <a:latin typeface="Arial" panose="020B0604020202020204" pitchFamily="34" charset="0"/>
                          <a:ea typeface="Helvetica Neue Light" panose="02000503000000020004"/>
                          <a:cs typeface="Arial" panose="020B0604020202020204" pitchFamily="34" charset="0"/>
                          <a:sym typeface="Helvetica Neue Thin" panose="02000503000000020004"/>
                        </a:rPr>
                        <a:t>归零</a:t>
                      </a:r>
                      <a:r>
                        <a:rPr lang="en-US" altLang="zh-CN" sz="2400" b="0" i="0" u="none" strike="noStrike" cap="none" spc="0" baseline="0" dirty="0">
                          <a:ln>
                            <a:noFill/>
                          </a:ln>
                          <a:solidFill>
                            <a:srgbClr val="000000"/>
                          </a:solidFill>
                          <a:uFillTx/>
                          <a:latin typeface="Arial" panose="020B0604020202020204" pitchFamily="34" charset="0"/>
                          <a:ea typeface="Helvetica Neue Light" panose="02000503000000020004"/>
                          <a:cs typeface="Arial" panose="020B0604020202020204" pitchFamily="34" charset="0"/>
                          <a:sym typeface="Helvetica Neue Thin" panose="02000503000000020004"/>
                        </a:rPr>
                        <a:t>,</a:t>
                      </a:r>
                      <a:r>
                        <a:rPr lang="zh-CN" altLang="en-US" sz="2400" b="0" i="0" u="none" strike="noStrike" cap="none" spc="0" baseline="0" dirty="0">
                          <a:ln>
                            <a:noFill/>
                          </a:ln>
                          <a:solidFill>
                            <a:srgbClr val="000000"/>
                          </a:solidFill>
                          <a:uFillTx/>
                          <a:latin typeface="Arial" panose="020B0604020202020204" pitchFamily="34" charset="0"/>
                          <a:ea typeface="Helvetica Neue Light" panose="02000503000000020004"/>
                          <a:cs typeface="Arial" panose="020B0604020202020204" pitchFamily="34" charset="0"/>
                          <a:sym typeface="Helvetica Neue Thin" panose="02000503000000020004"/>
                        </a:rPr>
                        <a:t>线</a:t>
                      </a:r>
                      <a:r>
                        <a:rPr lang="en-US" altLang="zh-CN" sz="2400" b="0" i="0" u="none" strike="noStrike" cap="none" spc="0" baseline="0" dirty="0">
                          <a:ln>
                            <a:noFill/>
                          </a:ln>
                          <a:solidFill>
                            <a:srgbClr val="000000"/>
                          </a:solidFill>
                          <a:uFillTx/>
                          <a:latin typeface="Arial" panose="020B0604020202020204" pitchFamily="34" charset="0"/>
                          <a:ea typeface="Helvetica Neue Light" panose="02000503000000020004"/>
                          <a:cs typeface="Arial" panose="020B0604020202020204" pitchFamily="34" charset="0"/>
                          <a:sym typeface="Helvetica Neue Thin" panose="02000503000000020004"/>
                        </a:rPr>
                        <a:t>X3 Y</a:t>
                      </a:r>
                      <a:r>
                        <a:rPr lang="zh-CN" altLang="en-US" sz="2400" b="0" i="0" u="none" strike="noStrike" cap="none" spc="0" baseline="0" dirty="0">
                          <a:ln>
                            <a:noFill/>
                          </a:ln>
                          <a:solidFill>
                            <a:srgbClr val="000000"/>
                          </a:solidFill>
                          <a:uFillTx/>
                          <a:latin typeface="Arial" panose="020B0604020202020204" pitchFamily="34" charset="0"/>
                          <a:ea typeface="Helvetica Neue Light" panose="02000503000000020004"/>
                          <a:cs typeface="Arial" panose="020B0604020202020204" pitchFamily="34" charset="0"/>
                          <a:sym typeface="Helvetica Neue Thin" panose="02000503000000020004"/>
                        </a:rPr>
                        <a:t>归零 ，建立产品立面坐标系</a:t>
                      </a:r>
                      <a:r>
                        <a:rPr lang="en-US" altLang="zh-CN" sz="2400" b="0" i="0" u="none" strike="noStrike" cap="none" spc="0" baseline="0" dirty="0">
                          <a:ln>
                            <a:noFill/>
                          </a:ln>
                          <a:solidFill>
                            <a:srgbClr val="000000"/>
                          </a:solidFill>
                          <a:uFillTx/>
                          <a:latin typeface="Arial" panose="020B0604020202020204" pitchFamily="34" charset="0"/>
                          <a:ea typeface="Helvetica Neue Light" panose="02000503000000020004"/>
                          <a:cs typeface="Arial" panose="020B0604020202020204" pitchFamily="34" charset="0"/>
                          <a:sym typeface="Helvetica Neue Thin" panose="02000503000000020004"/>
                        </a:rPr>
                        <a:t>-3</a:t>
                      </a:r>
                      <a:r>
                        <a:rPr lang="zh-CN" altLang="en-US" sz="2400" b="0" i="0" u="none" strike="noStrike" cap="none" spc="0" baseline="0" dirty="0">
                          <a:ln>
                            <a:noFill/>
                          </a:ln>
                          <a:solidFill>
                            <a:srgbClr val="000000"/>
                          </a:solidFill>
                          <a:uFillTx/>
                          <a:latin typeface="Arial" panose="020B0604020202020204" pitchFamily="34" charset="0"/>
                          <a:ea typeface="Helvetica Neue Light" panose="02000503000000020004"/>
                          <a:cs typeface="Arial" panose="020B0604020202020204" pitchFamily="34" charset="0"/>
                          <a:sym typeface="Helvetica Neue Thin" panose="02000503000000020004"/>
                        </a:rPr>
                        <a:t>；</a:t>
                      </a:r>
                      <a:endParaRPr lang="en-US" altLang="zh-CN" sz="2400" b="0" i="0" u="none" strike="noStrike" cap="none" spc="0" baseline="0" dirty="0">
                        <a:ln>
                          <a:noFill/>
                        </a:ln>
                        <a:solidFill>
                          <a:srgbClr val="000000"/>
                        </a:solidFill>
                        <a:uFillTx/>
                        <a:latin typeface="Arial" panose="020B0604020202020204" pitchFamily="34" charset="0"/>
                        <a:ea typeface="Helvetica Neue Light" panose="02000503000000020004"/>
                        <a:cs typeface="Arial" panose="020B0604020202020204" pitchFamily="34" charset="0"/>
                        <a:sym typeface="Helvetica Neue" panose="02000503000000020004"/>
                      </a:endParaRPr>
                    </a:p>
                    <a:p>
                      <a:pPr marL="0" marR="0" indent="0" algn="l" defTabSz="409575" rtl="0" eaLnBrk="1" fontAlgn="auto" latinLnBrk="0" hangingPunct="1">
                        <a:lnSpc>
                          <a:spcPct val="100000"/>
                        </a:lnSpc>
                        <a:spcBef>
                          <a:spcPts val="0"/>
                        </a:spcBef>
                        <a:spcAft>
                          <a:spcPts val="0"/>
                        </a:spcAft>
                        <a:buClrTx/>
                        <a:buSzTx/>
                        <a:buFontTx/>
                        <a:buNone/>
                        <a:tabLst/>
                        <a:defRPr>
                          <a:latin typeface="Helvetica Neue Light" panose="02000503000000020004"/>
                          <a:ea typeface="Helvetica Neue Light" panose="02000503000000020004"/>
                          <a:cs typeface="Helvetica Neue Light" panose="02000503000000020004"/>
                          <a:sym typeface="Helvetica Neue Light" panose="02000503000000020004"/>
                        </a:defRPr>
                      </a:pPr>
                      <a:r>
                        <a:rPr lang="en-US" altLang="zh-CN" sz="2400" b="0" i="0" u="none" strike="noStrike" cap="none" spc="0" baseline="0" dirty="0">
                          <a:ln>
                            <a:noFill/>
                          </a:ln>
                          <a:solidFill>
                            <a:srgbClr val="000000"/>
                          </a:solidFill>
                          <a:uFillTx/>
                          <a:latin typeface="Arial" panose="020B0604020202020204" pitchFamily="34" charset="0"/>
                          <a:ea typeface="Helvetica Neue Light" panose="02000503000000020004"/>
                          <a:cs typeface="Arial" panose="020B0604020202020204" pitchFamily="34" charset="0"/>
                          <a:sym typeface="Helvetica Neue" panose="02000503000000020004"/>
                        </a:rPr>
                        <a:t>3. Set X1 on the X axis, set Y to zero, set line Y1 X to zero, and establish the product plane coordinate system-1;</a:t>
                      </a:r>
                    </a:p>
                    <a:p>
                      <a:pPr marL="0" marR="0" indent="0" algn="l" defTabSz="409575" rtl="0" eaLnBrk="1" fontAlgn="auto" latinLnBrk="0" hangingPunct="1">
                        <a:lnSpc>
                          <a:spcPct val="100000"/>
                        </a:lnSpc>
                        <a:spcBef>
                          <a:spcPts val="0"/>
                        </a:spcBef>
                        <a:spcAft>
                          <a:spcPts val="0"/>
                        </a:spcAft>
                        <a:buClrTx/>
                        <a:buSzTx/>
                        <a:buFontTx/>
                        <a:buNone/>
                        <a:tabLst/>
                        <a:defRPr>
                          <a:latin typeface="Helvetica Neue Light" panose="02000503000000020004"/>
                          <a:ea typeface="Helvetica Neue Light" panose="02000503000000020004"/>
                          <a:cs typeface="Helvetica Neue Light" panose="02000503000000020004"/>
                          <a:sym typeface="Helvetica Neue Light" panose="02000503000000020004"/>
                        </a:defRPr>
                      </a:pPr>
                      <a:r>
                        <a:rPr lang="en-US" altLang="zh-CN" sz="2400" b="0" i="0" u="none" strike="noStrike" cap="none" spc="0" baseline="0" dirty="0">
                          <a:ln>
                            <a:noFill/>
                          </a:ln>
                          <a:solidFill>
                            <a:srgbClr val="000000"/>
                          </a:solidFill>
                          <a:uFillTx/>
                          <a:latin typeface="Arial" panose="020B0604020202020204" pitchFamily="34" charset="0"/>
                          <a:ea typeface="Helvetica Neue Light" panose="02000503000000020004"/>
                          <a:cs typeface="Arial" panose="020B0604020202020204" pitchFamily="34" charset="0"/>
                          <a:sym typeface="Helvetica Neue" panose="02000503000000020004"/>
                        </a:rPr>
                        <a:t>    Put X2 on the X axis, Y to zero, line Y2 X to zero, and establish the product side coordinate system -2;</a:t>
                      </a:r>
                    </a:p>
                    <a:p>
                      <a:pPr marL="0" marR="0" indent="0" algn="l" defTabSz="409575" rtl="0" eaLnBrk="1" fontAlgn="auto" latinLnBrk="0" hangingPunct="1">
                        <a:lnSpc>
                          <a:spcPct val="100000"/>
                        </a:lnSpc>
                        <a:spcBef>
                          <a:spcPts val="0"/>
                        </a:spcBef>
                        <a:spcAft>
                          <a:spcPts val="0"/>
                        </a:spcAft>
                        <a:buClrTx/>
                        <a:buSzTx/>
                        <a:buFontTx/>
                        <a:buNone/>
                        <a:tabLst/>
                        <a:defRPr>
                          <a:latin typeface="Helvetica Neue Light" panose="02000503000000020004"/>
                          <a:ea typeface="Helvetica Neue Light" panose="02000503000000020004"/>
                          <a:cs typeface="Helvetica Neue Light" panose="02000503000000020004"/>
                          <a:sym typeface="Helvetica Neue Light" panose="02000503000000020004"/>
                        </a:defRPr>
                      </a:pPr>
                      <a:r>
                        <a:rPr lang="en-US" altLang="zh-CN" sz="2400" b="0" i="0" u="none" strike="noStrike" cap="none" spc="0" baseline="0" dirty="0">
                          <a:ln>
                            <a:noFill/>
                          </a:ln>
                          <a:solidFill>
                            <a:srgbClr val="000000"/>
                          </a:solidFill>
                          <a:uFillTx/>
                          <a:latin typeface="Arial" panose="020B0604020202020204" pitchFamily="34" charset="0"/>
                          <a:ea typeface="Helvetica Neue Light" panose="02000503000000020004"/>
                          <a:cs typeface="Arial" panose="020B0604020202020204" pitchFamily="34" charset="0"/>
                          <a:sym typeface="Helvetica Neue" panose="02000503000000020004"/>
                        </a:rPr>
                        <a:t>    Put Y3 on the Y-axis, X to zero, line X3 Y to zero, and establish the product facade coordinate system -3;</a:t>
                      </a:r>
                      <a:endParaRPr lang="en-US" altLang="zh-CN" sz="2800" b="0" i="0" u="none" strike="noStrike" cap="none" spc="0" baseline="0" dirty="0">
                        <a:ln>
                          <a:noFill/>
                        </a:ln>
                        <a:solidFill>
                          <a:srgbClr val="000000"/>
                        </a:solidFill>
                        <a:uFillTx/>
                        <a:latin typeface="Arial" panose="020B0604020202020204" pitchFamily="34" charset="0"/>
                        <a:ea typeface="Helvetica Neue Light" panose="02000503000000020004"/>
                        <a:cs typeface="Arial" panose="020B0604020202020204" pitchFamily="34" charset="0"/>
                        <a:sym typeface="Helvetica Neue" panose="02000503000000020004"/>
                      </a:endParaRPr>
                    </a:p>
                    <a:p>
                      <a:pPr marL="0" marR="0" indent="0" algn="l" defTabSz="409575" rtl="0" latinLnBrk="0">
                        <a:lnSpc>
                          <a:spcPct val="100000"/>
                        </a:lnSpc>
                        <a:spcBef>
                          <a:spcPts val="0"/>
                        </a:spcBef>
                        <a:spcAft>
                          <a:spcPts val="0"/>
                        </a:spcAft>
                        <a:buClrTx/>
                        <a:buSzPct val="100000"/>
                        <a:buFontTx/>
                        <a:buNone/>
                        <a:defRPr sz="2400">
                          <a:latin typeface="Helvetica Neue Light" panose="02000503000000020004"/>
                          <a:ea typeface="Helvetica Neue Light" panose="02000503000000020004"/>
                          <a:cs typeface="Helvetica Neue Light" panose="02000503000000020004"/>
                        </a:defRPr>
                      </a:pPr>
                      <a:endParaRPr lang="en-US" sz="2200" b="0" i="0" u="none" strike="noStrike" cap="none" spc="0" baseline="0" dirty="0">
                        <a:ln>
                          <a:noFill/>
                        </a:ln>
                        <a:solidFill>
                          <a:schemeClr val="tx1"/>
                        </a:solidFill>
                        <a:uFillTx/>
                        <a:latin typeface="微软雅黑" charset="-122"/>
                        <a:ea typeface="微软雅黑" charset="-122"/>
                        <a:cs typeface="微软雅黑" charset="-122"/>
                        <a:sym typeface="Helvetica Neue Thin" panose="02000503000000020004"/>
                      </a:endParaRPr>
                    </a:p>
                  </a:txBody>
                  <a:tcPr marL="12700" marR="12700" marT="12700" marB="12700" horzOverflow="overflow">
                    <a:lnL w="12700">
                      <a:solidFill>
                        <a:srgbClr val="000000"/>
                      </a:solidFill>
                    </a:lnL>
                    <a:lnR w="12700" cap="flat" cmpd="sng" algn="ctr">
                      <a:solidFill>
                        <a:srgbClr val="000000"/>
                      </a:solidFill>
                      <a:prstDash val="solid"/>
                      <a:round/>
                      <a:headEnd type="none" w="med" len="med"/>
                      <a:tailEnd type="none" w="med" len="med"/>
                    </a:lnR>
                    <a:lnT w="12700">
                      <a:solidFill>
                        <a:srgbClr val="000000"/>
                      </a:solidFill>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bl>
          </a:graphicData>
        </a:graphic>
      </p:graphicFrame>
      <p:sp>
        <p:nvSpPr>
          <p:cNvPr id="3" name="灯片编号占位符 2"/>
          <p:cNvSpPr>
            <a:spLocks noGrp="1"/>
          </p:cNvSpPr>
          <p:nvPr>
            <p:ph type="sldNum" sz="quarter" idx="2"/>
          </p:nvPr>
        </p:nvSpPr>
        <p:spPr>
          <a:xfrm>
            <a:off x="11865480" y="13093886"/>
            <a:ext cx="390997" cy="340764"/>
          </a:xfrm>
        </p:spPr>
        <p:txBody>
          <a:bodyPr/>
          <a:lstStyle/>
          <a:p>
            <a:fld id="{86CB4B4D-7CA3-9044-876B-883B54F8677D}" type="slidenum">
              <a:rPr lang="en-US" altLang="zh-CN" smtClean="0"/>
              <a:t>21</a:t>
            </a:fld>
            <a:endParaRPr lang="zh-CN" altLang="en-US" dirty="0"/>
          </a:p>
        </p:txBody>
      </p:sp>
      <p:sp>
        <p:nvSpPr>
          <p:cNvPr id="144" name="文本框 28"/>
          <p:cNvSpPr txBox="1"/>
          <p:nvPr/>
        </p:nvSpPr>
        <p:spPr>
          <a:xfrm>
            <a:off x="19985631" y="12916453"/>
            <a:ext cx="2438792" cy="523216"/>
          </a:xfrm>
          <a:prstGeom prst="rect">
            <a:avLst/>
          </a:prstGeom>
          <a:solidFill>
            <a:srgbClr val="FFFFFF"/>
          </a:solidFill>
          <a:ln w="12700">
            <a:solidFill>
              <a:srgbClr val="808080"/>
            </a:solidFill>
            <a:miter lim="400000"/>
          </a:ln>
        </p:spPr>
        <p:txBody>
          <a:bodyPr wrap="square" lIns="45718" tIns="45718" rIns="45718" bIns="45718">
            <a:spAutoFit/>
          </a:bodyPr>
          <a:lstStyle/>
          <a:p>
            <a:pPr>
              <a:defRPr sz="800">
                <a:solidFill>
                  <a:srgbClr val="FF0000"/>
                </a:solidFill>
                <a:latin typeface="+mn-lt"/>
                <a:ea typeface="+mn-ea"/>
                <a:cs typeface="+mn-cs"/>
                <a:sym typeface="Helvetica"/>
              </a:defRPr>
            </a:pPr>
            <a:r>
              <a:rPr lang="en-US" altLang="zh-CN" sz="2800" dirty="0">
                <a:latin typeface="Arial" panose="020B0604020202090204" pitchFamily="34" charset="0"/>
                <a:cs typeface="Arial" panose="020B0604020202090204" pitchFamily="34" charset="0"/>
              </a:rPr>
              <a:t> </a:t>
            </a:r>
            <a:r>
              <a:rPr lang="zh-CN" altLang="en-US" sz="2800" dirty="0">
                <a:latin typeface="Arial" panose="020B0604020202090204" pitchFamily="34" charset="0"/>
                <a:cs typeface="Arial" panose="020B0604020202090204" pitchFamily="34" charset="0"/>
              </a:rPr>
              <a:t>立面坐标系</a:t>
            </a:r>
            <a:r>
              <a:rPr lang="en-US" altLang="zh-CN" sz="2800" dirty="0">
                <a:latin typeface="Arial" panose="020B0604020202090204" pitchFamily="34" charset="0"/>
                <a:cs typeface="Arial" panose="020B0604020202090204" pitchFamily="34" charset="0"/>
              </a:rPr>
              <a:t>-3</a:t>
            </a:r>
          </a:p>
        </p:txBody>
      </p:sp>
      <p:grpSp>
        <p:nvGrpSpPr>
          <p:cNvPr id="7" name="组合 6"/>
          <p:cNvGrpSpPr/>
          <p:nvPr/>
        </p:nvGrpSpPr>
        <p:grpSpPr>
          <a:xfrm>
            <a:off x="939252" y="6601720"/>
            <a:ext cx="8372959" cy="5904766"/>
            <a:chOff x="939252" y="6601720"/>
            <a:chExt cx="8372959" cy="5904766"/>
          </a:xfrm>
        </p:grpSpPr>
        <p:pic>
          <p:nvPicPr>
            <p:cNvPr id="38" name="图片 37"/>
            <p:cNvPicPr>
              <a:picLocks noChangeAspect="1"/>
            </p:cNvPicPr>
            <p:nvPr/>
          </p:nvPicPr>
          <p:blipFill>
            <a:blip r:embed="rId2">
              <a:clrChange>
                <a:clrFrom>
                  <a:srgbClr val="FFFFFF"/>
                </a:clrFrom>
                <a:clrTo>
                  <a:srgbClr val="FFFFFF">
                    <a:alpha val="0"/>
                  </a:srgbClr>
                </a:clrTo>
              </a:clrChange>
            </a:blip>
            <a:stretch>
              <a:fillRect/>
            </a:stretch>
          </p:blipFill>
          <p:spPr>
            <a:xfrm>
              <a:off x="1973430" y="7070788"/>
              <a:ext cx="6740933" cy="4820760"/>
            </a:xfrm>
            <a:prstGeom prst="rect">
              <a:avLst/>
            </a:prstGeom>
          </p:spPr>
        </p:pic>
        <p:grpSp>
          <p:nvGrpSpPr>
            <p:cNvPr id="4" name="组合 3"/>
            <p:cNvGrpSpPr/>
            <p:nvPr/>
          </p:nvGrpSpPr>
          <p:grpSpPr>
            <a:xfrm>
              <a:off x="939252" y="6601720"/>
              <a:ext cx="8372959" cy="5904766"/>
              <a:chOff x="939252" y="6601720"/>
              <a:chExt cx="8372959" cy="5904766"/>
            </a:xfrm>
          </p:grpSpPr>
          <p:grpSp>
            <p:nvGrpSpPr>
              <p:cNvPr id="54" name="组合 53"/>
              <p:cNvGrpSpPr/>
              <p:nvPr/>
            </p:nvGrpSpPr>
            <p:grpSpPr>
              <a:xfrm>
                <a:off x="1587420" y="6601720"/>
                <a:ext cx="7724791" cy="5679163"/>
                <a:chOff x="13928182" y="6877430"/>
                <a:chExt cx="7724791" cy="5679163"/>
              </a:xfrm>
            </p:grpSpPr>
            <p:sp>
              <p:nvSpPr>
                <p:cNvPr id="98" name="文本框 97"/>
                <p:cNvSpPr txBox="1"/>
                <p:nvPr/>
              </p:nvSpPr>
              <p:spPr>
                <a:xfrm>
                  <a:off x="21194200" y="11980437"/>
                  <a:ext cx="458773" cy="385782"/>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1055" rtl="0" fontAlgn="auto" latinLnBrk="0" hangingPunct="0">
                    <a:lnSpc>
                      <a:spcPct val="100000"/>
                    </a:lnSpc>
                    <a:spcBef>
                      <a:spcPts val="0"/>
                    </a:spcBef>
                    <a:spcAft>
                      <a:spcPts val="0"/>
                    </a:spcAft>
                    <a:buClrTx/>
                    <a:buSzTx/>
                    <a:buFontTx/>
                    <a:buNone/>
                  </a:pPr>
                  <a:r>
                    <a:rPr lang="en-US" altLang="zh-CN" sz="1800" dirty="0">
                      <a:solidFill>
                        <a:srgbClr val="FF0000"/>
                      </a:solidFill>
                      <a:latin typeface="Arial" panose="020B0604020202020204" pitchFamily="34" charset="0"/>
                      <a:cs typeface="Arial" panose="020B0604020202020204" pitchFamily="34" charset="0"/>
                    </a:rPr>
                    <a:t>X</a:t>
                  </a:r>
                  <a:endParaRPr kumimoji="0" lang="zh-CN" altLang="en-US" sz="1800" b="0" i="0" u="none" strike="noStrike" cap="none" spc="0" normalizeH="0" baseline="0" dirty="0">
                    <a:ln>
                      <a:noFill/>
                    </a:ln>
                    <a:solidFill>
                      <a:srgbClr val="FF0000"/>
                    </a:solidFill>
                    <a:effectLst/>
                    <a:uFillTx/>
                    <a:latin typeface="Arial" panose="020B0604020202020204" pitchFamily="34" charset="0"/>
                    <a:cs typeface="Arial" panose="020B0604020202020204" pitchFamily="34" charset="0"/>
                    <a:sym typeface="Helvetica Neue" panose="02000503000000020004"/>
                  </a:endParaRPr>
                </a:p>
              </p:txBody>
            </p:sp>
            <p:grpSp>
              <p:nvGrpSpPr>
                <p:cNvPr id="99" name="组合 98"/>
                <p:cNvGrpSpPr/>
                <p:nvPr/>
              </p:nvGrpSpPr>
              <p:grpSpPr>
                <a:xfrm>
                  <a:off x="13942956" y="6877430"/>
                  <a:ext cx="7414135" cy="5655392"/>
                  <a:chOff x="13950383" y="6804594"/>
                  <a:chExt cx="7414135" cy="5655392"/>
                </a:xfrm>
              </p:grpSpPr>
              <p:sp>
                <p:nvSpPr>
                  <p:cNvPr id="102" name="文本框 101"/>
                  <p:cNvSpPr txBox="1"/>
                  <p:nvPr/>
                </p:nvSpPr>
                <p:spPr>
                  <a:xfrm>
                    <a:off x="14106775" y="6804594"/>
                    <a:ext cx="251813" cy="379591"/>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1055" rtl="0" fontAlgn="auto" latinLnBrk="0" hangingPunct="0">
                      <a:lnSpc>
                        <a:spcPct val="100000"/>
                      </a:lnSpc>
                      <a:spcBef>
                        <a:spcPts val="0"/>
                      </a:spcBef>
                      <a:spcAft>
                        <a:spcPts val="0"/>
                      </a:spcAft>
                      <a:buClrTx/>
                      <a:buSzTx/>
                      <a:buFontTx/>
                      <a:buNone/>
                    </a:pPr>
                    <a:r>
                      <a:rPr lang="en-US" altLang="zh-CN" sz="1800" dirty="0">
                        <a:solidFill>
                          <a:srgbClr val="FF0000"/>
                        </a:solidFill>
                        <a:latin typeface="Arial" panose="020B0604020202020204" pitchFamily="34" charset="0"/>
                        <a:cs typeface="Arial" panose="020B0604020202020204" pitchFamily="34" charset="0"/>
                      </a:rPr>
                      <a:t>Y</a:t>
                    </a:r>
                    <a:endParaRPr kumimoji="0" lang="zh-CN" altLang="en-US" sz="1800" b="0" i="0" u="none" strike="noStrike" cap="none" spc="0" normalizeH="0" baseline="0" dirty="0">
                      <a:ln>
                        <a:noFill/>
                      </a:ln>
                      <a:solidFill>
                        <a:srgbClr val="FF0000"/>
                      </a:solidFill>
                      <a:effectLst/>
                      <a:uFillTx/>
                      <a:latin typeface="Arial" panose="020B0604020202020204" pitchFamily="34" charset="0"/>
                      <a:cs typeface="Arial" panose="020B0604020202020204" pitchFamily="34" charset="0"/>
                      <a:sym typeface="Helvetica Neue" panose="02000503000000020004"/>
                    </a:endParaRPr>
                  </a:p>
                </p:txBody>
              </p:sp>
              <p:sp>
                <p:nvSpPr>
                  <p:cNvPr id="103" name="文本框 102"/>
                  <p:cNvSpPr txBox="1"/>
                  <p:nvPr/>
                </p:nvSpPr>
                <p:spPr>
                  <a:xfrm>
                    <a:off x="13950383" y="12042662"/>
                    <a:ext cx="538315" cy="379591"/>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1055" rtl="0" fontAlgn="auto" latinLnBrk="0" hangingPunct="0">
                      <a:lnSpc>
                        <a:spcPct val="100000"/>
                      </a:lnSpc>
                      <a:spcBef>
                        <a:spcPts val="0"/>
                      </a:spcBef>
                      <a:spcAft>
                        <a:spcPts val="0"/>
                      </a:spcAft>
                      <a:buClrTx/>
                      <a:buSzTx/>
                      <a:buFontTx/>
                      <a:buNone/>
                    </a:pPr>
                    <a:r>
                      <a:rPr lang="en-US" altLang="zh-CN" sz="1800" dirty="0">
                        <a:solidFill>
                          <a:srgbClr val="FF0000"/>
                        </a:solidFill>
                        <a:latin typeface="Arial" panose="020B0604020202020204" pitchFamily="34" charset="0"/>
                        <a:cs typeface="Arial" panose="020B0604020202020204" pitchFamily="34" charset="0"/>
                      </a:rPr>
                      <a:t>0</a:t>
                    </a:r>
                    <a:endParaRPr kumimoji="0" lang="zh-CN" altLang="en-US" sz="1800" b="0" i="0" u="none" strike="noStrike" cap="none" spc="0" normalizeH="0" baseline="0" dirty="0">
                      <a:ln>
                        <a:noFill/>
                      </a:ln>
                      <a:solidFill>
                        <a:srgbClr val="FF0000"/>
                      </a:solidFill>
                      <a:effectLst/>
                      <a:uFillTx/>
                      <a:latin typeface="Arial" panose="020B0604020202020204" pitchFamily="34" charset="0"/>
                      <a:cs typeface="Arial" panose="020B0604020202020204" pitchFamily="34" charset="0"/>
                      <a:sym typeface="Helvetica Neue" panose="02000503000000020004"/>
                    </a:endParaRPr>
                  </a:p>
                </p:txBody>
              </p:sp>
              <p:cxnSp>
                <p:nvCxnSpPr>
                  <p:cNvPr id="104" name="直接箭头连接符 103"/>
                  <p:cNvCxnSpPr/>
                  <p:nvPr/>
                </p:nvCxnSpPr>
                <p:spPr>
                  <a:xfrm flipV="1">
                    <a:off x="13984518" y="12055051"/>
                    <a:ext cx="7380000" cy="14225"/>
                  </a:xfrm>
                  <a:prstGeom prst="straightConnector1">
                    <a:avLst/>
                  </a:prstGeom>
                  <a:noFill/>
                  <a:ln w="38100" cap="flat">
                    <a:solidFill>
                      <a:srgbClr val="FF0000"/>
                    </a:solidFill>
                    <a:prstDash val="solid"/>
                    <a:round/>
                    <a:tailEnd type="triangle"/>
                  </a:ln>
                </p:spPr>
                <p:style>
                  <a:lnRef idx="0">
                    <a:scrgbClr r="0" g="0" b="0"/>
                  </a:lnRef>
                  <a:fillRef idx="0">
                    <a:scrgbClr r="0" g="0" b="0"/>
                  </a:fillRef>
                  <a:effectRef idx="0">
                    <a:scrgbClr r="0" g="0" b="0"/>
                  </a:effectRef>
                  <a:fontRef idx="none"/>
                </p:style>
              </p:cxnSp>
              <p:cxnSp>
                <p:nvCxnSpPr>
                  <p:cNvPr id="105" name="直接箭头连接符 104"/>
                  <p:cNvCxnSpPr/>
                  <p:nvPr/>
                </p:nvCxnSpPr>
                <p:spPr>
                  <a:xfrm flipV="1">
                    <a:off x="14370014" y="6843986"/>
                    <a:ext cx="0" cy="5616000"/>
                  </a:xfrm>
                  <a:prstGeom prst="straightConnector1">
                    <a:avLst/>
                  </a:prstGeom>
                  <a:noFill/>
                  <a:ln w="38100" cap="flat">
                    <a:solidFill>
                      <a:srgbClr val="FF0000"/>
                    </a:solidFill>
                    <a:prstDash val="solid"/>
                    <a:round/>
                    <a:tailEnd type="triangle"/>
                  </a:ln>
                </p:spPr>
                <p:style>
                  <a:lnRef idx="0">
                    <a:scrgbClr r="0" g="0" b="0"/>
                  </a:lnRef>
                  <a:fillRef idx="0">
                    <a:scrgbClr r="0" g="0" b="0"/>
                  </a:fillRef>
                  <a:effectRef idx="0">
                    <a:scrgbClr r="0" g="0" b="0"/>
                  </a:effectRef>
                  <a:fontRef idx="none"/>
                </p:style>
              </p:cxnSp>
              <p:cxnSp>
                <p:nvCxnSpPr>
                  <p:cNvPr id="106" name="直接连接符 105"/>
                  <p:cNvCxnSpPr/>
                  <p:nvPr/>
                </p:nvCxnSpPr>
                <p:spPr>
                  <a:xfrm flipH="1">
                    <a:off x="14737512" y="12055051"/>
                    <a:ext cx="5904000" cy="0"/>
                  </a:xfrm>
                  <a:prstGeom prst="line">
                    <a:avLst/>
                  </a:prstGeom>
                  <a:noFill/>
                  <a:ln w="57150" cap="flat">
                    <a:solidFill>
                      <a:schemeClr val="tx1"/>
                    </a:solidFill>
                    <a:prstDash val="dash"/>
                    <a:round/>
                  </a:ln>
                </p:spPr>
                <p:style>
                  <a:lnRef idx="0">
                    <a:scrgbClr r="0" g="0" b="0"/>
                  </a:lnRef>
                  <a:fillRef idx="0">
                    <a:scrgbClr r="0" g="0" b="0"/>
                  </a:fillRef>
                  <a:effectRef idx="0">
                    <a:scrgbClr r="0" g="0" b="0"/>
                  </a:effectRef>
                  <a:fontRef idx="none"/>
                </p:style>
              </p:cxnSp>
              <p:cxnSp>
                <p:nvCxnSpPr>
                  <p:cNvPr id="107" name="直接连接符 106"/>
                  <p:cNvCxnSpPr/>
                  <p:nvPr/>
                </p:nvCxnSpPr>
                <p:spPr>
                  <a:xfrm flipV="1">
                    <a:off x="14375381" y="7731577"/>
                    <a:ext cx="0" cy="3384000"/>
                  </a:xfrm>
                  <a:prstGeom prst="line">
                    <a:avLst/>
                  </a:prstGeom>
                  <a:noFill/>
                  <a:ln w="57150" cap="flat">
                    <a:solidFill>
                      <a:schemeClr val="tx1"/>
                    </a:solidFill>
                    <a:prstDash val="dash"/>
                    <a:round/>
                  </a:ln>
                </p:spPr>
                <p:style>
                  <a:lnRef idx="0">
                    <a:scrgbClr r="0" g="0" b="0"/>
                  </a:lnRef>
                  <a:fillRef idx="0">
                    <a:scrgbClr r="0" g="0" b="0"/>
                  </a:fillRef>
                  <a:effectRef idx="0">
                    <a:scrgbClr r="0" g="0" b="0"/>
                  </a:effectRef>
                  <a:fontRef idx="none"/>
                </p:style>
              </p:cxnSp>
            </p:grpSp>
            <p:sp>
              <p:nvSpPr>
                <p:cNvPr id="100" name="文本框 99"/>
                <p:cNvSpPr txBox="1"/>
                <p:nvPr/>
              </p:nvSpPr>
              <p:spPr>
                <a:xfrm>
                  <a:off x="17591518" y="12177002"/>
                  <a:ext cx="686435" cy="379591"/>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1055" rtl="0" fontAlgn="auto" latinLnBrk="0" hangingPunct="0">
                    <a:lnSpc>
                      <a:spcPct val="100000"/>
                    </a:lnSpc>
                    <a:spcBef>
                      <a:spcPts val="0"/>
                    </a:spcBef>
                    <a:spcAft>
                      <a:spcPts val="0"/>
                    </a:spcAft>
                    <a:buClrTx/>
                    <a:buSzTx/>
                    <a:buFontTx/>
                    <a:buNone/>
                  </a:pPr>
                  <a:r>
                    <a:rPr lang="en-US" altLang="zh-CN" sz="1800" dirty="0">
                      <a:solidFill>
                        <a:schemeClr val="tx1"/>
                      </a:solidFill>
                      <a:latin typeface="Arial" panose="020B0604020202020204" pitchFamily="34" charset="0"/>
                      <a:cs typeface="Arial" panose="020B0604020202020204" pitchFamily="34" charset="0"/>
                    </a:rPr>
                    <a:t>X1</a:t>
                  </a:r>
                  <a:endParaRPr kumimoji="0" lang="zh-CN" altLang="en-US" sz="1800" b="0" i="0" u="none" strike="noStrike" cap="none" spc="0" normalizeH="0" baseline="0" dirty="0">
                    <a:ln>
                      <a:noFill/>
                    </a:ln>
                    <a:solidFill>
                      <a:schemeClr val="tx1"/>
                    </a:solidFill>
                    <a:effectLst/>
                    <a:uFillTx/>
                    <a:latin typeface="Arial" panose="020B0604020202020204" pitchFamily="34" charset="0"/>
                    <a:cs typeface="Arial" panose="020B0604020202020204" pitchFamily="34" charset="0"/>
                    <a:sym typeface="Helvetica Neue" panose="02000503000000020004"/>
                  </a:endParaRPr>
                </a:p>
              </p:txBody>
            </p:sp>
            <p:sp>
              <p:nvSpPr>
                <p:cNvPr id="101" name="文本框 100"/>
                <p:cNvSpPr txBox="1"/>
                <p:nvPr/>
              </p:nvSpPr>
              <p:spPr>
                <a:xfrm>
                  <a:off x="13928182" y="9567082"/>
                  <a:ext cx="497355" cy="379591"/>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1055" rtl="0" fontAlgn="auto" latinLnBrk="0" hangingPunct="0">
                    <a:lnSpc>
                      <a:spcPct val="100000"/>
                    </a:lnSpc>
                    <a:spcBef>
                      <a:spcPts val="0"/>
                    </a:spcBef>
                    <a:spcAft>
                      <a:spcPts val="0"/>
                    </a:spcAft>
                    <a:buClrTx/>
                    <a:buSzTx/>
                    <a:buFontTx/>
                    <a:buNone/>
                  </a:pPr>
                  <a:r>
                    <a:rPr lang="en-US" altLang="zh-CN" sz="1800" dirty="0">
                      <a:solidFill>
                        <a:schemeClr val="tx1"/>
                      </a:solidFill>
                      <a:latin typeface="Arial" panose="020B0604020202020204" pitchFamily="34" charset="0"/>
                      <a:cs typeface="Arial" panose="020B0604020202020204" pitchFamily="34" charset="0"/>
                    </a:rPr>
                    <a:t>Y1</a:t>
                  </a:r>
                  <a:endParaRPr kumimoji="0" lang="zh-CN" altLang="en-US" sz="1800" b="0" i="0" u="none" strike="noStrike" cap="none" spc="0" normalizeH="0" baseline="0" dirty="0">
                    <a:ln>
                      <a:noFill/>
                    </a:ln>
                    <a:solidFill>
                      <a:schemeClr val="tx1"/>
                    </a:solidFill>
                    <a:effectLst/>
                    <a:uFillTx/>
                    <a:latin typeface="Arial" panose="020B0604020202020204" pitchFamily="34" charset="0"/>
                    <a:cs typeface="Arial" panose="020B0604020202020204" pitchFamily="34" charset="0"/>
                    <a:sym typeface="Helvetica Neue" panose="02000503000000020004"/>
                  </a:endParaRPr>
                </a:p>
              </p:txBody>
            </p:sp>
          </p:grpSp>
          <p:grpSp>
            <p:nvGrpSpPr>
              <p:cNvPr id="55" name="组合 54"/>
              <p:cNvGrpSpPr/>
              <p:nvPr/>
            </p:nvGrpSpPr>
            <p:grpSpPr>
              <a:xfrm rot="10800000" flipH="1" flipV="1">
                <a:off x="2007806" y="11643380"/>
                <a:ext cx="807913" cy="863106"/>
                <a:chOff x="2514487" y="9154444"/>
                <a:chExt cx="1430552" cy="1239072"/>
              </a:xfrm>
            </p:grpSpPr>
            <p:sp>
              <p:nvSpPr>
                <p:cNvPr id="94" name="线条"/>
                <p:cNvSpPr/>
                <p:nvPr/>
              </p:nvSpPr>
              <p:spPr>
                <a:xfrm flipV="1">
                  <a:off x="2551622" y="9154444"/>
                  <a:ext cx="2" cy="930267"/>
                </a:xfrm>
                <a:prstGeom prst="line">
                  <a:avLst/>
                </a:prstGeom>
                <a:ln w="50800">
                  <a:solidFill>
                    <a:schemeClr val="accent6">
                      <a:satOff val="-15797"/>
                      <a:lumOff val="-17516"/>
                    </a:schemeClr>
                  </a:solidFill>
                </a:ln>
              </p:spPr>
              <p:txBody>
                <a:bodyPr lIns="0" tIns="0" rIns="0" bIns="0"/>
                <a:lstStyle/>
                <a:p>
                  <a:endParaRPr sz="1800">
                    <a:latin typeface="Arial" panose="020B0604020202020204" pitchFamily="34" charset="0"/>
                    <a:cs typeface="Arial" panose="020B0604020202020204" pitchFamily="34" charset="0"/>
                  </a:endParaRPr>
                </a:p>
              </p:txBody>
            </p:sp>
            <p:sp>
              <p:nvSpPr>
                <p:cNvPr id="95" name="线条"/>
                <p:cNvSpPr/>
                <p:nvPr/>
              </p:nvSpPr>
              <p:spPr>
                <a:xfrm flipV="1">
                  <a:off x="3229764" y="9436710"/>
                  <a:ext cx="1" cy="669977"/>
                </a:xfrm>
                <a:prstGeom prst="line">
                  <a:avLst/>
                </a:prstGeom>
                <a:ln w="50800">
                  <a:solidFill>
                    <a:schemeClr val="accent6">
                      <a:satOff val="-15797"/>
                      <a:lumOff val="-17516"/>
                    </a:schemeClr>
                  </a:solidFill>
                </a:ln>
              </p:spPr>
              <p:txBody>
                <a:bodyPr lIns="0" tIns="0" rIns="0" bIns="0"/>
                <a:lstStyle/>
                <a:p>
                  <a:endParaRPr sz="1800">
                    <a:latin typeface="Arial" panose="020B0604020202020204" pitchFamily="34" charset="0"/>
                    <a:cs typeface="Arial" panose="020B0604020202020204" pitchFamily="34" charset="0"/>
                  </a:endParaRPr>
                </a:p>
              </p:txBody>
            </p:sp>
            <p:sp>
              <p:nvSpPr>
                <p:cNvPr id="96" name="线条"/>
                <p:cNvSpPr/>
                <p:nvPr/>
              </p:nvSpPr>
              <p:spPr>
                <a:xfrm flipH="1">
                  <a:off x="2584033" y="9787765"/>
                  <a:ext cx="624289" cy="2"/>
                </a:xfrm>
                <a:prstGeom prst="line">
                  <a:avLst/>
                </a:prstGeom>
                <a:ln w="50800">
                  <a:solidFill>
                    <a:schemeClr val="accent6">
                      <a:satOff val="-15797"/>
                      <a:lumOff val="-17516"/>
                    </a:schemeClr>
                  </a:solidFill>
                  <a:headEnd type="triangle"/>
                  <a:tailEnd type="triangle"/>
                </a:ln>
              </p:spPr>
              <p:txBody>
                <a:bodyPr lIns="0" tIns="0" rIns="0" bIns="0"/>
                <a:lstStyle/>
                <a:p>
                  <a:endParaRPr sz="1800">
                    <a:latin typeface="Arial" panose="020B0604020202020204" pitchFamily="34" charset="0"/>
                    <a:cs typeface="Arial" panose="020B0604020202020204" pitchFamily="34" charset="0"/>
                  </a:endParaRPr>
                </a:p>
              </p:txBody>
            </p:sp>
            <p:sp>
              <p:nvSpPr>
                <p:cNvPr id="97" name="0.5mm"/>
                <p:cNvSpPr txBox="1"/>
                <p:nvPr/>
              </p:nvSpPr>
              <p:spPr>
                <a:xfrm>
                  <a:off x="2514487" y="9848576"/>
                  <a:ext cx="1430552" cy="544940"/>
                </a:xfrm>
                <a:prstGeom prst="rect">
                  <a:avLst/>
                </a:prstGeom>
                <a:ln w="12700">
                  <a:miter lim="400000"/>
                </a:ln>
              </p:spPr>
              <p:txBody>
                <a:bodyPr wrap="none" lIns="50800" tIns="50800" rIns="50800" bIns="50800" anchor="ctr">
                  <a:spAutoFit/>
                </a:bodyPr>
                <a:lstStyle>
                  <a:lvl1pPr>
                    <a:defRPr sz="1300"/>
                  </a:lvl1pPr>
                </a:lstStyle>
                <a:p>
                  <a:r>
                    <a:rPr sz="1800" dirty="0">
                      <a:latin typeface="Arial" panose="020B0604020202020204" pitchFamily="34" charset="0"/>
                      <a:cs typeface="Arial" panose="020B0604020202020204" pitchFamily="34" charset="0"/>
                    </a:rPr>
                    <a:t>0.</a:t>
                  </a:r>
                  <a:r>
                    <a:rPr lang="en-US" sz="1800" dirty="0">
                      <a:latin typeface="Arial" panose="020B0604020202020204" pitchFamily="34" charset="0"/>
                      <a:cs typeface="Arial" panose="020B0604020202020204" pitchFamily="34" charset="0"/>
                    </a:rPr>
                    <a:t>5</a:t>
                  </a:r>
                  <a:r>
                    <a:rPr sz="1800" dirty="0">
                      <a:latin typeface="Arial" panose="020B0604020202020204" pitchFamily="34" charset="0"/>
                      <a:cs typeface="Arial" panose="020B0604020202020204" pitchFamily="34" charset="0"/>
                    </a:rPr>
                    <a:t>mm</a:t>
                  </a:r>
                </a:p>
              </p:txBody>
            </p:sp>
          </p:grpSp>
          <p:grpSp>
            <p:nvGrpSpPr>
              <p:cNvPr id="56" name="组合 55"/>
              <p:cNvGrpSpPr/>
              <p:nvPr/>
            </p:nvGrpSpPr>
            <p:grpSpPr>
              <a:xfrm rot="10800000" flipV="1">
                <a:off x="7998005" y="11577573"/>
                <a:ext cx="807913" cy="902988"/>
                <a:chOff x="2340531" y="8992012"/>
                <a:chExt cx="1432257" cy="1531929"/>
              </a:xfrm>
            </p:grpSpPr>
            <p:sp>
              <p:nvSpPr>
                <p:cNvPr id="90" name="线条"/>
                <p:cNvSpPr/>
                <p:nvPr/>
              </p:nvSpPr>
              <p:spPr>
                <a:xfrm flipV="1">
                  <a:off x="2551622" y="8992012"/>
                  <a:ext cx="2" cy="1099339"/>
                </a:xfrm>
                <a:prstGeom prst="line">
                  <a:avLst/>
                </a:prstGeom>
                <a:ln w="50800">
                  <a:solidFill>
                    <a:schemeClr val="accent6">
                      <a:satOff val="-15797"/>
                      <a:lumOff val="-17516"/>
                    </a:schemeClr>
                  </a:solidFill>
                </a:ln>
              </p:spPr>
              <p:txBody>
                <a:bodyPr lIns="0" tIns="0" rIns="0" bIns="0"/>
                <a:lstStyle/>
                <a:p>
                  <a:endParaRPr sz="1800">
                    <a:latin typeface="Arial" panose="020B0604020202020204" pitchFamily="34" charset="0"/>
                    <a:cs typeface="Arial" panose="020B0604020202020204" pitchFamily="34" charset="0"/>
                  </a:endParaRPr>
                </a:p>
              </p:txBody>
            </p:sp>
            <p:sp>
              <p:nvSpPr>
                <p:cNvPr id="91" name="线条"/>
                <p:cNvSpPr/>
                <p:nvPr/>
              </p:nvSpPr>
              <p:spPr>
                <a:xfrm flipV="1">
                  <a:off x="3229764" y="9436710"/>
                  <a:ext cx="1" cy="669977"/>
                </a:xfrm>
                <a:prstGeom prst="line">
                  <a:avLst/>
                </a:prstGeom>
                <a:ln w="50800">
                  <a:solidFill>
                    <a:schemeClr val="accent6">
                      <a:satOff val="-15797"/>
                      <a:lumOff val="-17516"/>
                    </a:schemeClr>
                  </a:solidFill>
                </a:ln>
              </p:spPr>
              <p:txBody>
                <a:bodyPr lIns="0" tIns="0" rIns="0" bIns="0"/>
                <a:lstStyle/>
                <a:p>
                  <a:endParaRPr sz="1800">
                    <a:latin typeface="Arial" panose="020B0604020202020204" pitchFamily="34" charset="0"/>
                    <a:cs typeface="Arial" panose="020B0604020202020204" pitchFamily="34" charset="0"/>
                  </a:endParaRPr>
                </a:p>
              </p:txBody>
            </p:sp>
            <p:sp>
              <p:nvSpPr>
                <p:cNvPr id="92" name="线条"/>
                <p:cNvSpPr/>
                <p:nvPr/>
              </p:nvSpPr>
              <p:spPr>
                <a:xfrm flipH="1">
                  <a:off x="2584033" y="9787765"/>
                  <a:ext cx="624289" cy="2"/>
                </a:xfrm>
                <a:prstGeom prst="line">
                  <a:avLst/>
                </a:prstGeom>
                <a:ln w="50800">
                  <a:solidFill>
                    <a:schemeClr val="accent6">
                      <a:satOff val="-15797"/>
                      <a:lumOff val="-17516"/>
                    </a:schemeClr>
                  </a:solidFill>
                  <a:headEnd type="triangle"/>
                  <a:tailEnd type="triangle"/>
                </a:ln>
              </p:spPr>
              <p:txBody>
                <a:bodyPr lIns="0" tIns="0" rIns="0" bIns="0"/>
                <a:lstStyle/>
                <a:p>
                  <a:endParaRPr sz="1800">
                    <a:latin typeface="Arial" panose="020B0604020202020204" pitchFamily="34" charset="0"/>
                    <a:cs typeface="Arial" panose="020B0604020202020204" pitchFamily="34" charset="0"/>
                  </a:endParaRPr>
                </a:p>
              </p:txBody>
            </p:sp>
            <p:sp>
              <p:nvSpPr>
                <p:cNvPr id="93" name="0.5mm"/>
                <p:cNvSpPr txBox="1"/>
                <p:nvPr/>
              </p:nvSpPr>
              <p:spPr>
                <a:xfrm>
                  <a:off x="2340531" y="9879962"/>
                  <a:ext cx="1432257" cy="643979"/>
                </a:xfrm>
                <a:prstGeom prst="rect">
                  <a:avLst/>
                </a:prstGeom>
                <a:ln w="12700">
                  <a:miter lim="400000"/>
                </a:ln>
              </p:spPr>
              <p:txBody>
                <a:bodyPr wrap="none" lIns="50800" tIns="50800" rIns="50800" bIns="50800" anchor="ctr">
                  <a:spAutoFit/>
                </a:bodyPr>
                <a:lstStyle>
                  <a:lvl1pPr>
                    <a:defRPr sz="1300"/>
                  </a:lvl1pPr>
                </a:lstStyle>
                <a:p>
                  <a:r>
                    <a:rPr sz="1800" dirty="0">
                      <a:latin typeface="Arial" panose="020B0604020202020204" pitchFamily="34" charset="0"/>
                      <a:cs typeface="Arial" panose="020B0604020202020204" pitchFamily="34" charset="0"/>
                    </a:rPr>
                    <a:t>0.</a:t>
                  </a:r>
                  <a:r>
                    <a:rPr lang="en-US" sz="1800" dirty="0">
                      <a:latin typeface="Arial" panose="020B0604020202020204" pitchFamily="34" charset="0"/>
                      <a:cs typeface="Arial" panose="020B0604020202020204" pitchFamily="34" charset="0"/>
                    </a:rPr>
                    <a:t>5</a:t>
                  </a:r>
                  <a:r>
                    <a:rPr sz="1800" dirty="0">
                      <a:latin typeface="Arial" panose="020B0604020202020204" pitchFamily="34" charset="0"/>
                      <a:cs typeface="Arial" panose="020B0604020202020204" pitchFamily="34" charset="0"/>
                    </a:rPr>
                    <a:t>mm</a:t>
                  </a:r>
                </a:p>
              </p:txBody>
            </p:sp>
          </p:grpSp>
          <p:grpSp>
            <p:nvGrpSpPr>
              <p:cNvPr id="57" name="组合 56"/>
              <p:cNvGrpSpPr/>
              <p:nvPr/>
            </p:nvGrpSpPr>
            <p:grpSpPr>
              <a:xfrm rot="5400000" flipV="1">
                <a:off x="1461106" y="6593038"/>
                <a:ext cx="425033" cy="1403184"/>
                <a:chOff x="2523592" y="8430493"/>
                <a:chExt cx="706173" cy="2197927"/>
              </a:xfrm>
            </p:grpSpPr>
            <p:sp>
              <p:nvSpPr>
                <p:cNvPr id="86" name="线条"/>
                <p:cNvSpPr/>
                <p:nvPr/>
              </p:nvSpPr>
              <p:spPr>
                <a:xfrm flipV="1">
                  <a:off x="2551623" y="9400131"/>
                  <a:ext cx="2" cy="1228289"/>
                </a:xfrm>
                <a:prstGeom prst="line">
                  <a:avLst/>
                </a:prstGeom>
                <a:ln w="50800">
                  <a:solidFill>
                    <a:schemeClr val="accent6">
                      <a:satOff val="-15797"/>
                      <a:lumOff val="-17516"/>
                    </a:schemeClr>
                  </a:solidFill>
                </a:ln>
              </p:spPr>
              <p:txBody>
                <a:bodyPr lIns="0" tIns="0" rIns="0" bIns="0"/>
                <a:lstStyle/>
                <a:p>
                  <a:endParaRPr sz="1800">
                    <a:latin typeface="Arial" panose="020B0604020202020204" pitchFamily="34" charset="0"/>
                    <a:cs typeface="Arial" panose="020B0604020202020204" pitchFamily="34" charset="0"/>
                  </a:endParaRPr>
                </a:p>
              </p:txBody>
            </p:sp>
            <p:sp>
              <p:nvSpPr>
                <p:cNvPr id="87" name="线条"/>
                <p:cNvSpPr/>
                <p:nvPr/>
              </p:nvSpPr>
              <p:spPr>
                <a:xfrm flipV="1">
                  <a:off x="3229764" y="9436710"/>
                  <a:ext cx="1" cy="669977"/>
                </a:xfrm>
                <a:prstGeom prst="line">
                  <a:avLst/>
                </a:prstGeom>
                <a:ln w="50800">
                  <a:solidFill>
                    <a:schemeClr val="accent6">
                      <a:satOff val="-15797"/>
                      <a:lumOff val="-17516"/>
                    </a:schemeClr>
                  </a:solidFill>
                </a:ln>
              </p:spPr>
              <p:txBody>
                <a:bodyPr lIns="0" tIns="0" rIns="0" bIns="0"/>
                <a:lstStyle/>
                <a:p>
                  <a:endParaRPr sz="1800">
                    <a:latin typeface="Arial" panose="020B0604020202020204" pitchFamily="34" charset="0"/>
                    <a:cs typeface="Arial" panose="020B0604020202020204" pitchFamily="34" charset="0"/>
                  </a:endParaRPr>
                </a:p>
              </p:txBody>
            </p:sp>
            <p:sp>
              <p:nvSpPr>
                <p:cNvPr id="88" name="线条"/>
                <p:cNvSpPr/>
                <p:nvPr/>
              </p:nvSpPr>
              <p:spPr>
                <a:xfrm flipH="1">
                  <a:off x="2584033" y="9787765"/>
                  <a:ext cx="624289" cy="2"/>
                </a:xfrm>
                <a:prstGeom prst="line">
                  <a:avLst/>
                </a:prstGeom>
                <a:ln w="50800">
                  <a:solidFill>
                    <a:schemeClr val="accent6">
                      <a:satOff val="-15797"/>
                      <a:lumOff val="-17516"/>
                    </a:schemeClr>
                  </a:solidFill>
                  <a:headEnd type="triangle"/>
                  <a:tailEnd type="triangle"/>
                </a:ln>
              </p:spPr>
              <p:txBody>
                <a:bodyPr lIns="0" tIns="0" rIns="0" bIns="0"/>
                <a:lstStyle/>
                <a:p>
                  <a:endParaRPr sz="1800">
                    <a:latin typeface="Arial" panose="020B0604020202020204" pitchFamily="34" charset="0"/>
                    <a:cs typeface="Arial" panose="020B0604020202020204" pitchFamily="34" charset="0"/>
                  </a:endParaRPr>
                </a:p>
              </p:txBody>
            </p:sp>
            <p:sp>
              <p:nvSpPr>
                <p:cNvPr id="89" name="0.5mm"/>
                <p:cNvSpPr txBox="1"/>
                <p:nvPr/>
              </p:nvSpPr>
              <p:spPr>
                <a:xfrm rot="16200000">
                  <a:off x="2242539" y="8711546"/>
                  <a:ext cx="1252971" cy="690865"/>
                </a:xfrm>
                <a:prstGeom prst="rect">
                  <a:avLst/>
                </a:prstGeom>
                <a:ln w="12700">
                  <a:miter lim="400000"/>
                </a:ln>
              </p:spPr>
              <p:txBody>
                <a:bodyPr wrap="none" lIns="50800" tIns="50800" rIns="50800" bIns="50800" anchor="ctr">
                  <a:spAutoFit/>
                </a:bodyPr>
                <a:lstStyle>
                  <a:lvl1pPr>
                    <a:defRPr sz="1300"/>
                  </a:lvl1pPr>
                </a:lstStyle>
                <a:p>
                  <a:r>
                    <a:rPr sz="1800" dirty="0">
                      <a:latin typeface="Arial" panose="020B0604020202020204" pitchFamily="34" charset="0"/>
                      <a:cs typeface="Arial" panose="020B0604020202020204" pitchFamily="34" charset="0"/>
                    </a:rPr>
                    <a:t>0.</a:t>
                  </a:r>
                  <a:r>
                    <a:rPr lang="en-US" sz="1800" dirty="0">
                      <a:latin typeface="Arial" panose="020B0604020202020204" pitchFamily="34" charset="0"/>
                      <a:cs typeface="Arial" panose="020B0604020202020204" pitchFamily="34" charset="0"/>
                    </a:rPr>
                    <a:t>5</a:t>
                  </a:r>
                  <a:r>
                    <a:rPr sz="1800" dirty="0">
                      <a:latin typeface="Arial" panose="020B0604020202020204" pitchFamily="34" charset="0"/>
                      <a:cs typeface="Arial" panose="020B0604020202020204" pitchFamily="34" charset="0"/>
                    </a:rPr>
                    <a:t>mm</a:t>
                  </a:r>
                </a:p>
              </p:txBody>
            </p:sp>
          </p:grpSp>
          <p:grpSp>
            <p:nvGrpSpPr>
              <p:cNvPr id="59" name="组合 58"/>
              <p:cNvGrpSpPr/>
              <p:nvPr/>
            </p:nvGrpSpPr>
            <p:grpSpPr>
              <a:xfrm rot="16200000">
                <a:off x="1359940" y="11062833"/>
                <a:ext cx="390482" cy="1231857"/>
                <a:chOff x="2527867" y="8430492"/>
                <a:chExt cx="701898" cy="1910451"/>
              </a:xfrm>
            </p:grpSpPr>
            <p:sp>
              <p:nvSpPr>
                <p:cNvPr id="63" name="线条"/>
                <p:cNvSpPr/>
                <p:nvPr/>
              </p:nvSpPr>
              <p:spPr>
                <a:xfrm flipV="1">
                  <a:off x="2551621" y="9391810"/>
                  <a:ext cx="2" cy="949133"/>
                </a:xfrm>
                <a:prstGeom prst="line">
                  <a:avLst/>
                </a:prstGeom>
                <a:ln w="50800">
                  <a:solidFill>
                    <a:schemeClr val="accent6">
                      <a:satOff val="-15797"/>
                      <a:lumOff val="-17516"/>
                    </a:schemeClr>
                  </a:solidFill>
                </a:ln>
              </p:spPr>
              <p:txBody>
                <a:bodyPr lIns="0" tIns="0" rIns="0" bIns="0"/>
                <a:lstStyle/>
                <a:p>
                  <a:endParaRPr sz="1800">
                    <a:latin typeface="Arial" panose="020B0604020202020204" pitchFamily="34" charset="0"/>
                    <a:cs typeface="Arial" panose="020B0604020202020204" pitchFamily="34" charset="0"/>
                  </a:endParaRPr>
                </a:p>
              </p:txBody>
            </p:sp>
            <p:sp>
              <p:nvSpPr>
                <p:cNvPr id="65" name="线条"/>
                <p:cNvSpPr/>
                <p:nvPr/>
              </p:nvSpPr>
              <p:spPr>
                <a:xfrm flipV="1">
                  <a:off x="3229764" y="9436710"/>
                  <a:ext cx="1" cy="669977"/>
                </a:xfrm>
                <a:prstGeom prst="line">
                  <a:avLst/>
                </a:prstGeom>
                <a:ln w="50800">
                  <a:solidFill>
                    <a:schemeClr val="accent6">
                      <a:satOff val="-15797"/>
                      <a:lumOff val="-17516"/>
                    </a:schemeClr>
                  </a:solidFill>
                </a:ln>
              </p:spPr>
              <p:txBody>
                <a:bodyPr lIns="0" tIns="0" rIns="0" bIns="0"/>
                <a:lstStyle/>
                <a:p>
                  <a:endParaRPr sz="1800">
                    <a:latin typeface="Arial" panose="020B0604020202020204" pitchFamily="34" charset="0"/>
                    <a:cs typeface="Arial" panose="020B0604020202020204" pitchFamily="34" charset="0"/>
                  </a:endParaRPr>
                </a:p>
              </p:txBody>
            </p:sp>
            <p:sp>
              <p:nvSpPr>
                <p:cNvPr id="79" name="线条"/>
                <p:cNvSpPr/>
                <p:nvPr/>
              </p:nvSpPr>
              <p:spPr>
                <a:xfrm flipH="1">
                  <a:off x="2584033" y="9787765"/>
                  <a:ext cx="624289" cy="2"/>
                </a:xfrm>
                <a:prstGeom prst="line">
                  <a:avLst/>
                </a:prstGeom>
                <a:ln w="50800">
                  <a:solidFill>
                    <a:schemeClr val="accent6">
                      <a:satOff val="-15797"/>
                      <a:lumOff val="-17516"/>
                    </a:schemeClr>
                  </a:solidFill>
                  <a:headEnd type="triangle"/>
                  <a:tailEnd type="triangle"/>
                </a:ln>
              </p:spPr>
              <p:txBody>
                <a:bodyPr lIns="0" tIns="0" rIns="0" bIns="0"/>
                <a:lstStyle/>
                <a:p>
                  <a:endParaRPr sz="1800">
                    <a:latin typeface="Arial" panose="020B0604020202020204" pitchFamily="34" charset="0"/>
                    <a:cs typeface="Arial" panose="020B0604020202020204" pitchFamily="34" charset="0"/>
                  </a:endParaRPr>
                </a:p>
              </p:txBody>
            </p:sp>
            <p:sp>
              <p:nvSpPr>
                <p:cNvPr id="85" name="0.5mm"/>
                <p:cNvSpPr txBox="1"/>
                <p:nvPr/>
              </p:nvSpPr>
              <p:spPr>
                <a:xfrm rot="16200000" flipV="1">
                  <a:off x="2242541" y="8715818"/>
                  <a:ext cx="1252971" cy="682320"/>
                </a:xfrm>
                <a:prstGeom prst="rect">
                  <a:avLst/>
                </a:prstGeom>
                <a:ln w="12700">
                  <a:miter lim="400000"/>
                </a:ln>
              </p:spPr>
              <p:txBody>
                <a:bodyPr wrap="none" lIns="50800" tIns="50800" rIns="50800" bIns="50800" anchor="ctr">
                  <a:spAutoFit/>
                </a:bodyPr>
                <a:lstStyle>
                  <a:lvl1pPr>
                    <a:defRPr sz="1300"/>
                  </a:lvl1pPr>
                </a:lstStyle>
                <a:p>
                  <a:r>
                    <a:rPr sz="1800" dirty="0">
                      <a:latin typeface="Arial" panose="020B0604020202020204" pitchFamily="34" charset="0"/>
                      <a:cs typeface="Arial" panose="020B0604020202020204" pitchFamily="34" charset="0"/>
                    </a:rPr>
                    <a:t>0.</a:t>
                  </a:r>
                  <a:r>
                    <a:rPr lang="en-US" sz="1800" dirty="0">
                      <a:latin typeface="Arial" panose="020B0604020202020204" pitchFamily="34" charset="0"/>
                      <a:cs typeface="Arial" panose="020B0604020202020204" pitchFamily="34" charset="0"/>
                    </a:rPr>
                    <a:t>5</a:t>
                  </a:r>
                  <a:r>
                    <a:rPr sz="1800" dirty="0">
                      <a:latin typeface="Arial" panose="020B0604020202020204" pitchFamily="34" charset="0"/>
                      <a:cs typeface="Arial" panose="020B0604020202020204" pitchFamily="34" charset="0"/>
                    </a:rPr>
                    <a:t>mm</a:t>
                  </a:r>
                </a:p>
              </p:txBody>
            </p:sp>
          </p:grpSp>
        </p:grpSp>
      </p:grpSp>
      <p:grpSp>
        <p:nvGrpSpPr>
          <p:cNvPr id="8" name="组合 7"/>
          <p:cNvGrpSpPr/>
          <p:nvPr/>
        </p:nvGrpSpPr>
        <p:grpSpPr>
          <a:xfrm>
            <a:off x="9664361" y="10335049"/>
            <a:ext cx="8368784" cy="2209541"/>
            <a:chOff x="9664361" y="10335049"/>
            <a:chExt cx="8368784" cy="2209541"/>
          </a:xfrm>
        </p:grpSpPr>
        <p:pic>
          <p:nvPicPr>
            <p:cNvPr id="39" name="图片 38"/>
            <p:cNvPicPr>
              <a:picLocks noChangeAspect="1"/>
            </p:cNvPicPr>
            <p:nvPr/>
          </p:nvPicPr>
          <p:blipFill>
            <a:blip r:embed="rId3" cstate="email">
              <a:clrChange>
                <a:clrFrom>
                  <a:srgbClr val="FFFFFF"/>
                </a:clrFrom>
                <a:clrTo>
                  <a:srgbClr val="FFFFFF">
                    <a:alpha val="0"/>
                  </a:srgbClr>
                </a:clrTo>
              </a:clrChange>
              <a:extLst>
                <a:ext uri="{28A0092B-C50C-407E-A947-70E740481C1C}">
                  <a14:useLocalDpi xmlns:a14="http://schemas.microsoft.com/office/drawing/2010/main"/>
                </a:ext>
              </a:extLst>
            </a:blip>
            <a:stretch>
              <a:fillRect/>
            </a:stretch>
          </p:blipFill>
          <p:spPr>
            <a:xfrm>
              <a:off x="10730486" y="10722340"/>
              <a:ext cx="6721914" cy="1150833"/>
            </a:xfrm>
            <a:prstGeom prst="rect">
              <a:avLst/>
            </a:prstGeom>
          </p:spPr>
        </p:pic>
        <p:grpSp>
          <p:nvGrpSpPr>
            <p:cNvPr id="165" name="组合 164"/>
            <p:cNvGrpSpPr/>
            <p:nvPr/>
          </p:nvGrpSpPr>
          <p:grpSpPr>
            <a:xfrm>
              <a:off x="10295197" y="10335049"/>
              <a:ext cx="7737948" cy="1945834"/>
              <a:chOff x="13915025" y="10610759"/>
              <a:chExt cx="7737948" cy="1945834"/>
            </a:xfrm>
          </p:grpSpPr>
          <p:sp>
            <p:nvSpPr>
              <p:cNvPr id="186" name="文本框 185"/>
              <p:cNvSpPr txBox="1"/>
              <p:nvPr/>
            </p:nvSpPr>
            <p:spPr>
              <a:xfrm>
                <a:off x="21194200" y="11980437"/>
                <a:ext cx="458773" cy="385782"/>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1055" rtl="0" fontAlgn="auto" latinLnBrk="0" hangingPunct="0">
                  <a:lnSpc>
                    <a:spcPct val="100000"/>
                  </a:lnSpc>
                  <a:spcBef>
                    <a:spcPts val="0"/>
                  </a:spcBef>
                  <a:spcAft>
                    <a:spcPts val="0"/>
                  </a:spcAft>
                  <a:buClrTx/>
                  <a:buSzTx/>
                  <a:buFontTx/>
                  <a:buNone/>
                </a:pPr>
                <a:r>
                  <a:rPr lang="en-US" altLang="zh-CN" sz="1800" dirty="0">
                    <a:solidFill>
                      <a:srgbClr val="FF0000"/>
                    </a:solidFill>
                    <a:latin typeface="Arial" panose="020B0604020202020204" pitchFamily="34" charset="0"/>
                    <a:cs typeface="Arial" panose="020B0604020202020204" pitchFamily="34" charset="0"/>
                  </a:rPr>
                  <a:t>X</a:t>
                </a:r>
                <a:endParaRPr kumimoji="0" lang="zh-CN" altLang="en-US" sz="1800" b="0" i="0" u="none" strike="noStrike" cap="none" spc="0" normalizeH="0" baseline="0" dirty="0">
                  <a:ln>
                    <a:noFill/>
                  </a:ln>
                  <a:solidFill>
                    <a:srgbClr val="FF0000"/>
                  </a:solidFill>
                  <a:effectLst/>
                  <a:uFillTx/>
                  <a:latin typeface="Arial" panose="020B0604020202020204" pitchFamily="34" charset="0"/>
                  <a:cs typeface="Arial" panose="020B0604020202020204" pitchFamily="34" charset="0"/>
                  <a:sym typeface="Helvetica Neue" panose="02000503000000020004"/>
                </a:endParaRPr>
              </a:p>
            </p:txBody>
          </p:sp>
          <p:grpSp>
            <p:nvGrpSpPr>
              <p:cNvPr id="187" name="组合 186"/>
              <p:cNvGrpSpPr/>
              <p:nvPr/>
            </p:nvGrpSpPr>
            <p:grpSpPr>
              <a:xfrm>
                <a:off x="13942956" y="10610759"/>
                <a:ext cx="7414135" cy="1884330"/>
                <a:chOff x="13950383" y="10537923"/>
                <a:chExt cx="7414135" cy="1884330"/>
              </a:xfrm>
            </p:grpSpPr>
            <p:sp>
              <p:nvSpPr>
                <p:cNvPr id="190" name="文本框 189"/>
                <p:cNvSpPr txBox="1"/>
                <p:nvPr/>
              </p:nvSpPr>
              <p:spPr>
                <a:xfrm>
                  <a:off x="14082744" y="10537923"/>
                  <a:ext cx="251813" cy="379591"/>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1055" rtl="0" fontAlgn="auto" latinLnBrk="0" hangingPunct="0">
                    <a:lnSpc>
                      <a:spcPct val="100000"/>
                    </a:lnSpc>
                    <a:spcBef>
                      <a:spcPts val="0"/>
                    </a:spcBef>
                    <a:spcAft>
                      <a:spcPts val="0"/>
                    </a:spcAft>
                    <a:buClrTx/>
                    <a:buSzTx/>
                    <a:buFontTx/>
                    <a:buNone/>
                  </a:pPr>
                  <a:r>
                    <a:rPr lang="en-US" altLang="zh-CN" sz="1800" dirty="0">
                      <a:solidFill>
                        <a:srgbClr val="FF0000"/>
                      </a:solidFill>
                      <a:latin typeface="Arial" panose="020B0604020202020204" pitchFamily="34" charset="0"/>
                      <a:cs typeface="Arial" panose="020B0604020202020204" pitchFamily="34" charset="0"/>
                    </a:rPr>
                    <a:t>Y</a:t>
                  </a:r>
                  <a:endParaRPr kumimoji="0" lang="zh-CN" altLang="en-US" sz="1800" b="0" i="0" u="none" strike="noStrike" cap="none" spc="0" normalizeH="0" baseline="0" dirty="0">
                    <a:ln>
                      <a:noFill/>
                    </a:ln>
                    <a:solidFill>
                      <a:srgbClr val="FF0000"/>
                    </a:solidFill>
                    <a:effectLst/>
                    <a:uFillTx/>
                    <a:latin typeface="Arial" panose="020B0604020202020204" pitchFamily="34" charset="0"/>
                    <a:cs typeface="Arial" panose="020B0604020202020204" pitchFamily="34" charset="0"/>
                    <a:sym typeface="Helvetica Neue" panose="02000503000000020004"/>
                  </a:endParaRPr>
                </a:p>
              </p:txBody>
            </p:sp>
            <p:sp>
              <p:nvSpPr>
                <p:cNvPr id="191" name="文本框 190"/>
                <p:cNvSpPr txBox="1"/>
                <p:nvPr/>
              </p:nvSpPr>
              <p:spPr>
                <a:xfrm>
                  <a:off x="13950383" y="12042662"/>
                  <a:ext cx="538315" cy="379591"/>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1055" rtl="0" fontAlgn="auto" latinLnBrk="0" hangingPunct="0">
                    <a:lnSpc>
                      <a:spcPct val="100000"/>
                    </a:lnSpc>
                    <a:spcBef>
                      <a:spcPts val="0"/>
                    </a:spcBef>
                    <a:spcAft>
                      <a:spcPts val="0"/>
                    </a:spcAft>
                    <a:buClrTx/>
                    <a:buSzTx/>
                    <a:buFontTx/>
                    <a:buNone/>
                  </a:pPr>
                  <a:r>
                    <a:rPr lang="en-US" altLang="zh-CN" sz="1800" dirty="0">
                      <a:solidFill>
                        <a:srgbClr val="FF0000"/>
                      </a:solidFill>
                      <a:latin typeface="Arial" panose="020B0604020202020204" pitchFamily="34" charset="0"/>
                      <a:cs typeface="Arial" panose="020B0604020202020204" pitchFamily="34" charset="0"/>
                    </a:rPr>
                    <a:t>0</a:t>
                  </a:r>
                  <a:endParaRPr kumimoji="0" lang="zh-CN" altLang="en-US" sz="1800" b="0" i="0" u="none" strike="noStrike" cap="none" spc="0" normalizeH="0" baseline="0" dirty="0">
                    <a:ln>
                      <a:noFill/>
                    </a:ln>
                    <a:solidFill>
                      <a:srgbClr val="FF0000"/>
                    </a:solidFill>
                    <a:effectLst/>
                    <a:uFillTx/>
                    <a:latin typeface="Arial" panose="020B0604020202020204" pitchFamily="34" charset="0"/>
                    <a:cs typeface="Arial" panose="020B0604020202020204" pitchFamily="34" charset="0"/>
                    <a:sym typeface="Helvetica Neue" panose="02000503000000020004"/>
                  </a:endParaRPr>
                </a:p>
              </p:txBody>
            </p:sp>
            <p:cxnSp>
              <p:nvCxnSpPr>
                <p:cNvPr id="192" name="直接箭头连接符 191"/>
                <p:cNvCxnSpPr/>
                <p:nvPr/>
              </p:nvCxnSpPr>
              <p:spPr>
                <a:xfrm flipV="1">
                  <a:off x="13984518" y="12055051"/>
                  <a:ext cx="7380000" cy="14225"/>
                </a:xfrm>
                <a:prstGeom prst="straightConnector1">
                  <a:avLst/>
                </a:prstGeom>
                <a:noFill/>
                <a:ln w="38100" cap="flat">
                  <a:solidFill>
                    <a:srgbClr val="FF0000"/>
                  </a:solidFill>
                  <a:prstDash val="solid"/>
                  <a:round/>
                  <a:tailEnd type="triangle"/>
                </a:ln>
              </p:spPr>
              <p:style>
                <a:lnRef idx="0">
                  <a:scrgbClr r="0" g="0" b="0"/>
                </a:lnRef>
                <a:fillRef idx="0">
                  <a:scrgbClr r="0" g="0" b="0"/>
                </a:fillRef>
                <a:effectRef idx="0">
                  <a:scrgbClr r="0" g="0" b="0"/>
                </a:effectRef>
                <a:fontRef idx="none"/>
              </p:style>
            </p:cxnSp>
            <p:cxnSp>
              <p:nvCxnSpPr>
                <p:cNvPr id="193" name="直接箭头连接符 192"/>
                <p:cNvCxnSpPr/>
                <p:nvPr/>
              </p:nvCxnSpPr>
              <p:spPr>
                <a:xfrm flipV="1">
                  <a:off x="14370014" y="10641286"/>
                  <a:ext cx="0" cy="1692000"/>
                </a:xfrm>
                <a:prstGeom prst="straightConnector1">
                  <a:avLst/>
                </a:prstGeom>
                <a:noFill/>
                <a:ln w="38100" cap="flat">
                  <a:solidFill>
                    <a:srgbClr val="FF0000"/>
                  </a:solidFill>
                  <a:prstDash val="solid"/>
                  <a:round/>
                  <a:tailEnd type="triangle"/>
                </a:ln>
              </p:spPr>
              <p:style>
                <a:lnRef idx="0">
                  <a:scrgbClr r="0" g="0" b="0"/>
                </a:lnRef>
                <a:fillRef idx="0">
                  <a:scrgbClr r="0" g="0" b="0"/>
                </a:fillRef>
                <a:effectRef idx="0">
                  <a:scrgbClr r="0" g="0" b="0"/>
                </a:effectRef>
                <a:fontRef idx="none"/>
              </p:style>
            </p:cxnSp>
            <p:cxnSp>
              <p:nvCxnSpPr>
                <p:cNvPr id="194" name="直接连接符 193"/>
                <p:cNvCxnSpPr/>
                <p:nvPr/>
              </p:nvCxnSpPr>
              <p:spPr>
                <a:xfrm flipH="1">
                  <a:off x="14686712" y="12055051"/>
                  <a:ext cx="6048000" cy="0"/>
                </a:xfrm>
                <a:prstGeom prst="line">
                  <a:avLst/>
                </a:prstGeom>
                <a:noFill/>
                <a:ln w="57150" cap="flat">
                  <a:solidFill>
                    <a:schemeClr val="tx1"/>
                  </a:solidFill>
                  <a:prstDash val="dash"/>
                  <a:round/>
                </a:ln>
              </p:spPr>
              <p:style>
                <a:lnRef idx="0">
                  <a:scrgbClr r="0" g="0" b="0"/>
                </a:lnRef>
                <a:fillRef idx="0">
                  <a:scrgbClr r="0" g="0" b="0"/>
                </a:fillRef>
                <a:effectRef idx="0">
                  <a:scrgbClr r="0" g="0" b="0"/>
                </a:effectRef>
                <a:fontRef idx="none"/>
              </p:style>
            </p:cxnSp>
            <p:cxnSp>
              <p:nvCxnSpPr>
                <p:cNvPr id="195" name="直接连接符 194"/>
                <p:cNvCxnSpPr/>
                <p:nvPr/>
              </p:nvCxnSpPr>
              <p:spPr>
                <a:xfrm flipV="1">
                  <a:off x="14375381" y="11316604"/>
                  <a:ext cx="0" cy="360000"/>
                </a:xfrm>
                <a:prstGeom prst="line">
                  <a:avLst/>
                </a:prstGeom>
                <a:noFill/>
                <a:ln w="57150" cap="flat">
                  <a:solidFill>
                    <a:schemeClr val="tx1"/>
                  </a:solidFill>
                  <a:prstDash val="dash"/>
                  <a:round/>
                </a:ln>
              </p:spPr>
              <p:style>
                <a:lnRef idx="0">
                  <a:scrgbClr r="0" g="0" b="0"/>
                </a:lnRef>
                <a:fillRef idx="0">
                  <a:scrgbClr r="0" g="0" b="0"/>
                </a:fillRef>
                <a:effectRef idx="0">
                  <a:scrgbClr r="0" g="0" b="0"/>
                </a:effectRef>
                <a:fontRef idx="none"/>
              </p:style>
            </p:cxnSp>
          </p:grpSp>
          <p:sp>
            <p:nvSpPr>
              <p:cNvPr id="188" name="文本框 187"/>
              <p:cNvSpPr txBox="1"/>
              <p:nvPr/>
            </p:nvSpPr>
            <p:spPr>
              <a:xfrm>
                <a:off x="17591518" y="12177002"/>
                <a:ext cx="686435" cy="379591"/>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1055" rtl="0" fontAlgn="auto" latinLnBrk="0" hangingPunct="0">
                  <a:lnSpc>
                    <a:spcPct val="100000"/>
                  </a:lnSpc>
                  <a:spcBef>
                    <a:spcPts val="0"/>
                  </a:spcBef>
                  <a:spcAft>
                    <a:spcPts val="0"/>
                  </a:spcAft>
                  <a:buClrTx/>
                  <a:buSzTx/>
                  <a:buFontTx/>
                  <a:buNone/>
                </a:pPr>
                <a:r>
                  <a:rPr lang="en-US" altLang="zh-CN" sz="1800" dirty="0">
                    <a:solidFill>
                      <a:schemeClr val="tx1"/>
                    </a:solidFill>
                    <a:latin typeface="Arial" panose="020B0604020202020204" pitchFamily="34" charset="0"/>
                    <a:cs typeface="Arial" panose="020B0604020202020204" pitchFamily="34" charset="0"/>
                  </a:rPr>
                  <a:t>X2</a:t>
                </a:r>
                <a:endParaRPr kumimoji="0" lang="zh-CN" altLang="en-US" sz="1800" b="0" i="0" u="none" strike="noStrike" cap="none" spc="0" normalizeH="0" baseline="0" dirty="0">
                  <a:ln>
                    <a:noFill/>
                  </a:ln>
                  <a:solidFill>
                    <a:schemeClr val="tx1"/>
                  </a:solidFill>
                  <a:effectLst/>
                  <a:uFillTx/>
                  <a:latin typeface="Arial" panose="020B0604020202020204" pitchFamily="34" charset="0"/>
                  <a:cs typeface="Arial" panose="020B0604020202020204" pitchFamily="34" charset="0"/>
                  <a:sym typeface="Helvetica Neue" panose="02000503000000020004"/>
                </a:endParaRPr>
              </a:p>
            </p:txBody>
          </p:sp>
          <p:sp>
            <p:nvSpPr>
              <p:cNvPr id="189" name="文本框 188"/>
              <p:cNvSpPr txBox="1"/>
              <p:nvPr/>
            </p:nvSpPr>
            <p:spPr>
              <a:xfrm>
                <a:off x="13915025" y="11357473"/>
                <a:ext cx="497355" cy="379591"/>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1055" rtl="0" fontAlgn="auto" latinLnBrk="0" hangingPunct="0">
                  <a:lnSpc>
                    <a:spcPct val="100000"/>
                  </a:lnSpc>
                  <a:spcBef>
                    <a:spcPts val="0"/>
                  </a:spcBef>
                  <a:spcAft>
                    <a:spcPts val="0"/>
                  </a:spcAft>
                  <a:buClrTx/>
                  <a:buSzTx/>
                  <a:buFontTx/>
                  <a:buNone/>
                </a:pPr>
                <a:r>
                  <a:rPr lang="en-US" altLang="zh-CN" sz="1800" dirty="0">
                    <a:solidFill>
                      <a:schemeClr val="tx1"/>
                    </a:solidFill>
                    <a:latin typeface="Arial" panose="020B0604020202020204" pitchFamily="34" charset="0"/>
                    <a:cs typeface="Arial" panose="020B0604020202020204" pitchFamily="34" charset="0"/>
                  </a:rPr>
                  <a:t>Y2</a:t>
                </a:r>
                <a:endParaRPr kumimoji="0" lang="zh-CN" altLang="en-US" sz="1800" b="0" i="0" u="none" strike="noStrike" cap="none" spc="0" normalizeH="0" baseline="0" dirty="0">
                  <a:ln>
                    <a:noFill/>
                  </a:ln>
                  <a:solidFill>
                    <a:schemeClr val="tx1"/>
                  </a:solidFill>
                  <a:effectLst/>
                  <a:uFillTx/>
                  <a:latin typeface="Arial" panose="020B0604020202020204" pitchFamily="34" charset="0"/>
                  <a:cs typeface="Arial" panose="020B0604020202020204" pitchFamily="34" charset="0"/>
                  <a:sym typeface="Helvetica Neue" panose="02000503000000020004"/>
                </a:endParaRPr>
              </a:p>
            </p:txBody>
          </p:sp>
        </p:grpSp>
        <p:grpSp>
          <p:nvGrpSpPr>
            <p:cNvPr id="166" name="组合 165"/>
            <p:cNvGrpSpPr/>
            <p:nvPr/>
          </p:nvGrpSpPr>
          <p:grpSpPr>
            <a:xfrm rot="10800000" flipH="1" flipV="1">
              <a:off x="10744093" y="11643383"/>
              <a:ext cx="599407" cy="901207"/>
              <a:chOff x="2514487" y="9154444"/>
              <a:chExt cx="1430552" cy="1293769"/>
            </a:xfrm>
          </p:grpSpPr>
          <p:sp>
            <p:nvSpPr>
              <p:cNvPr id="182" name="线条"/>
              <p:cNvSpPr/>
              <p:nvPr/>
            </p:nvSpPr>
            <p:spPr>
              <a:xfrm flipV="1">
                <a:off x="2551622" y="9154444"/>
                <a:ext cx="2" cy="930267"/>
              </a:xfrm>
              <a:prstGeom prst="line">
                <a:avLst/>
              </a:prstGeom>
              <a:ln w="28575">
                <a:solidFill>
                  <a:schemeClr val="accent6">
                    <a:satOff val="-15797"/>
                    <a:lumOff val="-17516"/>
                  </a:schemeClr>
                </a:solidFill>
              </a:ln>
            </p:spPr>
            <p:txBody>
              <a:bodyPr lIns="0" tIns="0" rIns="0" bIns="0"/>
              <a:lstStyle/>
              <a:p>
                <a:endParaRPr sz="1800">
                  <a:latin typeface="Arial" panose="020B0604020202020204" pitchFamily="34" charset="0"/>
                  <a:cs typeface="Arial" panose="020B0604020202020204" pitchFamily="34" charset="0"/>
                </a:endParaRPr>
              </a:p>
            </p:txBody>
          </p:sp>
          <p:sp>
            <p:nvSpPr>
              <p:cNvPr id="183" name="线条"/>
              <p:cNvSpPr/>
              <p:nvPr/>
            </p:nvSpPr>
            <p:spPr>
              <a:xfrm flipV="1">
                <a:off x="3229764" y="9436710"/>
                <a:ext cx="1" cy="669977"/>
              </a:xfrm>
              <a:prstGeom prst="line">
                <a:avLst/>
              </a:prstGeom>
              <a:ln w="28575">
                <a:solidFill>
                  <a:schemeClr val="accent6">
                    <a:satOff val="-15797"/>
                    <a:lumOff val="-17516"/>
                  </a:schemeClr>
                </a:solidFill>
              </a:ln>
            </p:spPr>
            <p:txBody>
              <a:bodyPr lIns="0" tIns="0" rIns="0" bIns="0"/>
              <a:lstStyle/>
              <a:p>
                <a:endParaRPr sz="1800">
                  <a:latin typeface="Arial" panose="020B0604020202020204" pitchFamily="34" charset="0"/>
                  <a:cs typeface="Arial" panose="020B0604020202020204" pitchFamily="34" charset="0"/>
                </a:endParaRPr>
              </a:p>
            </p:txBody>
          </p:sp>
          <p:sp>
            <p:nvSpPr>
              <p:cNvPr id="184" name="线条"/>
              <p:cNvSpPr/>
              <p:nvPr/>
            </p:nvSpPr>
            <p:spPr>
              <a:xfrm flipH="1">
                <a:off x="2584033" y="9787765"/>
                <a:ext cx="624289" cy="2"/>
              </a:xfrm>
              <a:prstGeom prst="line">
                <a:avLst/>
              </a:prstGeom>
              <a:ln w="28575">
                <a:solidFill>
                  <a:schemeClr val="accent6">
                    <a:satOff val="-15797"/>
                    <a:lumOff val="-17516"/>
                  </a:schemeClr>
                </a:solidFill>
                <a:headEnd type="triangle"/>
                <a:tailEnd type="triangle"/>
              </a:ln>
            </p:spPr>
            <p:txBody>
              <a:bodyPr lIns="0" tIns="0" rIns="0" bIns="0"/>
              <a:lstStyle/>
              <a:p>
                <a:endParaRPr sz="1800">
                  <a:latin typeface="Arial" panose="020B0604020202020204" pitchFamily="34" charset="0"/>
                  <a:cs typeface="Arial" panose="020B0604020202020204" pitchFamily="34" charset="0"/>
                </a:endParaRPr>
              </a:p>
            </p:txBody>
          </p:sp>
          <p:sp>
            <p:nvSpPr>
              <p:cNvPr id="185" name="0.5mm"/>
              <p:cNvSpPr txBox="1"/>
              <p:nvPr/>
            </p:nvSpPr>
            <p:spPr>
              <a:xfrm>
                <a:off x="2514487" y="9903274"/>
                <a:ext cx="1430552" cy="544939"/>
              </a:xfrm>
              <a:prstGeom prst="rect">
                <a:avLst/>
              </a:prstGeom>
              <a:ln w="28575">
                <a:noFill/>
                <a:miter lim="400000"/>
              </a:ln>
            </p:spPr>
            <p:txBody>
              <a:bodyPr wrap="none" lIns="50800" tIns="50800" rIns="50800" bIns="50800" anchor="ctr">
                <a:spAutoFit/>
              </a:bodyPr>
              <a:lstStyle>
                <a:lvl1pPr>
                  <a:defRPr sz="1300"/>
                </a:lvl1pPr>
              </a:lstStyle>
              <a:p>
                <a:r>
                  <a:rPr sz="1800" dirty="0">
                    <a:latin typeface="Arial" panose="020B0604020202020204" pitchFamily="34" charset="0"/>
                    <a:cs typeface="Arial" panose="020B0604020202020204" pitchFamily="34" charset="0"/>
                  </a:rPr>
                  <a:t>0.</a:t>
                </a:r>
                <a:r>
                  <a:rPr lang="en-US" sz="1800" dirty="0">
                    <a:latin typeface="Arial" panose="020B0604020202020204" pitchFamily="34" charset="0"/>
                    <a:cs typeface="Arial" panose="020B0604020202020204" pitchFamily="34" charset="0"/>
                  </a:rPr>
                  <a:t>3</a:t>
                </a:r>
                <a:r>
                  <a:rPr sz="1800" dirty="0">
                    <a:latin typeface="Arial" panose="020B0604020202020204" pitchFamily="34" charset="0"/>
                    <a:cs typeface="Arial" panose="020B0604020202020204" pitchFamily="34" charset="0"/>
                  </a:rPr>
                  <a:t>mm</a:t>
                </a:r>
              </a:p>
            </p:txBody>
          </p:sp>
        </p:grpSp>
        <p:grpSp>
          <p:nvGrpSpPr>
            <p:cNvPr id="167" name="组合 166"/>
            <p:cNvGrpSpPr/>
            <p:nvPr/>
          </p:nvGrpSpPr>
          <p:grpSpPr>
            <a:xfrm rot="10800000" flipV="1">
              <a:off x="16886692" y="11577572"/>
              <a:ext cx="599407" cy="915688"/>
              <a:chOff x="2340531" y="8992012"/>
              <a:chExt cx="1432257" cy="1553475"/>
            </a:xfrm>
          </p:grpSpPr>
          <p:sp>
            <p:nvSpPr>
              <p:cNvPr id="178" name="线条"/>
              <p:cNvSpPr/>
              <p:nvPr/>
            </p:nvSpPr>
            <p:spPr>
              <a:xfrm flipV="1">
                <a:off x="2551622" y="8992012"/>
                <a:ext cx="2" cy="1099339"/>
              </a:xfrm>
              <a:prstGeom prst="line">
                <a:avLst/>
              </a:prstGeom>
              <a:ln w="28575">
                <a:solidFill>
                  <a:schemeClr val="accent6">
                    <a:satOff val="-15797"/>
                    <a:lumOff val="-17516"/>
                  </a:schemeClr>
                </a:solidFill>
              </a:ln>
            </p:spPr>
            <p:txBody>
              <a:bodyPr lIns="0" tIns="0" rIns="0" bIns="0"/>
              <a:lstStyle/>
              <a:p>
                <a:endParaRPr sz="1800">
                  <a:latin typeface="Arial" panose="020B0604020202020204" pitchFamily="34" charset="0"/>
                  <a:cs typeface="Arial" panose="020B0604020202020204" pitchFamily="34" charset="0"/>
                </a:endParaRPr>
              </a:p>
            </p:txBody>
          </p:sp>
          <p:sp>
            <p:nvSpPr>
              <p:cNvPr id="179" name="线条"/>
              <p:cNvSpPr/>
              <p:nvPr/>
            </p:nvSpPr>
            <p:spPr>
              <a:xfrm flipV="1">
                <a:off x="3229764" y="9436710"/>
                <a:ext cx="1" cy="669977"/>
              </a:xfrm>
              <a:prstGeom prst="line">
                <a:avLst/>
              </a:prstGeom>
              <a:ln w="28575">
                <a:solidFill>
                  <a:schemeClr val="accent6">
                    <a:satOff val="-15797"/>
                    <a:lumOff val="-17516"/>
                  </a:schemeClr>
                </a:solidFill>
              </a:ln>
            </p:spPr>
            <p:txBody>
              <a:bodyPr lIns="0" tIns="0" rIns="0" bIns="0"/>
              <a:lstStyle/>
              <a:p>
                <a:endParaRPr sz="1800">
                  <a:latin typeface="Arial" panose="020B0604020202020204" pitchFamily="34" charset="0"/>
                  <a:cs typeface="Arial" panose="020B0604020202020204" pitchFamily="34" charset="0"/>
                </a:endParaRPr>
              </a:p>
            </p:txBody>
          </p:sp>
          <p:sp>
            <p:nvSpPr>
              <p:cNvPr id="180" name="线条"/>
              <p:cNvSpPr/>
              <p:nvPr/>
            </p:nvSpPr>
            <p:spPr>
              <a:xfrm flipH="1">
                <a:off x="2584033" y="9787765"/>
                <a:ext cx="624289" cy="2"/>
              </a:xfrm>
              <a:prstGeom prst="line">
                <a:avLst/>
              </a:prstGeom>
              <a:ln w="28575">
                <a:solidFill>
                  <a:schemeClr val="accent6">
                    <a:satOff val="-15797"/>
                    <a:lumOff val="-17516"/>
                  </a:schemeClr>
                </a:solidFill>
                <a:headEnd type="triangle"/>
                <a:tailEnd type="triangle"/>
              </a:ln>
            </p:spPr>
            <p:txBody>
              <a:bodyPr lIns="0" tIns="0" rIns="0" bIns="0"/>
              <a:lstStyle/>
              <a:p>
                <a:endParaRPr sz="1800">
                  <a:latin typeface="Arial" panose="020B0604020202020204" pitchFamily="34" charset="0"/>
                  <a:cs typeface="Arial" panose="020B0604020202020204" pitchFamily="34" charset="0"/>
                </a:endParaRPr>
              </a:p>
            </p:txBody>
          </p:sp>
          <p:sp>
            <p:nvSpPr>
              <p:cNvPr id="181" name="0.5mm"/>
              <p:cNvSpPr txBox="1"/>
              <p:nvPr/>
            </p:nvSpPr>
            <p:spPr>
              <a:xfrm>
                <a:off x="2340531" y="9901508"/>
                <a:ext cx="1432257" cy="643979"/>
              </a:xfrm>
              <a:prstGeom prst="rect">
                <a:avLst/>
              </a:prstGeom>
              <a:ln w="28575">
                <a:noFill/>
                <a:miter lim="400000"/>
              </a:ln>
            </p:spPr>
            <p:txBody>
              <a:bodyPr wrap="none" lIns="50800" tIns="50800" rIns="50800" bIns="50800" anchor="ctr">
                <a:spAutoFit/>
              </a:bodyPr>
              <a:lstStyle>
                <a:lvl1pPr>
                  <a:defRPr sz="1300"/>
                </a:lvl1pPr>
              </a:lstStyle>
              <a:p>
                <a:r>
                  <a:rPr sz="1800" dirty="0">
                    <a:latin typeface="Arial" panose="020B0604020202020204" pitchFamily="34" charset="0"/>
                    <a:cs typeface="Arial" panose="020B0604020202020204" pitchFamily="34" charset="0"/>
                  </a:rPr>
                  <a:t>0.</a:t>
                </a:r>
                <a:r>
                  <a:rPr lang="en-US" sz="1800" dirty="0">
                    <a:latin typeface="Arial" panose="020B0604020202020204" pitchFamily="34" charset="0"/>
                    <a:cs typeface="Arial" panose="020B0604020202020204" pitchFamily="34" charset="0"/>
                  </a:rPr>
                  <a:t>3</a:t>
                </a:r>
                <a:r>
                  <a:rPr sz="1800" dirty="0">
                    <a:latin typeface="Arial" panose="020B0604020202020204" pitchFamily="34" charset="0"/>
                    <a:cs typeface="Arial" panose="020B0604020202020204" pitchFamily="34" charset="0"/>
                  </a:rPr>
                  <a:t>mm</a:t>
                </a:r>
              </a:p>
            </p:txBody>
          </p:sp>
        </p:grpSp>
        <p:grpSp>
          <p:nvGrpSpPr>
            <p:cNvPr id="168" name="组合 167"/>
            <p:cNvGrpSpPr/>
            <p:nvPr/>
          </p:nvGrpSpPr>
          <p:grpSpPr>
            <a:xfrm rot="5400000" flipV="1">
              <a:off x="10198819" y="10211566"/>
              <a:ext cx="379591" cy="1387415"/>
              <a:chOff x="2444002" y="8411511"/>
              <a:chExt cx="850049" cy="2216909"/>
            </a:xfrm>
          </p:grpSpPr>
          <p:sp>
            <p:nvSpPr>
              <p:cNvPr id="174" name="线条"/>
              <p:cNvSpPr/>
              <p:nvPr/>
            </p:nvSpPr>
            <p:spPr>
              <a:xfrm flipV="1">
                <a:off x="2551623" y="9400131"/>
                <a:ext cx="2" cy="1228289"/>
              </a:xfrm>
              <a:prstGeom prst="line">
                <a:avLst/>
              </a:prstGeom>
              <a:ln w="28575">
                <a:solidFill>
                  <a:schemeClr val="accent6">
                    <a:satOff val="-15797"/>
                    <a:lumOff val="-17516"/>
                  </a:schemeClr>
                </a:solidFill>
              </a:ln>
            </p:spPr>
            <p:txBody>
              <a:bodyPr lIns="0" tIns="0" rIns="0" bIns="0"/>
              <a:lstStyle/>
              <a:p>
                <a:endParaRPr sz="1800">
                  <a:latin typeface="Arial" panose="020B0604020202020204" pitchFamily="34" charset="0"/>
                  <a:cs typeface="Arial" panose="020B0604020202020204" pitchFamily="34" charset="0"/>
                </a:endParaRPr>
              </a:p>
            </p:txBody>
          </p:sp>
          <p:sp>
            <p:nvSpPr>
              <p:cNvPr id="175" name="线条"/>
              <p:cNvSpPr/>
              <p:nvPr/>
            </p:nvSpPr>
            <p:spPr>
              <a:xfrm flipV="1">
                <a:off x="3229764" y="9436710"/>
                <a:ext cx="1" cy="669977"/>
              </a:xfrm>
              <a:prstGeom prst="line">
                <a:avLst/>
              </a:prstGeom>
              <a:ln w="28575">
                <a:solidFill>
                  <a:schemeClr val="accent6">
                    <a:satOff val="-15797"/>
                    <a:lumOff val="-17516"/>
                  </a:schemeClr>
                </a:solidFill>
              </a:ln>
            </p:spPr>
            <p:txBody>
              <a:bodyPr lIns="0" tIns="0" rIns="0" bIns="0"/>
              <a:lstStyle/>
              <a:p>
                <a:endParaRPr sz="1800">
                  <a:latin typeface="Arial" panose="020B0604020202020204" pitchFamily="34" charset="0"/>
                  <a:cs typeface="Arial" panose="020B0604020202020204" pitchFamily="34" charset="0"/>
                </a:endParaRPr>
              </a:p>
            </p:txBody>
          </p:sp>
          <p:sp>
            <p:nvSpPr>
              <p:cNvPr id="176" name="线条"/>
              <p:cNvSpPr/>
              <p:nvPr/>
            </p:nvSpPr>
            <p:spPr>
              <a:xfrm flipH="1">
                <a:off x="2584033" y="9787765"/>
                <a:ext cx="624289" cy="2"/>
              </a:xfrm>
              <a:prstGeom prst="line">
                <a:avLst/>
              </a:prstGeom>
              <a:ln w="28575">
                <a:solidFill>
                  <a:schemeClr val="accent6">
                    <a:satOff val="-15797"/>
                    <a:lumOff val="-17516"/>
                  </a:schemeClr>
                </a:solidFill>
                <a:headEnd type="triangle"/>
                <a:tailEnd type="triangle"/>
              </a:ln>
            </p:spPr>
            <p:txBody>
              <a:bodyPr lIns="0" tIns="0" rIns="0" bIns="0"/>
              <a:lstStyle/>
              <a:p>
                <a:endParaRPr sz="1800">
                  <a:latin typeface="Arial" panose="020B0604020202020204" pitchFamily="34" charset="0"/>
                  <a:cs typeface="Arial" panose="020B0604020202020204" pitchFamily="34" charset="0"/>
                </a:endParaRPr>
              </a:p>
            </p:txBody>
          </p:sp>
          <p:sp>
            <p:nvSpPr>
              <p:cNvPr id="177" name="0.5mm"/>
              <p:cNvSpPr txBox="1"/>
              <p:nvPr/>
            </p:nvSpPr>
            <p:spPr>
              <a:xfrm rot="16200000">
                <a:off x="2223557" y="8631956"/>
                <a:ext cx="1290940" cy="850049"/>
              </a:xfrm>
              <a:prstGeom prst="rect">
                <a:avLst/>
              </a:prstGeom>
              <a:ln w="28575">
                <a:noFill/>
                <a:miter lim="400000"/>
              </a:ln>
            </p:spPr>
            <p:txBody>
              <a:bodyPr wrap="none" lIns="50800" tIns="50800" rIns="50800" bIns="50800" anchor="ctr">
                <a:spAutoFit/>
              </a:bodyPr>
              <a:lstStyle>
                <a:lvl1pPr>
                  <a:defRPr sz="1300"/>
                </a:lvl1pPr>
              </a:lstStyle>
              <a:p>
                <a:r>
                  <a:rPr sz="1800" dirty="0">
                    <a:latin typeface="Arial" panose="020B0604020202020204" pitchFamily="34" charset="0"/>
                    <a:cs typeface="Arial" panose="020B0604020202020204" pitchFamily="34" charset="0"/>
                  </a:rPr>
                  <a:t>0.</a:t>
                </a:r>
                <a:r>
                  <a:rPr lang="en-US" sz="1800" dirty="0">
                    <a:latin typeface="Arial" panose="020B0604020202020204" pitchFamily="34" charset="0"/>
                    <a:cs typeface="Arial" panose="020B0604020202020204" pitchFamily="34" charset="0"/>
                  </a:rPr>
                  <a:t>3</a:t>
                </a:r>
                <a:r>
                  <a:rPr sz="1800" dirty="0">
                    <a:latin typeface="Arial" panose="020B0604020202020204" pitchFamily="34" charset="0"/>
                    <a:cs typeface="Arial" panose="020B0604020202020204" pitchFamily="34" charset="0"/>
                  </a:rPr>
                  <a:t>mm</a:t>
                </a:r>
              </a:p>
            </p:txBody>
          </p:sp>
        </p:grpSp>
        <p:grpSp>
          <p:nvGrpSpPr>
            <p:cNvPr id="169" name="组合 168"/>
            <p:cNvGrpSpPr/>
            <p:nvPr/>
          </p:nvGrpSpPr>
          <p:grpSpPr>
            <a:xfrm rot="16200000">
              <a:off x="10082336" y="11031490"/>
              <a:ext cx="379591" cy="1215541"/>
              <a:chOff x="2409192" y="8417902"/>
              <a:chExt cx="919661" cy="1923041"/>
            </a:xfrm>
          </p:grpSpPr>
          <p:sp>
            <p:nvSpPr>
              <p:cNvPr id="170" name="线条"/>
              <p:cNvSpPr/>
              <p:nvPr/>
            </p:nvSpPr>
            <p:spPr>
              <a:xfrm flipV="1">
                <a:off x="2551621" y="9391810"/>
                <a:ext cx="2" cy="949133"/>
              </a:xfrm>
              <a:prstGeom prst="line">
                <a:avLst/>
              </a:prstGeom>
              <a:ln w="28575">
                <a:solidFill>
                  <a:schemeClr val="accent6">
                    <a:satOff val="-15797"/>
                    <a:lumOff val="-17516"/>
                  </a:schemeClr>
                </a:solidFill>
              </a:ln>
            </p:spPr>
            <p:txBody>
              <a:bodyPr lIns="0" tIns="0" rIns="0" bIns="0"/>
              <a:lstStyle/>
              <a:p>
                <a:endParaRPr sz="1800">
                  <a:latin typeface="Arial" panose="020B0604020202020204" pitchFamily="34" charset="0"/>
                  <a:cs typeface="Arial" panose="020B0604020202020204" pitchFamily="34" charset="0"/>
                </a:endParaRPr>
              </a:p>
            </p:txBody>
          </p:sp>
          <p:sp>
            <p:nvSpPr>
              <p:cNvPr id="171" name="线条"/>
              <p:cNvSpPr/>
              <p:nvPr/>
            </p:nvSpPr>
            <p:spPr>
              <a:xfrm flipV="1">
                <a:off x="3229764" y="9436710"/>
                <a:ext cx="1" cy="669977"/>
              </a:xfrm>
              <a:prstGeom prst="line">
                <a:avLst/>
              </a:prstGeom>
              <a:ln w="28575">
                <a:solidFill>
                  <a:schemeClr val="accent6">
                    <a:satOff val="-15797"/>
                    <a:lumOff val="-17516"/>
                  </a:schemeClr>
                </a:solidFill>
              </a:ln>
            </p:spPr>
            <p:txBody>
              <a:bodyPr lIns="0" tIns="0" rIns="0" bIns="0"/>
              <a:lstStyle/>
              <a:p>
                <a:endParaRPr sz="1800">
                  <a:latin typeface="Arial" panose="020B0604020202020204" pitchFamily="34" charset="0"/>
                  <a:cs typeface="Arial" panose="020B0604020202020204" pitchFamily="34" charset="0"/>
                </a:endParaRPr>
              </a:p>
            </p:txBody>
          </p:sp>
          <p:sp>
            <p:nvSpPr>
              <p:cNvPr id="172" name="线条"/>
              <p:cNvSpPr/>
              <p:nvPr/>
            </p:nvSpPr>
            <p:spPr>
              <a:xfrm flipH="1">
                <a:off x="2584033" y="9787765"/>
                <a:ext cx="624289" cy="2"/>
              </a:xfrm>
              <a:prstGeom prst="line">
                <a:avLst/>
              </a:prstGeom>
              <a:ln w="28575">
                <a:solidFill>
                  <a:schemeClr val="accent6">
                    <a:satOff val="-15797"/>
                    <a:lumOff val="-17516"/>
                  </a:schemeClr>
                </a:solidFill>
                <a:headEnd type="triangle"/>
                <a:tailEnd type="triangle"/>
              </a:ln>
            </p:spPr>
            <p:txBody>
              <a:bodyPr lIns="0" tIns="0" rIns="0" bIns="0"/>
              <a:lstStyle/>
              <a:p>
                <a:endParaRPr sz="1800">
                  <a:latin typeface="Arial" panose="020B0604020202020204" pitchFamily="34" charset="0"/>
                  <a:cs typeface="Arial" panose="020B0604020202020204" pitchFamily="34" charset="0"/>
                </a:endParaRPr>
              </a:p>
            </p:txBody>
          </p:sp>
          <p:sp>
            <p:nvSpPr>
              <p:cNvPr id="173" name="0.5mm"/>
              <p:cNvSpPr txBox="1"/>
              <p:nvPr/>
            </p:nvSpPr>
            <p:spPr>
              <a:xfrm rot="16200000" flipV="1">
                <a:off x="2229945" y="8597149"/>
                <a:ext cx="1278155" cy="919661"/>
              </a:xfrm>
              <a:prstGeom prst="rect">
                <a:avLst/>
              </a:prstGeom>
              <a:ln w="28575">
                <a:noFill/>
                <a:miter lim="400000"/>
              </a:ln>
            </p:spPr>
            <p:txBody>
              <a:bodyPr wrap="none" lIns="50800" tIns="50800" rIns="50800" bIns="50800" anchor="ctr">
                <a:spAutoFit/>
              </a:bodyPr>
              <a:lstStyle>
                <a:lvl1pPr>
                  <a:defRPr sz="1300"/>
                </a:lvl1pPr>
              </a:lstStyle>
              <a:p>
                <a:r>
                  <a:rPr sz="1800" dirty="0">
                    <a:latin typeface="Arial" panose="020B0604020202020204" pitchFamily="34" charset="0"/>
                    <a:cs typeface="Arial" panose="020B0604020202020204" pitchFamily="34" charset="0"/>
                  </a:rPr>
                  <a:t>0.</a:t>
                </a:r>
                <a:r>
                  <a:rPr lang="en-US" sz="1800" dirty="0">
                    <a:latin typeface="Arial" panose="020B0604020202020204" pitchFamily="34" charset="0"/>
                    <a:cs typeface="Arial" panose="020B0604020202020204" pitchFamily="34" charset="0"/>
                  </a:rPr>
                  <a:t>3</a:t>
                </a:r>
                <a:r>
                  <a:rPr sz="1800" dirty="0">
                    <a:latin typeface="Arial" panose="020B0604020202020204" pitchFamily="34" charset="0"/>
                    <a:cs typeface="Arial" panose="020B0604020202020204" pitchFamily="34" charset="0"/>
                  </a:rPr>
                  <a:t>mm</a:t>
                </a:r>
              </a:p>
            </p:txBody>
          </p:sp>
        </p:grpSp>
      </p:grpSp>
      <p:grpSp>
        <p:nvGrpSpPr>
          <p:cNvPr id="6" name="组合 5"/>
          <p:cNvGrpSpPr/>
          <p:nvPr/>
        </p:nvGrpSpPr>
        <p:grpSpPr>
          <a:xfrm>
            <a:off x="19100402" y="6705733"/>
            <a:ext cx="3324021" cy="5962682"/>
            <a:chOff x="18075169" y="6705733"/>
            <a:chExt cx="3324021" cy="5962682"/>
          </a:xfrm>
        </p:grpSpPr>
        <p:pic>
          <p:nvPicPr>
            <p:cNvPr id="40" name="图片 39"/>
            <p:cNvPicPr>
              <a:picLocks noChangeAspect="1"/>
            </p:cNvPicPr>
            <p:nvPr/>
          </p:nvPicPr>
          <p:blipFill>
            <a:blip r:embed="rId4" cstate="email">
              <a:clrChange>
                <a:clrFrom>
                  <a:srgbClr val="FFFFFF"/>
                </a:clrFrom>
                <a:clrTo>
                  <a:srgbClr val="FFFFFF">
                    <a:alpha val="0"/>
                  </a:srgbClr>
                </a:clrTo>
              </a:clrChange>
              <a:extLst>
                <a:ext uri="{28A0092B-C50C-407E-A947-70E740481C1C}">
                  <a14:useLocalDpi xmlns:a14="http://schemas.microsoft.com/office/drawing/2010/main"/>
                </a:ext>
              </a:extLst>
            </a:blip>
            <a:stretch>
              <a:fillRect/>
            </a:stretch>
          </p:blipFill>
          <p:spPr>
            <a:xfrm rot="5400000">
              <a:off x="17675543" y="8679158"/>
              <a:ext cx="4733391" cy="1959698"/>
            </a:xfrm>
            <a:prstGeom prst="rect">
              <a:avLst/>
            </a:prstGeom>
          </p:spPr>
        </p:pic>
        <p:grpSp>
          <p:nvGrpSpPr>
            <p:cNvPr id="196" name="组合 195"/>
            <p:cNvGrpSpPr/>
            <p:nvPr/>
          </p:nvGrpSpPr>
          <p:grpSpPr>
            <a:xfrm>
              <a:off x="18697690" y="6705733"/>
              <a:ext cx="2701500" cy="5660894"/>
              <a:chOff x="12840552" y="6839944"/>
              <a:chExt cx="8812421" cy="5660894"/>
            </a:xfrm>
          </p:grpSpPr>
          <p:sp>
            <p:nvSpPr>
              <p:cNvPr id="197" name="文本框 196"/>
              <p:cNvSpPr txBox="1"/>
              <p:nvPr/>
            </p:nvSpPr>
            <p:spPr>
              <a:xfrm>
                <a:off x="21194200" y="11980437"/>
                <a:ext cx="458773" cy="385782"/>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1055" rtl="0" fontAlgn="auto" latinLnBrk="0" hangingPunct="0">
                  <a:lnSpc>
                    <a:spcPct val="100000"/>
                  </a:lnSpc>
                  <a:spcBef>
                    <a:spcPts val="0"/>
                  </a:spcBef>
                  <a:spcAft>
                    <a:spcPts val="0"/>
                  </a:spcAft>
                  <a:buClrTx/>
                  <a:buSzTx/>
                  <a:buFontTx/>
                  <a:buNone/>
                </a:pPr>
                <a:r>
                  <a:rPr lang="en-US" altLang="zh-CN" sz="1800" dirty="0">
                    <a:solidFill>
                      <a:srgbClr val="FF0000"/>
                    </a:solidFill>
                    <a:latin typeface="Arial" panose="020B0604020202020204" pitchFamily="34" charset="0"/>
                    <a:cs typeface="Arial" panose="020B0604020202020204" pitchFamily="34" charset="0"/>
                  </a:rPr>
                  <a:t>X</a:t>
                </a:r>
                <a:endParaRPr kumimoji="0" lang="zh-CN" altLang="en-US" sz="1800" b="0" i="0" u="none" strike="noStrike" cap="none" spc="0" normalizeH="0" baseline="0" dirty="0">
                  <a:ln>
                    <a:noFill/>
                  </a:ln>
                  <a:solidFill>
                    <a:srgbClr val="FF0000"/>
                  </a:solidFill>
                  <a:effectLst/>
                  <a:uFillTx/>
                  <a:latin typeface="Arial" panose="020B0604020202020204" pitchFamily="34" charset="0"/>
                  <a:cs typeface="Arial" panose="020B0604020202020204" pitchFamily="34" charset="0"/>
                  <a:sym typeface="Helvetica Neue" panose="02000503000000020004"/>
                </a:endParaRPr>
              </a:p>
            </p:txBody>
          </p:sp>
          <p:grpSp>
            <p:nvGrpSpPr>
              <p:cNvPr id="198" name="组合 197"/>
              <p:cNvGrpSpPr/>
              <p:nvPr/>
            </p:nvGrpSpPr>
            <p:grpSpPr>
              <a:xfrm>
                <a:off x="13285529" y="6839944"/>
                <a:ext cx="8071562" cy="5649740"/>
                <a:chOff x="13292956" y="6767108"/>
                <a:chExt cx="8071562" cy="5649740"/>
              </a:xfrm>
            </p:grpSpPr>
            <p:sp>
              <p:nvSpPr>
                <p:cNvPr id="201" name="文本框 200"/>
                <p:cNvSpPr txBox="1"/>
                <p:nvPr/>
              </p:nvSpPr>
              <p:spPr>
                <a:xfrm>
                  <a:off x="13467926" y="6767108"/>
                  <a:ext cx="603968" cy="379591"/>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1055" rtl="0" fontAlgn="auto" latinLnBrk="0" hangingPunct="0">
                    <a:lnSpc>
                      <a:spcPct val="100000"/>
                    </a:lnSpc>
                    <a:spcBef>
                      <a:spcPts val="0"/>
                    </a:spcBef>
                    <a:spcAft>
                      <a:spcPts val="0"/>
                    </a:spcAft>
                    <a:buClrTx/>
                    <a:buSzTx/>
                    <a:buFontTx/>
                    <a:buNone/>
                  </a:pPr>
                  <a:r>
                    <a:rPr lang="en-US" altLang="zh-CN" sz="1800" dirty="0">
                      <a:solidFill>
                        <a:srgbClr val="FF0000"/>
                      </a:solidFill>
                      <a:latin typeface="Arial" panose="020B0604020202020204" pitchFamily="34" charset="0"/>
                      <a:cs typeface="Arial" panose="020B0604020202020204" pitchFamily="34" charset="0"/>
                    </a:rPr>
                    <a:t>Y</a:t>
                  </a:r>
                  <a:endParaRPr kumimoji="0" lang="zh-CN" altLang="en-US" sz="1800" b="0" i="0" u="none" strike="noStrike" cap="none" spc="0" normalizeH="0" baseline="0" dirty="0">
                    <a:ln>
                      <a:noFill/>
                    </a:ln>
                    <a:solidFill>
                      <a:srgbClr val="FF0000"/>
                    </a:solidFill>
                    <a:effectLst/>
                    <a:uFillTx/>
                    <a:latin typeface="Arial" panose="020B0604020202020204" pitchFamily="34" charset="0"/>
                    <a:cs typeface="Arial" panose="020B0604020202020204" pitchFamily="34" charset="0"/>
                    <a:sym typeface="Helvetica Neue" panose="02000503000000020004"/>
                  </a:endParaRPr>
                </a:p>
              </p:txBody>
            </p:sp>
            <p:sp>
              <p:nvSpPr>
                <p:cNvPr id="202" name="文本框 201"/>
                <p:cNvSpPr txBox="1"/>
                <p:nvPr/>
              </p:nvSpPr>
              <p:spPr>
                <a:xfrm>
                  <a:off x="13646895" y="12011659"/>
                  <a:ext cx="424999" cy="379591"/>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1055" rtl="0" fontAlgn="auto" latinLnBrk="0" hangingPunct="0">
                    <a:lnSpc>
                      <a:spcPct val="100000"/>
                    </a:lnSpc>
                    <a:spcBef>
                      <a:spcPts val="0"/>
                    </a:spcBef>
                    <a:spcAft>
                      <a:spcPts val="0"/>
                    </a:spcAft>
                    <a:buClrTx/>
                    <a:buSzTx/>
                    <a:buFontTx/>
                    <a:buNone/>
                  </a:pPr>
                  <a:r>
                    <a:rPr lang="en-US" altLang="zh-CN" sz="1800" dirty="0">
                      <a:solidFill>
                        <a:srgbClr val="FF0000"/>
                      </a:solidFill>
                      <a:latin typeface="Arial" panose="020B0604020202020204" pitchFamily="34" charset="0"/>
                      <a:cs typeface="Arial" panose="020B0604020202020204" pitchFamily="34" charset="0"/>
                    </a:rPr>
                    <a:t>0</a:t>
                  </a:r>
                  <a:endParaRPr kumimoji="0" lang="zh-CN" altLang="en-US" sz="1800" b="0" i="0" u="none" strike="noStrike" cap="none" spc="0" normalizeH="0" baseline="0" dirty="0">
                    <a:ln>
                      <a:noFill/>
                    </a:ln>
                    <a:solidFill>
                      <a:srgbClr val="FF0000"/>
                    </a:solidFill>
                    <a:effectLst/>
                    <a:uFillTx/>
                    <a:latin typeface="Arial" panose="020B0604020202020204" pitchFamily="34" charset="0"/>
                    <a:cs typeface="Arial" panose="020B0604020202020204" pitchFamily="34" charset="0"/>
                    <a:sym typeface="Helvetica Neue" panose="02000503000000020004"/>
                  </a:endParaRPr>
                </a:p>
              </p:txBody>
            </p:sp>
            <p:cxnSp>
              <p:nvCxnSpPr>
                <p:cNvPr id="203" name="直接箭头连接符 202"/>
                <p:cNvCxnSpPr/>
                <p:nvPr/>
              </p:nvCxnSpPr>
              <p:spPr>
                <a:xfrm>
                  <a:off x="13292956" y="12055051"/>
                  <a:ext cx="8071562" cy="0"/>
                </a:xfrm>
                <a:prstGeom prst="straightConnector1">
                  <a:avLst/>
                </a:prstGeom>
                <a:noFill/>
                <a:ln w="38100" cap="flat">
                  <a:solidFill>
                    <a:srgbClr val="FF0000"/>
                  </a:solidFill>
                  <a:prstDash val="solid"/>
                  <a:round/>
                  <a:tailEnd type="triangle"/>
                </a:ln>
              </p:spPr>
              <p:style>
                <a:lnRef idx="0">
                  <a:scrgbClr r="0" g="0" b="0"/>
                </a:lnRef>
                <a:fillRef idx="0">
                  <a:scrgbClr r="0" g="0" b="0"/>
                </a:fillRef>
                <a:effectRef idx="0">
                  <a:scrgbClr r="0" g="0" b="0"/>
                </a:effectRef>
                <a:fontRef idx="none"/>
              </p:style>
            </p:cxnSp>
            <p:cxnSp>
              <p:nvCxnSpPr>
                <p:cNvPr id="204" name="直接箭头连接符 203"/>
                <p:cNvCxnSpPr/>
                <p:nvPr/>
              </p:nvCxnSpPr>
              <p:spPr>
                <a:xfrm flipV="1">
                  <a:off x="14279625" y="6872848"/>
                  <a:ext cx="0" cy="5544000"/>
                </a:xfrm>
                <a:prstGeom prst="straightConnector1">
                  <a:avLst/>
                </a:prstGeom>
                <a:noFill/>
                <a:ln w="38100" cap="flat">
                  <a:solidFill>
                    <a:srgbClr val="FF0000"/>
                  </a:solidFill>
                  <a:prstDash val="solid"/>
                  <a:round/>
                  <a:tailEnd type="triangle"/>
                </a:ln>
              </p:spPr>
              <p:style>
                <a:lnRef idx="0">
                  <a:scrgbClr r="0" g="0" b="0"/>
                </a:lnRef>
                <a:fillRef idx="0">
                  <a:scrgbClr r="0" g="0" b="0"/>
                </a:fillRef>
                <a:effectRef idx="0">
                  <a:scrgbClr r="0" g="0" b="0"/>
                </a:effectRef>
                <a:fontRef idx="none"/>
              </p:style>
            </p:cxnSp>
            <p:cxnSp>
              <p:nvCxnSpPr>
                <p:cNvPr id="205" name="直接连接符 204"/>
                <p:cNvCxnSpPr/>
                <p:nvPr/>
              </p:nvCxnSpPr>
              <p:spPr>
                <a:xfrm flipH="1">
                  <a:off x="15556700" y="12055051"/>
                  <a:ext cx="3405578" cy="0"/>
                </a:xfrm>
                <a:prstGeom prst="line">
                  <a:avLst/>
                </a:prstGeom>
                <a:noFill/>
                <a:ln w="57150" cap="flat">
                  <a:solidFill>
                    <a:schemeClr val="tx1"/>
                  </a:solidFill>
                  <a:prstDash val="dash"/>
                  <a:round/>
                </a:ln>
              </p:spPr>
              <p:style>
                <a:lnRef idx="0">
                  <a:scrgbClr r="0" g="0" b="0"/>
                </a:lnRef>
                <a:fillRef idx="0">
                  <a:scrgbClr r="0" g="0" b="0"/>
                </a:fillRef>
                <a:effectRef idx="0">
                  <a:scrgbClr r="0" g="0" b="0"/>
                </a:effectRef>
                <a:fontRef idx="none"/>
              </p:style>
            </p:cxnSp>
            <p:cxnSp>
              <p:nvCxnSpPr>
                <p:cNvPr id="206" name="直接连接符 205"/>
                <p:cNvCxnSpPr/>
                <p:nvPr/>
              </p:nvCxnSpPr>
              <p:spPr>
                <a:xfrm flipV="1">
                  <a:off x="14282169" y="7839981"/>
                  <a:ext cx="0" cy="3744000"/>
                </a:xfrm>
                <a:prstGeom prst="line">
                  <a:avLst/>
                </a:prstGeom>
                <a:noFill/>
                <a:ln w="57150" cap="flat">
                  <a:solidFill>
                    <a:schemeClr val="tx1"/>
                  </a:solidFill>
                  <a:prstDash val="dash"/>
                  <a:round/>
                </a:ln>
              </p:spPr>
              <p:style>
                <a:lnRef idx="0">
                  <a:scrgbClr r="0" g="0" b="0"/>
                </a:lnRef>
                <a:fillRef idx="0">
                  <a:scrgbClr r="0" g="0" b="0"/>
                </a:fillRef>
                <a:effectRef idx="0">
                  <a:scrgbClr r="0" g="0" b="0"/>
                </a:effectRef>
                <a:fontRef idx="none"/>
              </p:style>
            </p:cxnSp>
          </p:grpSp>
          <p:sp>
            <p:nvSpPr>
              <p:cNvPr id="199" name="文本框 198"/>
              <p:cNvSpPr txBox="1"/>
              <p:nvPr/>
            </p:nvSpPr>
            <p:spPr>
              <a:xfrm>
                <a:off x="16730632" y="12121247"/>
                <a:ext cx="1872908" cy="379591"/>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1055" rtl="0" fontAlgn="auto" latinLnBrk="0" hangingPunct="0">
                  <a:lnSpc>
                    <a:spcPct val="100000"/>
                  </a:lnSpc>
                  <a:spcBef>
                    <a:spcPts val="0"/>
                  </a:spcBef>
                  <a:spcAft>
                    <a:spcPts val="0"/>
                  </a:spcAft>
                  <a:buClrTx/>
                  <a:buSzTx/>
                  <a:buFontTx/>
                  <a:buNone/>
                </a:pPr>
                <a:r>
                  <a:rPr lang="en-US" altLang="zh-CN" sz="1800" dirty="0">
                    <a:solidFill>
                      <a:schemeClr val="tx1"/>
                    </a:solidFill>
                    <a:latin typeface="Arial" panose="020B0604020202020204" pitchFamily="34" charset="0"/>
                    <a:cs typeface="Arial" panose="020B0604020202020204" pitchFamily="34" charset="0"/>
                  </a:rPr>
                  <a:t>X3</a:t>
                </a:r>
                <a:endParaRPr kumimoji="0" lang="zh-CN" altLang="en-US" sz="1800" b="0" i="0" u="none" strike="noStrike" cap="none" spc="0" normalizeH="0" baseline="0" dirty="0">
                  <a:ln>
                    <a:noFill/>
                  </a:ln>
                  <a:solidFill>
                    <a:schemeClr val="tx1"/>
                  </a:solidFill>
                  <a:effectLst/>
                  <a:uFillTx/>
                  <a:latin typeface="Arial" panose="020B0604020202020204" pitchFamily="34" charset="0"/>
                  <a:cs typeface="Arial" panose="020B0604020202020204" pitchFamily="34" charset="0"/>
                  <a:sym typeface="Helvetica Neue" panose="02000503000000020004"/>
                </a:endParaRPr>
              </a:p>
            </p:txBody>
          </p:sp>
          <p:sp>
            <p:nvSpPr>
              <p:cNvPr id="200" name="文本框 199"/>
              <p:cNvSpPr txBox="1"/>
              <p:nvPr/>
            </p:nvSpPr>
            <p:spPr>
              <a:xfrm>
                <a:off x="12840552" y="9425583"/>
                <a:ext cx="1480056" cy="379591"/>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1055" rtl="0" fontAlgn="auto" latinLnBrk="0" hangingPunct="0">
                  <a:lnSpc>
                    <a:spcPct val="100000"/>
                  </a:lnSpc>
                  <a:spcBef>
                    <a:spcPts val="0"/>
                  </a:spcBef>
                  <a:spcAft>
                    <a:spcPts val="0"/>
                  </a:spcAft>
                  <a:buClrTx/>
                  <a:buSzTx/>
                  <a:buFontTx/>
                  <a:buNone/>
                </a:pPr>
                <a:r>
                  <a:rPr lang="en-US" altLang="zh-CN" sz="1800" dirty="0">
                    <a:solidFill>
                      <a:schemeClr val="tx1"/>
                    </a:solidFill>
                    <a:latin typeface="Arial" panose="020B0604020202020204" pitchFamily="34" charset="0"/>
                    <a:cs typeface="Arial" panose="020B0604020202020204" pitchFamily="34" charset="0"/>
                  </a:rPr>
                  <a:t>Y3</a:t>
                </a:r>
                <a:endParaRPr kumimoji="0" lang="zh-CN" altLang="en-US" sz="1800" b="0" i="0" u="none" strike="noStrike" cap="none" spc="0" normalizeH="0" baseline="0" dirty="0">
                  <a:ln>
                    <a:noFill/>
                  </a:ln>
                  <a:solidFill>
                    <a:schemeClr val="tx1"/>
                  </a:solidFill>
                  <a:effectLst/>
                  <a:uFillTx/>
                  <a:latin typeface="Arial" panose="020B0604020202020204" pitchFamily="34" charset="0"/>
                  <a:cs typeface="Arial" panose="020B0604020202020204" pitchFamily="34" charset="0"/>
                  <a:sym typeface="Helvetica Neue" panose="02000503000000020004"/>
                </a:endParaRPr>
              </a:p>
            </p:txBody>
          </p:sp>
        </p:grpSp>
        <p:grpSp>
          <p:nvGrpSpPr>
            <p:cNvPr id="207" name="组合 206"/>
            <p:cNvGrpSpPr/>
            <p:nvPr/>
          </p:nvGrpSpPr>
          <p:grpSpPr>
            <a:xfrm rot="10800000" flipH="1" flipV="1">
              <a:off x="19101381" y="11767208"/>
              <a:ext cx="821493" cy="901207"/>
              <a:chOff x="2514487" y="9154444"/>
              <a:chExt cx="1430552" cy="1293769"/>
            </a:xfrm>
          </p:grpSpPr>
          <p:sp>
            <p:nvSpPr>
              <p:cNvPr id="208" name="线条"/>
              <p:cNvSpPr/>
              <p:nvPr/>
            </p:nvSpPr>
            <p:spPr>
              <a:xfrm flipV="1">
                <a:off x="2551622" y="9154444"/>
                <a:ext cx="2" cy="930267"/>
              </a:xfrm>
              <a:prstGeom prst="line">
                <a:avLst/>
              </a:prstGeom>
              <a:ln w="28575">
                <a:solidFill>
                  <a:schemeClr val="accent6">
                    <a:satOff val="-15797"/>
                    <a:lumOff val="-17516"/>
                  </a:schemeClr>
                </a:solidFill>
              </a:ln>
            </p:spPr>
            <p:txBody>
              <a:bodyPr lIns="0" tIns="0" rIns="0" bIns="0"/>
              <a:lstStyle/>
              <a:p>
                <a:endParaRPr sz="1800">
                  <a:latin typeface="Arial" panose="020B0604020202020204" pitchFamily="34" charset="0"/>
                  <a:cs typeface="Arial" panose="020B0604020202020204" pitchFamily="34" charset="0"/>
                </a:endParaRPr>
              </a:p>
            </p:txBody>
          </p:sp>
          <p:sp>
            <p:nvSpPr>
              <p:cNvPr id="209" name="线条"/>
              <p:cNvSpPr/>
              <p:nvPr/>
            </p:nvSpPr>
            <p:spPr>
              <a:xfrm flipV="1">
                <a:off x="3229764" y="9436710"/>
                <a:ext cx="1" cy="669977"/>
              </a:xfrm>
              <a:prstGeom prst="line">
                <a:avLst/>
              </a:prstGeom>
              <a:ln w="28575">
                <a:solidFill>
                  <a:schemeClr val="accent6">
                    <a:satOff val="-15797"/>
                    <a:lumOff val="-17516"/>
                  </a:schemeClr>
                </a:solidFill>
              </a:ln>
            </p:spPr>
            <p:txBody>
              <a:bodyPr lIns="0" tIns="0" rIns="0" bIns="0"/>
              <a:lstStyle/>
              <a:p>
                <a:endParaRPr sz="1800">
                  <a:latin typeface="Arial" panose="020B0604020202020204" pitchFamily="34" charset="0"/>
                  <a:cs typeface="Arial" panose="020B0604020202020204" pitchFamily="34" charset="0"/>
                </a:endParaRPr>
              </a:p>
            </p:txBody>
          </p:sp>
          <p:sp>
            <p:nvSpPr>
              <p:cNvPr id="210" name="线条"/>
              <p:cNvSpPr/>
              <p:nvPr/>
            </p:nvSpPr>
            <p:spPr>
              <a:xfrm flipH="1">
                <a:off x="2584033" y="9787765"/>
                <a:ext cx="624289" cy="2"/>
              </a:xfrm>
              <a:prstGeom prst="line">
                <a:avLst/>
              </a:prstGeom>
              <a:ln w="28575">
                <a:solidFill>
                  <a:schemeClr val="accent6">
                    <a:satOff val="-15797"/>
                    <a:lumOff val="-17516"/>
                  </a:schemeClr>
                </a:solidFill>
                <a:headEnd type="triangle"/>
                <a:tailEnd type="triangle"/>
              </a:ln>
            </p:spPr>
            <p:txBody>
              <a:bodyPr lIns="0" tIns="0" rIns="0" bIns="0"/>
              <a:lstStyle/>
              <a:p>
                <a:endParaRPr sz="1800">
                  <a:latin typeface="Arial" panose="020B0604020202020204" pitchFamily="34" charset="0"/>
                  <a:cs typeface="Arial" panose="020B0604020202020204" pitchFamily="34" charset="0"/>
                </a:endParaRPr>
              </a:p>
            </p:txBody>
          </p:sp>
          <p:sp>
            <p:nvSpPr>
              <p:cNvPr id="211" name="0.5mm"/>
              <p:cNvSpPr txBox="1"/>
              <p:nvPr/>
            </p:nvSpPr>
            <p:spPr>
              <a:xfrm>
                <a:off x="2514487" y="9903274"/>
                <a:ext cx="1430552" cy="544939"/>
              </a:xfrm>
              <a:prstGeom prst="rect">
                <a:avLst/>
              </a:prstGeom>
              <a:ln w="28575">
                <a:noFill/>
                <a:miter lim="400000"/>
              </a:ln>
            </p:spPr>
            <p:txBody>
              <a:bodyPr wrap="none" lIns="50800" tIns="50800" rIns="50800" bIns="50800" anchor="ctr">
                <a:spAutoFit/>
              </a:bodyPr>
              <a:lstStyle>
                <a:lvl1pPr>
                  <a:defRPr sz="1300"/>
                </a:lvl1pPr>
              </a:lstStyle>
              <a:p>
                <a:r>
                  <a:rPr sz="1800" dirty="0">
                    <a:latin typeface="Arial" panose="020B0604020202020204" pitchFamily="34" charset="0"/>
                    <a:cs typeface="Arial" panose="020B0604020202020204" pitchFamily="34" charset="0"/>
                  </a:rPr>
                  <a:t>0.</a:t>
                </a:r>
                <a:r>
                  <a:rPr lang="en-US" sz="1800" dirty="0">
                    <a:latin typeface="Arial" panose="020B0604020202020204" pitchFamily="34" charset="0"/>
                    <a:cs typeface="Arial" panose="020B0604020202020204" pitchFamily="34" charset="0"/>
                  </a:rPr>
                  <a:t>3</a:t>
                </a:r>
                <a:r>
                  <a:rPr sz="1800" dirty="0">
                    <a:latin typeface="Arial" panose="020B0604020202020204" pitchFamily="34" charset="0"/>
                    <a:cs typeface="Arial" panose="020B0604020202020204" pitchFamily="34" charset="0"/>
                  </a:rPr>
                  <a:t>mm</a:t>
                </a:r>
              </a:p>
            </p:txBody>
          </p:sp>
        </p:grpSp>
        <p:grpSp>
          <p:nvGrpSpPr>
            <p:cNvPr id="212" name="组合 211"/>
            <p:cNvGrpSpPr/>
            <p:nvPr/>
          </p:nvGrpSpPr>
          <p:grpSpPr>
            <a:xfrm rot="10800000" flipV="1">
              <a:off x="20271929" y="11701397"/>
              <a:ext cx="821493" cy="915688"/>
              <a:chOff x="2340531" y="8992012"/>
              <a:chExt cx="1432257" cy="1553475"/>
            </a:xfrm>
          </p:grpSpPr>
          <p:sp>
            <p:nvSpPr>
              <p:cNvPr id="213" name="线条"/>
              <p:cNvSpPr/>
              <p:nvPr/>
            </p:nvSpPr>
            <p:spPr>
              <a:xfrm flipV="1">
                <a:off x="2551622" y="8992012"/>
                <a:ext cx="2" cy="1099339"/>
              </a:xfrm>
              <a:prstGeom prst="line">
                <a:avLst/>
              </a:prstGeom>
              <a:ln w="28575">
                <a:solidFill>
                  <a:schemeClr val="accent6">
                    <a:satOff val="-15797"/>
                    <a:lumOff val="-17516"/>
                  </a:schemeClr>
                </a:solidFill>
              </a:ln>
            </p:spPr>
            <p:txBody>
              <a:bodyPr lIns="0" tIns="0" rIns="0" bIns="0"/>
              <a:lstStyle/>
              <a:p>
                <a:endParaRPr sz="1800">
                  <a:latin typeface="Arial" panose="020B0604020202020204" pitchFamily="34" charset="0"/>
                  <a:cs typeface="Arial" panose="020B0604020202020204" pitchFamily="34" charset="0"/>
                </a:endParaRPr>
              </a:p>
            </p:txBody>
          </p:sp>
          <p:sp>
            <p:nvSpPr>
              <p:cNvPr id="214" name="线条"/>
              <p:cNvSpPr/>
              <p:nvPr/>
            </p:nvSpPr>
            <p:spPr>
              <a:xfrm flipV="1">
                <a:off x="3229764" y="9436710"/>
                <a:ext cx="1" cy="669977"/>
              </a:xfrm>
              <a:prstGeom prst="line">
                <a:avLst/>
              </a:prstGeom>
              <a:ln w="28575">
                <a:solidFill>
                  <a:schemeClr val="accent6">
                    <a:satOff val="-15797"/>
                    <a:lumOff val="-17516"/>
                  </a:schemeClr>
                </a:solidFill>
              </a:ln>
            </p:spPr>
            <p:txBody>
              <a:bodyPr lIns="0" tIns="0" rIns="0" bIns="0"/>
              <a:lstStyle/>
              <a:p>
                <a:endParaRPr sz="1800">
                  <a:latin typeface="Arial" panose="020B0604020202020204" pitchFamily="34" charset="0"/>
                  <a:cs typeface="Arial" panose="020B0604020202020204" pitchFamily="34" charset="0"/>
                </a:endParaRPr>
              </a:p>
            </p:txBody>
          </p:sp>
          <p:sp>
            <p:nvSpPr>
              <p:cNvPr id="215" name="线条"/>
              <p:cNvSpPr/>
              <p:nvPr/>
            </p:nvSpPr>
            <p:spPr>
              <a:xfrm flipH="1">
                <a:off x="2584033" y="9787765"/>
                <a:ext cx="624289" cy="2"/>
              </a:xfrm>
              <a:prstGeom prst="line">
                <a:avLst/>
              </a:prstGeom>
              <a:ln w="28575">
                <a:solidFill>
                  <a:schemeClr val="accent6">
                    <a:satOff val="-15797"/>
                    <a:lumOff val="-17516"/>
                  </a:schemeClr>
                </a:solidFill>
                <a:headEnd type="triangle"/>
                <a:tailEnd type="triangle"/>
              </a:ln>
            </p:spPr>
            <p:txBody>
              <a:bodyPr lIns="0" tIns="0" rIns="0" bIns="0"/>
              <a:lstStyle/>
              <a:p>
                <a:endParaRPr sz="1800">
                  <a:latin typeface="Arial" panose="020B0604020202020204" pitchFamily="34" charset="0"/>
                  <a:cs typeface="Arial" panose="020B0604020202020204" pitchFamily="34" charset="0"/>
                </a:endParaRPr>
              </a:p>
            </p:txBody>
          </p:sp>
          <p:sp>
            <p:nvSpPr>
              <p:cNvPr id="216" name="0.5mm"/>
              <p:cNvSpPr txBox="1"/>
              <p:nvPr/>
            </p:nvSpPr>
            <p:spPr>
              <a:xfrm>
                <a:off x="2340531" y="9901508"/>
                <a:ext cx="1432257" cy="643979"/>
              </a:xfrm>
              <a:prstGeom prst="rect">
                <a:avLst/>
              </a:prstGeom>
              <a:ln w="28575">
                <a:noFill/>
                <a:miter lim="400000"/>
              </a:ln>
            </p:spPr>
            <p:txBody>
              <a:bodyPr wrap="none" lIns="50800" tIns="50800" rIns="50800" bIns="50800" anchor="ctr">
                <a:spAutoFit/>
              </a:bodyPr>
              <a:lstStyle>
                <a:lvl1pPr>
                  <a:defRPr sz="1300"/>
                </a:lvl1pPr>
              </a:lstStyle>
              <a:p>
                <a:r>
                  <a:rPr sz="1800" dirty="0">
                    <a:latin typeface="Arial" panose="020B0604020202020204" pitchFamily="34" charset="0"/>
                    <a:cs typeface="Arial" panose="020B0604020202020204" pitchFamily="34" charset="0"/>
                  </a:rPr>
                  <a:t>0.</a:t>
                </a:r>
                <a:r>
                  <a:rPr lang="en-US" sz="1800" dirty="0">
                    <a:latin typeface="Arial" panose="020B0604020202020204" pitchFamily="34" charset="0"/>
                    <a:cs typeface="Arial" panose="020B0604020202020204" pitchFamily="34" charset="0"/>
                  </a:rPr>
                  <a:t>3</a:t>
                </a:r>
                <a:r>
                  <a:rPr sz="1800" dirty="0">
                    <a:latin typeface="Arial" panose="020B0604020202020204" pitchFamily="34" charset="0"/>
                    <a:cs typeface="Arial" panose="020B0604020202020204" pitchFamily="34" charset="0"/>
                  </a:rPr>
                  <a:t>mm</a:t>
                </a:r>
              </a:p>
            </p:txBody>
          </p:sp>
        </p:grpSp>
        <p:grpSp>
          <p:nvGrpSpPr>
            <p:cNvPr id="217" name="组合 216"/>
            <p:cNvGrpSpPr/>
            <p:nvPr/>
          </p:nvGrpSpPr>
          <p:grpSpPr>
            <a:xfrm rot="5400000" flipV="1">
              <a:off x="18549013" y="6846810"/>
              <a:ext cx="500819" cy="1387415"/>
              <a:chOff x="2444002" y="8411511"/>
              <a:chExt cx="850049" cy="2216909"/>
            </a:xfrm>
          </p:grpSpPr>
          <p:sp>
            <p:nvSpPr>
              <p:cNvPr id="218" name="线条"/>
              <p:cNvSpPr/>
              <p:nvPr/>
            </p:nvSpPr>
            <p:spPr>
              <a:xfrm flipV="1">
                <a:off x="2551623" y="9400131"/>
                <a:ext cx="2" cy="1228289"/>
              </a:xfrm>
              <a:prstGeom prst="line">
                <a:avLst/>
              </a:prstGeom>
              <a:ln w="28575">
                <a:solidFill>
                  <a:schemeClr val="accent6">
                    <a:satOff val="-15797"/>
                    <a:lumOff val="-17516"/>
                  </a:schemeClr>
                </a:solidFill>
              </a:ln>
            </p:spPr>
            <p:txBody>
              <a:bodyPr lIns="0" tIns="0" rIns="0" bIns="0"/>
              <a:lstStyle/>
              <a:p>
                <a:endParaRPr sz="1800">
                  <a:latin typeface="Arial" panose="020B0604020202020204" pitchFamily="34" charset="0"/>
                  <a:cs typeface="Arial" panose="020B0604020202020204" pitchFamily="34" charset="0"/>
                </a:endParaRPr>
              </a:p>
            </p:txBody>
          </p:sp>
          <p:sp>
            <p:nvSpPr>
              <p:cNvPr id="219" name="线条"/>
              <p:cNvSpPr/>
              <p:nvPr/>
            </p:nvSpPr>
            <p:spPr>
              <a:xfrm flipV="1">
                <a:off x="3229764" y="9436710"/>
                <a:ext cx="1" cy="669977"/>
              </a:xfrm>
              <a:prstGeom prst="line">
                <a:avLst/>
              </a:prstGeom>
              <a:ln w="28575">
                <a:solidFill>
                  <a:schemeClr val="accent6">
                    <a:satOff val="-15797"/>
                    <a:lumOff val="-17516"/>
                  </a:schemeClr>
                </a:solidFill>
              </a:ln>
            </p:spPr>
            <p:txBody>
              <a:bodyPr lIns="0" tIns="0" rIns="0" bIns="0"/>
              <a:lstStyle/>
              <a:p>
                <a:endParaRPr sz="1800">
                  <a:latin typeface="Arial" panose="020B0604020202020204" pitchFamily="34" charset="0"/>
                  <a:cs typeface="Arial" panose="020B0604020202020204" pitchFamily="34" charset="0"/>
                </a:endParaRPr>
              </a:p>
            </p:txBody>
          </p:sp>
          <p:sp>
            <p:nvSpPr>
              <p:cNvPr id="220" name="线条"/>
              <p:cNvSpPr/>
              <p:nvPr/>
            </p:nvSpPr>
            <p:spPr>
              <a:xfrm flipH="1">
                <a:off x="2584033" y="9787765"/>
                <a:ext cx="624289" cy="2"/>
              </a:xfrm>
              <a:prstGeom prst="line">
                <a:avLst/>
              </a:prstGeom>
              <a:ln w="28575">
                <a:solidFill>
                  <a:schemeClr val="accent6">
                    <a:satOff val="-15797"/>
                    <a:lumOff val="-17516"/>
                  </a:schemeClr>
                </a:solidFill>
                <a:headEnd type="triangle"/>
                <a:tailEnd type="triangle"/>
              </a:ln>
            </p:spPr>
            <p:txBody>
              <a:bodyPr lIns="0" tIns="0" rIns="0" bIns="0"/>
              <a:lstStyle/>
              <a:p>
                <a:endParaRPr sz="1800">
                  <a:latin typeface="Arial" panose="020B0604020202020204" pitchFamily="34" charset="0"/>
                  <a:cs typeface="Arial" panose="020B0604020202020204" pitchFamily="34" charset="0"/>
                </a:endParaRPr>
              </a:p>
            </p:txBody>
          </p:sp>
          <p:sp>
            <p:nvSpPr>
              <p:cNvPr id="221" name="0.5mm"/>
              <p:cNvSpPr txBox="1"/>
              <p:nvPr/>
            </p:nvSpPr>
            <p:spPr>
              <a:xfrm rot="16200000">
                <a:off x="2223557" y="8631956"/>
                <a:ext cx="1290940" cy="850049"/>
              </a:xfrm>
              <a:prstGeom prst="rect">
                <a:avLst/>
              </a:prstGeom>
              <a:ln w="28575">
                <a:noFill/>
                <a:miter lim="400000"/>
              </a:ln>
            </p:spPr>
            <p:txBody>
              <a:bodyPr wrap="none" lIns="50800" tIns="50800" rIns="50800" bIns="50800" anchor="ctr">
                <a:spAutoFit/>
              </a:bodyPr>
              <a:lstStyle>
                <a:lvl1pPr>
                  <a:defRPr sz="1300"/>
                </a:lvl1pPr>
              </a:lstStyle>
              <a:p>
                <a:r>
                  <a:rPr sz="1800" dirty="0">
                    <a:latin typeface="Arial" panose="020B0604020202020204" pitchFamily="34" charset="0"/>
                    <a:cs typeface="Arial" panose="020B0604020202020204" pitchFamily="34" charset="0"/>
                  </a:rPr>
                  <a:t>0.</a:t>
                </a:r>
                <a:r>
                  <a:rPr lang="en-US" sz="1800" dirty="0">
                    <a:latin typeface="Arial" panose="020B0604020202020204" pitchFamily="34" charset="0"/>
                    <a:cs typeface="Arial" panose="020B0604020202020204" pitchFamily="34" charset="0"/>
                  </a:rPr>
                  <a:t>3</a:t>
                </a:r>
                <a:r>
                  <a:rPr sz="1800" dirty="0">
                    <a:latin typeface="Arial" panose="020B0604020202020204" pitchFamily="34" charset="0"/>
                    <a:cs typeface="Arial" panose="020B0604020202020204" pitchFamily="34" charset="0"/>
                  </a:rPr>
                  <a:t>mm</a:t>
                </a:r>
              </a:p>
            </p:txBody>
          </p:sp>
        </p:grpSp>
        <p:grpSp>
          <p:nvGrpSpPr>
            <p:cNvPr id="222" name="组合 221"/>
            <p:cNvGrpSpPr/>
            <p:nvPr/>
          </p:nvGrpSpPr>
          <p:grpSpPr>
            <a:xfrm rot="16200000">
              <a:off x="18432530" y="11208218"/>
              <a:ext cx="500819" cy="1215541"/>
              <a:chOff x="2409192" y="8417902"/>
              <a:chExt cx="919661" cy="1923041"/>
            </a:xfrm>
          </p:grpSpPr>
          <p:sp>
            <p:nvSpPr>
              <p:cNvPr id="223" name="线条"/>
              <p:cNvSpPr/>
              <p:nvPr/>
            </p:nvSpPr>
            <p:spPr>
              <a:xfrm flipV="1">
                <a:off x="2551621" y="9391810"/>
                <a:ext cx="2" cy="949133"/>
              </a:xfrm>
              <a:prstGeom prst="line">
                <a:avLst/>
              </a:prstGeom>
              <a:ln w="28575">
                <a:solidFill>
                  <a:schemeClr val="accent6">
                    <a:satOff val="-15797"/>
                    <a:lumOff val="-17516"/>
                  </a:schemeClr>
                </a:solidFill>
              </a:ln>
            </p:spPr>
            <p:txBody>
              <a:bodyPr lIns="0" tIns="0" rIns="0" bIns="0"/>
              <a:lstStyle/>
              <a:p>
                <a:endParaRPr sz="1800">
                  <a:latin typeface="Arial" panose="020B0604020202020204" pitchFamily="34" charset="0"/>
                  <a:cs typeface="Arial" panose="020B0604020202020204" pitchFamily="34" charset="0"/>
                </a:endParaRPr>
              </a:p>
            </p:txBody>
          </p:sp>
          <p:sp>
            <p:nvSpPr>
              <p:cNvPr id="224" name="线条"/>
              <p:cNvSpPr/>
              <p:nvPr/>
            </p:nvSpPr>
            <p:spPr>
              <a:xfrm flipV="1">
                <a:off x="3229764" y="9436710"/>
                <a:ext cx="1" cy="669977"/>
              </a:xfrm>
              <a:prstGeom prst="line">
                <a:avLst/>
              </a:prstGeom>
              <a:ln w="28575">
                <a:solidFill>
                  <a:schemeClr val="accent6">
                    <a:satOff val="-15797"/>
                    <a:lumOff val="-17516"/>
                  </a:schemeClr>
                </a:solidFill>
              </a:ln>
            </p:spPr>
            <p:txBody>
              <a:bodyPr lIns="0" tIns="0" rIns="0" bIns="0"/>
              <a:lstStyle/>
              <a:p>
                <a:endParaRPr sz="1800">
                  <a:latin typeface="Arial" panose="020B0604020202020204" pitchFamily="34" charset="0"/>
                  <a:cs typeface="Arial" panose="020B0604020202020204" pitchFamily="34" charset="0"/>
                </a:endParaRPr>
              </a:p>
            </p:txBody>
          </p:sp>
          <p:sp>
            <p:nvSpPr>
              <p:cNvPr id="225" name="线条"/>
              <p:cNvSpPr/>
              <p:nvPr/>
            </p:nvSpPr>
            <p:spPr>
              <a:xfrm flipH="1">
                <a:off x="2584033" y="9787765"/>
                <a:ext cx="624289" cy="2"/>
              </a:xfrm>
              <a:prstGeom prst="line">
                <a:avLst/>
              </a:prstGeom>
              <a:ln w="28575">
                <a:solidFill>
                  <a:schemeClr val="accent6">
                    <a:satOff val="-15797"/>
                    <a:lumOff val="-17516"/>
                  </a:schemeClr>
                </a:solidFill>
                <a:headEnd type="triangle"/>
                <a:tailEnd type="triangle"/>
              </a:ln>
            </p:spPr>
            <p:txBody>
              <a:bodyPr lIns="0" tIns="0" rIns="0" bIns="0"/>
              <a:lstStyle/>
              <a:p>
                <a:endParaRPr sz="1800">
                  <a:latin typeface="Arial" panose="020B0604020202020204" pitchFamily="34" charset="0"/>
                  <a:cs typeface="Arial" panose="020B0604020202020204" pitchFamily="34" charset="0"/>
                </a:endParaRPr>
              </a:p>
            </p:txBody>
          </p:sp>
          <p:sp>
            <p:nvSpPr>
              <p:cNvPr id="226" name="0.5mm"/>
              <p:cNvSpPr txBox="1"/>
              <p:nvPr/>
            </p:nvSpPr>
            <p:spPr>
              <a:xfrm rot="16200000" flipV="1">
                <a:off x="2229945" y="8597149"/>
                <a:ext cx="1278155" cy="919661"/>
              </a:xfrm>
              <a:prstGeom prst="rect">
                <a:avLst/>
              </a:prstGeom>
              <a:ln w="28575">
                <a:noFill/>
                <a:miter lim="400000"/>
              </a:ln>
            </p:spPr>
            <p:txBody>
              <a:bodyPr wrap="none" lIns="50800" tIns="50800" rIns="50800" bIns="50800" anchor="ctr">
                <a:spAutoFit/>
              </a:bodyPr>
              <a:lstStyle>
                <a:lvl1pPr>
                  <a:defRPr sz="1300"/>
                </a:lvl1pPr>
              </a:lstStyle>
              <a:p>
                <a:r>
                  <a:rPr sz="1800" dirty="0">
                    <a:latin typeface="Arial" panose="020B0604020202020204" pitchFamily="34" charset="0"/>
                    <a:cs typeface="Arial" panose="020B0604020202020204" pitchFamily="34" charset="0"/>
                  </a:rPr>
                  <a:t>0.</a:t>
                </a:r>
                <a:r>
                  <a:rPr lang="en-US" sz="1800" dirty="0">
                    <a:latin typeface="Arial" panose="020B0604020202020204" pitchFamily="34" charset="0"/>
                    <a:cs typeface="Arial" panose="020B0604020202020204" pitchFamily="34" charset="0"/>
                  </a:rPr>
                  <a:t>3</a:t>
                </a:r>
                <a:r>
                  <a:rPr sz="1800" dirty="0">
                    <a:latin typeface="Arial" panose="020B0604020202020204" pitchFamily="34" charset="0"/>
                    <a:cs typeface="Arial" panose="020B0604020202020204" pitchFamily="34" charset="0"/>
                  </a:rPr>
                  <a:t>mm</a:t>
                </a:r>
              </a:p>
            </p:txBody>
          </p:sp>
        </p:grpSp>
      </p:grpSp>
      <p:sp>
        <p:nvSpPr>
          <p:cNvPr id="227" name="文本框 28"/>
          <p:cNvSpPr txBox="1"/>
          <p:nvPr/>
        </p:nvSpPr>
        <p:spPr>
          <a:xfrm>
            <a:off x="13043497" y="12916453"/>
            <a:ext cx="2537568" cy="523216"/>
          </a:xfrm>
          <a:prstGeom prst="rect">
            <a:avLst/>
          </a:prstGeom>
          <a:solidFill>
            <a:srgbClr val="FFFFFF"/>
          </a:solidFill>
          <a:ln w="12700">
            <a:solidFill>
              <a:srgbClr val="808080"/>
            </a:solidFill>
            <a:miter lim="400000"/>
          </a:ln>
        </p:spPr>
        <p:txBody>
          <a:bodyPr wrap="square" lIns="45718" tIns="45718" rIns="45718" bIns="45718">
            <a:spAutoFit/>
          </a:bodyPr>
          <a:lstStyle/>
          <a:p>
            <a:pPr>
              <a:defRPr sz="800">
                <a:solidFill>
                  <a:srgbClr val="FF0000"/>
                </a:solidFill>
                <a:latin typeface="+mn-lt"/>
                <a:ea typeface="+mn-ea"/>
                <a:cs typeface="+mn-cs"/>
                <a:sym typeface="Helvetica"/>
              </a:defRPr>
            </a:pPr>
            <a:r>
              <a:rPr lang="en-US" altLang="zh-CN" sz="2800" dirty="0">
                <a:latin typeface="Arial" panose="020B0604020202090204" pitchFamily="34" charset="0"/>
                <a:cs typeface="Arial" panose="020B0604020202090204" pitchFamily="34" charset="0"/>
              </a:rPr>
              <a:t> </a:t>
            </a:r>
            <a:r>
              <a:rPr lang="zh-CN" altLang="en-US" sz="2800" dirty="0">
                <a:latin typeface="Arial" panose="020B0604020202090204" pitchFamily="34" charset="0"/>
                <a:cs typeface="Arial" panose="020B0604020202090204" pitchFamily="34" charset="0"/>
              </a:rPr>
              <a:t>侧面坐标系</a:t>
            </a:r>
            <a:r>
              <a:rPr lang="en-US" altLang="zh-CN" sz="2800" dirty="0">
                <a:latin typeface="Arial" panose="020B0604020202090204" pitchFamily="34" charset="0"/>
                <a:cs typeface="Arial" panose="020B0604020202090204" pitchFamily="34" charset="0"/>
              </a:rPr>
              <a:t>-2</a:t>
            </a:r>
          </a:p>
        </p:txBody>
      </p:sp>
      <p:sp>
        <p:nvSpPr>
          <p:cNvPr id="228" name="文本框 28"/>
          <p:cNvSpPr txBox="1"/>
          <p:nvPr/>
        </p:nvSpPr>
        <p:spPr>
          <a:xfrm>
            <a:off x="4293376" y="12916453"/>
            <a:ext cx="2725861" cy="523216"/>
          </a:xfrm>
          <a:prstGeom prst="rect">
            <a:avLst/>
          </a:prstGeom>
          <a:solidFill>
            <a:srgbClr val="FFFFFF"/>
          </a:solidFill>
          <a:ln w="12700">
            <a:solidFill>
              <a:srgbClr val="808080"/>
            </a:solidFill>
            <a:miter lim="400000"/>
          </a:ln>
        </p:spPr>
        <p:txBody>
          <a:bodyPr wrap="square" lIns="45718" tIns="45718" rIns="45718" bIns="45718">
            <a:spAutoFit/>
          </a:bodyPr>
          <a:lstStyle/>
          <a:p>
            <a:pPr>
              <a:defRPr sz="800">
                <a:solidFill>
                  <a:srgbClr val="FF0000"/>
                </a:solidFill>
                <a:latin typeface="+mn-lt"/>
                <a:ea typeface="+mn-ea"/>
                <a:cs typeface="+mn-cs"/>
                <a:sym typeface="Helvetica"/>
              </a:defRPr>
            </a:pPr>
            <a:r>
              <a:rPr lang="en-US" altLang="zh-CN" sz="2800" dirty="0">
                <a:latin typeface="Arial" panose="020B0604020202090204" pitchFamily="34" charset="0"/>
                <a:cs typeface="Arial" panose="020B0604020202090204" pitchFamily="34" charset="0"/>
              </a:rPr>
              <a:t> </a:t>
            </a:r>
            <a:r>
              <a:rPr lang="zh-CN" altLang="en-US" sz="2800" dirty="0">
                <a:latin typeface="Arial" panose="020B0604020202090204" pitchFamily="34" charset="0"/>
                <a:cs typeface="Arial" panose="020B0604020202090204" pitchFamily="34" charset="0"/>
              </a:rPr>
              <a:t>平面坐标系</a:t>
            </a:r>
            <a:r>
              <a:rPr lang="en-US" altLang="zh-CN" sz="2800" dirty="0">
                <a:latin typeface="Arial" panose="020B0604020202090204" pitchFamily="34" charset="0"/>
                <a:cs typeface="Arial" panose="020B0604020202090204" pitchFamily="34" charset="0"/>
              </a:rPr>
              <a:t>-1</a:t>
            </a:r>
          </a:p>
        </p:txBody>
      </p:sp>
      <p:grpSp>
        <p:nvGrpSpPr>
          <p:cNvPr id="5" name="组合 4"/>
          <p:cNvGrpSpPr/>
          <p:nvPr/>
        </p:nvGrpSpPr>
        <p:grpSpPr>
          <a:xfrm>
            <a:off x="11371709" y="4963426"/>
            <a:ext cx="5514983" cy="4514851"/>
            <a:chOff x="11058525" y="5572124"/>
            <a:chExt cx="5514983" cy="4514851"/>
          </a:xfrm>
        </p:grpSpPr>
        <p:pic>
          <p:nvPicPr>
            <p:cNvPr id="109" name="图片 108"/>
            <p:cNvPicPr>
              <a:picLocks noChangeAspect="1"/>
            </p:cNvPicPr>
            <p:nvPr/>
          </p:nvPicPr>
          <p:blipFill rotWithShape="1">
            <a:blip r:embed="rId5" cstate="email">
              <a:clrChange>
                <a:clrFrom>
                  <a:srgbClr val="FFFFFF"/>
                </a:clrFrom>
                <a:clrTo>
                  <a:srgbClr val="FFFFFF">
                    <a:alpha val="0"/>
                  </a:srgbClr>
                </a:clrTo>
              </a:clrChange>
              <a:extLst>
                <a:ext uri="{28A0092B-C50C-407E-A947-70E740481C1C}">
                  <a14:useLocalDpi xmlns:a14="http://schemas.microsoft.com/office/drawing/2010/main"/>
                </a:ext>
              </a:extLst>
            </a:blip>
            <a:srcRect/>
            <a:stretch/>
          </p:blipFill>
          <p:spPr>
            <a:xfrm>
              <a:off x="11058525" y="5572124"/>
              <a:ext cx="4648200" cy="4514851"/>
            </a:xfrm>
            <a:prstGeom prst="rect">
              <a:avLst/>
            </a:prstGeom>
          </p:spPr>
        </p:pic>
        <p:sp>
          <p:nvSpPr>
            <p:cNvPr id="2" name="文本框 1"/>
            <p:cNvSpPr txBox="1"/>
            <p:nvPr/>
          </p:nvSpPr>
          <p:spPr>
            <a:xfrm>
              <a:off x="12637210" y="7740418"/>
              <a:ext cx="1446247"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1529" rtl="0" fontAlgn="auto" latinLnBrk="0" hangingPunct="0">
                <a:lnSpc>
                  <a:spcPct val="100000"/>
                </a:lnSpc>
                <a:spcBef>
                  <a:spcPts val="0"/>
                </a:spcBef>
                <a:spcAft>
                  <a:spcPts val="0"/>
                </a:spcAft>
                <a:buClrTx/>
                <a:buSzTx/>
                <a:buFontTx/>
                <a:buNone/>
                <a:tabLst/>
              </a:pPr>
              <a:r>
                <a:rPr kumimoji="0" lang="zh-CN" altLang="en-US" sz="2800" b="0" i="0" u="none" strike="noStrike" cap="none" spc="0" normalizeH="0" baseline="0" dirty="0">
                  <a:ln>
                    <a:noFill/>
                  </a:ln>
                  <a:solidFill>
                    <a:srgbClr val="000000"/>
                  </a:solidFill>
                  <a:effectLst/>
                  <a:uFillTx/>
                  <a:latin typeface="Arial" panose="020B0604020202020204" pitchFamily="34" charset="0"/>
                  <a:cs typeface="Arial" panose="020B0604020202020204" pitchFamily="34" charset="0"/>
                  <a:sym typeface="Helvetica Neue"/>
                </a:rPr>
                <a:t>平面</a:t>
              </a:r>
              <a:r>
                <a:rPr kumimoji="0" lang="en-US" altLang="zh-CN" sz="2800" b="0" i="0" u="none" strike="noStrike" cap="none" spc="0" normalizeH="0" baseline="0" dirty="0">
                  <a:ln>
                    <a:noFill/>
                  </a:ln>
                  <a:solidFill>
                    <a:srgbClr val="000000"/>
                  </a:solidFill>
                  <a:effectLst/>
                  <a:uFillTx/>
                  <a:latin typeface="Arial" panose="020B0604020202020204" pitchFamily="34" charset="0"/>
                  <a:cs typeface="Arial" panose="020B0604020202020204" pitchFamily="34" charset="0"/>
                  <a:sym typeface="Helvetica Neue"/>
                </a:rPr>
                <a:t>-1</a:t>
              </a:r>
              <a:endParaRPr kumimoji="0" lang="zh-CN" altLang="en-US" sz="2800" b="0" i="0" u="none" strike="noStrike" cap="none" spc="0" normalizeH="0" baseline="0" dirty="0">
                <a:ln>
                  <a:noFill/>
                </a:ln>
                <a:solidFill>
                  <a:srgbClr val="000000"/>
                </a:solidFill>
                <a:effectLst/>
                <a:uFillTx/>
                <a:latin typeface="Arial" panose="020B0604020202020204" pitchFamily="34" charset="0"/>
                <a:cs typeface="Arial" panose="020B0604020202020204" pitchFamily="34" charset="0"/>
                <a:sym typeface="Helvetica Neue"/>
              </a:endParaRPr>
            </a:p>
          </p:txBody>
        </p:sp>
        <p:sp>
          <p:nvSpPr>
            <p:cNvPr id="111" name="文本框 110"/>
            <p:cNvSpPr txBox="1"/>
            <p:nvPr/>
          </p:nvSpPr>
          <p:spPr>
            <a:xfrm>
              <a:off x="13018998" y="5927340"/>
              <a:ext cx="1232557"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1529" rtl="0" fontAlgn="auto" latinLnBrk="0" hangingPunct="0">
                <a:lnSpc>
                  <a:spcPct val="100000"/>
                </a:lnSpc>
                <a:spcBef>
                  <a:spcPts val="0"/>
                </a:spcBef>
                <a:spcAft>
                  <a:spcPts val="0"/>
                </a:spcAft>
                <a:buClrTx/>
                <a:buSzTx/>
                <a:buFontTx/>
                <a:buNone/>
                <a:tabLst/>
              </a:pPr>
              <a:r>
                <a:rPr lang="zh-CN" altLang="en-US" sz="2800" dirty="0">
                  <a:latin typeface="Arial" panose="020B0604020202020204" pitchFamily="34" charset="0"/>
                  <a:cs typeface="Arial" panose="020B0604020202020204" pitchFamily="34" charset="0"/>
                </a:rPr>
                <a:t>侧</a:t>
              </a:r>
              <a:r>
                <a:rPr kumimoji="0" lang="zh-CN" altLang="en-US" sz="2800" b="0" i="0" u="none" strike="noStrike" cap="none" spc="0" normalizeH="0" baseline="0" dirty="0">
                  <a:ln>
                    <a:noFill/>
                  </a:ln>
                  <a:solidFill>
                    <a:srgbClr val="000000"/>
                  </a:solidFill>
                  <a:effectLst/>
                  <a:uFillTx/>
                  <a:latin typeface="Arial" panose="020B0604020202020204" pitchFamily="34" charset="0"/>
                  <a:cs typeface="Arial" panose="020B0604020202020204" pitchFamily="34" charset="0"/>
                  <a:sym typeface="Helvetica Neue"/>
                </a:rPr>
                <a:t>面</a:t>
              </a:r>
              <a:r>
                <a:rPr kumimoji="0" lang="en-US" altLang="zh-CN" sz="2800" b="0" i="0" u="none" strike="noStrike" cap="none" spc="0" normalizeH="0" baseline="0" dirty="0">
                  <a:ln>
                    <a:noFill/>
                  </a:ln>
                  <a:solidFill>
                    <a:srgbClr val="000000"/>
                  </a:solidFill>
                  <a:effectLst/>
                  <a:uFillTx/>
                  <a:latin typeface="Arial" panose="020B0604020202020204" pitchFamily="34" charset="0"/>
                  <a:cs typeface="Arial" panose="020B0604020202020204" pitchFamily="34" charset="0"/>
                  <a:sym typeface="Helvetica Neue"/>
                </a:rPr>
                <a:t>-2</a:t>
              </a:r>
              <a:endParaRPr kumimoji="0" lang="zh-CN" altLang="en-US" sz="2800" b="0" i="0" u="none" strike="noStrike" cap="none" spc="0" normalizeH="0" baseline="0" dirty="0">
                <a:ln>
                  <a:noFill/>
                </a:ln>
                <a:solidFill>
                  <a:srgbClr val="000000"/>
                </a:solidFill>
                <a:effectLst/>
                <a:uFillTx/>
                <a:latin typeface="Arial" panose="020B0604020202020204" pitchFamily="34" charset="0"/>
                <a:cs typeface="Arial" panose="020B0604020202020204" pitchFamily="34" charset="0"/>
                <a:sym typeface="Helvetica Neue"/>
              </a:endParaRPr>
            </a:p>
          </p:txBody>
        </p:sp>
        <p:sp>
          <p:nvSpPr>
            <p:cNvPr id="112" name="文本框 111"/>
            <p:cNvSpPr txBox="1"/>
            <p:nvPr/>
          </p:nvSpPr>
          <p:spPr>
            <a:xfrm>
              <a:off x="15399675" y="8082376"/>
              <a:ext cx="1173833"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1529" rtl="0" fontAlgn="auto" latinLnBrk="0" hangingPunct="0">
                <a:lnSpc>
                  <a:spcPct val="100000"/>
                </a:lnSpc>
                <a:spcBef>
                  <a:spcPts val="0"/>
                </a:spcBef>
                <a:spcAft>
                  <a:spcPts val="0"/>
                </a:spcAft>
                <a:buClrTx/>
                <a:buSzTx/>
                <a:buFontTx/>
                <a:buNone/>
                <a:tabLst/>
              </a:pPr>
              <a:r>
                <a:rPr lang="zh-CN" altLang="en-US" sz="2800" dirty="0">
                  <a:latin typeface="Arial" panose="020B0604020202020204" pitchFamily="34" charset="0"/>
                  <a:cs typeface="Arial" panose="020B0604020202020204" pitchFamily="34" charset="0"/>
                </a:rPr>
                <a:t>立</a:t>
              </a:r>
              <a:r>
                <a:rPr kumimoji="0" lang="zh-CN" altLang="en-US" sz="2800" b="0" i="0" u="none" strike="noStrike" cap="none" spc="0" normalizeH="0" baseline="0" dirty="0">
                  <a:ln>
                    <a:noFill/>
                  </a:ln>
                  <a:solidFill>
                    <a:srgbClr val="000000"/>
                  </a:solidFill>
                  <a:effectLst/>
                  <a:uFillTx/>
                  <a:latin typeface="Arial" panose="020B0604020202020204" pitchFamily="34" charset="0"/>
                  <a:cs typeface="Arial" panose="020B0604020202020204" pitchFamily="34" charset="0"/>
                  <a:sym typeface="Helvetica Neue"/>
                </a:rPr>
                <a:t>面</a:t>
              </a:r>
              <a:r>
                <a:rPr kumimoji="0" lang="en-US" altLang="zh-CN" sz="2800" b="0" i="0" u="none" strike="noStrike" cap="none" spc="0" normalizeH="0" baseline="0" dirty="0">
                  <a:ln>
                    <a:noFill/>
                  </a:ln>
                  <a:solidFill>
                    <a:srgbClr val="000000"/>
                  </a:solidFill>
                  <a:effectLst/>
                  <a:uFillTx/>
                  <a:latin typeface="Arial" panose="020B0604020202020204" pitchFamily="34" charset="0"/>
                  <a:cs typeface="Arial" panose="020B0604020202020204" pitchFamily="34" charset="0"/>
                  <a:sym typeface="Helvetica Neue"/>
                </a:rPr>
                <a:t>-3</a:t>
              </a:r>
              <a:endParaRPr kumimoji="0" lang="zh-CN" altLang="en-US" sz="2800" b="0" i="0" u="none" strike="noStrike" cap="none" spc="0" normalizeH="0" baseline="0" dirty="0">
                <a:ln>
                  <a:noFill/>
                </a:ln>
                <a:solidFill>
                  <a:srgbClr val="000000"/>
                </a:solidFill>
                <a:effectLst/>
                <a:uFillTx/>
                <a:latin typeface="Arial" panose="020B0604020202020204" pitchFamily="34" charset="0"/>
                <a:cs typeface="Arial" panose="020B0604020202020204" pitchFamily="34" charset="0"/>
                <a:sym typeface="Helvetica Neue"/>
              </a:endParaRPr>
            </a:p>
          </p:txBody>
        </p:sp>
      </p:grpSp>
    </p:spTree>
    <p:extLst>
      <p:ext uri="{BB962C8B-B14F-4D97-AF65-F5344CB8AC3E}">
        <p14:creationId xmlns:p14="http://schemas.microsoft.com/office/powerpoint/2010/main" val="1326840509"/>
      </p:ext>
    </p:extLst>
  </p:cSld>
  <p:clrMapOvr>
    <a:masterClrMapping/>
  </p:clrMapOvr>
  <p:transition spd="me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01" name="表格"/>
          <p:cNvGraphicFramePr/>
          <p:nvPr>
            <p:extLst>
              <p:ext uri="{D42A27DB-BD31-4B8C-83A1-F6EECF244321}">
                <p14:modId xmlns:p14="http://schemas.microsoft.com/office/powerpoint/2010/main" val="1320819293"/>
              </p:ext>
            </p:extLst>
          </p:nvPr>
        </p:nvGraphicFramePr>
        <p:xfrm>
          <a:off x="748552" y="1470841"/>
          <a:ext cx="22886895" cy="11667643"/>
        </p:xfrm>
        <a:graphic>
          <a:graphicData uri="http://schemas.openxmlformats.org/drawingml/2006/table">
            <a:tbl>
              <a:tblPr>
                <a:tableStyleId>{4C3C2611-4C71-4FC5-86AE-919BDF0F9419}</a:tableStyleId>
              </a:tblPr>
              <a:tblGrid>
                <a:gridCol w="14440648">
                  <a:extLst>
                    <a:ext uri="{9D8B030D-6E8A-4147-A177-3AD203B41FA5}">
                      <a16:colId xmlns:a16="http://schemas.microsoft.com/office/drawing/2014/main" val="20000"/>
                    </a:ext>
                  </a:extLst>
                </a:gridCol>
                <a:gridCol w="8446247">
                  <a:extLst>
                    <a:ext uri="{9D8B030D-6E8A-4147-A177-3AD203B41FA5}">
                      <a16:colId xmlns:a16="http://schemas.microsoft.com/office/drawing/2014/main" val="20001"/>
                    </a:ext>
                  </a:extLst>
                </a:gridCol>
              </a:tblGrid>
              <a:tr h="608103">
                <a:tc gridSpan="2">
                  <a:txBody>
                    <a:bodyPr/>
                    <a:lstStyle/>
                    <a:p>
                      <a:pPr marL="0" marR="0" indent="0" algn="l" defTabSz="409575" eaLnBrk="1" fontAlgn="auto" latinLnBrk="0" hangingPunct="1">
                        <a:lnSpc>
                          <a:spcPct val="100000"/>
                        </a:lnSpc>
                        <a:spcBef>
                          <a:spcPts val="0"/>
                        </a:spcBef>
                        <a:spcAft>
                          <a:spcPts val="0"/>
                        </a:spcAft>
                        <a:buClrTx/>
                        <a:buSzTx/>
                        <a:buFontTx/>
                        <a:buNone/>
                        <a:tabLst/>
                        <a:defRPr sz="1800"/>
                      </a:pPr>
                      <a:r>
                        <a:rPr lang="en-US" altLang="zh-CN" sz="3000" dirty="0">
                          <a:latin typeface="Arial" panose="020B0604020202020204" pitchFamily="34" charset="0"/>
                          <a:cs typeface="Arial" panose="020B0604020202020204" pitchFamily="34" charset="0"/>
                          <a:sym typeface="Helvetica Neue Medium"/>
                        </a:rPr>
                        <a:t>TYP R : FAI6: </a:t>
                      </a:r>
                      <a:r>
                        <a:rPr lang="en-US" altLang="zh-CN" sz="3000" b="0" i="0" u="none" strike="noStrike" cap="none" spc="0" baseline="0" dirty="0">
                          <a:ln>
                            <a:noFill/>
                          </a:ln>
                          <a:solidFill>
                            <a:srgbClr val="000000"/>
                          </a:solidFill>
                          <a:uFillTx/>
                          <a:latin typeface="Arial" panose="020B0604020202020204" pitchFamily="34" charset="0"/>
                          <a:ea typeface="+mn-ea"/>
                          <a:cs typeface="Arial" panose="020B0604020202020204" pitchFamily="34" charset="0"/>
                          <a:sym typeface="Helvetica Neue Light"/>
                        </a:rPr>
                        <a:t>0.2 +0.1/-0.08</a:t>
                      </a:r>
                    </a:p>
                  </a:txBody>
                  <a:tcPr marL="12700" marR="12700" marT="12700" marB="127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C1E1FE"/>
                    </a:solidFill>
                  </a:tcPr>
                </a:tc>
                <a:tc hMerge="1">
                  <a:txBody>
                    <a:bodyPr/>
                    <a:lstStyle/>
                    <a:p>
                      <a:endParaRPr lang="zh-CN"/>
                    </a:p>
                  </a:txBody>
                  <a:tcPr/>
                </a:tc>
                <a:extLst>
                  <a:ext uri="{0D108BD9-81ED-4DB2-BD59-A6C34878D82A}">
                    <a16:rowId xmlns:a16="http://schemas.microsoft.com/office/drawing/2014/main" val="10000"/>
                  </a:ext>
                </a:extLst>
              </a:tr>
              <a:tr h="743464">
                <a:tc>
                  <a:txBody>
                    <a:bodyPr/>
                    <a:lstStyle/>
                    <a:p>
                      <a:pPr defTabSz="409575">
                        <a:defRPr sz="1800"/>
                      </a:pPr>
                      <a:r>
                        <a:rPr lang="en-US" sz="3000" dirty="0">
                          <a:latin typeface="Arial" panose="020B0604020202020204" pitchFamily="34" charset="0"/>
                          <a:cs typeface="Arial" panose="020B0604020202020204" pitchFamily="34" charset="0"/>
                          <a:sym typeface="Helvetica"/>
                        </a:rPr>
                        <a:t>FAI</a:t>
                      </a:r>
                      <a:endParaRPr sz="3000" dirty="0">
                        <a:latin typeface="Arial" panose="020B0604020202020204" pitchFamily="34" charset="0"/>
                        <a:cs typeface="Arial" panose="020B0604020202020204" pitchFamily="34" charset="0"/>
                        <a:sym typeface="Helvetica"/>
                      </a:endParaRPr>
                    </a:p>
                  </a:txBody>
                  <a:tcPr marL="12700" marR="12700" marT="12700" marB="127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C1E1FE"/>
                    </a:solidFill>
                  </a:tcPr>
                </a:tc>
                <a:tc>
                  <a:txBody>
                    <a:bodyPr/>
                    <a:lstStyle/>
                    <a:p>
                      <a:pPr defTabSz="409575">
                        <a:defRPr sz="1800"/>
                      </a:pPr>
                      <a:r>
                        <a:rPr sz="3000">
                          <a:latin typeface="Arial" panose="020B0604020202020204" pitchFamily="34" charset="0"/>
                          <a:cs typeface="Arial" panose="020B0604020202020204" pitchFamily="34" charset="0"/>
                          <a:sym typeface="Helvetica"/>
                        </a:rPr>
                        <a:t>In-process</a:t>
                      </a:r>
                    </a:p>
                  </a:txBody>
                  <a:tcPr marL="12700" marR="12700" marT="12700" marB="127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C1E1FE"/>
                    </a:solidFill>
                  </a:tcPr>
                </a:tc>
                <a:extLst>
                  <a:ext uri="{0D108BD9-81ED-4DB2-BD59-A6C34878D82A}">
                    <a16:rowId xmlns:a16="http://schemas.microsoft.com/office/drawing/2014/main" val="10001"/>
                  </a:ext>
                </a:extLst>
              </a:tr>
              <a:tr h="10316076">
                <a:tc>
                  <a:txBody>
                    <a:bodyPr/>
                    <a:lstStyle/>
                    <a:p>
                      <a:pPr marL="0" marR="0" indent="0" algn="l" defTabSz="409575" latinLnBrk="0">
                        <a:lnSpc>
                          <a:spcPct val="100000"/>
                        </a:lnSpc>
                        <a:spcBef>
                          <a:spcPts val="0"/>
                        </a:spcBef>
                        <a:spcAft>
                          <a:spcPts val="0"/>
                        </a:spcAft>
                        <a:buClrTx/>
                        <a:buSzTx/>
                        <a:buFontTx/>
                        <a:buNone/>
                        <a:tabLst/>
                        <a:defRPr sz="2400">
                          <a:sym typeface="Helvetica Neue Medium"/>
                        </a:defRPr>
                      </a:pPr>
                      <a:r>
                        <a:rPr lang="en" altLang="zh-CN" dirty="0">
                          <a:latin typeface="Arial" panose="020B0604020202020204" pitchFamily="34" charset="0"/>
                          <a:cs typeface="Arial" panose="020B0604020202020204" pitchFamily="34" charset="0"/>
                        </a:rPr>
                        <a:t>1 . </a:t>
                      </a:r>
                      <a:r>
                        <a:rPr lang="en" altLang="zh-CN" sz="2400" b="0" i="0" u="none" strike="noStrike" cap="none" spc="0" baseline="0" dirty="0">
                          <a:solidFill>
                            <a:srgbClr val="000000"/>
                          </a:solidFill>
                          <a:uFillTx/>
                          <a:latin typeface="Arial" panose="020B0604020202020204" pitchFamily="34" charset="0"/>
                          <a:ea typeface="+mn-ea"/>
                          <a:cs typeface="Arial" panose="020B0604020202020204" pitchFamily="34" charset="0"/>
                          <a:sym typeface="Helvetica Neue Light"/>
                        </a:rPr>
                        <a:t>Measurement Method </a:t>
                      </a:r>
                      <a:r>
                        <a:rPr lang="zh-CN" altLang="en" sz="2400" b="0" i="0" u="none" strike="noStrike" cap="none" spc="0" baseline="0" dirty="0">
                          <a:solidFill>
                            <a:srgbClr val="000000"/>
                          </a:solidFill>
                          <a:uFillTx/>
                          <a:latin typeface="Arial" panose="020B0604020202020204" pitchFamily="34" charset="0"/>
                          <a:ea typeface="+mn-ea"/>
                          <a:cs typeface="Arial" panose="020B0604020202020204" pitchFamily="34" charset="0"/>
                          <a:sym typeface="Helvetica Neue Light"/>
                        </a:rPr>
                        <a:t>：</a:t>
                      </a:r>
                      <a:r>
                        <a:rPr lang="en-US" altLang="zh-CN" sz="2400" b="0" i="0" u="none" strike="noStrike" cap="none" spc="0" baseline="0" dirty="0">
                          <a:solidFill>
                            <a:srgbClr val="000000"/>
                          </a:solidFill>
                          <a:uFillTx/>
                          <a:latin typeface="Arial" panose="020B0604020202020204" pitchFamily="34" charset="0"/>
                          <a:ea typeface="+mn-ea"/>
                          <a:cs typeface="Arial" panose="020B0604020202020204" pitchFamily="34" charset="0"/>
                          <a:sym typeface="Helvetica Neue Light"/>
                        </a:rPr>
                        <a:t>OMM</a:t>
                      </a:r>
                      <a:endParaRPr lang="en" altLang="zh-CN" sz="2400" b="0" i="0" u="none" strike="noStrike" cap="none" spc="0" baseline="0" dirty="0">
                        <a:solidFill>
                          <a:srgbClr val="000000"/>
                        </a:solidFill>
                        <a:uFillTx/>
                        <a:latin typeface="Arial" panose="020B0604020202020204" pitchFamily="34" charset="0"/>
                        <a:ea typeface="+mn-ea"/>
                        <a:cs typeface="Arial" panose="020B0604020202020204" pitchFamily="34" charset="0"/>
                        <a:sym typeface="Helvetica Neue Light"/>
                      </a:endParaRPr>
                    </a:p>
                    <a:p>
                      <a:pPr marL="0" marR="0" indent="0" algn="l" defTabSz="409575" latinLnBrk="0">
                        <a:lnSpc>
                          <a:spcPct val="100000"/>
                        </a:lnSpc>
                        <a:spcBef>
                          <a:spcPts val="0"/>
                        </a:spcBef>
                        <a:spcAft>
                          <a:spcPts val="0"/>
                        </a:spcAft>
                        <a:buClrTx/>
                        <a:buSzTx/>
                        <a:buFontTx/>
                        <a:buNone/>
                        <a:tabLst/>
                        <a:defRPr sz="2400">
                          <a:sym typeface="Helvetica Neue Medium"/>
                        </a:defRPr>
                      </a:pPr>
                      <a:r>
                        <a:rPr lang="en" altLang="zh-CN" sz="2400" b="0" i="0" u="none" strike="noStrike" cap="none" spc="0" baseline="0" dirty="0">
                          <a:solidFill>
                            <a:srgbClr val="000000"/>
                          </a:solidFill>
                          <a:uFillTx/>
                          <a:latin typeface="Arial" panose="020B0604020202020204" pitchFamily="34" charset="0"/>
                          <a:ea typeface="+mn-ea"/>
                          <a:cs typeface="Arial" panose="020B0604020202020204" pitchFamily="34" charset="0"/>
                          <a:sym typeface="Helvetica Neue Light"/>
                        </a:rPr>
                        <a:t>2.  Fixture </a:t>
                      </a:r>
                      <a:r>
                        <a:rPr lang="zh-CN" altLang="en" sz="2400" b="0" i="0" u="none" strike="noStrike" cap="none" spc="0" baseline="0" dirty="0">
                          <a:solidFill>
                            <a:srgbClr val="000000"/>
                          </a:solidFill>
                          <a:uFillTx/>
                          <a:latin typeface="Arial" panose="020B0604020202020204" pitchFamily="34" charset="0"/>
                          <a:ea typeface="+mn-ea"/>
                          <a:cs typeface="Arial" panose="020B0604020202020204" pitchFamily="34" charset="0"/>
                          <a:sym typeface="Helvetica Neue Light"/>
                        </a:rPr>
                        <a:t>：</a:t>
                      </a:r>
                      <a:r>
                        <a:rPr lang="en" altLang="zh-CN" sz="2400" b="0" i="0" u="none" strike="noStrike" cap="none" spc="0" baseline="0" dirty="0">
                          <a:solidFill>
                            <a:srgbClr val="000000"/>
                          </a:solidFill>
                          <a:uFillTx/>
                          <a:latin typeface="Arial" panose="020B0604020202020204" pitchFamily="34" charset="0"/>
                          <a:ea typeface="+mn-ea"/>
                          <a:cs typeface="Arial" panose="020B0604020202020204" pitchFamily="34" charset="0"/>
                          <a:sym typeface="Helvetica Neue Light"/>
                        </a:rPr>
                        <a:t>No</a:t>
                      </a:r>
                    </a:p>
                    <a:p>
                      <a:pPr marL="0" marR="0" indent="0" algn="l" defTabSz="409575" latinLnBrk="0">
                        <a:lnSpc>
                          <a:spcPct val="100000"/>
                        </a:lnSpc>
                        <a:spcBef>
                          <a:spcPts val="0"/>
                        </a:spcBef>
                        <a:spcAft>
                          <a:spcPts val="0"/>
                        </a:spcAft>
                        <a:buClrTx/>
                        <a:buSzTx/>
                        <a:buFontTx/>
                        <a:buNone/>
                        <a:tabLst/>
                        <a:defRPr sz="2400">
                          <a:sym typeface="Helvetica Neue Medium"/>
                        </a:defRPr>
                      </a:pPr>
                      <a:r>
                        <a:rPr lang="en" altLang="zh-CN" sz="2400" b="0" i="0" u="none" strike="noStrike" cap="none" spc="0" baseline="0" dirty="0">
                          <a:solidFill>
                            <a:srgbClr val="000000"/>
                          </a:solidFill>
                          <a:uFillTx/>
                          <a:latin typeface="Arial" panose="020B0604020202020204" pitchFamily="34" charset="0"/>
                          <a:ea typeface="+mn-ea"/>
                          <a:cs typeface="Arial" panose="020B0604020202020204" pitchFamily="34" charset="0"/>
                          <a:sym typeface="Helvetica Neue Light"/>
                        </a:rPr>
                        <a:t>3.  Measurement status </a:t>
                      </a:r>
                      <a:r>
                        <a:rPr lang="zh-CN" altLang="en" sz="2400" b="0" i="0" u="none" strike="noStrike" cap="none" spc="0" baseline="0" dirty="0">
                          <a:solidFill>
                            <a:srgbClr val="000000"/>
                          </a:solidFill>
                          <a:uFillTx/>
                          <a:latin typeface="Arial" panose="020B0604020202020204" pitchFamily="34" charset="0"/>
                          <a:ea typeface="+mn-ea"/>
                          <a:cs typeface="Arial" panose="020B0604020202020204" pitchFamily="34" charset="0"/>
                          <a:sym typeface="Helvetica Neue Light"/>
                        </a:rPr>
                        <a:t>：</a:t>
                      </a:r>
                      <a:r>
                        <a:rPr lang="en" altLang="zh-CN" sz="2400" b="0" i="0" u="none" strike="noStrike" cap="none" spc="0" baseline="0" dirty="0">
                          <a:solidFill>
                            <a:srgbClr val="000000"/>
                          </a:solidFill>
                          <a:uFillTx/>
                          <a:latin typeface="Arial" panose="020B0604020202020204" pitchFamily="34" charset="0"/>
                          <a:ea typeface="+mn-ea"/>
                          <a:cs typeface="Arial" panose="020B0604020202020204" pitchFamily="34" charset="0"/>
                          <a:sym typeface="Helvetica Neue Light"/>
                        </a:rPr>
                        <a:t>Free</a:t>
                      </a:r>
                    </a:p>
                    <a:p>
                      <a:pPr marL="457200" marR="0" indent="-457200" algn="l" defTabSz="409575" latinLnBrk="0">
                        <a:lnSpc>
                          <a:spcPct val="100000"/>
                        </a:lnSpc>
                        <a:spcBef>
                          <a:spcPts val="0"/>
                        </a:spcBef>
                        <a:spcAft>
                          <a:spcPts val="0"/>
                        </a:spcAft>
                        <a:buClrTx/>
                        <a:buSzTx/>
                        <a:buFontTx/>
                        <a:buAutoNum type="arabicPeriod" startAt="4"/>
                        <a:tabLst/>
                        <a:defRPr sz="2400">
                          <a:sym typeface="Helvetica Neue Medium"/>
                        </a:defRPr>
                      </a:pPr>
                      <a:r>
                        <a:rPr lang="en" altLang="zh-CN" sz="2400" b="0" i="0" u="none" strike="noStrike" cap="none" spc="0" baseline="0" dirty="0">
                          <a:solidFill>
                            <a:srgbClr val="000000"/>
                          </a:solidFill>
                          <a:uFillTx/>
                          <a:latin typeface="Arial" panose="020B0604020202020204" pitchFamily="34" charset="0"/>
                          <a:ea typeface="+mn-ea"/>
                          <a:cs typeface="Arial" panose="020B0604020202020204" pitchFamily="34" charset="0"/>
                          <a:sym typeface="Helvetica Neue Light"/>
                        </a:rPr>
                        <a:t>Measurement procedure </a:t>
                      </a:r>
                      <a:r>
                        <a:rPr lang="zh-CN" altLang="en" sz="2400" b="0" i="0" u="none" strike="noStrike" cap="none" spc="0" baseline="0" dirty="0">
                          <a:solidFill>
                            <a:srgbClr val="000000"/>
                          </a:solidFill>
                          <a:uFillTx/>
                          <a:latin typeface="Arial" panose="020B0604020202020204" pitchFamily="34" charset="0"/>
                          <a:ea typeface="+mn-ea"/>
                          <a:cs typeface="Arial" panose="020B0604020202020204" pitchFamily="34" charset="0"/>
                          <a:sym typeface="Helvetica Neue Light"/>
                        </a:rPr>
                        <a:t>：</a:t>
                      </a:r>
                      <a:endParaRPr lang="en-US" altLang="zh-CN" sz="2400" b="0" i="0" u="none" strike="noStrike" cap="none" spc="0" baseline="0" dirty="0">
                        <a:solidFill>
                          <a:srgbClr val="000000"/>
                        </a:solidFill>
                        <a:uFillTx/>
                        <a:latin typeface="Arial" panose="020B0604020202020204" pitchFamily="34" charset="0"/>
                        <a:ea typeface="+mn-ea"/>
                        <a:cs typeface="Arial" panose="020B0604020202020204" pitchFamily="34" charset="0"/>
                        <a:sym typeface="Helvetica Neue Light"/>
                      </a:endParaRPr>
                    </a:p>
                    <a:p>
                      <a:pPr marL="0" marR="0" indent="0" algn="l" defTabSz="409575" latinLnBrk="0">
                        <a:lnSpc>
                          <a:spcPct val="100000"/>
                        </a:lnSpc>
                        <a:spcBef>
                          <a:spcPts val="0"/>
                        </a:spcBef>
                        <a:spcAft>
                          <a:spcPts val="0"/>
                        </a:spcAft>
                        <a:buClrTx/>
                        <a:buSzTx/>
                        <a:buFontTx/>
                        <a:buNone/>
                        <a:tabLst/>
                        <a:defRPr sz="2400">
                          <a:sym typeface="Helvetica Neue Medium"/>
                        </a:defRPr>
                      </a:pPr>
                      <a:r>
                        <a:rPr lang="en-US" altLang="zh-CN" sz="2000" b="0" i="0" u="none" strike="noStrike" cap="none" spc="0" baseline="0" dirty="0">
                          <a:solidFill>
                            <a:schemeClr val="tx1"/>
                          </a:solidFill>
                          <a:uFillTx/>
                          <a:latin typeface="Arial" panose="020B0604020202020204" pitchFamily="34" charset="0"/>
                          <a:ea typeface="+mj-ea"/>
                          <a:cs typeface="Arial" panose="020B0604020202020204" pitchFamily="34" charset="0"/>
                          <a:sym typeface="Helvetica Neue Light"/>
                        </a:rPr>
                        <a:t>1.</a:t>
                      </a:r>
                      <a:r>
                        <a:rPr lang="zh-CN" altLang="en-US" sz="2000" b="0" i="0" u="none" strike="noStrike" cap="none" spc="0" baseline="0" dirty="0">
                          <a:solidFill>
                            <a:schemeClr val="tx1"/>
                          </a:solidFill>
                          <a:uFillTx/>
                          <a:latin typeface="Arial" panose="020B0604020202020204" pitchFamily="34" charset="0"/>
                          <a:ea typeface="+mj-ea"/>
                          <a:cs typeface="Arial" panose="020B0604020202020204" pitchFamily="34" charset="0"/>
                          <a:sym typeface="Helvetica" panose="020B0604020202030204"/>
                        </a:rPr>
                        <a:t>将产品如图平放在测量平台上，</a:t>
                      </a:r>
                      <a:r>
                        <a:rPr lang="zh-CN" altLang="en-US" sz="2000" b="0" i="0" u="none" strike="noStrike" cap="none" spc="0" baseline="0" dirty="0">
                          <a:solidFill>
                            <a:schemeClr val="tx1"/>
                          </a:solidFill>
                          <a:uFillTx/>
                          <a:latin typeface="Arial" panose="020B0604020202020204" pitchFamily="34" charset="0"/>
                          <a:ea typeface="+mj-ea"/>
                          <a:cs typeface="Arial" panose="020B0604020202020204" pitchFamily="34" charset="0"/>
                          <a:sym typeface="Helvetica Neue Light"/>
                        </a:rPr>
                        <a:t>基准参考</a:t>
                      </a:r>
                      <a:r>
                        <a:rPr lang="en-US" altLang="zh-CN" sz="2000" b="0" i="0" u="none" strike="noStrike" cap="none" spc="0" baseline="0" dirty="0">
                          <a:solidFill>
                            <a:schemeClr val="tx1"/>
                          </a:solidFill>
                          <a:uFillTx/>
                          <a:latin typeface="Arial" panose="020B0604020202020204" pitchFamily="34" charset="0"/>
                          <a:ea typeface="+mj-ea"/>
                          <a:cs typeface="Arial" panose="020B0604020202020204" pitchFamily="34" charset="0"/>
                          <a:sym typeface="Helvetica Neue Light"/>
                        </a:rPr>
                        <a:t>P21</a:t>
                      </a:r>
                      <a:r>
                        <a:rPr lang="zh-CN" altLang="en-US" sz="2000" b="0" i="0" u="none" strike="noStrike" cap="none" spc="0" baseline="0" dirty="0">
                          <a:solidFill>
                            <a:schemeClr val="tx1"/>
                          </a:solidFill>
                          <a:uFillTx/>
                          <a:latin typeface="Arial" panose="020B0604020202020204" pitchFamily="34" charset="0"/>
                          <a:ea typeface="+mj-ea"/>
                          <a:cs typeface="Arial" panose="020B0604020202020204" pitchFamily="34" charset="0"/>
                          <a:sym typeface="Helvetica Neue Light"/>
                        </a:rPr>
                        <a:t>页平面坐标系</a:t>
                      </a:r>
                      <a:r>
                        <a:rPr lang="en-US" altLang="zh-CN" sz="2000" b="0" i="0" u="none" strike="noStrike" cap="none" spc="0" baseline="0" dirty="0">
                          <a:solidFill>
                            <a:schemeClr val="tx1"/>
                          </a:solidFill>
                          <a:uFillTx/>
                          <a:latin typeface="Arial" panose="020B0604020202020204" pitchFamily="34" charset="0"/>
                          <a:ea typeface="+mj-ea"/>
                          <a:cs typeface="Arial" panose="020B0604020202020204" pitchFamily="34" charset="0"/>
                          <a:sym typeface="Helvetica Neue Light"/>
                        </a:rPr>
                        <a:t>-1;</a:t>
                      </a:r>
                      <a:r>
                        <a:rPr lang="zh-CN" altLang="en-US" sz="2000" b="0" i="0" u="none" strike="noStrike" cap="none" spc="0" baseline="0" dirty="0">
                          <a:solidFill>
                            <a:schemeClr val="tx1"/>
                          </a:solidFill>
                          <a:uFillTx/>
                          <a:latin typeface="Arial" panose="020B0604020202020204" pitchFamily="34" charset="0"/>
                          <a:ea typeface="+mj-ea"/>
                          <a:cs typeface="Arial" panose="020B0604020202020204" pitchFamily="34" charset="0"/>
                          <a:sym typeface="Helvetica Neue Light"/>
                        </a:rPr>
                        <a:t>（底光</a:t>
                      </a:r>
                      <a:r>
                        <a:rPr lang="en-US" altLang="zh-CN" sz="2000" b="0" i="0" u="none" strike="noStrike" cap="none" spc="0" baseline="0" dirty="0">
                          <a:solidFill>
                            <a:schemeClr val="tx1"/>
                          </a:solidFill>
                          <a:uFillTx/>
                          <a:latin typeface="Arial" panose="020B0604020202020204" pitchFamily="34" charset="0"/>
                          <a:ea typeface="+mj-ea"/>
                          <a:cs typeface="Arial" panose="020B0604020202020204" pitchFamily="34" charset="0"/>
                          <a:sym typeface="Helvetica Neue Light"/>
                        </a:rPr>
                        <a:t>30%</a:t>
                      </a:r>
                      <a:r>
                        <a:rPr lang="zh-CN" altLang="en-US" sz="2000" b="0" i="0" u="none" strike="noStrike" cap="none" spc="0" baseline="0" dirty="0">
                          <a:solidFill>
                            <a:schemeClr val="tx1"/>
                          </a:solidFill>
                          <a:uFillTx/>
                          <a:latin typeface="Arial" panose="020B0604020202020204" pitchFamily="34" charset="0"/>
                          <a:ea typeface="+mj-ea"/>
                          <a:cs typeface="Arial" panose="020B0604020202020204" pitchFamily="34" charset="0"/>
                          <a:sym typeface="Helvetica Neue Light"/>
                        </a:rPr>
                        <a:t>，倍率</a:t>
                      </a:r>
                      <a:r>
                        <a:rPr lang="en-US" altLang="zh-CN" sz="2000" b="0" i="0" u="none" strike="noStrike" cap="none" spc="0" baseline="0" dirty="0">
                          <a:solidFill>
                            <a:schemeClr val="tx1"/>
                          </a:solidFill>
                          <a:uFillTx/>
                          <a:latin typeface="Arial" panose="020B0604020202020204" pitchFamily="34" charset="0"/>
                          <a:ea typeface="+mj-ea"/>
                          <a:cs typeface="Arial" panose="020B0604020202020204" pitchFamily="34" charset="0"/>
                          <a:sym typeface="Helvetica Neue Light"/>
                        </a:rPr>
                        <a:t>107</a:t>
                      </a:r>
                      <a:r>
                        <a:rPr lang="zh-CN" altLang="en-US" sz="2000" b="0" i="0" u="none" strike="noStrike" cap="none" spc="0" baseline="0" dirty="0">
                          <a:solidFill>
                            <a:schemeClr val="tx1"/>
                          </a:solidFill>
                          <a:uFillTx/>
                          <a:latin typeface="Arial" panose="020B0604020202020204" pitchFamily="34" charset="0"/>
                          <a:ea typeface="+mj-ea"/>
                          <a:cs typeface="Arial" panose="020B0604020202020204" pitchFamily="34" charset="0"/>
                          <a:sym typeface="Helvetica Neue Light"/>
                        </a:rPr>
                        <a:t>倍）</a:t>
                      </a:r>
                      <a:endParaRPr lang="en-US" altLang="zh-CN" sz="2000" b="0" i="0" u="none" strike="noStrike" cap="none" spc="0" baseline="0" dirty="0">
                        <a:solidFill>
                          <a:schemeClr val="tx1"/>
                        </a:solidFill>
                        <a:uFillTx/>
                        <a:latin typeface="Arial" panose="020B0604020202020204" pitchFamily="34" charset="0"/>
                        <a:ea typeface="+mj-ea"/>
                        <a:cs typeface="Arial" panose="020B0604020202020204" pitchFamily="34" charset="0"/>
                        <a:sym typeface="Helvetica Neue Light"/>
                      </a:endParaRPr>
                    </a:p>
                    <a:p>
                      <a:pPr marL="0" marR="0" indent="0" algn="l" defTabSz="409575" latinLnBrk="0">
                        <a:lnSpc>
                          <a:spcPct val="100000"/>
                        </a:lnSpc>
                        <a:spcBef>
                          <a:spcPts val="0"/>
                        </a:spcBef>
                        <a:spcAft>
                          <a:spcPts val="0"/>
                        </a:spcAft>
                        <a:buClrTx/>
                        <a:buFontTx/>
                        <a:buNone/>
                        <a:tabLst/>
                      </a:pPr>
                      <a:r>
                        <a:rPr lang="en-US" altLang="zh-CN" sz="2000" b="0" i="0" u="none" strike="noStrike" cap="none" spc="0" baseline="0" dirty="0">
                          <a:solidFill>
                            <a:schemeClr val="tx1"/>
                          </a:solidFill>
                          <a:uFillTx/>
                          <a:latin typeface="Arial" panose="020B0604020202020204" pitchFamily="34" charset="0"/>
                          <a:ea typeface="+mj-ea"/>
                          <a:cs typeface="Arial" panose="020B0604020202020204" pitchFamily="34" charset="0"/>
                          <a:sym typeface="Helvetica Neue Light"/>
                        </a:rPr>
                        <a:t>2.</a:t>
                      </a:r>
                      <a:r>
                        <a:rPr lang="zh-CN" altLang="en-US" sz="2000" b="0" i="0" u="none" strike="noStrike" cap="none" spc="0" baseline="0" dirty="0">
                          <a:solidFill>
                            <a:schemeClr val="tx1"/>
                          </a:solidFill>
                          <a:uFillTx/>
                          <a:latin typeface="Arial" panose="020B0604020202020204" pitchFamily="34" charset="0"/>
                          <a:ea typeface="+mj-ea"/>
                          <a:cs typeface="Arial" panose="020B0604020202020204" pitchFamily="34" charset="0"/>
                          <a:sym typeface="Helvetica Neue Light"/>
                        </a:rPr>
                        <a:t>测量顺序</a:t>
                      </a:r>
                      <a:r>
                        <a:rPr lang="zh-CN" altLang="en-US" sz="2000" b="0" i="0" u="none" strike="noStrike" cap="none" spc="0" baseline="0" dirty="0">
                          <a:solidFill>
                            <a:schemeClr val="tx1"/>
                          </a:solidFill>
                          <a:uFillTx/>
                          <a:latin typeface="Arial" panose="020B0604020202020204" pitchFamily="34" charset="0"/>
                          <a:ea typeface="+mn-ea"/>
                          <a:cs typeface="Arial" panose="020B0604020202020204" pitchFamily="34" charset="0"/>
                          <a:sym typeface="Helvetica Neue Light"/>
                        </a:rPr>
                        <a:t>如图</a:t>
                      </a:r>
                      <a:r>
                        <a:rPr lang="en-US" altLang="zh-CN" sz="2000" b="0" i="0" u="none" strike="noStrike" cap="none" spc="0" baseline="0" dirty="0">
                          <a:solidFill>
                            <a:schemeClr val="tx1"/>
                          </a:solidFill>
                          <a:uFillTx/>
                          <a:latin typeface="Arial" panose="020B0604020202020204" pitchFamily="34" charset="0"/>
                          <a:ea typeface="+mj-ea"/>
                          <a:cs typeface="Arial" panose="020B0604020202020204" pitchFamily="34" charset="0"/>
                          <a:sym typeface="Helvetica Neue Light"/>
                        </a:rPr>
                        <a:t>(Pic</a:t>
                      </a:r>
                      <a:r>
                        <a:rPr lang="zh-CN" altLang="en-US" sz="2000" b="0" i="0" u="none" strike="noStrike" cap="none" spc="0" baseline="0" dirty="0">
                          <a:solidFill>
                            <a:schemeClr val="tx1"/>
                          </a:solidFill>
                          <a:uFillTx/>
                          <a:latin typeface="Arial" panose="020B0604020202020204" pitchFamily="34" charset="0"/>
                          <a:ea typeface="+mj-ea"/>
                          <a:cs typeface="Arial" panose="020B0604020202020204" pitchFamily="34" charset="0"/>
                          <a:sym typeface="Helvetica Neue Light"/>
                        </a:rPr>
                        <a:t> </a:t>
                      </a:r>
                      <a:r>
                        <a:rPr lang="en-US" altLang="zh-CN" sz="2000" b="0" i="0" u="none" strike="noStrike" cap="none" spc="0" baseline="0" dirty="0">
                          <a:solidFill>
                            <a:schemeClr val="tx1"/>
                          </a:solidFill>
                          <a:uFillTx/>
                          <a:latin typeface="Arial" panose="020B0604020202020204" pitchFamily="34" charset="0"/>
                          <a:ea typeface="+mj-ea"/>
                          <a:cs typeface="Arial" panose="020B0604020202020204" pitchFamily="34" charset="0"/>
                          <a:sym typeface="Helvetica Neue Light"/>
                        </a:rPr>
                        <a:t>1)</a:t>
                      </a:r>
                      <a:r>
                        <a:rPr lang="zh-CN" altLang="en-US" sz="2000" b="0" i="0" u="none" strike="noStrike" cap="none" spc="0" baseline="0" dirty="0">
                          <a:solidFill>
                            <a:schemeClr val="tx1"/>
                          </a:solidFill>
                          <a:uFillTx/>
                          <a:latin typeface="Arial" panose="020B0604020202020204" pitchFamily="34" charset="0"/>
                          <a:ea typeface="+mj-ea"/>
                          <a:cs typeface="Arial" panose="020B0604020202020204" pitchFamily="34" charset="0"/>
                          <a:sym typeface="Helvetica Neue Light"/>
                        </a:rPr>
                        <a:t>；</a:t>
                      </a:r>
                      <a:endParaRPr lang="en-US" altLang="zh-CN" sz="2000" b="0" i="0" u="none" strike="noStrike" cap="none" spc="0" baseline="0" dirty="0">
                        <a:solidFill>
                          <a:schemeClr val="tx1"/>
                        </a:solidFill>
                        <a:uFillTx/>
                        <a:latin typeface="Arial" panose="020B0604020202020204" pitchFamily="34" charset="0"/>
                        <a:ea typeface="+mj-ea"/>
                        <a:cs typeface="Arial" panose="020B0604020202020204" pitchFamily="34" charset="0"/>
                        <a:sym typeface="Helvetica Neue Light"/>
                      </a:endParaRPr>
                    </a:p>
                    <a:p>
                      <a:pPr marL="0" marR="0" indent="0" algn="l" defTabSz="409575" latinLnBrk="0">
                        <a:lnSpc>
                          <a:spcPct val="100000"/>
                        </a:lnSpc>
                        <a:spcBef>
                          <a:spcPts val="0"/>
                        </a:spcBef>
                        <a:spcAft>
                          <a:spcPts val="0"/>
                        </a:spcAft>
                        <a:buClrTx/>
                        <a:buFontTx/>
                        <a:buNone/>
                        <a:tabLst/>
                      </a:pPr>
                      <a:r>
                        <a:rPr lang="en-US" altLang="zh-CN" sz="2000" b="0" i="0" u="none" strike="noStrike" cap="none" spc="0" baseline="0" dirty="0">
                          <a:solidFill>
                            <a:schemeClr val="tx1"/>
                          </a:solidFill>
                          <a:uFillTx/>
                          <a:latin typeface="Arial" panose="020B0604020202020204" pitchFamily="34" charset="0"/>
                          <a:ea typeface="+mj-ea"/>
                          <a:cs typeface="Arial" panose="020B0604020202020204" pitchFamily="34" charset="0"/>
                          <a:sym typeface="Helvetica Neue Light"/>
                        </a:rPr>
                        <a:t>3.</a:t>
                      </a:r>
                      <a:r>
                        <a:rPr lang="zh-CN" altLang="en-US" sz="2000" b="0" i="0" u="none" strike="noStrike" cap="none" spc="0" baseline="0" dirty="0">
                          <a:solidFill>
                            <a:schemeClr val="tx1"/>
                          </a:solidFill>
                          <a:uFillTx/>
                          <a:latin typeface="Arial" panose="020B0604020202020204" pitchFamily="34" charset="0"/>
                          <a:ea typeface="+mj-ea"/>
                          <a:cs typeface="Arial" panose="020B0604020202020204" pitchFamily="34" charset="0"/>
                          <a:sym typeface="Helvetica Neue Light"/>
                        </a:rPr>
                        <a:t>依圆弧过渡两直边交点为零点，选择“圆弧”工具，在</a:t>
                      </a:r>
                      <a:r>
                        <a:rPr lang="en" altLang="zh-CN" sz="2000" b="0" i="0" u="none" strike="noStrike" cap="none" spc="0" baseline="0" dirty="0">
                          <a:solidFill>
                            <a:schemeClr val="tx1"/>
                          </a:solidFill>
                          <a:uFillTx/>
                          <a:latin typeface="Arial" panose="020B0604020202020204" pitchFamily="34" charset="0"/>
                          <a:ea typeface="+mj-ea"/>
                          <a:cs typeface="Arial" panose="020B0604020202020204" pitchFamily="34" charset="0"/>
                          <a:sym typeface="Helvetica Neue Light"/>
                        </a:rPr>
                        <a:t>X=-0.</a:t>
                      </a:r>
                      <a:r>
                        <a:rPr lang="en-US" altLang="zh-CN" sz="2000" b="0" i="0" u="none" strike="noStrike" cap="none" spc="0" baseline="0" dirty="0">
                          <a:solidFill>
                            <a:schemeClr val="tx1"/>
                          </a:solidFill>
                          <a:uFillTx/>
                          <a:latin typeface="Arial" panose="020B0604020202020204" pitchFamily="34" charset="0"/>
                          <a:ea typeface="+mj-ea"/>
                          <a:cs typeface="Arial" panose="020B0604020202020204" pitchFamily="34" charset="0"/>
                          <a:sym typeface="Helvetica Neue Light"/>
                        </a:rPr>
                        <a:t>12</a:t>
                      </a:r>
                      <a:r>
                        <a:rPr lang="zh-CN" altLang="en-US" sz="2000" b="0" i="0" u="none" strike="noStrike" cap="none" spc="0" baseline="0" dirty="0">
                          <a:solidFill>
                            <a:schemeClr val="tx1"/>
                          </a:solidFill>
                          <a:uFillTx/>
                          <a:latin typeface="Arial" panose="020B0604020202020204" pitchFamily="34" charset="0"/>
                          <a:ea typeface="+mj-ea"/>
                          <a:cs typeface="Arial" panose="020B0604020202020204" pitchFamily="34" charset="0"/>
                          <a:sym typeface="Helvetica Neue Light"/>
                        </a:rPr>
                        <a:t>，</a:t>
                      </a:r>
                      <a:r>
                        <a:rPr lang="en-US" altLang="zh-CN" sz="2000" b="0" i="0" u="none" strike="noStrike" cap="none" spc="0" baseline="0" dirty="0">
                          <a:solidFill>
                            <a:schemeClr val="tx1"/>
                          </a:solidFill>
                          <a:uFillTx/>
                          <a:latin typeface="Arial" panose="020B0604020202020204" pitchFamily="34" charset="0"/>
                          <a:ea typeface="+mj-ea"/>
                          <a:cs typeface="Arial" panose="020B0604020202020204" pitchFamily="34" charset="0"/>
                          <a:sym typeface="Helvetica Neue Light"/>
                        </a:rPr>
                        <a:t>Y=-0.12(</a:t>
                      </a:r>
                      <a:r>
                        <a:rPr lang="zh-CN" altLang="en-US" sz="2000" b="0" i="0" u="none" strike="noStrike" cap="none" spc="0" baseline="0" dirty="0">
                          <a:solidFill>
                            <a:schemeClr val="tx1"/>
                          </a:solidFill>
                          <a:uFillTx/>
                          <a:latin typeface="Arial" panose="020B0604020202020204" pitchFamily="34" charset="0"/>
                          <a:ea typeface="+mj-ea"/>
                          <a:cs typeface="Arial" panose="020B0604020202020204" pitchFamily="34" charset="0"/>
                          <a:sym typeface="Helvetica Neue Light"/>
                        </a:rPr>
                        <a:t>根据产品</a:t>
                      </a:r>
                      <a:r>
                        <a:rPr lang="en-US" altLang="zh-CN" sz="2000" b="0" i="0" u="none" strike="noStrike" cap="none" spc="0" baseline="0" dirty="0">
                          <a:solidFill>
                            <a:schemeClr val="tx1"/>
                          </a:solidFill>
                          <a:uFillTx/>
                          <a:latin typeface="Arial" panose="020B0604020202020204" pitchFamily="34" charset="0"/>
                          <a:ea typeface="+mj-ea"/>
                          <a:cs typeface="Arial" panose="020B0604020202020204" pitchFamily="34" charset="0"/>
                          <a:sym typeface="Helvetica Neue Light"/>
                        </a:rPr>
                        <a:t>R</a:t>
                      </a:r>
                      <a:r>
                        <a:rPr lang="zh-CN" altLang="en-US" sz="2000" b="0" i="0" u="none" strike="noStrike" cap="none" spc="0" baseline="0" dirty="0">
                          <a:solidFill>
                            <a:schemeClr val="tx1"/>
                          </a:solidFill>
                          <a:uFillTx/>
                          <a:latin typeface="Arial" panose="020B0604020202020204" pitchFamily="34" charset="0"/>
                          <a:ea typeface="+mj-ea"/>
                          <a:cs typeface="Arial" panose="020B0604020202020204" pitchFamily="34" charset="0"/>
                          <a:sym typeface="Helvetica Neue Light"/>
                        </a:rPr>
                        <a:t>角的实际规格决定</a:t>
                      </a:r>
                      <a:r>
                        <a:rPr lang="en-US" altLang="zh-CN" sz="2000" b="0" i="0" u="none" strike="noStrike" cap="none" spc="0" baseline="0" dirty="0">
                          <a:solidFill>
                            <a:schemeClr val="tx1"/>
                          </a:solidFill>
                          <a:uFillTx/>
                          <a:latin typeface="Arial" panose="020B0604020202020204" pitchFamily="34" charset="0"/>
                          <a:ea typeface="+mj-ea"/>
                          <a:cs typeface="Arial" panose="020B0604020202020204" pitchFamily="34" charset="0"/>
                          <a:sym typeface="Helvetica Neue Light"/>
                        </a:rPr>
                        <a:t>)</a:t>
                      </a:r>
                      <a:r>
                        <a:rPr lang="zh-CN" altLang="en-US" sz="2000" b="0" i="0" u="none" strike="noStrike" cap="none" spc="0" baseline="0" dirty="0">
                          <a:solidFill>
                            <a:schemeClr val="tx1"/>
                          </a:solidFill>
                          <a:uFillTx/>
                          <a:latin typeface="Arial" panose="020B0604020202020204" pitchFamily="34" charset="0"/>
                          <a:ea typeface="+mj-ea"/>
                          <a:cs typeface="Arial" panose="020B0604020202020204" pitchFamily="34" charset="0"/>
                          <a:sym typeface="Helvetica Neue Light"/>
                        </a:rPr>
                        <a:t>范围内抓取圆弧如图（</a:t>
                      </a:r>
                      <a:r>
                        <a:rPr lang="en-US" altLang="zh-CN" sz="2000" b="0" i="0" u="none" strike="noStrike" cap="none" spc="0" baseline="0" dirty="0">
                          <a:solidFill>
                            <a:schemeClr val="tx1"/>
                          </a:solidFill>
                          <a:uFillTx/>
                          <a:latin typeface="Arial" panose="020B0604020202020204" pitchFamily="34" charset="0"/>
                          <a:ea typeface="+mn-ea"/>
                          <a:cs typeface="Arial" panose="020B0604020202020204" pitchFamily="34" charset="0"/>
                          <a:sym typeface="Helvetica Neue Light"/>
                        </a:rPr>
                        <a:t>Pic</a:t>
                      </a:r>
                      <a:r>
                        <a:rPr lang="zh-CN" altLang="en-US" sz="2000" b="0" i="0" u="none" strike="noStrike" cap="none" spc="0" baseline="0" dirty="0">
                          <a:solidFill>
                            <a:schemeClr val="tx1"/>
                          </a:solidFill>
                          <a:uFillTx/>
                          <a:latin typeface="Arial" panose="020B0604020202020204" pitchFamily="34" charset="0"/>
                          <a:ea typeface="+mn-ea"/>
                          <a:cs typeface="Arial" panose="020B0604020202020204" pitchFamily="34" charset="0"/>
                          <a:sym typeface="Helvetica Neue Light"/>
                        </a:rPr>
                        <a:t> </a:t>
                      </a:r>
                      <a:r>
                        <a:rPr lang="en-US" altLang="zh-CN" sz="2000" b="0" i="0" u="none" strike="noStrike" cap="none" spc="0" baseline="0" dirty="0">
                          <a:solidFill>
                            <a:schemeClr val="tx1"/>
                          </a:solidFill>
                          <a:uFillTx/>
                          <a:latin typeface="Arial" panose="020B0604020202020204" pitchFamily="34" charset="0"/>
                          <a:ea typeface="+mn-ea"/>
                          <a:cs typeface="Arial" panose="020B0604020202020204" pitchFamily="34" charset="0"/>
                          <a:sym typeface="Helvetica Neue Light"/>
                        </a:rPr>
                        <a:t>2)</a:t>
                      </a:r>
                      <a:r>
                        <a:rPr lang="zh-CN" altLang="en-US" sz="2000" b="0" i="0" u="none" strike="noStrike" cap="none" spc="0" baseline="0" dirty="0">
                          <a:solidFill>
                            <a:schemeClr val="tx1"/>
                          </a:solidFill>
                          <a:uFillTx/>
                          <a:latin typeface="Arial" panose="020B0604020202020204" pitchFamily="34" charset="0"/>
                          <a:ea typeface="+mj-ea"/>
                          <a:cs typeface="Arial" panose="020B0604020202020204" pitchFamily="34" charset="0"/>
                          <a:sym typeface="Helvetica Neue Light"/>
                        </a:rPr>
                        <a:t>，输出其半径，即</a:t>
                      </a:r>
                      <a:r>
                        <a:rPr lang="en-US" altLang="zh-CN" sz="2000" b="0" i="0" u="none" strike="noStrike" cap="none" spc="0" baseline="0" dirty="0">
                          <a:solidFill>
                            <a:schemeClr val="tx1"/>
                          </a:solidFill>
                          <a:uFillTx/>
                          <a:latin typeface="Arial" panose="020B0604020202020204" pitchFamily="34" charset="0"/>
                          <a:ea typeface="+mj-ea"/>
                          <a:cs typeface="Arial" panose="020B0604020202020204" pitchFamily="34" charset="0"/>
                          <a:sym typeface="Helvetica Neue Light"/>
                        </a:rPr>
                        <a:t>FAI6-1;</a:t>
                      </a:r>
                    </a:p>
                    <a:p>
                      <a:pPr marL="0" marR="0" indent="0" algn="l" defTabSz="409575" latinLnBrk="0">
                        <a:lnSpc>
                          <a:spcPct val="100000"/>
                        </a:lnSpc>
                        <a:spcBef>
                          <a:spcPts val="0"/>
                        </a:spcBef>
                        <a:spcAft>
                          <a:spcPts val="0"/>
                        </a:spcAft>
                        <a:buClrTx/>
                        <a:buFontTx/>
                        <a:buNone/>
                        <a:tabLst/>
                      </a:pPr>
                      <a:r>
                        <a:rPr lang="en-US" altLang="zh-CN" sz="2000" b="0" i="0" u="none" strike="noStrike" cap="none" spc="0" baseline="0" dirty="0">
                          <a:solidFill>
                            <a:schemeClr val="tx1"/>
                          </a:solidFill>
                          <a:uFillTx/>
                          <a:latin typeface="Arial" panose="020B0604020202020204" pitchFamily="34" charset="0"/>
                          <a:ea typeface="+mj-ea"/>
                          <a:cs typeface="Arial" panose="020B0604020202020204" pitchFamily="34" charset="0"/>
                          <a:sym typeface="Helvetica Neue Light"/>
                        </a:rPr>
                        <a:t>4.</a:t>
                      </a:r>
                      <a:r>
                        <a:rPr lang="zh-CN" altLang="en-US" sz="2000" b="0" i="0" u="none" strike="noStrike" cap="none" spc="0" baseline="0" dirty="0">
                          <a:solidFill>
                            <a:schemeClr val="tx1"/>
                          </a:solidFill>
                          <a:uFillTx/>
                          <a:latin typeface="Arial" panose="020B0604020202020204" pitchFamily="34" charset="0"/>
                          <a:ea typeface="+mj-ea"/>
                          <a:cs typeface="Arial" panose="020B0604020202020204" pitchFamily="34" charset="0"/>
                          <a:sym typeface="Helvetica Neue Light"/>
                        </a:rPr>
                        <a:t>按照同样的方法分别输出磁钢</a:t>
                      </a:r>
                      <a:r>
                        <a:rPr lang="en-US" altLang="zh-CN" sz="2000" b="0" i="0" u="none" strike="noStrike" cap="none" spc="0" baseline="0" dirty="0">
                          <a:solidFill>
                            <a:schemeClr val="tx1"/>
                          </a:solidFill>
                          <a:uFillTx/>
                          <a:latin typeface="Arial" panose="020B0604020202020204" pitchFamily="34" charset="0"/>
                          <a:ea typeface="+mj-ea"/>
                          <a:cs typeface="Arial" panose="020B0604020202020204" pitchFamily="34" charset="0"/>
                          <a:sym typeface="Helvetica Neue Light"/>
                        </a:rPr>
                        <a:t>,R</a:t>
                      </a:r>
                      <a:r>
                        <a:rPr lang="zh-CN" altLang="en-US" sz="2000" b="0" i="0" u="none" strike="noStrike" cap="none" spc="0" baseline="0" dirty="0">
                          <a:solidFill>
                            <a:schemeClr val="tx1"/>
                          </a:solidFill>
                          <a:uFillTx/>
                          <a:latin typeface="Arial" panose="020B0604020202020204" pitchFamily="34" charset="0"/>
                          <a:ea typeface="+mj-ea"/>
                          <a:cs typeface="Arial" panose="020B0604020202020204" pitchFamily="34" charset="0"/>
                          <a:sym typeface="Helvetica Neue Light"/>
                        </a:rPr>
                        <a:t>角</a:t>
                      </a:r>
                      <a:r>
                        <a:rPr lang="en-US" altLang="zh-CN" sz="2000" b="0" i="0" u="none" strike="noStrike" cap="none" spc="0" baseline="0" dirty="0">
                          <a:solidFill>
                            <a:schemeClr val="tx1"/>
                          </a:solidFill>
                          <a:uFillTx/>
                          <a:latin typeface="Arial" panose="020B0604020202020204" pitchFamily="34" charset="0"/>
                          <a:ea typeface="+mj-ea"/>
                          <a:cs typeface="Arial" panose="020B0604020202020204" pitchFamily="34" charset="0"/>
                          <a:sym typeface="Helvetica Neue Light"/>
                        </a:rPr>
                        <a:t>2,3,4</a:t>
                      </a:r>
                      <a:r>
                        <a:rPr lang="zh-CN" altLang="en-US" sz="2000" b="0" i="0" u="none" strike="noStrike" cap="none" spc="0" baseline="0" dirty="0">
                          <a:solidFill>
                            <a:schemeClr val="tx1"/>
                          </a:solidFill>
                          <a:uFillTx/>
                          <a:latin typeface="Arial" panose="020B0604020202020204" pitchFamily="34" charset="0"/>
                          <a:ea typeface="+mj-ea"/>
                          <a:cs typeface="Arial" panose="020B0604020202020204" pitchFamily="34" charset="0"/>
                          <a:sym typeface="Helvetica Neue Light"/>
                        </a:rPr>
                        <a:t>的半径，即为</a:t>
                      </a:r>
                      <a:r>
                        <a:rPr lang="en-US" altLang="zh-CN" sz="2000" b="0" i="0" u="none" strike="noStrike" cap="none" spc="0" baseline="0" dirty="0">
                          <a:solidFill>
                            <a:schemeClr val="tx1"/>
                          </a:solidFill>
                          <a:uFillTx/>
                          <a:latin typeface="Arial" panose="020B0604020202020204" pitchFamily="34" charset="0"/>
                          <a:ea typeface="+mj-ea"/>
                          <a:cs typeface="Arial" panose="020B0604020202020204" pitchFamily="34" charset="0"/>
                          <a:sym typeface="Helvetica Neue Light"/>
                        </a:rPr>
                        <a:t>FAI6-2/-3/-4</a:t>
                      </a:r>
                      <a:r>
                        <a:rPr lang="zh-CN" altLang="en-US" sz="2000" b="0" i="0" u="none" strike="noStrike" cap="none" spc="0" baseline="0" dirty="0">
                          <a:solidFill>
                            <a:schemeClr val="tx1"/>
                          </a:solidFill>
                          <a:uFillTx/>
                          <a:latin typeface="Arial" panose="020B0604020202020204" pitchFamily="34" charset="0"/>
                          <a:ea typeface="+mj-ea"/>
                          <a:cs typeface="Arial" panose="020B0604020202020204" pitchFamily="34" charset="0"/>
                          <a:sym typeface="Helvetica Neue Light"/>
                        </a:rPr>
                        <a:t>；</a:t>
                      </a:r>
                      <a:endParaRPr lang="en-US" altLang="zh-CN" sz="2000" b="0" i="0" u="none" strike="noStrike" cap="none" spc="0" baseline="0" dirty="0">
                        <a:solidFill>
                          <a:schemeClr val="tx1"/>
                        </a:solidFill>
                        <a:uFillTx/>
                        <a:latin typeface="Arial" panose="020B0604020202020204" pitchFamily="34" charset="0"/>
                        <a:ea typeface="+mj-ea"/>
                        <a:cs typeface="Arial" panose="020B0604020202020204" pitchFamily="34" charset="0"/>
                        <a:sym typeface="Helvetica Neue Light"/>
                      </a:endParaRPr>
                    </a:p>
                    <a:p>
                      <a:pPr marL="0" marR="0" indent="0" algn="l" defTabSz="409575" latinLnBrk="0">
                        <a:lnSpc>
                          <a:spcPct val="100000"/>
                        </a:lnSpc>
                        <a:spcBef>
                          <a:spcPts val="0"/>
                        </a:spcBef>
                        <a:spcAft>
                          <a:spcPts val="0"/>
                        </a:spcAft>
                        <a:buClrTx/>
                        <a:buSzTx/>
                        <a:buFontTx/>
                        <a:buNone/>
                        <a:tabLst/>
                      </a:pPr>
                      <a:r>
                        <a:rPr lang="en-US" altLang="zh-CN" sz="2000" b="0" i="0" u="none" strike="noStrike" cap="none" spc="0" baseline="0" dirty="0">
                          <a:solidFill>
                            <a:schemeClr val="tx1"/>
                          </a:solidFill>
                          <a:uFillTx/>
                          <a:latin typeface="Arial" panose="020B0604020202020204" pitchFamily="34" charset="0"/>
                          <a:ea typeface="+mj-ea"/>
                          <a:cs typeface="Arial" panose="020B0604020202020204" pitchFamily="34" charset="0"/>
                          <a:sym typeface="Helvetica Neue Light"/>
                        </a:rPr>
                        <a:t>1. Place the product flat on the measuring platform as shown in the figure, with reference to page P21 Plane frame minus 1; (Bottom light 30%, magnification 48 times) </a:t>
                      </a:r>
                    </a:p>
                    <a:p>
                      <a:pPr marL="0" marR="0" indent="0" algn="l" defTabSz="409575" latinLnBrk="0">
                        <a:lnSpc>
                          <a:spcPct val="100000"/>
                        </a:lnSpc>
                        <a:spcBef>
                          <a:spcPts val="0"/>
                        </a:spcBef>
                        <a:spcAft>
                          <a:spcPts val="0"/>
                        </a:spcAft>
                        <a:buClrTx/>
                        <a:buSzTx/>
                        <a:buFontTx/>
                        <a:buNone/>
                        <a:tabLst/>
                      </a:pPr>
                      <a:r>
                        <a:rPr lang="en-US" altLang="zh-CN" sz="2000" b="0" i="0" u="none" strike="noStrike" cap="none" spc="0" baseline="0" dirty="0">
                          <a:solidFill>
                            <a:schemeClr val="tx1"/>
                          </a:solidFill>
                          <a:uFillTx/>
                          <a:latin typeface="Arial" panose="020B0604020202020204" pitchFamily="34" charset="0"/>
                          <a:ea typeface="+mj-ea"/>
                          <a:cs typeface="Arial" panose="020B0604020202020204" pitchFamily="34" charset="0"/>
                          <a:sym typeface="Helvetica Neue Light"/>
                        </a:rPr>
                        <a:t>2. Measurement sequence as shown in Pic 1; </a:t>
                      </a:r>
                    </a:p>
                    <a:p>
                      <a:pPr marL="0" marR="0" indent="0" algn="l" defTabSz="409575" latinLnBrk="0">
                        <a:lnSpc>
                          <a:spcPct val="100000"/>
                        </a:lnSpc>
                        <a:spcBef>
                          <a:spcPts val="0"/>
                        </a:spcBef>
                        <a:spcAft>
                          <a:spcPts val="0"/>
                        </a:spcAft>
                        <a:buClrTx/>
                        <a:buSzTx/>
                        <a:buFontTx/>
                        <a:buNone/>
                        <a:tabLst/>
                      </a:pPr>
                      <a:r>
                        <a:rPr lang="en-US" altLang="zh-CN" sz="2000" b="0" i="0" u="none" strike="noStrike" cap="none" spc="0" baseline="0" dirty="0">
                          <a:solidFill>
                            <a:schemeClr val="tx1"/>
                          </a:solidFill>
                          <a:uFillTx/>
                          <a:latin typeface="Arial" panose="020B0604020202020204" pitchFamily="34" charset="0"/>
                          <a:ea typeface="+mj-ea"/>
                          <a:cs typeface="Arial" panose="020B0604020202020204" pitchFamily="34" charset="0"/>
                          <a:sym typeface="Helvetica Neue Light"/>
                        </a:rPr>
                        <a:t>3. According to the intersection point of the two straight edges of the arc transition is zero, select the "arc" tool, grasp the arc in the range of X=-0.12, Y=-0.12(determined by the actual specifications of the R Angle of the product) as shown in FIG. (Pic 2), and output its radius, namely FAI6-1;</a:t>
                      </a:r>
                      <a:br>
                        <a:rPr lang="en-US" altLang="zh-CN" sz="2000" b="0" i="0" u="none" strike="noStrike" cap="none" spc="0" baseline="0" dirty="0">
                          <a:solidFill>
                            <a:schemeClr val="tx1"/>
                          </a:solidFill>
                          <a:uFillTx/>
                          <a:latin typeface="Arial" panose="020B0604020202020204" pitchFamily="34" charset="0"/>
                          <a:ea typeface="+mj-ea"/>
                          <a:cs typeface="Arial" panose="020B0604020202020204" pitchFamily="34" charset="0"/>
                          <a:sym typeface="Helvetica Neue Light"/>
                        </a:rPr>
                      </a:br>
                      <a:r>
                        <a:rPr lang="en-US" altLang="zh-CN" sz="2000" b="0" i="0" u="none" strike="noStrike" cap="none" spc="0" baseline="0" dirty="0">
                          <a:solidFill>
                            <a:schemeClr val="tx1"/>
                          </a:solidFill>
                          <a:uFillTx/>
                          <a:latin typeface="Arial" panose="020B0604020202020204" pitchFamily="34" charset="0"/>
                          <a:ea typeface="+mj-ea"/>
                          <a:cs typeface="Arial" panose="020B0604020202020204" pitchFamily="34" charset="0"/>
                          <a:sym typeface="Helvetica Neue Light"/>
                        </a:rPr>
                        <a:t>4. Output magnetic steel in the same way. The radius of R angles 2,3, and 4 is FAI6-2/-3/-4;</a:t>
                      </a:r>
                    </a:p>
                    <a:p>
                      <a:pPr marL="0" marR="0" indent="0" algn="l" defTabSz="819150" eaLnBrk="1" fontAlgn="auto" latinLnBrk="0" hangingPunct="1">
                        <a:lnSpc>
                          <a:spcPct val="100000"/>
                        </a:lnSpc>
                        <a:spcBef>
                          <a:spcPts val="0"/>
                        </a:spcBef>
                        <a:spcAft>
                          <a:spcPts val="0"/>
                        </a:spcAft>
                        <a:buClrTx/>
                        <a:buSzTx/>
                        <a:buFontTx/>
                        <a:buNone/>
                        <a:tabLst/>
                        <a:defRPr/>
                      </a:pPr>
                      <a:endParaRPr lang="en-US" altLang="zh-CN" sz="2000" dirty="0">
                        <a:latin typeface="Arial" panose="020B0604020202020204" pitchFamily="34" charset="0"/>
                        <a:cs typeface="Arial" panose="020B0604020202020204" pitchFamily="34" charset="0"/>
                      </a:endParaRPr>
                    </a:p>
                  </a:txBody>
                  <a:tcPr marL="12700" marR="12700" marT="12700" marB="127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indent="0" algn="l" defTabSz="409575" latinLnBrk="0">
                        <a:lnSpc>
                          <a:spcPct val="100000"/>
                        </a:lnSpc>
                        <a:spcBef>
                          <a:spcPts val="0"/>
                        </a:spcBef>
                        <a:spcAft>
                          <a:spcPts val="0"/>
                        </a:spcAft>
                        <a:buClrTx/>
                        <a:buSzTx/>
                        <a:buFontTx/>
                        <a:buNone/>
                        <a:tabLst/>
                        <a:defRPr sz="2400">
                          <a:sym typeface="Helvetica Neue Medium"/>
                        </a:defRPr>
                      </a:pPr>
                      <a:r>
                        <a:rPr sz="2400" b="0" i="0" u="none" strike="noStrike" cap="none" spc="0" baseline="0" dirty="0">
                          <a:solidFill>
                            <a:srgbClr val="000000"/>
                          </a:solidFill>
                          <a:uFillTx/>
                          <a:latin typeface="Arial" panose="020B0604020202020204" pitchFamily="34" charset="0"/>
                          <a:ea typeface="+mn-ea"/>
                          <a:cs typeface="Arial" panose="020B0604020202020204" pitchFamily="34" charset="0"/>
                          <a:sym typeface="Helvetica Neue Light"/>
                        </a:rPr>
                        <a:t>1. Measurement Method ：</a:t>
                      </a:r>
                      <a:r>
                        <a:rPr lang="en-US" altLang="zh-CN" sz="2400" b="0" i="0" u="none" strike="noStrike" cap="none" spc="0" baseline="0" dirty="0">
                          <a:solidFill>
                            <a:srgbClr val="000000"/>
                          </a:solidFill>
                          <a:uFillTx/>
                          <a:latin typeface="Arial" panose="020B0604020202020204" pitchFamily="34" charset="0"/>
                          <a:ea typeface="+mn-ea"/>
                          <a:cs typeface="Arial" panose="020B0604020202020204" pitchFamily="34" charset="0"/>
                          <a:sym typeface="Helvetica Neue Light"/>
                        </a:rPr>
                        <a:t>OMM</a:t>
                      </a:r>
                      <a:endParaRPr lang="en" altLang="zh-CN" sz="2400" b="0" i="0" u="none" strike="noStrike" cap="none" spc="0" baseline="0" dirty="0">
                        <a:solidFill>
                          <a:srgbClr val="000000"/>
                        </a:solidFill>
                        <a:uFillTx/>
                        <a:latin typeface="Arial" panose="020B0604020202020204" pitchFamily="34" charset="0"/>
                        <a:ea typeface="+mn-ea"/>
                        <a:cs typeface="Arial" panose="020B0604020202020204" pitchFamily="34" charset="0"/>
                        <a:sym typeface="Helvetica Neue Light"/>
                      </a:endParaRPr>
                    </a:p>
                    <a:p>
                      <a:pPr marL="0" marR="0" indent="0" algn="l" defTabSz="409575" latinLnBrk="0">
                        <a:lnSpc>
                          <a:spcPct val="100000"/>
                        </a:lnSpc>
                        <a:spcBef>
                          <a:spcPts val="0"/>
                        </a:spcBef>
                        <a:spcAft>
                          <a:spcPts val="0"/>
                        </a:spcAft>
                        <a:buClrTx/>
                        <a:buSzTx/>
                        <a:buFontTx/>
                        <a:buNone/>
                        <a:tabLst/>
                        <a:defRPr sz="2400">
                          <a:sym typeface="Helvetica Neue Medium"/>
                        </a:defRPr>
                      </a:pPr>
                      <a:r>
                        <a:rPr sz="2400" b="0" i="0" u="none" strike="noStrike" cap="none" spc="0" baseline="0" dirty="0">
                          <a:solidFill>
                            <a:srgbClr val="000000"/>
                          </a:solidFill>
                          <a:uFillTx/>
                          <a:latin typeface="Arial" panose="020B0604020202020204" pitchFamily="34" charset="0"/>
                          <a:ea typeface="+mn-ea"/>
                          <a:cs typeface="Arial" panose="020B0604020202020204" pitchFamily="34" charset="0"/>
                          <a:sym typeface="Helvetica Neue Light"/>
                        </a:rPr>
                        <a:t>2.  Fixture :NO</a:t>
                      </a:r>
                    </a:p>
                    <a:p>
                      <a:pPr marL="0" marR="0" indent="0" algn="l" defTabSz="409575" latinLnBrk="0">
                        <a:lnSpc>
                          <a:spcPct val="100000"/>
                        </a:lnSpc>
                        <a:spcBef>
                          <a:spcPts val="0"/>
                        </a:spcBef>
                        <a:spcAft>
                          <a:spcPts val="0"/>
                        </a:spcAft>
                        <a:buClrTx/>
                        <a:buSzTx/>
                        <a:buFontTx/>
                        <a:buNone/>
                        <a:tabLst/>
                        <a:defRPr sz="2400">
                          <a:sym typeface="Helvetica Neue Medium"/>
                        </a:defRPr>
                      </a:pPr>
                      <a:r>
                        <a:rPr sz="2400" b="0" i="0" u="none" strike="noStrike" cap="none" spc="0" baseline="0" dirty="0">
                          <a:solidFill>
                            <a:srgbClr val="000000"/>
                          </a:solidFill>
                          <a:uFillTx/>
                          <a:latin typeface="Arial" panose="020B0604020202020204" pitchFamily="34" charset="0"/>
                          <a:ea typeface="+mn-ea"/>
                          <a:cs typeface="Arial" panose="020B0604020202020204" pitchFamily="34" charset="0"/>
                          <a:sym typeface="Helvetica Neue Light"/>
                        </a:rPr>
                        <a:t>3.  Measurement status ：Free</a:t>
                      </a:r>
                    </a:p>
                    <a:p>
                      <a:pPr marL="0" marR="0" indent="0" algn="l" defTabSz="409575" latinLnBrk="0">
                        <a:lnSpc>
                          <a:spcPct val="100000"/>
                        </a:lnSpc>
                        <a:spcBef>
                          <a:spcPts val="0"/>
                        </a:spcBef>
                        <a:spcAft>
                          <a:spcPts val="0"/>
                        </a:spcAft>
                        <a:buClrTx/>
                        <a:buSzTx/>
                        <a:buFontTx/>
                        <a:buNone/>
                        <a:tabLst/>
                        <a:defRPr sz="2400">
                          <a:sym typeface="Helvetica Neue Medium"/>
                        </a:defRPr>
                      </a:pPr>
                      <a:r>
                        <a:rPr sz="2400" b="0" i="0" u="none" strike="noStrike" cap="none" spc="0" baseline="0" dirty="0">
                          <a:solidFill>
                            <a:srgbClr val="000000"/>
                          </a:solidFill>
                          <a:uFillTx/>
                          <a:latin typeface="Arial" panose="020B0604020202020204" pitchFamily="34" charset="0"/>
                          <a:ea typeface="+mn-ea"/>
                          <a:cs typeface="Arial" panose="020B0604020202020204" pitchFamily="34" charset="0"/>
                          <a:sym typeface="Helvetica Neue Light"/>
                        </a:rPr>
                        <a:t>4.  Measurement procedure ：</a:t>
                      </a:r>
                      <a:r>
                        <a:rPr lang="en-US" altLang="zh-CN" sz="2400" b="0" i="0" u="none" strike="noStrike" cap="none" spc="0" baseline="0" dirty="0">
                          <a:solidFill>
                            <a:srgbClr val="000000"/>
                          </a:solidFill>
                          <a:uFillTx/>
                          <a:latin typeface="Arial" panose="020B0604020202020204" pitchFamily="34" charset="0"/>
                          <a:ea typeface="+mn-ea"/>
                          <a:cs typeface="Arial" panose="020B0604020202020204" pitchFamily="34" charset="0"/>
                          <a:sym typeface="Helvetica Neue Light"/>
                        </a:rPr>
                        <a:t>Same as the FAI</a:t>
                      </a:r>
                      <a:endParaRPr sz="2400" b="0" i="0" u="none" strike="noStrike" cap="none" spc="0" baseline="0" dirty="0">
                        <a:solidFill>
                          <a:srgbClr val="000000"/>
                        </a:solidFill>
                        <a:uFillTx/>
                        <a:latin typeface="Arial" panose="020B0604020202020204" pitchFamily="34" charset="0"/>
                        <a:ea typeface="+mn-ea"/>
                        <a:cs typeface="Arial" panose="020B0604020202020204" pitchFamily="34" charset="0"/>
                        <a:sym typeface="Helvetica Neue Light"/>
                      </a:endParaRPr>
                    </a:p>
                  </a:txBody>
                  <a:tcPr marL="12700" marR="12700" marT="12700" marB="127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2"/>
                  </a:ext>
                </a:extLst>
              </a:tr>
            </a:tbl>
          </a:graphicData>
        </a:graphic>
      </p:graphicFrame>
      <p:sp>
        <p:nvSpPr>
          <p:cNvPr id="26" name="幻灯片编号"/>
          <p:cNvSpPr txBox="1">
            <a:spLocks noGrp="1"/>
          </p:cNvSpPr>
          <p:nvPr>
            <p:ph type="sldNum" sz="quarter" idx="4294967295"/>
          </p:nvPr>
        </p:nvSpPr>
        <p:spPr>
          <a:xfrm>
            <a:off x="14639873" y="12629455"/>
            <a:ext cx="426393" cy="482817"/>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71434" tIns="71434" rIns="71434" bIns="71434">
            <a:spAutoFit/>
          </a:bodyPr>
          <a:lstStyle>
            <a:lvl1pPr defTabSz="821529">
              <a:defRPr sz="2200">
                <a:solidFill>
                  <a:srgbClr val="000000"/>
                </a:solidFill>
                <a:latin typeface="Helvetica Neue Thin"/>
                <a:ea typeface="Helvetica Neue Thin"/>
                <a:cs typeface="Helvetica Neue Thin"/>
                <a:sym typeface="Helvetica Neue Thin"/>
              </a:defRPr>
            </a:lvl1pPr>
          </a:lstStyle>
          <a:p>
            <a:r>
              <a:rPr lang="en-US" dirty="0"/>
              <a:t>22</a:t>
            </a:r>
            <a:endParaRPr dirty="0"/>
          </a:p>
        </p:txBody>
      </p:sp>
      <p:sp>
        <p:nvSpPr>
          <p:cNvPr id="18" name="MTD | X1586 Metrology Details 160-02182-03"/>
          <p:cNvSpPr txBox="1">
            <a:spLocks/>
          </p:cNvSpPr>
          <p:nvPr/>
        </p:nvSpPr>
        <p:spPr>
          <a:xfrm>
            <a:off x="801979" y="661785"/>
            <a:ext cx="18076407" cy="83125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normAutofit/>
          </a:bodyPr>
          <a:lstStyle>
            <a:lvl1pPr marL="0" marR="0" indent="0" algn="l" defTabSz="819150" latinLnBrk="0">
              <a:lnSpc>
                <a:spcPct val="100000"/>
              </a:lnSpc>
              <a:spcBef>
                <a:spcPts val="0"/>
              </a:spcBef>
              <a:spcAft>
                <a:spcPts val="0"/>
              </a:spcAft>
              <a:buClrTx/>
              <a:buSzTx/>
              <a:buFontTx/>
              <a:buNone/>
              <a:tabLst/>
              <a:defRPr sz="5400" b="0" i="0" u="none" strike="noStrike" cap="none" spc="0" baseline="0">
                <a:solidFill>
                  <a:srgbClr val="0096FF"/>
                </a:solidFill>
                <a:uFillTx/>
                <a:latin typeface="Helvetica Neue Light"/>
                <a:ea typeface="Helvetica Neue Light"/>
                <a:cs typeface="Helvetica Neue Light"/>
                <a:sym typeface="Helvetica Neue Light"/>
              </a:defRPr>
            </a:lvl1pPr>
            <a:lvl2pPr marL="0" marR="0" indent="0" algn="l" defTabSz="819150" latinLnBrk="0">
              <a:lnSpc>
                <a:spcPct val="100000"/>
              </a:lnSpc>
              <a:spcBef>
                <a:spcPts val="0"/>
              </a:spcBef>
              <a:spcAft>
                <a:spcPts val="0"/>
              </a:spcAft>
              <a:buClrTx/>
              <a:buSzTx/>
              <a:buFontTx/>
              <a:buNone/>
              <a:tabLst/>
              <a:defRPr sz="5400" b="0" i="0" u="none" strike="noStrike" cap="none" spc="0" baseline="0">
                <a:solidFill>
                  <a:srgbClr val="0096FF"/>
                </a:solidFill>
                <a:uFillTx/>
                <a:latin typeface="Helvetica Neue Light"/>
                <a:ea typeface="Helvetica Neue Light"/>
                <a:cs typeface="Helvetica Neue Light"/>
                <a:sym typeface="Helvetica Neue Light"/>
              </a:defRPr>
            </a:lvl2pPr>
            <a:lvl3pPr marL="0" marR="0" indent="0" algn="l" defTabSz="819150" latinLnBrk="0">
              <a:lnSpc>
                <a:spcPct val="100000"/>
              </a:lnSpc>
              <a:spcBef>
                <a:spcPts val="0"/>
              </a:spcBef>
              <a:spcAft>
                <a:spcPts val="0"/>
              </a:spcAft>
              <a:buClrTx/>
              <a:buSzTx/>
              <a:buFontTx/>
              <a:buNone/>
              <a:tabLst/>
              <a:defRPr sz="5400" b="0" i="0" u="none" strike="noStrike" cap="none" spc="0" baseline="0">
                <a:solidFill>
                  <a:srgbClr val="0096FF"/>
                </a:solidFill>
                <a:uFillTx/>
                <a:latin typeface="Helvetica Neue Light"/>
                <a:ea typeface="Helvetica Neue Light"/>
                <a:cs typeface="Helvetica Neue Light"/>
                <a:sym typeface="Helvetica Neue Light"/>
              </a:defRPr>
            </a:lvl3pPr>
            <a:lvl4pPr marL="0" marR="0" indent="0" algn="l" defTabSz="819150" latinLnBrk="0">
              <a:lnSpc>
                <a:spcPct val="100000"/>
              </a:lnSpc>
              <a:spcBef>
                <a:spcPts val="0"/>
              </a:spcBef>
              <a:spcAft>
                <a:spcPts val="0"/>
              </a:spcAft>
              <a:buClrTx/>
              <a:buSzTx/>
              <a:buFontTx/>
              <a:buNone/>
              <a:tabLst/>
              <a:defRPr sz="5400" b="0" i="0" u="none" strike="noStrike" cap="none" spc="0" baseline="0">
                <a:solidFill>
                  <a:srgbClr val="0096FF"/>
                </a:solidFill>
                <a:uFillTx/>
                <a:latin typeface="Helvetica Neue Light"/>
                <a:ea typeface="Helvetica Neue Light"/>
                <a:cs typeface="Helvetica Neue Light"/>
                <a:sym typeface="Helvetica Neue Light"/>
              </a:defRPr>
            </a:lvl4pPr>
            <a:lvl5pPr marL="0" marR="0" indent="0" algn="l" defTabSz="819150" latinLnBrk="0">
              <a:lnSpc>
                <a:spcPct val="100000"/>
              </a:lnSpc>
              <a:spcBef>
                <a:spcPts val="0"/>
              </a:spcBef>
              <a:spcAft>
                <a:spcPts val="0"/>
              </a:spcAft>
              <a:buClrTx/>
              <a:buSzTx/>
              <a:buFontTx/>
              <a:buNone/>
              <a:tabLst/>
              <a:defRPr sz="5400" b="0" i="0" u="none" strike="noStrike" cap="none" spc="0" baseline="0">
                <a:solidFill>
                  <a:srgbClr val="0096FF"/>
                </a:solidFill>
                <a:uFillTx/>
                <a:latin typeface="Helvetica Neue Light"/>
                <a:ea typeface="Helvetica Neue Light"/>
                <a:cs typeface="Helvetica Neue Light"/>
                <a:sym typeface="Helvetica Neue Light"/>
              </a:defRPr>
            </a:lvl5pPr>
            <a:lvl6pPr marL="0" marR="0" indent="0" algn="l" defTabSz="819150" latinLnBrk="0">
              <a:lnSpc>
                <a:spcPct val="100000"/>
              </a:lnSpc>
              <a:spcBef>
                <a:spcPts val="0"/>
              </a:spcBef>
              <a:spcAft>
                <a:spcPts val="0"/>
              </a:spcAft>
              <a:buClrTx/>
              <a:buSzTx/>
              <a:buFontTx/>
              <a:buNone/>
              <a:tabLst/>
              <a:defRPr sz="5400" b="0" i="0" u="none" strike="noStrike" cap="none" spc="0" baseline="0">
                <a:solidFill>
                  <a:srgbClr val="0096FF"/>
                </a:solidFill>
                <a:uFillTx/>
                <a:latin typeface="Helvetica Neue Light"/>
                <a:ea typeface="Helvetica Neue Light"/>
                <a:cs typeface="Helvetica Neue Light"/>
                <a:sym typeface="Helvetica Neue Light"/>
              </a:defRPr>
            </a:lvl6pPr>
            <a:lvl7pPr marL="0" marR="0" indent="0" algn="l" defTabSz="819150" latinLnBrk="0">
              <a:lnSpc>
                <a:spcPct val="100000"/>
              </a:lnSpc>
              <a:spcBef>
                <a:spcPts val="0"/>
              </a:spcBef>
              <a:spcAft>
                <a:spcPts val="0"/>
              </a:spcAft>
              <a:buClrTx/>
              <a:buSzTx/>
              <a:buFontTx/>
              <a:buNone/>
              <a:tabLst/>
              <a:defRPr sz="5400" b="0" i="0" u="none" strike="noStrike" cap="none" spc="0" baseline="0">
                <a:solidFill>
                  <a:srgbClr val="0096FF"/>
                </a:solidFill>
                <a:uFillTx/>
                <a:latin typeface="Helvetica Neue Light"/>
                <a:ea typeface="Helvetica Neue Light"/>
                <a:cs typeface="Helvetica Neue Light"/>
                <a:sym typeface="Helvetica Neue Light"/>
              </a:defRPr>
            </a:lvl7pPr>
            <a:lvl8pPr marL="0" marR="0" indent="0" algn="l" defTabSz="819150" latinLnBrk="0">
              <a:lnSpc>
                <a:spcPct val="100000"/>
              </a:lnSpc>
              <a:spcBef>
                <a:spcPts val="0"/>
              </a:spcBef>
              <a:spcAft>
                <a:spcPts val="0"/>
              </a:spcAft>
              <a:buClrTx/>
              <a:buSzTx/>
              <a:buFontTx/>
              <a:buNone/>
              <a:tabLst/>
              <a:defRPr sz="5400" b="0" i="0" u="none" strike="noStrike" cap="none" spc="0" baseline="0">
                <a:solidFill>
                  <a:srgbClr val="0096FF"/>
                </a:solidFill>
                <a:uFillTx/>
                <a:latin typeface="Helvetica Neue Light"/>
                <a:ea typeface="Helvetica Neue Light"/>
                <a:cs typeface="Helvetica Neue Light"/>
                <a:sym typeface="Helvetica Neue Light"/>
              </a:defRPr>
            </a:lvl8pPr>
            <a:lvl9pPr marL="0" marR="0" indent="0" algn="l" defTabSz="819150" latinLnBrk="0">
              <a:lnSpc>
                <a:spcPct val="100000"/>
              </a:lnSpc>
              <a:spcBef>
                <a:spcPts val="0"/>
              </a:spcBef>
              <a:spcAft>
                <a:spcPts val="0"/>
              </a:spcAft>
              <a:buClrTx/>
              <a:buSzTx/>
              <a:buFontTx/>
              <a:buNone/>
              <a:tabLst/>
              <a:defRPr sz="5400" b="0" i="0" u="none" strike="noStrike" cap="none" spc="0" baseline="0">
                <a:solidFill>
                  <a:srgbClr val="0096FF"/>
                </a:solidFill>
                <a:uFillTx/>
                <a:latin typeface="Helvetica Neue Light"/>
                <a:ea typeface="Helvetica Neue Light"/>
                <a:cs typeface="Helvetica Neue Light"/>
                <a:sym typeface="Helvetica Neue Light"/>
              </a:defRPr>
            </a:lvl9pPr>
          </a:lstStyle>
          <a:p>
            <a:pPr defTabSz="172704">
              <a:defRPr sz="4400">
                <a:solidFill>
                  <a:srgbClr val="024C90"/>
                </a:solidFill>
              </a:defRPr>
            </a:pPr>
            <a:r>
              <a:rPr lang="en-US" sz="4400" dirty="0">
                <a:solidFill>
                  <a:srgbClr val="024C90"/>
                </a:solidFill>
                <a:latin typeface="Arial" panose="020B0604020202020204" pitchFamily="34" charset="0"/>
                <a:cs typeface="Arial" panose="020B0604020202020204" pitchFamily="34" charset="0"/>
                <a:sym typeface="Helvetica Neue Medium"/>
              </a:rPr>
              <a:t>MTD |  </a:t>
            </a:r>
            <a:r>
              <a:rPr lang="en-US" sz="4400" dirty="0">
                <a:solidFill>
                  <a:schemeClr val="tx1"/>
                </a:solidFill>
                <a:latin typeface="Arial" panose="020B0604020202020204" pitchFamily="34" charset="0"/>
                <a:cs typeface="Arial" panose="020B0604020202020204" pitchFamily="34" charset="0"/>
              </a:rPr>
              <a:t>Metrology Details-</a:t>
            </a:r>
            <a:r>
              <a:rPr lang="zh-CN" altLang="en-US" sz="4400" dirty="0">
                <a:solidFill>
                  <a:schemeClr val="tx1"/>
                </a:solidFill>
                <a:latin typeface="Arial" panose="020B0604020202020204" pitchFamily="34" charset="0"/>
                <a:cs typeface="Arial" panose="020B0604020202020204" pitchFamily="34" charset="0"/>
              </a:rPr>
              <a:t>平面</a:t>
            </a:r>
            <a:r>
              <a:rPr lang="en-US" altLang="zh-CN" sz="4400" dirty="0">
                <a:solidFill>
                  <a:schemeClr val="tx1"/>
                </a:solidFill>
                <a:latin typeface="Arial" panose="020B0604020202020204" pitchFamily="34" charset="0"/>
                <a:cs typeface="Arial" panose="020B0604020202020204" pitchFamily="34" charset="0"/>
              </a:rPr>
              <a:t>Radius</a:t>
            </a:r>
            <a:r>
              <a:rPr lang="en-US" altLang="zh-CN" sz="4400" dirty="0">
                <a:solidFill>
                  <a:schemeClr val="tx1"/>
                </a:solidFill>
                <a:latin typeface="Arial" panose="020B0604020202020204" pitchFamily="34" charset="0"/>
                <a:cs typeface="Arial" panose="020B0604020202020204" pitchFamily="34" charset="0"/>
                <a:sym typeface="Helvetica Neue Medium"/>
              </a:rPr>
              <a:t>(</a:t>
            </a:r>
            <a:r>
              <a:rPr lang="zh-CN" altLang="en-US" sz="4400" dirty="0">
                <a:solidFill>
                  <a:schemeClr val="tx1"/>
                </a:solidFill>
                <a:latin typeface="Arial" panose="020B0604020202020204" pitchFamily="34" charset="0"/>
                <a:cs typeface="Arial" panose="020B0604020202020204" pitchFamily="34" charset="0"/>
                <a:sym typeface="Helvetica Neue Medium"/>
              </a:rPr>
              <a:t>烧结磁钢系列</a:t>
            </a:r>
            <a:r>
              <a:rPr lang="en-US" altLang="zh-CN" sz="4400" dirty="0">
                <a:solidFill>
                  <a:schemeClr val="tx1"/>
                </a:solidFill>
                <a:latin typeface="Arial" panose="020B0604020202020204" pitchFamily="34" charset="0"/>
                <a:cs typeface="Arial" panose="020B0604020202020204" pitchFamily="34" charset="0"/>
                <a:sym typeface="Helvetica Neue Medium"/>
              </a:rPr>
              <a:t>-</a:t>
            </a:r>
            <a:r>
              <a:rPr lang="zh-CN" altLang="en-US" sz="4400" dirty="0">
                <a:solidFill>
                  <a:schemeClr val="tx1"/>
                </a:solidFill>
                <a:latin typeface="Arial" panose="020B0604020202020204" pitchFamily="34" charset="0"/>
                <a:cs typeface="Arial" panose="020B0604020202020204" pitchFamily="34" charset="0"/>
                <a:sym typeface="Helvetica Neue Medium"/>
              </a:rPr>
              <a:t>镀锌</a:t>
            </a:r>
            <a:r>
              <a:rPr lang="en-US" altLang="zh-CN" sz="4400" dirty="0">
                <a:solidFill>
                  <a:schemeClr val="tx1"/>
                </a:solidFill>
                <a:latin typeface="Arial" panose="020B0604020202020204" pitchFamily="34" charset="0"/>
                <a:cs typeface="Arial" panose="020B0604020202020204" pitchFamily="34" charset="0"/>
                <a:sym typeface="Helvetica Neue Medium"/>
              </a:rPr>
              <a:t>)</a:t>
            </a:r>
            <a:endParaRPr lang="en-US" altLang="zh-CN" sz="4400" dirty="0">
              <a:solidFill>
                <a:schemeClr val="tx1"/>
              </a:solidFill>
              <a:latin typeface="Arial" panose="020B0604020202020204" pitchFamily="34" charset="0"/>
              <a:cs typeface="Arial" panose="020B0604020202020204" pitchFamily="34" charset="0"/>
            </a:endParaRPr>
          </a:p>
        </p:txBody>
      </p:sp>
      <p:sp>
        <p:nvSpPr>
          <p:cNvPr id="15" name="矩形 14">
            <a:extLst>
              <a:ext uri="{FF2B5EF4-FFF2-40B4-BE49-F238E27FC236}">
                <a16:creationId xmlns:a16="http://schemas.microsoft.com/office/drawing/2014/main" id="{B085CECE-8BCD-804A-9026-5266D6342280}"/>
              </a:ext>
            </a:extLst>
          </p:cNvPr>
          <p:cNvSpPr/>
          <p:nvPr/>
        </p:nvSpPr>
        <p:spPr>
          <a:xfrm>
            <a:off x="4026951" y="12543124"/>
            <a:ext cx="1265401" cy="619331"/>
          </a:xfrm>
          <a:prstGeom prst="rect">
            <a:avLst/>
          </a:prstGeom>
          <a:noFill/>
          <a:ln w="9525">
            <a:noFill/>
          </a:ln>
        </p:spPr>
        <p:txBody>
          <a:bodyPr anchor="ctr"/>
          <a:lstStyle/>
          <a:p>
            <a:pPr lvl="0" algn="l" defTabSz="825500"/>
            <a:r>
              <a:rPr lang="en-US" altLang="zh-CN" dirty="0">
                <a:solidFill>
                  <a:schemeClr val="tx1"/>
                </a:solidFill>
                <a:latin typeface="Arial" panose="020B0604020202020204" pitchFamily="34" charset="0"/>
                <a:cs typeface="Arial" panose="020B0604020202020204" pitchFamily="34" charset="0"/>
              </a:rPr>
              <a:t>  </a:t>
            </a:r>
            <a:r>
              <a:rPr lang="en-US" altLang="zh-CN" sz="2400" dirty="0">
                <a:solidFill>
                  <a:schemeClr val="tx1"/>
                </a:solidFill>
                <a:latin typeface="Arial" panose="020B0604020202020204" pitchFamily="34" charset="0"/>
                <a:cs typeface="Arial" panose="020B0604020202020204" pitchFamily="34" charset="0"/>
              </a:rPr>
              <a:t>Pic</a:t>
            </a:r>
            <a:r>
              <a:rPr lang="zh-CN" altLang="en-US" sz="2400" dirty="0">
                <a:solidFill>
                  <a:schemeClr val="tx1"/>
                </a:solidFill>
                <a:latin typeface="Arial" panose="020B0604020202020204" pitchFamily="34" charset="0"/>
                <a:cs typeface="Arial" panose="020B0604020202020204" pitchFamily="34" charset="0"/>
              </a:rPr>
              <a:t> </a:t>
            </a:r>
            <a:r>
              <a:rPr lang="en-US" altLang="zh-CN" sz="2400" dirty="0">
                <a:solidFill>
                  <a:schemeClr val="tx1"/>
                </a:solidFill>
                <a:latin typeface="Arial" panose="020B0604020202020204" pitchFamily="34" charset="0"/>
                <a:cs typeface="Arial" panose="020B0604020202020204" pitchFamily="34" charset="0"/>
              </a:rPr>
              <a:t>1</a:t>
            </a:r>
            <a:endParaRPr lang="zh-CN" altLang="en-US" sz="2400" dirty="0">
              <a:solidFill>
                <a:schemeClr val="tx1"/>
              </a:solidFill>
              <a:latin typeface="Arial" panose="020B0604020202020204" pitchFamily="34" charset="0"/>
              <a:cs typeface="Arial" panose="020B0604020202020204" pitchFamily="34" charset="0"/>
              <a:sym typeface="Bradley Hand ITC TT-Bold" charset="0"/>
            </a:endParaRPr>
          </a:p>
        </p:txBody>
      </p:sp>
      <p:grpSp>
        <p:nvGrpSpPr>
          <p:cNvPr id="2" name="组合 1"/>
          <p:cNvGrpSpPr/>
          <p:nvPr/>
        </p:nvGrpSpPr>
        <p:grpSpPr>
          <a:xfrm>
            <a:off x="1301072" y="8440112"/>
            <a:ext cx="6197178" cy="3732838"/>
            <a:chOff x="2319859" y="7348976"/>
            <a:chExt cx="9344895" cy="5628848"/>
          </a:xfrm>
        </p:grpSpPr>
        <p:pic>
          <p:nvPicPr>
            <p:cNvPr id="32" name="图片 31"/>
            <p:cNvPicPr>
              <a:picLocks noChangeAspect="1"/>
            </p:cNvPicPr>
            <p:nvPr/>
          </p:nvPicPr>
          <p:blipFill>
            <a:blip r:embed="rId3">
              <a:clrChange>
                <a:clrFrom>
                  <a:srgbClr val="FFFFFF"/>
                </a:clrFrom>
                <a:clrTo>
                  <a:srgbClr val="FFFFFF">
                    <a:alpha val="0"/>
                  </a:srgbClr>
                </a:clrTo>
              </a:clrChange>
            </a:blip>
            <a:stretch>
              <a:fillRect/>
            </a:stretch>
          </p:blipFill>
          <p:spPr>
            <a:xfrm>
              <a:off x="2774077" y="7784936"/>
              <a:ext cx="6740933" cy="4820760"/>
            </a:xfrm>
            <a:prstGeom prst="rect">
              <a:avLst/>
            </a:prstGeom>
          </p:spPr>
        </p:pic>
        <p:grpSp>
          <p:nvGrpSpPr>
            <p:cNvPr id="80" name="组合 4">
              <a:extLst>
                <a:ext uri="{FF2B5EF4-FFF2-40B4-BE49-F238E27FC236}">
                  <a16:creationId xmlns:a16="http://schemas.microsoft.com/office/drawing/2014/main" id="{EF665D2F-62D9-1A48-8B07-60DC3748C8AE}"/>
                </a:ext>
              </a:extLst>
            </p:cNvPr>
            <p:cNvGrpSpPr/>
            <p:nvPr/>
          </p:nvGrpSpPr>
          <p:grpSpPr>
            <a:xfrm>
              <a:off x="2319859" y="7348976"/>
              <a:ext cx="9344895" cy="5628848"/>
              <a:chOff x="3156047" y="8805693"/>
              <a:chExt cx="5114243" cy="3946096"/>
            </a:xfrm>
          </p:grpSpPr>
          <p:sp>
            <p:nvSpPr>
              <p:cNvPr id="117" name="矩形 3">
                <a:extLst>
                  <a:ext uri="{FF2B5EF4-FFF2-40B4-BE49-F238E27FC236}">
                    <a16:creationId xmlns:a16="http://schemas.microsoft.com/office/drawing/2014/main" id="{5A6C6558-35FA-C948-82F7-9D1D68DD2BB2}"/>
                  </a:ext>
                </a:extLst>
              </p:cNvPr>
              <p:cNvSpPr/>
              <p:nvPr/>
            </p:nvSpPr>
            <p:spPr>
              <a:xfrm>
                <a:off x="3156047" y="8850441"/>
                <a:ext cx="497166" cy="636708"/>
              </a:xfrm>
              <a:prstGeom prst="rect">
                <a:avLst/>
              </a:prstGeom>
              <a:noFill/>
              <a:ln w="25400" cap="flat">
                <a:solidFill>
                  <a:srgbClr val="FF0000"/>
                </a:solidFill>
                <a:prstDash val="dash"/>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71435" tIns="71435" rIns="71435" bIns="71435" numCol="1" spcCol="38100" rtlCol="0" anchor="ctr">
                <a:spAutoFit/>
              </a:bodyPr>
              <a:lstStyle/>
              <a:p>
                <a:pPr marL="0" marR="0" indent="0" algn="ctr" defTabSz="821529" rtl="0" fontAlgn="auto" latinLnBrk="0" hangingPunct="0">
                  <a:lnSpc>
                    <a:spcPct val="100000"/>
                  </a:lnSpc>
                  <a:spcBef>
                    <a:spcPts val="0"/>
                  </a:spcBef>
                  <a:spcAft>
                    <a:spcPts val="0"/>
                  </a:spcAft>
                  <a:buClrTx/>
                  <a:buSzTx/>
                  <a:buFontTx/>
                  <a:buNone/>
                  <a:tabLst/>
                </a:pPr>
                <a:r>
                  <a:rPr lang="en-US" altLang="zh-CN" dirty="0">
                    <a:latin typeface="Arial" panose="020B0604020202020204" pitchFamily="34" charset="0"/>
                    <a:cs typeface="Arial" panose="020B0604020202020204" pitchFamily="34" charset="0"/>
                  </a:rPr>
                  <a:t>4</a:t>
                </a:r>
                <a:endParaRPr kumimoji="0" lang="zh-CN" altLang="en-US" b="0" i="0" u="none" strike="noStrike" cap="none" spc="0" normalizeH="0" baseline="0" dirty="0">
                  <a:ln>
                    <a:noFill/>
                  </a:ln>
                  <a:solidFill>
                    <a:srgbClr val="000000"/>
                  </a:solidFill>
                  <a:effectLst/>
                  <a:uFillTx/>
                  <a:latin typeface="Arial" panose="020B0604020202020204" pitchFamily="34" charset="0"/>
                  <a:cs typeface="Arial" panose="020B0604020202020204" pitchFamily="34" charset="0"/>
                  <a:sym typeface="Helvetica Neue"/>
                </a:endParaRPr>
              </a:p>
            </p:txBody>
          </p:sp>
          <p:sp>
            <p:nvSpPr>
              <p:cNvPr id="118" name="矩形 16">
                <a:extLst>
                  <a:ext uri="{FF2B5EF4-FFF2-40B4-BE49-F238E27FC236}">
                    <a16:creationId xmlns:a16="http://schemas.microsoft.com/office/drawing/2014/main" id="{D969D40B-54FF-D048-AD51-9806F61FA8F4}"/>
                  </a:ext>
                </a:extLst>
              </p:cNvPr>
              <p:cNvSpPr/>
              <p:nvPr/>
            </p:nvSpPr>
            <p:spPr>
              <a:xfrm>
                <a:off x="6928655" y="8805693"/>
                <a:ext cx="497166" cy="636708"/>
              </a:xfrm>
              <a:prstGeom prst="rect">
                <a:avLst/>
              </a:prstGeom>
              <a:noFill/>
              <a:ln w="25400" cap="flat">
                <a:solidFill>
                  <a:srgbClr val="FF0000"/>
                </a:solidFill>
                <a:prstDash val="dash"/>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71435" tIns="71435" rIns="71435" bIns="71435" numCol="1" spcCol="38100" rtlCol="0" anchor="ctr">
                <a:spAutoFit/>
              </a:bodyPr>
              <a:lstStyle/>
              <a:p>
                <a:pPr marL="0" marR="0" indent="0" algn="ctr" defTabSz="821529" rtl="0" fontAlgn="auto" latinLnBrk="0" hangingPunct="0">
                  <a:lnSpc>
                    <a:spcPct val="100000"/>
                  </a:lnSpc>
                  <a:spcBef>
                    <a:spcPts val="0"/>
                  </a:spcBef>
                  <a:spcAft>
                    <a:spcPts val="0"/>
                  </a:spcAft>
                  <a:buClrTx/>
                  <a:buSzTx/>
                  <a:buFontTx/>
                  <a:buNone/>
                  <a:tabLst/>
                </a:pPr>
                <a:r>
                  <a:rPr lang="en-US" altLang="zh-CN" dirty="0">
                    <a:latin typeface="Arial" panose="020B0604020202020204" pitchFamily="34" charset="0"/>
                    <a:cs typeface="Arial" panose="020B0604020202020204" pitchFamily="34" charset="0"/>
                  </a:rPr>
                  <a:t>1</a:t>
                </a:r>
                <a:endParaRPr kumimoji="0" lang="zh-CN" altLang="en-US" sz="3200" b="0" i="0" u="none" strike="noStrike" cap="none" spc="0" normalizeH="0" baseline="0" dirty="0">
                  <a:ln>
                    <a:noFill/>
                  </a:ln>
                  <a:solidFill>
                    <a:srgbClr val="000000"/>
                  </a:solidFill>
                  <a:effectLst/>
                  <a:uFillTx/>
                  <a:latin typeface="Arial" panose="020B0604020202020204" pitchFamily="34" charset="0"/>
                  <a:cs typeface="Arial" panose="020B0604020202020204" pitchFamily="34" charset="0"/>
                  <a:sym typeface="Helvetica Neue"/>
                </a:endParaRPr>
              </a:p>
            </p:txBody>
          </p:sp>
          <p:sp>
            <p:nvSpPr>
              <p:cNvPr id="119" name="矩形 18">
                <a:extLst>
                  <a:ext uri="{FF2B5EF4-FFF2-40B4-BE49-F238E27FC236}">
                    <a16:creationId xmlns:a16="http://schemas.microsoft.com/office/drawing/2014/main" id="{50183D40-516F-904A-B43D-092455A14E92}"/>
                  </a:ext>
                </a:extLst>
              </p:cNvPr>
              <p:cNvSpPr/>
              <p:nvPr/>
            </p:nvSpPr>
            <p:spPr>
              <a:xfrm>
                <a:off x="3221759" y="12115081"/>
                <a:ext cx="497166" cy="636708"/>
              </a:xfrm>
              <a:prstGeom prst="rect">
                <a:avLst/>
              </a:prstGeom>
              <a:noFill/>
              <a:ln w="25400" cap="flat">
                <a:solidFill>
                  <a:srgbClr val="FF0000"/>
                </a:solidFill>
                <a:prstDash val="dash"/>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71435" tIns="71435" rIns="71435" bIns="71435" numCol="1" spcCol="38100" rtlCol="0" anchor="ctr">
                <a:spAutoFit/>
              </a:bodyPr>
              <a:lstStyle/>
              <a:p>
                <a:pPr marL="0" marR="0" indent="0" algn="ctr" defTabSz="821529" rtl="0" fontAlgn="auto" latinLnBrk="0" hangingPunct="0">
                  <a:lnSpc>
                    <a:spcPct val="100000"/>
                  </a:lnSpc>
                  <a:spcBef>
                    <a:spcPts val="0"/>
                  </a:spcBef>
                  <a:spcAft>
                    <a:spcPts val="0"/>
                  </a:spcAft>
                  <a:buClrTx/>
                  <a:buSzTx/>
                  <a:buFontTx/>
                  <a:buNone/>
                  <a:tabLst/>
                </a:pPr>
                <a:r>
                  <a:rPr lang="en-US" altLang="zh-CN" dirty="0">
                    <a:latin typeface="Arial" panose="020B0604020202020204" pitchFamily="34" charset="0"/>
                    <a:cs typeface="Arial" panose="020B0604020202020204" pitchFamily="34" charset="0"/>
                  </a:rPr>
                  <a:t>3</a:t>
                </a:r>
                <a:endParaRPr kumimoji="0" lang="zh-CN" altLang="en-US" sz="3200" b="0" i="0" u="none" strike="noStrike" cap="none" spc="0" normalizeH="0" baseline="0" dirty="0">
                  <a:ln>
                    <a:noFill/>
                  </a:ln>
                  <a:solidFill>
                    <a:srgbClr val="000000"/>
                  </a:solidFill>
                  <a:effectLst/>
                  <a:uFillTx/>
                  <a:latin typeface="Arial" panose="020B0604020202020204" pitchFamily="34" charset="0"/>
                  <a:cs typeface="Arial" panose="020B0604020202020204" pitchFamily="34" charset="0"/>
                  <a:sym typeface="Helvetica Neue"/>
                </a:endParaRPr>
              </a:p>
            </p:txBody>
          </p:sp>
          <p:sp>
            <p:nvSpPr>
              <p:cNvPr id="120" name="矩形 19">
                <a:extLst>
                  <a:ext uri="{FF2B5EF4-FFF2-40B4-BE49-F238E27FC236}">
                    <a16:creationId xmlns:a16="http://schemas.microsoft.com/office/drawing/2014/main" id="{1B89983E-D439-5746-BF65-2A4DD9229614}"/>
                  </a:ext>
                </a:extLst>
              </p:cNvPr>
              <p:cNvSpPr/>
              <p:nvPr/>
            </p:nvSpPr>
            <p:spPr>
              <a:xfrm>
                <a:off x="6735214" y="12084442"/>
                <a:ext cx="497166" cy="636708"/>
              </a:xfrm>
              <a:prstGeom prst="rect">
                <a:avLst/>
              </a:prstGeom>
              <a:noFill/>
              <a:ln w="25400" cap="flat">
                <a:solidFill>
                  <a:srgbClr val="FF0000"/>
                </a:solidFill>
                <a:prstDash val="dash"/>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71435" tIns="71435" rIns="71435" bIns="71435" numCol="1" spcCol="38100" rtlCol="0" anchor="ctr">
                <a:spAutoFit/>
              </a:bodyPr>
              <a:lstStyle/>
              <a:p>
                <a:pPr marL="0" marR="0" indent="0" algn="ctr" defTabSz="821529" rtl="0" fontAlgn="auto" latinLnBrk="0" hangingPunct="0">
                  <a:lnSpc>
                    <a:spcPct val="100000"/>
                  </a:lnSpc>
                  <a:spcBef>
                    <a:spcPts val="0"/>
                  </a:spcBef>
                  <a:spcAft>
                    <a:spcPts val="0"/>
                  </a:spcAft>
                  <a:buClrTx/>
                  <a:buSzTx/>
                  <a:buFontTx/>
                  <a:buNone/>
                  <a:tabLst/>
                </a:pPr>
                <a:r>
                  <a:rPr lang="en-US" altLang="zh-CN" dirty="0">
                    <a:latin typeface="Arial" panose="020B0604020202020204" pitchFamily="34" charset="0"/>
                    <a:cs typeface="Arial" panose="020B0604020202020204" pitchFamily="34" charset="0"/>
                  </a:rPr>
                  <a:t>2</a:t>
                </a:r>
                <a:endParaRPr kumimoji="0" lang="zh-CN" altLang="en-US" sz="3200" b="0" i="0" u="none" strike="noStrike" cap="none" spc="0" normalizeH="0" baseline="0" dirty="0">
                  <a:ln>
                    <a:noFill/>
                  </a:ln>
                  <a:solidFill>
                    <a:srgbClr val="000000"/>
                  </a:solidFill>
                  <a:effectLst/>
                  <a:uFillTx/>
                  <a:latin typeface="Arial" panose="020B0604020202020204" pitchFamily="34" charset="0"/>
                  <a:cs typeface="Arial" panose="020B0604020202020204" pitchFamily="34" charset="0"/>
                  <a:sym typeface="Helvetica Neue"/>
                </a:endParaRPr>
              </a:p>
            </p:txBody>
          </p:sp>
          <p:sp>
            <p:nvSpPr>
              <p:cNvPr id="59" name="矩形 19">
                <a:extLst>
                  <a:ext uri="{FF2B5EF4-FFF2-40B4-BE49-F238E27FC236}">
                    <a16:creationId xmlns:a16="http://schemas.microsoft.com/office/drawing/2014/main" id="{1B89983E-D439-5746-BF65-2A4DD9229614}"/>
                  </a:ext>
                </a:extLst>
              </p:cNvPr>
              <p:cNvSpPr/>
              <p:nvPr/>
            </p:nvSpPr>
            <p:spPr>
              <a:xfrm>
                <a:off x="7773124" y="9078056"/>
                <a:ext cx="497166" cy="452042"/>
              </a:xfrm>
              <a:prstGeom prst="rect">
                <a:avLst/>
              </a:prstGeom>
              <a:noFill/>
              <a:ln w="25400" cap="flat">
                <a:solidFill>
                  <a:srgbClr val="FF0000"/>
                </a:solid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71435" tIns="71435" rIns="71435" bIns="71435" numCol="1" spcCol="38100" rtlCol="0" anchor="ctr">
                <a:spAutoFit/>
              </a:bodyPr>
              <a:lstStyle/>
              <a:p>
                <a:pPr marL="0" marR="0" indent="0" algn="ctr" defTabSz="821529" rtl="0" fontAlgn="auto" latinLnBrk="0" hangingPunct="0">
                  <a:lnSpc>
                    <a:spcPct val="100000"/>
                  </a:lnSpc>
                  <a:spcBef>
                    <a:spcPts val="0"/>
                  </a:spcBef>
                  <a:spcAft>
                    <a:spcPts val="0"/>
                  </a:spcAft>
                  <a:buClrTx/>
                  <a:buSzTx/>
                  <a:buFontTx/>
                  <a:buNone/>
                  <a:tabLst/>
                </a:pPr>
                <a:r>
                  <a:rPr lang="en-US" altLang="zh-CN" sz="2000" dirty="0">
                    <a:latin typeface="Arial" panose="020B0604020202020204" pitchFamily="34" charset="0"/>
                    <a:cs typeface="Arial" panose="020B0604020202020204" pitchFamily="34" charset="0"/>
                  </a:rPr>
                  <a:t>A</a:t>
                </a:r>
                <a:endParaRPr kumimoji="0" lang="zh-CN" altLang="en-US" sz="2000" b="0" i="0" u="none" strike="noStrike" cap="none" spc="0" normalizeH="0" baseline="0" dirty="0">
                  <a:ln>
                    <a:noFill/>
                  </a:ln>
                  <a:solidFill>
                    <a:srgbClr val="000000"/>
                  </a:solidFill>
                  <a:effectLst/>
                  <a:uFillTx/>
                  <a:latin typeface="Arial" panose="020B0604020202020204" pitchFamily="34" charset="0"/>
                  <a:cs typeface="Arial" panose="020B0604020202020204" pitchFamily="34" charset="0"/>
                  <a:sym typeface="Helvetica Neue"/>
                </a:endParaRPr>
              </a:p>
            </p:txBody>
          </p:sp>
        </p:grpSp>
        <p:cxnSp>
          <p:nvCxnSpPr>
            <p:cNvPr id="17" name="直接箭头连接符 16"/>
            <p:cNvCxnSpPr/>
            <p:nvPr/>
          </p:nvCxnSpPr>
          <p:spPr>
            <a:xfrm>
              <a:off x="10121715" y="7942263"/>
              <a:ext cx="634602" cy="10115"/>
            </a:xfrm>
            <a:prstGeom prst="straightConnector1">
              <a:avLst/>
            </a:prstGeom>
            <a:noFill/>
            <a:ln w="38100" cap="flat">
              <a:solidFill>
                <a:srgbClr val="FF0000"/>
              </a:solidFill>
              <a:prstDash val="dash"/>
              <a:round/>
              <a:tailEnd type="triangle"/>
            </a:ln>
            <a:effectLst/>
            <a:sp3d/>
          </p:spPr>
          <p:style>
            <a:lnRef idx="0">
              <a:scrgbClr r="0" g="0" b="0"/>
            </a:lnRef>
            <a:fillRef idx="0">
              <a:scrgbClr r="0" g="0" b="0"/>
            </a:fillRef>
            <a:effectRef idx="0">
              <a:scrgbClr r="0" g="0" b="0"/>
            </a:effectRef>
            <a:fontRef idx="none"/>
          </p:style>
        </p:cxnSp>
      </p:grpSp>
      <p:sp>
        <p:nvSpPr>
          <p:cNvPr id="70" name="矩形 69">
            <a:extLst>
              <a:ext uri="{FF2B5EF4-FFF2-40B4-BE49-F238E27FC236}">
                <a16:creationId xmlns:a16="http://schemas.microsoft.com/office/drawing/2014/main" id="{217F9AEB-E1AD-D24C-AE6F-F397A116ADE3}"/>
              </a:ext>
            </a:extLst>
          </p:cNvPr>
          <p:cNvSpPr/>
          <p:nvPr/>
        </p:nvSpPr>
        <p:spPr>
          <a:xfrm>
            <a:off x="9708282" y="12530424"/>
            <a:ext cx="1372304" cy="482200"/>
          </a:xfrm>
          <a:prstGeom prst="rect">
            <a:avLst/>
          </a:prstGeom>
          <a:noFill/>
          <a:ln w="9525">
            <a:noFill/>
          </a:ln>
        </p:spPr>
        <p:txBody>
          <a:bodyPr anchor="ctr"/>
          <a:lstStyle/>
          <a:p>
            <a:pPr lvl="0" algn="l" defTabSz="825500"/>
            <a:r>
              <a:rPr lang="en-US" altLang="zh-CN" dirty="0">
                <a:solidFill>
                  <a:schemeClr val="tx1"/>
                </a:solidFill>
              </a:rPr>
              <a:t>  </a:t>
            </a:r>
            <a:r>
              <a:rPr lang="en-US" altLang="zh-CN" sz="2400" dirty="0">
                <a:solidFill>
                  <a:schemeClr val="tx1"/>
                </a:solidFill>
                <a:latin typeface="Arial" panose="020B0604020202020204" pitchFamily="34" charset="0"/>
                <a:cs typeface="Arial" panose="020B0604020202020204" pitchFamily="34" charset="0"/>
              </a:rPr>
              <a:t>Pic</a:t>
            </a:r>
            <a:r>
              <a:rPr lang="zh-CN" altLang="en-US" sz="2400" dirty="0">
                <a:solidFill>
                  <a:schemeClr val="tx1"/>
                </a:solidFill>
                <a:latin typeface="Arial" panose="020B0604020202020204" pitchFamily="34" charset="0"/>
                <a:cs typeface="Arial" panose="020B0604020202020204" pitchFamily="34" charset="0"/>
              </a:rPr>
              <a:t> </a:t>
            </a:r>
            <a:r>
              <a:rPr lang="en-US" altLang="zh-CN" sz="2400" dirty="0">
                <a:solidFill>
                  <a:schemeClr val="tx1"/>
                </a:solidFill>
                <a:latin typeface="Arial" panose="020B0604020202020204" pitchFamily="34" charset="0"/>
                <a:cs typeface="Arial" panose="020B0604020202020204" pitchFamily="34" charset="0"/>
              </a:rPr>
              <a:t>2</a:t>
            </a:r>
            <a:endParaRPr lang="zh-CN" altLang="en-US" sz="2400" dirty="0">
              <a:solidFill>
                <a:schemeClr val="tx1"/>
              </a:solidFill>
              <a:latin typeface="Arial" panose="020B0604020202020204" pitchFamily="34" charset="0"/>
              <a:cs typeface="Arial" panose="020B0604020202020204" pitchFamily="34" charset="0"/>
              <a:sym typeface="Bradley Hand ITC TT-Bold" charset="0"/>
            </a:endParaRPr>
          </a:p>
        </p:txBody>
      </p:sp>
      <p:grpSp>
        <p:nvGrpSpPr>
          <p:cNvPr id="4" name="组合 3"/>
          <p:cNvGrpSpPr/>
          <p:nvPr/>
        </p:nvGrpSpPr>
        <p:grpSpPr>
          <a:xfrm>
            <a:off x="7844136" y="7713046"/>
            <a:ext cx="7108848" cy="4898054"/>
            <a:chOff x="15819937" y="7358081"/>
            <a:chExt cx="7618088" cy="5248928"/>
          </a:xfrm>
        </p:grpSpPr>
        <p:sp>
          <p:nvSpPr>
            <p:cNvPr id="64" name="矩形 63"/>
            <p:cNvSpPr/>
            <p:nvPr/>
          </p:nvSpPr>
          <p:spPr>
            <a:xfrm>
              <a:off x="16687851" y="12049507"/>
              <a:ext cx="1943577" cy="557502"/>
            </a:xfrm>
            <a:prstGeom prst="rect">
              <a:avLst/>
            </a:prstGeom>
            <a:noFill/>
            <a:ln w="9525">
              <a:noFill/>
            </a:ln>
          </p:spPr>
          <p:txBody>
            <a:bodyPr anchor="ctr"/>
            <a:lstStyle/>
            <a:p>
              <a:pPr lvl="0" algn="l" defTabSz="825500"/>
              <a:r>
                <a:rPr lang="en-US" altLang="zh-CN" dirty="0">
                  <a:solidFill>
                    <a:schemeClr val="tx1"/>
                  </a:solidFill>
                </a:rPr>
                <a:t>  </a:t>
              </a:r>
              <a:r>
                <a:rPr lang="en-US" altLang="zh-CN" sz="2400" dirty="0">
                  <a:solidFill>
                    <a:schemeClr val="tx1"/>
                  </a:solidFill>
                  <a:latin typeface="Arial" panose="020B0604020202020204" pitchFamily="34" charset="0"/>
                  <a:cs typeface="Arial" panose="020B0604020202020204" pitchFamily="34" charset="0"/>
                </a:rPr>
                <a:t>Detail  </a:t>
              </a:r>
              <a:r>
                <a:rPr lang="en-US" altLang="zh-CN" sz="2400" dirty="0">
                  <a:solidFill>
                    <a:schemeClr val="tx1"/>
                  </a:solidFill>
                  <a:latin typeface="Arial" panose="020B0604020202020204" pitchFamily="34" charset="0"/>
                  <a:cs typeface="Arial" panose="020B0604020202020204" pitchFamily="34" charset="0"/>
                  <a:sym typeface="Bradley Hand ITC TT-Bold" charset="0"/>
                </a:rPr>
                <a:t>A</a:t>
              </a:r>
            </a:p>
          </p:txBody>
        </p:sp>
        <p:pic>
          <p:nvPicPr>
            <p:cNvPr id="33" name="图片 32"/>
            <p:cNvPicPr>
              <a:picLocks noChangeAspect="1"/>
            </p:cNvPicPr>
            <p:nvPr/>
          </p:nvPicPr>
          <p:blipFill>
            <a:blip r:embed="rId4" cstate="email">
              <a:clrChange>
                <a:clrFrom>
                  <a:srgbClr val="FFFFFF"/>
                </a:clrFrom>
                <a:clrTo>
                  <a:srgbClr val="FFFFFF">
                    <a:alpha val="0"/>
                  </a:srgbClr>
                </a:clrTo>
              </a:clrChange>
              <a:extLst>
                <a:ext uri="{28A0092B-C50C-407E-A947-70E740481C1C}">
                  <a14:useLocalDpi xmlns:a14="http://schemas.microsoft.com/office/drawing/2010/main"/>
                </a:ext>
              </a:extLst>
            </a:blip>
            <a:stretch>
              <a:fillRect/>
            </a:stretch>
          </p:blipFill>
          <p:spPr>
            <a:xfrm>
              <a:off x="15819937" y="7947758"/>
              <a:ext cx="4937966" cy="4166984"/>
            </a:xfrm>
            <a:prstGeom prst="rect">
              <a:avLst/>
            </a:prstGeom>
          </p:spPr>
        </p:pic>
        <p:grpSp>
          <p:nvGrpSpPr>
            <p:cNvPr id="3" name="组合 2"/>
            <p:cNvGrpSpPr/>
            <p:nvPr/>
          </p:nvGrpSpPr>
          <p:grpSpPr>
            <a:xfrm>
              <a:off x="17193041" y="7358081"/>
              <a:ext cx="3704690" cy="3609685"/>
              <a:chOff x="17193041" y="7231081"/>
              <a:chExt cx="3704690" cy="3609685"/>
            </a:xfrm>
          </p:grpSpPr>
          <p:cxnSp>
            <p:nvCxnSpPr>
              <p:cNvPr id="21" name="直接箭头连接符 20"/>
              <p:cNvCxnSpPr/>
              <p:nvPr/>
            </p:nvCxnSpPr>
            <p:spPr>
              <a:xfrm>
                <a:off x="17193041" y="8004968"/>
                <a:ext cx="3600000" cy="10115"/>
              </a:xfrm>
              <a:prstGeom prst="straightConnector1">
                <a:avLst/>
              </a:prstGeom>
              <a:noFill/>
              <a:ln w="38100" cap="flat">
                <a:solidFill>
                  <a:srgbClr val="FF0000"/>
                </a:solidFill>
                <a:prstDash val="solid"/>
                <a:round/>
                <a:tailEnd type="triangle"/>
              </a:ln>
              <a:effectLst/>
              <a:sp3d/>
            </p:spPr>
            <p:style>
              <a:lnRef idx="0">
                <a:scrgbClr r="0" g="0" b="0"/>
              </a:lnRef>
              <a:fillRef idx="0">
                <a:scrgbClr r="0" g="0" b="0"/>
              </a:fillRef>
              <a:effectRef idx="0">
                <a:scrgbClr r="0" g="0" b="0"/>
              </a:effectRef>
              <a:fontRef idx="none"/>
            </p:style>
          </p:cxnSp>
          <p:cxnSp>
            <p:nvCxnSpPr>
              <p:cNvPr id="67" name="直接箭头连接符 66"/>
              <p:cNvCxnSpPr/>
              <p:nvPr/>
            </p:nvCxnSpPr>
            <p:spPr>
              <a:xfrm rot="16200000" flipV="1">
                <a:off x="18468900" y="9112766"/>
                <a:ext cx="3456000" cy="0"/>
              </a:xfrm>
              <a:prstGeom prst="straightConnector1">
                <a:avLst/>
              </a:prstGeom>
              <a:noFill/>
              <a:ln w="38100" cap="flat">
                <a:solidFill>
                  <a:srgbClr val="FF0000"/>
                </a:solidFill>
                <a:prstDash val="solid"/>
                <a:round/>
                <a:tailEnd type="triangle"/>
              </a:ln>
              <a:effectLst/>
              <a:sp3d/>
            </p:spPr>
            <p:style>
              <a:lnRef idx="0">
                <a:scrgbClr r="0" g="0" b="0"/>
              </a:lnRef>
              <a:fillRef idx="0">
                <a:scrgbClr r="0" g="0" b="0"/>
              </a:fillRef>
              <a:effectRef idx="0">
                <a:scrgbClr r="0" g="0" b="0"/>
              </a:effectRef>
              <a:fontRef idx="none"/>
            </p:style>
          </p:cxnSp>
          <p:sp>
            <p:nvSpPr>
              <p:cNvPr id="23" name="文本框 22"/>
              <p:cNvSpPr txBox="1"/>
              <p:nvPr/>
            </p:nvSpPr>
            <p:spPr>
              <a:xfrm>
                <a:off x="20196900" y="7968901"/>
                <a:ext cx="337712" cy="41036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1529" rtl="0" fontAlgn="auto" latinLnBrk="0" hangingPunct="0">
                  <a:lnSpc>
                    <a:spcPct val="100000"/>
                  </a:lnSpc>
                  <a:spcBef>
                    <a:spcPts val="0"/>
                  </a:spcBef>
                  <a:spcAft>
                    <a:spcPts val="0"/>
                  </a:spcAft>
                  <a:buClrTx/>
                  <a:buSzTx/>
                  <a:buFontTx/>
                  <a:buNone/>
                  <a:tabLst/>
                </a:pPr>
                <a:r>
                  <a:rPr kumimoji="0" lang="en-US" altLang="zh-CN" sz="2000" b="0" i="0" u="none" strike="noStrike" cap="none" spc="0" normalizeH="0" baseline="0" dirty="0">
                    <a:ln>
                      <a:noFill/>
                    </a:ln>
                    <a:solidFill>
                      <a:srgbClr val="000000"/>
                    </a:solidFill>
                    <a:effectLst/>
                    <a:uFillTx/>
                    <a:latin typeface="Arial" panose="020B0604020202020204" pitchFamily="34" charset="0"/>
                    <a:cs typeface="Arial" panose="020B0604020202020204" pitchFamily="34" charset="0"/>
                    <a:sym typeface="Helvetica Neue"/>
                  </a:rPr>
                  <a:t>0</a:t>
                </a:r>
                <a:endParaRPr kumimoji="0" lang="zh-CN" altLang="en-US" sz="2000" b="0" i="0" u="none" strike="noStrike" cap="none" spc="0" normalizeH="0" baseline="0" dirty="0">
                  <a:ln>
                    <a:noFill/>
                  </a:ln>
                  <a:solidFill>
                    <a:srgbClr val="000000"/>
                  </a:solidFill>
                  <a:effectLst/>
                  <a:uFillTx/>
                  <a:latin typeface="Arial" panose="020B0604020202020204" pitchFamily="34" charset="0"/>
                  <a:cs typeface="Arial" panose="020B0604020202020204" pitchFamily="34" charset="0"/>
                  <a:sym typeface="Helvetica Neue"/>
                </a:endParaRPr>
              </a:p>
            </p:txBody>
          </p:sp>
          <p:sp>
            <p:nvSpPr>
              <p:cNvPr id="68" name="文本框 67"/>
              <p:cNvSpPr txBox="1"/>
              <p:nvPr/>
            </p:nvSpPr>
            <p:spPr>
              <a:xfrm>
                <a:off x="20156155" y="7231081"/>
                <a:ext cx="337712" cy="41036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1529" rtl="0" fontAlgn="auto" latinLnBrk="0" hangingPunct="0">
                  <a:lnSpc>
                    <a:spcPct val="100000"/>
                  </a:lnSpc>
                  <a:spcBef>
                    <a:spcPts val="0"/>
                  </a:spcBef>
                  <a:spcAft>
                    <a:spcPts val="0"/>
                  </a:spcAft>
                  <a:buClrTx/>
                  <a:buSzTx/>
                  <a:buFontTx/>
                  <a:buNone/>
                  <a:tabLst/>
                </a:pPr>
                <a:r>
                  <a:rPr lang="en-US" altLang="zh-CN" sz="2000" dirty="0">
                    <a:solidFill>
                      <a:srgbClr val="FF0000"/>
                    </a:solidFill>
                    <a:latin typeface="Arial" panose="020B0604020202020204" pitchFamily="34" charset="0"/>
                    <a:cs typeface="Arial" panose="020B0604020202020204" pitchFamily="34" charset="0"/>
                  </a:rPr>
                  <a:t>Y</a:t>
                </a:r>
                <a:endParaRPr kumimoji="0" lang="zh-CN" altLang="en-US" sz="2000" b="0" i="0" u="none" strike="noStrike" cap="none" spc="0" normalizeH="0" baseline="0" dirty="0">
                  <a:ln>
                    <a:noFill/>
                  </a:ln>
                  <a:solidFill>
                    <a:srgbClr val="FF0000"/>
                  </a:solidFill>
                  <a:effectLst/>
                  <a:uFillTx/>
                  <a:latin typeface="Arial" panose="020B0604020202020204" pitchFamily="34" charset="0"/>
                  <a:cs typeface="Arial" panose="020B0604020202020204" pitchFamily="34" charset="0"/>
                  <a:sym typeface="Helvetica Neue"/>
                </a:endParaRPr>
              </a:p>
            </p:txBody>
          </p:sp>
          <p:sp>
            <p:nvSpPr>
              <p:cNvPr id="69" name="文本框 68"/>
              <p:cNvSpPr txBox="1"/>
              <p:nvPr/>
            </p:nvSpPr>
            <p:spPr>
              <a:xfrm>
                <a:off x="20560019" y="8000951"/>
                <a:ext cx="337712" cy="41036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1529" rtl="0" fontAlgn="auto" latinLnBrk="0" hangingPunct="0">
                  <a:lnSpc>
                    <a:spcPct val="100000"/>
                  </a:lnSpc>
                  <a:spcBef>
                    <a:spcPts val="0"/>
                  </a:spcBef>
                  <a:spcAft>
                    <a:spcPts val="0"/>
                  </a:spcAft>
                  <a:buClrTx/>
                  <a:buSzTx/>
                  <a:buFontTx/>
                  <a:buNone/>
                  <a:tabLst/>
                </a:pPr>
                <a:r>
                  <a:rPr lang="en-US" altLang="zh-CN" sz="2000" dirty="0">
                    <a:solidFill>
                      <a:srgbClr val="FF0000"/>
                    </a:solidFill>
                    <a:latin typeface="Arial" panose="020B0604020202020204" pitchFamily="34" charset="0"/>
                    <a:cs typeface="Arial" panose="020B0604020202020204" pitchFamily="34" charset="0"/>
                  </a:rPr>
                  <a:t>X</a:t>
                </a:r>
                <a:endParaRPr kumimoji="0" lang="zh-CN" altLang="en-US" sz="2000" b="0" i="0" u="none" strike="noStrike" cap="none" spc="0" normalizeH="0" baseline="0" dirty="0">
                  <a:ln>
                    <a:noFill/>
                  </a:ln>
                  <a:solidFill>
                    <a:srgbClr val="FF0000"/>
                  </a:solidFill>
                  <a:effectLst/>
                  <a:uFillTx/>
                  <a:latin typeface="Arial" panose="020B0604020202020204" pitchFamily="34" charset="0"/>
                  <a:cs typeface="Arial" panose="020B0604020202020204" pitchFamily="34" charset="0"/>
                  <a:sym typeface="Helvetica Neue"/>
                </a:endParaRPr>
              </a:p>
            </p:txBody>
          </p:sp>
          <p:cxnSp>
            <p:nvCxnSpPr>
              <p:cNvPr id="25" name="直接箭头连接符 24"/>
              <p:cNvCxnSpPr/>
              <p:nvPr/>
            </p:nvCxnSpPr>
            <p:spPr>
              <a:xfrm>
                <a:off x="19076842" y="8016191"/>
                <a:ext cx="0" cy="1368000"/>
              </a:xfrm>
              <a:prstGeom prst="straightConnector1">
                <a:avLst/>
              </a:prstGeom>
              <a:noFill/>
              <a:ln w="19050" cap="flat">
                <a:solidFill>
                  <a:schemeClr val="tx1"/>
                </a:solidFill>
                <a:prstDash val="sysDash"/>
                <a:round/>
                <a:headEnd type="triangle" w="med" len="med"/>
                <a:tailEnd type="triangle" w="med" len="med"/>
              </a:ln>
              <a:effectLst/>
              <a:sp3d/>
            </p:spPr>
            <p:style>
              <a:lnRef idx="0">
                <a:scrgbClr r="0" g="0" b="0"/>
              </a:lnRef>
              <a:fillRef idx="0">
                <a:scrgbClr r="0" g="0" b="0"/>
              </a:fillRef>
              <a:effectRef idx="0">
                <a:scrgbClr r="0" g="0" b="0"/>
              </a:effectRef>
              <a:fontRef idx="none"/>
            </p:style>
          </p:cxnSp>
          <p:cxnSp>
            <p:nvCxnSpPr>
              <p:cNvPr id="75" name="直接箭头连接符 74"/>
              <p:cNvCxnSpPr/>
              <p:nvPr/>
            </p:nvCxnSpPr>
            <p:spPr>
              <a:xfrm rot="5400000">
                <a:off x="19502455" y="8320032"/>
                <a:ext cx="0" cy="1368000"/>
              </a:xfrm>
              <a:prstGeom prst="straightConnector1">
                <a:avLst/>
              </a:prstGeom>
              <a:noFill/>
              <a:ln w="19050" cap="flat">
                <a:solidFill>
                  <a:schemeClr val="tx1"/>
                </a:solidFill>
                <a:prstDash val="sysDash"/>
                <a:round/>
                <a:headEnd type="triangle" w="med" len="med"/>
                <a:tailEnd type="triangle" w="med" len="med"/>
              </a:ln>
              <a:effectLst/>
              <a:sp3d/>
            </p:spPr>
            <p:style>
              <a:lnRef idx="0">
                <a:scrgbClr r="0" g="0" b="0"/>
              </a:lnRef>
              <a:fillRef idx="0">
                <a:scrgbClr r="0" g="0" b="0"/>
              </a:fillRef>
              <a:effectRef idx="0">
                <a:scrgbClr r="0" g="0" b="0"/>
              </a:effectRef>
              <a:fontRef idx="none"/>
            </p:style>
          </p:cxnSp>
          <p:sp>
            <p:nvSpPr>
              <p:cNvPr id="10" name="文本框 9"/>
              <p:cNvSpPr txBox="1"/>
              <p:nvPr/>
            </p:nvSpPr>
            <p:spPr>
              <a:xfrm>
                <a:off x="19274144" y="8938622"/>
                <a:ext cx="1017980" cy="37771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r>
                  <a:rPr lang="en-US" altLang="zh-CN" sz="1600" dirty="0">
                    <a:latin typeface="Arial" panose="020B0604020202020204" pitchFamily="34" charset="0"/>
                    <a:cs typeface="Arial" panose="020B0604020202020204" pitchFamily="34" charset="0"/>
                  </a:rPr>
                  <a:t>-0.12mm</a:t>
                </a:r>
                <a:endParaRPr lang="zh-CN" altLang="en-US" sz="1600" dirty="0">
                  <a:latin typeface="Arial" panose="020B0604020202020204" pitchFamily="34" charset="0"/>
                  <a:cs typeface="Arial" panose="020B0604020202020204" pitchFamily="34" charset="0"/>
                </a:endParaRPr>
              </a:p>
            </p:txBody>
          </p:sp>
          <p:cxnSp>
            <p:nvCxnSpPr>
              <p:cNvPr id="29" name="直接连接符 28"/>
              <p:cNvCxnSpPr/>
              <p:nvPr/>
            </p:nvCxnSpPr>
            <p:spPr>
              <a:xfrm>
                <a:off x="18808741" y="8021753"/>
                <a:ext cx="0" cy="1692000"/>
              </a:xfrm>
              <a:prstGeom prst="line">
                <a:avLst/>
              </a:prstGeom>
              <a:noFill/>
              <a:ln w="19050" cap="flat">
                <a:solidFill>
                  <a:srgbClr val="00FFFF"/>
                </a:solidFill>
                <a:prstDash val="dash"/>
                <a:round/>
              </a:ln>
              <a:effectLst/>
              <a:sp3d/>
            </p:spPr>
            <p:style>
              <a:lnRef idx="0">
                <a:scrgbClr r="0" g="0" b="0"/>
              </a:lnRef>
              <a:fillRef idx="0">
                <a:scrgbClr r="0" g="0" b="0"/>
              </a:fillRef>
              <a:effectRef idx="0">
                <a:scrgbClr r="0" g="0" b="0"/>
              </a:effectRef>
              <a:fontRef idx="none"/>
            </p:style>
          </p:cxnSp>
          <p:cxnSp>
            <p:nvCxnSpPr>
              <p:cNvPr id="81" name="直接连接符 80"/>
              <p:cNvCxnSpPr/>
              <p:nvPr/>
            </p:nvCxnSpPr>
            <p:spPr>
              <a:xfrm rot="5400000">
                <a:off x="19336418" y="8524416"/>
                <a:ext cx="0" cy="1692000"/>
              </a:xfrm>
              <a:prstGeom prst="line">
                <a:avLst/>
              </a:prstGeom>
              <a:noFill/>
              <a:ln w="19050" cap="flat">
                <a:solidFill>
                  <a:srgbClr val="00FFFF"/>
                </a:solidFill>
                <a:prstDash val="dash"/>
                <a:round/>
              </a:ln>
              <a:effectLst/>
              <a:sp3d/>
            </p:spPr>
            <p:style>
              <a:lnRef idx="0">
                <a:scrgbClr r="0" g="0" b="0"/>
              </a:lnRef>
              <a:fillRef idx="0">
                <a:scrgbClr r="0" g="0" b="0"/>
              </a:fillRef>
              <a:effectRef idx="0">
                <a:scrgbClr r="0" g="0" b="0"/>
              </a:effectRef>
              <a:fontRef idx="none"/>
            </p:style>
          </p:cxnSp>
        </p:grpSp>
        <p:sp>
          <p:nvSpPr>
            <p:cNvPr id="35" name="线形标注 1 34"/>
            <p:cNvSpPr/>
            <p:nvPr/>
          </p:nvSpPr>
          <p:spPr>
            <a:xfrm>
              <a:off x="20560019" y="9572444"/>
              <a:ext cx="2878006" cy="889431"/>
            </a:xfrm>
            <a:prstGeom prst="borderCallout1">
              <a:avLst>
                <a:gd name="adj1" fmla="val 8859"/>
                <a:gd name="adj2" fmla="val 142"/>
                <a:gd name="adj3" fmla="val -28520"/>
                <a:gd name="adj4" fmla="val -26507"/>
              </a:avLst>
            </a:prstGeom>
            <a:solidFill>
              <a:srgbClr val="FFFFFF"/>
            </a:solidFill>
            <a:ln w="25400" cap="flat">
              <a:solidFill>
                <a:schemeClr val="accent1"/>
              </a:solidFill>
              <a:prstDash val="solid"/>
              <a:round/>
              <a:headEnd type="none" w="med" len="med"/>
              <a:tailEnd type="triangle" w="med" len="me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71435" tIns="71435" rIns="71435" bIns="71435" numCol="1" spcCol="38100" rtlCol="0" anchor="ctr">
              <a:spAutoFit/>
            </a:bodyPr>
            <a:lstStyle/>
            <a:p>
              <a:pPr marL="0" marR="0" indent="0" algn="ctr" defTabSz="821529" rtl="0" fontAlgn="auto" latinLnBrk="0" hangingPunct="0">
                <a:lnSpc>
                  <a:spcPct val="100000"/>
                </a:lnSpc>
                <a:spcBef>
                  <a:spcPts val="0"/>
                </a:spcBef>
                <a:spcAft>
                  <a:spcPts val="0"/>
                </a:spcAft>
                <a:buClrTx/>
                <a:buSzTx/>
                <a:buFontTx/>
                <a:buNone/>
                <a:tabLst/>
              </a:pPr>
              <a:r>
                <a:rPr kumimoji="0" lang="zh-CN" altLang="en-US" sz="2200" b="0" i="0" u="none" strike="noStrike" cap="none" spc="0" normalizeH="0" baseline="0" dirty="0">
                  <a:ln>
                    <a:noFill/>
                  </a:ln>
                  <a:solidFill>
                    <a:srgbClr val="000000"/>
                  </a:solidFill>
                  <a:effectLst/>
                  <a:uFillTx/>
                  <a:latin typeface="Arial" panose="020B0604020202020204" pitchFamily="34" charset="0"/>
                  <a:cs typeface="Arial" panose="020B0604020202020204" pitchFamily="34" charset="0"/>
                  <a:sym typeface="Helvetica Neue"/>
                </a:rPr>
                <a:t>测试范围根据产品</a:t>
              </a:r>
              <a:r>
                <a:rPr kumimoji="0" lang="en-US" altLang="zh-CN" sz="2200" b="0" i="0" u="none" strike="noStrike" cap="none" spc="0" normalizeH="0" baseline="0" dirty="0">
                  <a:ln>
                    <a:noFill/>
                  </a:ln>
                  <a:solidFill>
                    <a:srgbClr val="000000"/>
                  </a:solidFill>
                  <a:effectLst/>
                  <a:uFillTx/>
                  <a:latin typeface="Arial" panose="020B0604020202020204" pitchFamily="34" charset="0"/>
                  <a:cs typeface="Arial" panose="020B0604020202020204" pitchFamily="34" charset="0"/>
                  <a:sym typeface="Helvetica Neue"/>
                </a:rPr>
                <a:t>R</a:t>
              </a:r>
              <a:r>
                <a:rPr kumimoji="0" lang="zh-CN" altLang="en-US" sz="2200" b="0" i="0" u="none" strike="noStrike" cap="none" spc="0" normalizeH="0" baseline="0" dirty="0">
                  <a:ln>
                    <a:noFill/>
                  </a:ln>
                  <a:solidFill>
                    <a:srgbClr val="000000"/>
                  </a:solidFill>
                  <a:effectLst/>
                  <a:uFillTx/>
                  <a:latin typeface="Arial" panose="020B0604020202020204" pitchFamily="34" charset="0"/>
                  <a:cs typeface="Arial" panose="020B0604020202020204" pitchFamily="34" charset="0"/>
                  <a:sym typeface="Helvetica Neue"/>
                </a:rPr>
                <a:t>角的实际规格决定</a:t>
              </a:r>
            </a:p>
          </p:txBody>
        </p:sp>
      </p:grpSp>
      <p:graphicFrame>
        <p:nvGraphicFramePr>
          <p:cNvPr id="37" name="表格 36"/>
          <p:cNvGraphicFramePr>
            <a:graphicFrameLocks noGrp="1"/>
          </p:cNvGraphicFramePr>
          <p:nvPr>
            <p:extLst>
              <p:ext uri="{D42A27DB-BD31-4B8C-83A1-F6EECF244321}">
                <p14:modId xmlns:p14="http://schemas.microsoft.com/office/powerpoint/2010/main" val="2384463888"/>
              </p:ext>
            </p:extLst>
          </p:nvPr>
        </p:nvGraphicFramePr>
        <p:xfrm>
          <a:off x="19106674" y="4387670"/>
          <a:ext cx="4278920" cy="5632645"/>
        </p:xfrm>
        <a:graphic>
          <a:graphicData uri="http://schemas.openxmlformats.org/drawingml/2006/table">
            <a:tbl>
              <a:tblPr/>
              <a:tblGrid>
                <a:gridCol w="486512">
                  <a:extLst>
                    <a:ext uri="{9D8B030D-6E8A-4147-A177-3AD203B41FA5}">
                      <a16:colId xmlns:a16="http://schemas.microsoft.com/office/drawing/2014/main" val="20000"/>
                    </a:ext>
                  </a:extLst>
                </a:gridCol>
                <a:gridCol w="1618454">
                  <a:extLst>
                    <a:ext uri="{9D8B030D-6E8A-4147-A177-3AD203B41FA5}">
                      <a16:colId xmlns:a16="http://schemas.microsoft.com/office/drawing/2014/main" val="20003"/>
                    </a:ext>
                  </a:extLst>
                </a:gridCol>
                <a:gridCol w="92963">
                  <a:extLst>
                    <a:ext uri="{9D8B030D-6E8A-4147-A177-3AD203B41FA5}">
                      <a16:colId xmlns:a16="http://schemas.microsoft.com/office/drawing/2014/main" val="20002"/>
                    </a:ext>
                  </a:extLst>
                </a:gridCol>
                <a:gridCol w="420235">
                  <a:extLst>
                    <a:ext uri="{9D8B030D-6E8A-4147-A177-3AD203B41FA5}">
                      <a16:colId xmlns:a16="http://schemas.microsoft.com/office/drawing/2014/main" val="20004"/>
                    </a:ext>
                  </a:extLst>
                </a:gridCol>
                <a:gridCol w="1660756">
                  <a:extLst>
                    <a:ext uri="{9D8B030D-6E8A-4147-A177-3AD203B41FA5}">
                      <a16:colId xmlns:a16="http://schemas.microsoft.com/office/drawing/2014/main" val="20005"/>
                    </a:ext>
                  </a:extLst>
                </a:gridCol>
              </a:tblGrid>
              <a:tr h="577757">
                <a:tc>
                  <a:txBody>
                    <a:bodyPr/>
                    <a:lstStyle/>
                    <a:p>
                      <a:pPr algn="ctr" fontAlgn="ctr"/>
                      <a:r>
                        <a:rPr lang="en-US" sz="1400" b="0" i="0" u="none" strike="noStrike" dirty="0">
                          <a:solidFill>
                            <a:srgbClr val="000000"/>
                          </a:solidFill>
                          <a:effectLst/>
                          <a:latin typeface="Arial" panose="020B0604020202020204" pitchFamily="34" charset="0"/>
                          <a:ea typeface="Arial Unicode MS" panose="020B0604020202020204" pitchFamily="34" charset="-122"/>
                          <a:cs typeface="Arial" panose="020B0604020202020204" pitchFamily="34" charset="0"/>
                        </a:rPr>
                        <a:t>No.</a:t>
                      </a:r>
                    </a:p>
                  </a:txBody>
                  <a:tcPr marL="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56C1FF"/>
                    </a:solidFill>
                  </a:tcPr>
                </a:tc>
                <a:tc>
                  <a:txBody>
                    <a:bodyPr/>
                    <a:lstStyle/>
                    <a:p>
                      <a:pPr marL="0" marR="0" indent="0" algn="ctr" defTabSz="821530" eaLnBrk="1" fontAlgn="ctr" latinLnBrk="0" hangingPunct="1">
                        <a:lnSpc>
                          <a:spcPct val="100000"/>
                        </a:lnSpc>
                        <a:spcBef>
                          <a:spcPts val="0"/>
                        </a:spcBef>
                        <a:spcAft>
                          <a:spcPts val="0"/>
                        </a:spcAft>
                        <a:buClrTx/>
                        <a:buSzTx/>
                        <a:buFontTx/>
                        <a:buNone/>
                        <a:tabLst/>
                        <a:defRPr/>
                      </a:pPr>
                      <a:r>
                        <a:rPr lang="en-US" altLang="zh-CN" sz="1600" u="none" strike="noStrike" dirty="0">
                          <a:effectLst/>
                          <a:latin typeface="Arial" panose="020B0604020202020204" pitchFamily="34" charset="0"/>
                          <a:cs typeface="Arial" panose="020B0604020202020204" pitchFamily="34" charset="0"/>
                        </a:rPr>
                        <a:t>FAI6-Radius</a:t>
                      </a:r>
                      <a:endParaRPr lang="en-US" altLang="zh-CN" sz="1600" b="0" i="0" u="none" strike="noStrike" dirty="0">
                        <a:solidFill>
                          <a:srgbClr val="000000"/>
                        </a:solidFill>
                        <a:effectLst/>
                        <a:latin typeface="Arial" panose="020B0604020202020204" pitchFamily="34" charset="0"/>
                        <a:ea typeface="宋体" panose="02010600030101010101" pitchFamily="2" charset="-122"/>
                        <a:cs typeface="Arial" panose="020B0604020202020204" pitchFamily="34" charset="0"/>
                      </a:endParaRPr>
                    </a:p>
                  </a:txBody>
                  <a:tcPr marL="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56C1FF"/>
                    </a:solidFill>
                  </a:tcPr>
                </a:tc>
                <a:tc>
                  <a:txBody>
                    <a:bodyPr/>
                    <a:lstStyle/>
                    <a:p>
                      <a:pPr marL="0" marR="0" lvl="0" indent="0" algn="ctr" defTabSz="821530" eaLnBrk="1" fontAlgn="ctr" latinLnBrk="0" hangingPunct="1">
                        <a:lnSpc>
                          <a:spcPct val="100000"/>
                        </a:lnSpc>
                        <a:spcBef>
                          <a:spcPts val="0"/>
                        </a:spcBef>
                        <a:spcAft>
                          <a:spcPts val="0"/>
                        </a:spcAft>
                        <a:buClrTx/>
                        <a:buSzTx/>
                        <a:buFontTx/>
                        <a:buNone/>
                        <a:tabLst/>
                        <a:defRPr/>
                      </a:pPr>
                      <a:endParaRPr lang="en-US" sz="2000" b="0" i="0" u="none" strike="noStrike" cap="none" spc="0" baseline="0" dirty="0">
                        <a:ln>
                          <a:noFill/>
                        </a:ln>
                        <a:solidFill>
                          <a:schemeClr val="tx1"/>
                        </a:solidFill>
                        <a:effectLst/>
                        <a:uFillTx/>
                        <a:latin typeface="Arial" panose="020B0604020202020204" pitchFamily="34" charset="0"/>
                        <a:ea typeface="Arial Unicode MS" panose="020B0604020202020204" pitchFamily="34" charset="-122"/>
                        <a:cs typeface="Arial" panose="020B0604020202020204" pitchFamily="34" charset="0"/>
                        <a:sym typeface="Helvetica Neue Light"/>
                      </a:endParaRPr>
                    </a:p>
                  </a:txBody>
                  <a:tcPr marL="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algn="ctr" fontAlgn="ctr"/>
                      <a:r>
                        <a:rPr lang="en-US" sz="1400" b="0" i="0" u="none" strike="noStrike" dirty="0">
                          <a:solidFill>
                            <a:srgbClr val="000000"/>
                          </a:solidFill>
                          <a:effectLst/>
                          <a:latin typeface="Arial" panose="020B0604020202020204" pitchFamily="34" charset="0"/>
                          <a:ea typeface="Arial Unicode MS" panose="020B0604020202020204" pitchFamily="34" charset="-122"/>
                          <a:cs typeface="Arial" panose="020B0604020202020204" pitchFamily="34" charset="0"/>
                        </a:rPr>
                        <a:t>No.</a:t>
                      </a:r>
                    </a:p>
                  </a:txBody>
                  <a:tcPr marL="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56C1FF"/>
                    </a:solidFill>
                  </a:tcPr>
                </a:tc>
                <a:tc>
                  <a:txBody>
                    <a:bodyPr/>
                    <a:lstStyle/>
                    <a:p>
                      <a:pPr marL="0" marR="0" lvl="0" indent="0" algn="ctr" defTabSz="821530" eaLnBrk="1" fontAlgn="ctr" latinLnBrk="0" hangingPunct="1">
                        <a:lnSpc>
                          <a:spcPct val="100000"/>
                        </a:lnSpc>
                        <a:spcBef>
                          <a:spcPts val="0"/>
                        </a:spcBef>
                        <a:spcAft>
                          <a:spcPts val="0"/>
                        </a:spcAft>
                        <a:buClrTx/>
                        <a:buSzTx/>
                        <a:buFontTx/>
                        <a:buNone/>
                        <a:tabLst/>
                        <a:defRPr/>
                      </a:pPr>
                      <a:r>
                        <a:rPr lang="en-US" altLang="zh-CN" sz="1600" b="0" i="0" u="none" strike="noStrike" cap="none" spc="0" baseline="0" dirty="0">
                          <a:ln>
                            <a:noFill/>
                          </a:ln>
                          <a:solidFill>
                            <a:schemeClr val="tx1"/>
                          </a:solidFill>
                          <a:effectLst/>
                          <a:uFillTx/>
                          <a:latin typeface="Arial" panose="020B0604020202020204" pitchFamily="34" charset="0"/>
                          <a:ea typeface="+mn-ea"/>
                          <a:cs typeface="Arial" panose="020B0604020202020204" pitchFamily="34" charset="0"/>
                          <a:sym typeface="Helvetica Neue Light"/>
                        </a:rPr>
                        <a:t>FAI6-Radius</a:t>
                      </a:r>
                    </a:p>
                  </a:txBody>
                  <a:tcPr marL="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56C1FF"/>
                    </a:solidFill>
                  </a:tcPr>
                </a:tc>
                <a:extLst>
                  <a:ext uri="{0D108BD9-81ED-4DB2-BD59-A6C34878D82A}">
                    <a16:rowId xmlns:a16="http://schemas.microsoft.com/office/drawing/2014/main" val="10000"/>
                  </a:ext>
                </a:extLst>
              </a:tr>
              <a:tr h="299412">
                <a:tc>
                  <a:txBody>
                    <a:bodyPr/>
                    <a:lstStyle/>
                    <a:p>
                      <a:pPr marL="0" marR="0" indent="0" algn="ctr" defTabSz="821530" fontAlgn="ctr" latinLnBrk="0">
                        <a:lnSpc>
                          <a:spcPct val="100000"/>
                        </a:lnSpc>
                        <a:spcBef>
                          <a:spcPts val="0"/>
                        </a:spcBef>
                        <a:spcAft>
                          <a:spcPts val="0"/>
                        </a:spcAft>
                        <a:buClrTx/>
                        <a:buSzTx/>
                        <a:buFontTx/>
                        <a:buNone/>
                        <a:tabLst/>
                      </a:pPr>
                      <a:r>
                        <a:rPr lang="en-US" altLang="zh-CN" sz="1400" b="0" i="0" u="none" strike="noStrike" cap="none" spc="0" baseline="0" dirty="0">
                          <a:ln>
                            <a:noFill/>
                          </a:ln>
                          <a:solidFill>
                            <a:schemeClr val="tx1"/>
                          </a:solidFill>
                          <a:effectLst/>
                          <a:uFillTx/>
                          <a:latin typeface="Arial" panose="020B0604020202020204" pitchFamily="34" charset="0"/>
                          <a:ea typeface="+mn-ea"/>
                          <a:cs typeface="Arial" panose="020B0604020202020204" pitchFamily="34" charset="0"/>
                          <a:sym typeface="Helvetica Neue Light"/>
                        </a:rPr>
                        <a:t>1</a:t>
                      </a:r>
                    </a:p>
                  </a:txBody>
                  <a:tcPr marL="6332" marR="6332" marT="6332"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indent="0" algn="ctr" defTabSz="821530" fontAlgn="ctr" latinLnBrk="0">
                        <a:lnSpc>
                          <a:spcPct val="100000"/>
                        </a:lnSpc>
                        <a:spcBef>
                          <a:spcPts val="0"/>
                        </a:spcBef>
                        <a:spcAft>
                          <a:spcPts val="0"/>
                        </a:spcAft>
                        <a:buClrTx/>
                        <a:buSzTx/>
                        <a:buFontTx/>
                        <a:buNone/>
                        <a:tabLst/>
                      </a:pPr>
                      <a:r>
                        <a:rPr lang="en-US" altLang="zh-CN" sz="1400" b="0" i="0" u="none" strike="noStrike" cap="none" spc="0" baseline="0">
                          <a:ln>
                            <a:noFill/>
                          </a:ln>
                          <a:solidFill>
                            <a:schemeClr val="tx1"/>
                          </a:solidFill>
                          <a:effectLst/>
                          <a:uFillTx/>
                          <a:latin typeface="Arial" panose="020B0604020202020204" pitchFamily="34" charset="0"/>
                          <a:ea typeface="+mn-ea"/>
                          <a:cs typeface="Arial" panose="020B0604020202020204" pitchFamily="34" charset="0"/>
                          <a:sym typeface="Helvetica Neue Light"/>
                        </a:rPr>
                        <a:t>0.2 +0.1/-0.8</a:t>
                      </a:r>
                      <a:endParaRPr lang="en-US" altLang="zh-CN" sz="1400" b="0" i="0" u="none" strike="noStrike" cap="none" spc="0" baseline="0" dirty="0">
                        <a:ln>
                          <a:noFill/>
                        </a:ln>
                        <a:solidFill>
                          <a:schemeClr val="tx1"/>
                        </a:solidFill>
                        <a:effectLst/>
                        <a:uFillTx/>
                        <a:latin typeface="Arial" panose="020B0604020202020204" pitchFamily="34" charset="0"/>
                        <a:ea typeface="+mn-ea"/>
                        <a:cs typeface="Arial" panose="020B0604020202020204" pitchFamily="34" charset="0"/>
                        <a:sym typeface="Helvetica Neue Light"/>
                      </a:endParaRPr>
                    </a:p>
                  </a:txBody>
                  <a:tcPr marL="9525" marR="9525" marT="9525"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rowSpan="17">
                  <a:txBody>
                    <a:bodyPr/>
                    <a:lstStyle/>
                    <a:p>
                      <a:pPr marL="0" marR="0" indent="0" algn="ctr" defTabSz="821530" eaLnBrk="1" fontAlgn="ctr" latinLnBrk="0" hangingPunct="1">
                        <a:lnSpc>
                          <a:spcPct val="100000"/>
                        </a:lnSpc>
                        <a:spcBef>
                          <a:spcPts val="0"/>
                        </a:spcBef>
                        <a:spcAft>
                          <a:spcPts val="0"/>
                        </a:spcAft>
                        <a:buClrTx/>
                        <a:buSzTx/>
                        <a:buFontTx/>
                        <a:buNone/>
                        <a:tabLst/>
                        <a:defRPr/>
                      </a:pPr>
                      <a:endParaRPr lang="en-US" altLang="zh-CN" sz="1400" b="0" i="0" u="none" strike="noStrike" cap="none" spc="0" baseline="0" dirty="0">
                        <a:ln>
                          <a:noFill/>
                        </a:ln>
                        <a:solidFill>
                          <a:schemeClr val="tx1"/>
                        </a:solidFill>
                        <a:effectLst/>
                        <a:uFillTx/>
                        <a:latin typeface="Arial" panose="020B0604020202020204" pitchFamily="34" charset="0"/>
                        <a:ea typeface="+mn-ea"/>
                        <a:cs typeface="Arial" panose="020B0604020202020204" pitchFamily="34" charset="0"/>
                        <a:sym typeface="Helvetica Neue Light"/>
                      </a:endParaRPr>
                    </a:p>
                  </a:txBody>
                  <a:tcPr marL="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indent="0" algn="ctr" defTabSz="821530" fontAlgn="ctr" latinLnBrk="0">
                        <a:lnSpc>
                          <a:spcPct val="100000"/>
                        </a:lnSpc>
                        <a:spcBef>
                          <a:spcPts val="0"/>
                        </a:spcBef>
                        <a:spcAft>
                          <a:spcPts val="0"/>
                        </a:spcAft>
                        <a:buClrTx/>
                        <a:buSzTx/>
                        <a:buFontTx/>
                        <a:buNone/>
                        <a:tabLst/>
                      </a:pPr>
                      <a:r>
                        <a:rPr lang="en-US" altLang="zh-CN" sz="1400" b="0" i="0" u="none" strike="noStrike" cap="none" spc="0" baseline="0" dirty="0">
                          <a:ln>
                            <a:noFill/>
                          </a:ln>
                          <a:solidFill>
                            <a:schemeClr val="tx1"/>
                          </a:solidFill>
                          <a:effectLst/>
                          <a:uFillTx/>
                          <a:latin typeface="Arial" panose="020B0604020202020204" pitchFamily="34" charset="0"/>
                          <a:ea typeface="+mn-ea"/>
                          <a:cs typeface="Arial" panose="020B0604020202020204" pitchFamily="34" charset="0"/>
                          <a:sym typeface="Helvetica Neue Light"/>
                        </a:rPr>
                        <a:t>26</a:t>
                      </a:r>
                    </a:p>
                  </a:txBody>
                  <a:tcPr marL="8249" marR="8249" marT="8249"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lvl="0" indent="0" algn="ctr" defTabSz="821530" eaLnBrk="1" fontAlgn="ctr" latinLnBrk="0" hangingPunct="1">
                        <a:lnSpc>
                          <a:spcPct val="100000"/>
                        </a:lnSpc>
                        <a:spcBef>
                          <a:spcPts val="0"/>
                        </a:spcBef>
                        <a:spcAft>
                          <a:spcPts val="0"/>
                        </a:spcAft>
                        <a:buClrTx/>
                        <a:buSzTx/>
                        <a:buFontTx/>
                        <a:buNone/>
                        <a:tabLst/>
                        <a:defRPr/>
                      </a:pPr>
                      <a:r>
                        <a:rPr kumimoji="0" lang="en-US" altLang="zh-CN" sz="1400" b="0" i="0" u="none" strike="noStrike" kern="0" cap="none" spc="0" normalizeH="0" baseline="0" noProof="0" dirty="0">
                          <a:ln>
                            <a:noFill/>
                          </a:ln>
                          <a:solidFill>
                            <a:srgbClr val="000000"/>
                          </a:solidFill>
                          <a:effectLst/>
                          <a:uLnTx/>
                          <a:uFillTx/>
                          <a:latin typeface="Arial" panose="020B0604020202020204" pitchFamily="34" charset="0"/>
                          <a:ea typeface="Helvetica Neue"/>
                          <a:cs typeface="Arial" panose="020B0604020202020204" pitchFamily="34" charset="0"/>
                          <a:sym typeface="Helvetica Neue Light"/>
                        </a:rPr>
                        <a:t>0.2 +0.1/-0.8</a:t>
                      </a:r>
                    </a:p>
                  </a:txBody>
                  <a:tcPr marL="9525" marR="9525" marT="9525"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10530863"/>
                  </a:ext>
                </a:extLst>
              </a:tr>
              <a:tr h="299412">
                <a:tc>
                  <a:txBody>
                    <a:bodyPr/>
                    <a:lstStyle/>
                    <a:p>
                      <a:pPr marL="0" marR="0" indent="0" algn="ctr" defTabSz="821530" fontAlgn="ctr" latinLnBrk="0">
                        <a:lnSpc>
                          <a:spcPct val="100000"/>
                        </a:lnSpc>
                        <a:spcBef>
                          <a:spcPts val="0"/>
                        </a:spcBef>
                        <a:spcAft>
                          <a:spcPts val="0"/>
                        </a:spcAft>
                        <a:buClrTx/>
                        <a:buSzTx/>
                        <a:buFontTx/>
                        <a:buNone/>
                        <a:tabLst/>
                      </a:pPr>
                      <a:r>
                        <a:rPr lang="en-US" altLang="zh-CN" sz="1400" b="0" i="0" u="none" strike="noStrike" cap="none" spc="0" baseline="0" dirty="0">
                          <a:ln>
                            <a:noFill/>
                          </a:ln>
                          <a:solidFill>
                            <a:schemeClr val="tx1"/>
                          </a:solidFill>
                          <a:effectLst/>
                          <a:uFillTx/>
                          <a:latin typeface="Arial" panose="020B0604020202020204" pitchFamily="34" charset="0"/>
                          <a:ea typeface="+mn-ea"/>
                          <a:cs typeface="Arial" panose="020B0604020202020204" pitchFamily="34" charset="0"/>
                          <a:sym typeface="Helvetica Neue Light"/>
                        </a:rPr>
                        <a:t>2</a:t>
                      </a:r>
                    </a:p>
                  </a:txBody>
                  <a:tcPr marL="6332" marR="6332" marT="6332"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lvl="0" indent="0" algn="ctr" defTabSz="821530" eaLnBrk="1" fontAlgn="ctr" latinLnBrk="0" hangingPunct="1">
                        <a:lnSpc>
                          <a:spcPct val="100000"/>
                        </a:lnSpc>
                        <a:spcBef>
                          <a:spcPts val="0"/>
                        </a:spcBef>
                        <a:spcAft>
                          <a:spcPts val="0"/>
                        </a:spcAft>
                        <a:buClrTx/>
                        <a:buSzTx/>
                        <a:buFontTx/>
                        <a:buNone/>
                        <a:tabLst/>
                        <a:defRPr/>
                      </a:pPr>
                      <a:r>
                        <a:rPr kumimoji="0" lang="en-US" altLang="zh-CN" sz="1400" b="0" i="0" u="none" strike="noStrike" kern="0" cap="none" spc="0" normalizeH="0" baseline="0" noProof="0">
                          <a:ln>
                            <a:noFill/>
                          </a:ln>
                          <a:solidFill>
                            <a:srgbClr val="000000"/>
                          </a:solidFill>
                          <a:effectLst/>
                          <a:uLnTx/>
                          <a:uFillTx/>
                          <a:latin typeface="Arial" panose="020B0604020202020204" pitchFamily="34" charset="0"/>
                          <a:ea typeface="Helvetica Neue"/>
                          <a:cs typeface="Arial" panose="020B0604020202020204" pitchFamily="34" charset="0"/>
                          <a:sym typeface="Helvetica Neue Light"/>
                        </a:rPr>
                        <a:t>0.2 +0.1/-0.8</a:t>
                      </a:r>
                      <a:endParaRPr kumimoji="0" lang="en-US" altLang="zh-CN" sz="1400" b="0" i="0" u="none" strike="noStrike" kern="0" cap="none" spc="0" normalizeH="0" baseline="0" noProof="0" dirty="0">
                        <a:ln>
                          <a:noFill/>
                        </a:ln>
                        <a:solidFill>
                          <a:srgbClr val="000000"/>
                        </a:solidFill>
                        <a:effectLst/>
                        <a:uLnTx/>
                        <a:uFillTx/>
                        <a:latin typeface="Arial" panose="020B0604020202020204" pitchFamily="34" charset="0"/>
                        <a:ea typeface="Helvetica Neue"/>
                        <a:cs typeface="Arial" panose="020B0604020202020204" pitchFamily="34" charset="0"/>
                        <a:sym typeface="Helvetica Neue Light"/>
                      </a:endParaRPr>
                    </a:p>
                  </a:txBody>
                  <a:tcPr marL="9525" marR="9525" marT="9525"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vMerge="1">
                  <a:txBody>
                    <a:bodyPr/>
                    <a:lstStyle/>
                    <a:p>
                      <a:endParaRPr lang="zh-CN" altLang="en-US"/>
                    </a:p>
                  </a:txBody>
                  <a:tcPr/>
                </a:tc>
                <a:tc>
                  <a:txBody>
                    <a:bodyPr/>
                    <a:lstStyle/>
                    <a:p>
                      <a:pPr marL="0" marR="0" indent="0" algn="ctr" defTabSz="821530" fontAlgn="ctr" latinLnBrk="0">
                        <a:lnSpc>
                          <a:spcPct val="100000"/>
                        </a:lnSpc>
                        <a:spcBef>
                          <a:spcPts val="0"/>
                        </a:spcBef>
                        <a:spcAft>
                          <a:spcPts val="0"/>
                        </a:spcAft>
                        <a:buClrTx/>
                        <a:buSzTx/>
                        <a:buFontTx/>
                        <a:buNone/>
                        <a:tabLst/>
                      </a:pPr>
                      <a:r>
                        <a:rPr lang="en-US" altLang="zh-CN" sz="1400" b="0" i="0" u="none" strike="noStrike" cap="none" spc="0" baseline="0" dirty="0">
                          <a:ln>
                            <a:noFill/>
                          </a:ln>
                          <a:solidFill>
                            <a:schemeClr val="tx1"/>
                          </a:solidFill>
                          <a:effectLst/>
                          <a:uFillTx/>
                          <a:latin typeface="Arial" panose="020B0604020202020204" pitchFamily="34" charset="0"/>
                          <a:ea typeface="+mn-ea"/>
                          <a:cs typeface="Arial" panose="020B0604020202020204" pitchFamily="34" charset="0"/>
                          <a:sym typeface="Helvetica Neue Light"/>
                        </a:rPr>
                        <a:t>27</a:t>
                      </a:r>
                    </a:p>
                  </a:txBody>
                  <a:tcPr marL="8249" marR="8249" marT="8249"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lvl="0" indent="0" algn="ctr" defTabSz="821530" eaLnBrk="1" fontAlgn="ctr" latinLnBrk="0" hangingPunct="1">
                        <a:lnSpc>
                          <a:spcPct val="100000"/>
                        </a:lnSpc>
                        <a:spcBef>
                          <a:spcPts val="0"/>
                        </a:spcBef>
                        <a:spcAft>
                          <a:spcPts val="0"/>
                        </a:spcAft>
                        <a:buClrTx/>
                        <a:buSzTx/>
                        <a:buFontTx/>
                        <a:buNone/>
                        <a:tabLst/>
                        <a:defRPr/>
                      </a:pPr>
                      <a:r>
                        <a:rPr kumimoji="0" lang="en-US" altLang="zh-CN" sz="1400" b="0" i="0" u="none" strike="noStrike" kern="0" cap="none" spc="0" normalizeH="0" baseline="0" noProof="0" dirty="0">
                          <a:ln>
                            <a:noFill/>
                          </a:ln>
                          <a:solidFill>
                            <a:srgbClr val="000000"/>
                          </a:solidFill>
                          <a:effectLst/>
                          <a:uLnTx/>
                          <a:uFillTx/>
                          <a:latin typeface="Arial" panose="020B0604020202020204" pitchFamily="34" charset="0"/>
                          <a:ea typeface="Helvetica Neue"/>
                          <a:cs typeface="Arial" panose="020B0604020202020204" pitchFamily="34" charset="0"/>
                          <a:sym typeface="Helvetica Neue Light"/>
                        </a:rPr>
                        <a:t>0.2 +0.1/-0.8</a:t>
                      </a:r>
                    </a:p>
                  </a:txBody>
                  <a:tcPr marL="9525" marR="9525" marT="9525"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299412">
                <a:tc>
                  <a:txBody>
                    <a:bodyPr/>
                    <a:lstStyle/>
                    <a:p>
                      <a:pPr marL="0" marR="0" indent="0" algn="ctr" defTabSz="821530" fontAlgn="ctr" latinLnBrk="0">
                        <a:lnSpc>
                          <a:spcPct val="100000"/>
                        </a:lnSpc>
                        <a:spcBef>
                          <a:spcPts val="0"/>
                        </a:spcBef>
                        <a:spcAft>
                          <a:spcPts val="0"/>
                        </a:spcAft>
                        <a:buClrTx/>
                        <a:buSzTx/>
                        <a:buFontTx/>
                        <a:buNone/>
                        <a:tabLst/>
                      </a:pPr>
                      <a:r>
                        <a:rPr lang="en-US" altLang="zh-CN" sz="1400" b="0" i="0" u="none" strike="noStrike" cap="none" spc="0" baseline="0" dirty="0">
                          <a:ln>
                            <a:noFill/>
                          </a:ln>
                          <a:solidFill>
                            <a:schemeClr val="tx1"/>
                          </a:solidFill>
                          <a:effectLst/>
                          <a:uFillTx/>
                          <a:latin typeface="Arial" panose="020B0604020202020204" pitchFamily="34" charset="0"/>
                          <a:ea typeface="+mn-ea"/>
                          <a:cs typeface="Arial" panose="020B0604020202020204" pitchFamily="34" charset="0"/>
                          <a:sym typeface="Helvetica Neue Light"/>
                        </a:rPr>
                        <a:t>3</a:t>
                      </a:r>
                    </a:p>
                  </a:txBody>
                  <a:tcPr marL="6332" marR="6332" marT="6332"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lvl="0" indent="0" algn="ctr" defTabSz="821530" eaLnBrk="1" fontAlgn="ctr" latinLnBrk="0" hangingPunct="1">
                        <a:lnSpc>
                          <a:spcPct val="100000"/>
                        </a:lnSpc>
                        <a:spcBef>
                          <a:spcPts val="0"/>
                        </a:spcBef>
                        <a:spcAft>
                          <a:spcPts val="0"/>
                        </a:spcAft>
                        <a:buClrTx/>
                        <a:buSzTx/>
                        <a:buFontTx/>
                        <a:buNone/>
                        <a:tabLst/>
                        <a:defRPr/>
                      </a:pPr>
                      <a:r>
                        <a:rPr kumimoji="0" lang="en-US" altLang="zh-CN" sz="1400" b="0" i="0" u="none" strike="noStrike" kern="0" cap="none" spc="0" normalizeH="0" baseline="0" noProof="0">
                          <a:ln>
                            <a:noFill/>
                          </a:ln>
                          <a:solidFill>
                            <a:srgbClr val="000000"/>
                          </a:solidFill>
                          <a:effectLst/>
                          <a:uLnTx/>
                          <a:uFillTx/>
                          <a:latin typeface="Arial" panose="020B0604020202020204" pitchFamily="34" charset="0"/>
                          <a:ea typeface="Helvetica Neue"/>
                          <a:cs typeface="Arial" panose="020B0604020202020204" pitchFamily="34" charset="0"/>
                          <a:sym typeface="Helvetica Neue Light"/>
                        </a:rPr>
                        <a:t>0.2 +0.1/-0.8</a:t>
                      </a:r>
                      <a:endParaRPr kumimoji="0" lang="en-US" altLang="zh-CN" sz="1400" b="0" i="0" u="none" strike="noStrike" kern="0" cap="none" spc="0" normalizeH="0" baseline="0" noProof="0" dirty="0">
                        <a:ln>
                          <a:noFill/>
                        </a:ln>
                        <a:solidFill>
                          <a:srgbClr val="000000"/>
                        </a:solidFill>
                        <a:effectLst/>
                        <a:uLnTx/>
                        <a:uFillTx/>
                        <a:latin typeface="Arial" panose="020B0604020202020204" pitchFamily="34" charset="0"/>
                        <a:ea typeface="Helvetica Neue"/>
                        <a:cs typeface="Arial" panose="020B0604020202020204" pitchFamily="34" charset="0"/>
                        <a:sym typeface="Helvetica Neue Light"/>
                      </a:endParaRPr>
                    </a:p>
                  </a:txBody>
                  <a:tcPr marL="9525" marR="9525" marT="9525"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vMerge="1">
                  <a:txBody>
                    <a:bodyPr/>
                    <a:lstStyle/>
                    <a:p>
                      <a:endParaRPr lang="zh-CN" altLang="en-US"/>
                    </a:p>
                  </a:txBody>
                  <a:tcPr/>
                </a:tc>
                <a:tc>
                  <a:txBody>
                    <a:bodyPr/>
                    <a:lstStyle/>
                    <a:p>
                      <a:pPr marL="0" marR="0" indent="0" algn="ctr" defTabSz="821530" fontAlgn="ctr" latinLnBrk="0">
                        <a:lnSpc>
                          <a:spcPct val="100000"/>
                        </a:lnSpc>
                        <a:spcBef>
                          <a:spcPts val="0"/>
                        </a:spcBef>
                        <a:spcAft>
                          <a:spcPts val="0"/>
                        </a:spcAft>
                        <a:buClrTx/>
                        <a:buSzTx/>
                        <a:buFontTx/>
                        <a:buNone/>
                        <a:tabLst/>
                      </a:pPr>
                      <a:r>
                        <a:rPr lang="en-US" altLang="zh-CN" sz="1400" b="0" i="0" u="none" strike="noStrike" cap="none" spc="0" baseline="0" dirty="0">
                          <a:ln>
                            <a:noFill/>
                          </a:ln>
                          <a:solidFill>
                            <a:schemeClr val="tx1"/>
                          </a:solidFill>
                          <a:effectLst/>
                          <a:uFillTx/>
                          <a:latin typeface="Arial" panose="020B0604020202020204" pitchFamily="34" charset="0"/>
                          <a:ea typeface="+mn-ea"/>
                          <a:cs typeface="Arial" panose="020B0604020202020204" pitchFamily="34" charset="0"/>
                          <a:sym typeface="Helvetica Neue Light"/>
                        </a:rPr>
                        <a:t>28</a:t>
                      </a:r>
                    </a:p>
                  </a:txBody>
                  <a:tcPr marL="8249" marR="8249" marT="8249"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lvl="0" indent="0" algn="ctr" defTabSz="821530" eaLnBrk="1" fontAlgn="ctr" latinLnBrk="0" hangingPunct="1">
                        <a:lnSpc>
                          <a:spcPct val="100000"/>
                        </a:lnSpc>
                        <a:spcBef>
                          <a:spcPts val="0"/>
                        </a:spcBef>
                        <a:spcAft>
                          <a:spcPts val="0"/>
                        </a:spcAft>
                        <a:buClrTx/>
                        <a:buSzTx/>
                        <a:buFontTx/>
                        <a:buNone/>
                        <a:tabLst/>
                        <a:defRPr/>
                      </a:pPr>
                      <a:r>
                        <a:rPr kumimoji="0" lang="en-US" altLang="zh-CN" sz="1400" b="0" i="0" u="none" strike="noStrike" kern="0" cap="none" spc="0" normalizeH="0" baseline="0" noProof="0" dirty="0">
                          <a:ln>
                            <a:noFill/>
                          </a:ln>
                          <a:solidFill>
                            <a:srgbClr val="000000"/>
                          </a:solidFill>
                          <a:effectLst/>
                          <a:uLnTx/>
                          <a:uFillTx/>
                          <a:latin typeface="Arial" panose="020B0604020202020204" pitchFamily="34" charset="0"/>
                          <a:ea typeface="Helvetica Neue"/>
                          <a:cs typeface="Arial" panose="020B0604020202020204" pitchFamily="34" charset="0"/>
                          <a:sym typeface="Helvetica Neue Light"/>
                        </a:rPr>
                        <a:t>0.2 +0.1/-0.8</a:t>
                      </a:r>
                    </a:p>
                  </a:txBody>
                  <a:tcPr marL="9525" marR="9525" marT="9525"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299412">
                <a:tc>
                  <a:txBody>
                    <a:bodyPr/>
                    <a:lstStyle/>
                    <a:p>
                      <a:pPr marL="0" marR="0" indent="0" algn="ctr" defTabSz="821530" fontAlgn="ctr" latinLnBrk="0">
                        <a:lnSpc>
                          <a:spcPct val="100000"/>
                        </a:lnSpc>
                        <a:spcBef>
                          <a:spcPts val="0"/>
                        </a:spcBef>
                        <a:spcAft>
                          <a:spcPts val="0"/>
                        </a:spcAft>
                        <a:buClrTx/>
                        <a:buSzTx/>
                        <a:buFontTx/>
                        <a:buNone/>
                        <a:tabLst/>
                      </a:pPr>
                      <a:r>
                        <a:rPr lang="en-US" altLang="zh-CN" sz="1400" b="0" i="0" u="none" strike="noStrike" cap="none" spc="0" baseline="0" dirty="0">
                          <a:ln>
                            <a:noFill/>
                          </a:ln>
                          <a:solidFill>
                            <a:schemeClr val="tx1"/>
                          </a:solidFill>
                          <a:effectLst/>
                          <a:uFillTx/>
                          <a:latin typeface="Arial" panose="020B0604020202020204" pitchFamily="34" charset="0"/>
                          <a:ea typeface="+mn-ea"/>
                          <a:cs typeface="Arial" panose="020B0604020202020204" pitchFamily="34" charset="0"/>
                          <a:sym typeface="Helvetica Neue Light"/>
                        </a:rPr>
                        <a:t>4</a:t>
                      </a:r>
                    </a:p>
                  </a:txBody>
                  <a:tcPr marL="6332" marR="6332" marT="6332"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lvl="0" indent="0" algn="ctr" defTabSz="821530" eaLnBrk="1" fontAlgn="ctr" latinLnBrk="0" hangingPunct="1">
                        <a:lnSpc>
                          <a:spcPct val="100000"/>
                        </a:lnSpc>
                        <a:spcBef>
                          <a:spcPts val="0"/>
                        </a:spcBef>
                        <a:spcAft>
                          <a:spcPts val="0"/>
                        </a:spcAft>
                        <a:buClrTx/>
                        <a:buSzTx/>
                        <a:buFontTx/>
                        <a:buNone/>
                        <a:tabLst/>
                        <a:defRPr/>
                      </a:pPr>
                      <a:r>
                        <a:rPr kumimoji="0" lang="en-US" altLang="zh-CN" sz="1400" b="0" i="0" u="none" strike="noStrike" kern="0" cap="none" spc="0" normalizeH="0" baseline="0" noProof="0">
                          <a:ln>
                            <a:noFill/>
                          </a:ln>
                          <a:solidFill>
                            <a:srgbClr val="000000"/>
                          </a:solidFill>
                          <a:effectLst/>
                          <a:uLnTx/>
                          <a:uFillTx/>
                          <a:latin typeface="Arial" panose="020B0604020202020204" pitchFamily="34" charset="0"/>
                          <a:ea typeface="Helvetica Neue"/>
                          <a:cs typeface="Arial" panose="020B0604020202020204" pitchFamily="34" charset="0"/>
                          <a:sym typeface="Helvetica Neue Light"/>
                        </a:rPr>
                        <a:t>0.2 +0.1/-0.8</a:t>
                      </a:r>
                      <a:endParaRPr kumimoji="0" lang="en-US" altLang="zh-CN" sz="1400" b="0" i="0" u="none" strike="noStrike" kern="0" cap="none" spc="0" normalizeH="0" baseline="0" noProof="0" dirty="0">
                        <a:ln>
                          <a:noFill/>
                        </a:ln>
                        <a:solidFill>
                          <a:srgbClr val="000000"/>
                        </a:solidFill>
                        <a:effectLst/>
                        <a:uLnTx/>
                        <a:uFillTx/>
                        <a:latin typeface="Arial" panose="020B0604020202020204" pitchFamily="34" charset="0"/>
                        <a:ea typeface="Helvetica Neue"/>
                        <a:cs typeface="Arial" panose="020B0604020202020204" pitchFamily="34" charset="0"/>
                        <a:sym typeface="Helvetica Neue Light"/>
                      </a:endParaRPr>
                    </a:p>
                  </a:txBody>
                  <a:tcPr marL="9525" marR="9525" marT="9525"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vMerge="1">
                  <a:txBody>
                    <a:bodyPr/>
                    <a:lstStyle/>
                    <a:p>
                      <a:endParaRPr lang="zh-CN" altLang="en-US"/>
                    </a:p>
                  </a:txBody>
                  <a:tcPr/>
                </a:tc>
                <a:tc>
                  <a:txBody>
                    <a:bodyPr/>
                    <a:lstStyle/>
                    <a:p>
                      <a:pPr marL="0" marR="0" indent="0" algn="ctr" defTabSz="821530" fontAlgn="ctr" latinLnBrk="0">
                        <a:lnSpc>
                          <a:spcPct val="100000"/>
                        </a:lnSpc>
                        <a:spcBef>
                          <a:spcPts val="0"/>
                        </a:spcBef>
                        <a:spcAft>
                          <a:spcPts val="0"/>
                        </a:spcAft>
                        <a:buClrTx/>
                        <a:buSzTx/>
                        <a:buFontTx/>
                        <a:buNone/>
                        <a:tabLst/>
                      </a:pPr>
                      <a:r>
                        <a:rPr lang="en-US" altLang="zh-CN" sz="1400" b="0" i="0" u="none" strike="noStrike" cap="none" spc="0" baseline="0" dirty="0">
                          <a:ln>
                            <a:noFill/>
                          </a:ln>
                          <a:solidFill>
                            <a:schemeClr val="tx1"/>
                          </a:solidFill>
                          <a:effectLst/>
                          <a:uFillTx/>
                          <a:latin typeface="Arial" panose="020B0604020202020204" pitchFamily="34" charset="0"/>
                          <a:ea typeface="+mn-ea"/>
                          <a:cs typeface="Arial" panose="020B0604020202020204" pitchFamily="34" charset="0"/>
                          <a:sym typeface="Helvetica Neue Light"/>
                        </a:rPr>
                        <a:t>29</a:t>
                      </a:r>
                    </a:p>
                  </a:txBody>
                  <a:tcPr marL="8249" marR="8249" marT="8249"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821530" eaLnBrk="1" fontAlgn="ctr" latinLnBrk="0" hangingPunct="1">
                        <a:lnSpc>
                          <a:spcPct val="100000"/>
                        </a:lnSpc>
                        <a:spcBef>
                          <a:spcPts val="0"/>
                        </a:spcBef>
                        <a:spcAft>
                          <a:spcPts val="0"/>
                        </a:spcAft>
                        <a:buClrTx/>
                        <a:buSzTx/>
                        <a:buFontTx/>
                        <a:buNone/>
                        <a:tabLst/>
                        <a:defRPr/>
                      </a:pPr>
                      <a:r>
                        <a:rPr kumimoji="0" lang="en-US" altLang="zh-CN" sz="1400" b="0" i="0" u="none" strike="noStrike" kern="0" cap="none" spc="0" normalizeH="0" baseline="0" noProof="0" dirty="0">
                          <a:ln>
                            <a:noFill/>
                          </a:ln>
                          <a:solidFill>
                            <a:srgbClr val="000000"/>
                          </a:solidFill>
                          <a:effectLst/>
                          <a:uLnTx/>
                          <a:uFillTx/>
                          <a:latin typeface="Arial" panose="020B0604020202020204" pitchFamily="34" charset="0"/>
                          <a:ea typeface="Helvetica Neue"/>
                          <a:cs typeface="Arial" panose="020B0604020202020204" pitchFamily="34" charset="0"/>
                          <a:sym typeface="Helvetica Neue Light"/>
                        </a:rPr>
                        <a:t>0.2 +0.1/-0.8</a:t>
                      </a:r>
                    </a:p>
                  </a:txBody>
                  <a:tcPr marL="9525" marR="9525" marT="9525"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299412">
                <a:tc>
                  <a:txBody>
                    <a:bodyPr/>
                    <a:lstStyle/>
                    <a:p>
                      <a:pPr marL="0" marR="0" indent="0" algn="ctr" defTabSz="821530" fontAlgn="ctr" latinLnBrk="0">
                        <a:lnSpc>
                          <a:spcPct val="100000"/>
                        </a:lnSpc>
                        <a:spcBef>
                          <a:spcPts val="0"/>
                        </a:spcBef>
                        <a:spcAft>
                          <a:spcPts val="0"/>
                        </a:spcAft>
                        <a:buClrTx/>
                        <a:buSzTx/>
                        <a:buFontTx/>
                        <a:buNone/>
                        <a:tabLst/>
                      </a:pPr>
                      <a:r>
                        <a:rPr lang="en-US" altLang="zh-CN" sz="1400" b="0" i="0" u="none" strike="noStrike" cap="none" spc="0" baseline="0" dirty="0">
                          <a:ln>
                            <a:noFill/>
                          </a:ln>
                          <a:solidFill>
                            <a:schemeClr val="tx1"/>
                          </a:solidFill>
                          <a:effectLst/>
                          <a:uFillTx/>
                          <a:latin typeface="Arial" panose="020B0604020202020204" pitchFamily="34" charset="0"/>
                          <a:ea typeface="+mn-ea"/>
                          <a:cs typeface="Arial" panose="020B0604020202020204" pitchFamily="34" charset="0"/>
                          <a:sym typeface="Helvetica Neue Light"/>
                        </a:rPr>
                        <a:t>5</a:t>
                      </a:r>
                    </a:p>
                  </a:txBody>
                  <a:tcPr marL="6332" marR="6332" marT="6332"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lvl="0" indent="0" algn="ctr" defTabSz="821530" eaLnBrk="1" fontAlgn="ctr" latinLnBrk="0" hangingPunct="1">
                        <a:lnSpc>
                          <a:spcPct val="100000"/>
                        </a:lnSpc>
                        <a:spcBef>
                          <a:spcPts val="0"/>
                        </a:spcBef>
                        <a:spcAft>
                          <a:spcPts val="0"/>
                        </a:spcAft>
                        <a:buClrTx/>
                        <a:buSzTx/>
                        <a:buFontTx/>
                        <a:buNone/>
                        <a:tabLst/>
                        <a:defRPr/>
                      </a:pPr>
                      <a:r>
                        <a:rPr kumimoji="0" lang="en-US" altLang="zh-CN" sz="1400" b="0" i="0" u="none" strike="noStrike" kern="0" cap="none" spc="0" normalizeH="0" baseline="0" noProof="0">
                          <a:ln>
                            <a:noFill/>
                          </a:ln>
                          <a:solidFill>
                            <a:srgbClr val="000000"/>
                          </a:solidFill>
                          <a:effectLst/>
                          <a:uLnTx/>
                          <a:uFillTx/>
                          <a:latin typeface="Arial" panose="020B0604020202020204" pitchFamily="34" charset="0"/>
                          <a:ea typeface="Helvetica Neue"/>
                          <a:cs typeface="Arial" panose="020B0604020202020204" pitchFamily="34" charset="0"/>
                          <a:sym typeface="Helvetica Neue Light"/>
                        </a:rPr>
                        <a:t>0.2 +0.1/-0.8</a:t>
                      </a:r>
                      <a:endParaRPr kumimoji="0" lang="en-US" altLang="zh-CN" sz="1400" b="0" i="0" u="none" strike="noStrike" kern="0" cap="none" spc="0" normalizeH="0" baseline="0" noProof="0" dirty="0">
                        <a:ln>
                          <a:noFill/>
                        </a:ln>
                        <a:solidFill>
                          <a:srgbClr val="000000"/>
                        </a:solidFill>
                        <a:effectLst/>
                        <a:uLnTx/>
                        <a:uFillTx/>
                        <a:latin typeface="Arial" panose="020B0604020202020204" pitchFamily="34" charset="0"/>
                        <a:ea typeface="Helvetica Neue"/>
                        <a:cs typeface="Arial" panose="020B0604020202020204" pitchFamily="34" charset="0"/>
                        <a:sym typeface="Helvetica Neue Light"/>
                      </a:endParaRPr>
                    </a:p>
                  </a:txBody>
                  <a:tcPr marL="9525" marR="9525" marT="9525"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vMerge="1">
                  <a:txBody>
                    <a:bodyPr/>
                    <a:lstStyle/>
                    <a:p>
                      <a:endParaRPr lang="zh-CN" altLang="en-US"/>
                    </a:p>
                  </a:txBody>
                  <a:tcPr/>
                </a:tc>
                <a:tc>
                  <a:txBody>
                    <a:bodyPr/>
                    <a:lstStyle/>
                    <a:p>
                      <a:pPr marL="0" marR="0" indent="0" algn="ctr" defTabSz="821530" fontAlgn="ctr" latinLnBrk="0">
                        <a:lnSpc>
                          <a:spcPct val="100000"/>
                        </a:lnSpc>
                        <a:spcBef>
                          <a:spcPts val="0"/>
                        </a:spcBef>
                        <a:spcAft>
                          <a:spcPts val="0"/>
                        </a:spcAft>
                        <a:buClrTx/>
                        <a:buSzTx/>
                        <a:buFontTx/>
                        <a:buNone/>
                        <a:tabLst/>
                      </a:pPr>
                      <a:r>
                        <a:rPr lang="en-US" altLang="zh-CN" sz="1400" b="0" i="0" u="none" strike="noStrike" cap="none" spc="0" baseline="0" dirty="0">
                          <a:ln>
                            <a:noFill/>
                          </a:ln>
                          <a:solidFill>
                            <a:schemeClr val="tx1"/>
                          </a:solidFill>
                          <a:effectLst/>
                          <a:uFillTx/>
                          <a:latin typeface="Arial" panose="020B0604020202020204" pitchFamily="34" charset="0"/>
                          <a:ea typeface="+mn-ea"/>
                          <a:cs typeface="Arial" panose="020B0604020202020204" pitchFamily="34" charset="0"/>
                          <a:sym typeface="Helvetica Neue Light"/>
                        </a:rPr>
                        <a:t>30</a:t>
                      </a:r>
                    </a:p>
                  </a:txBody>
                  <a:tcPr marL="8249" marR="8249" marT="8249"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821530" eaLnBrk="1" fontAlgn="ctr" latinLnBrk="0" hangingPunct="1">
                        <a:lnSpc>
                          <a:spcPct val="100000"/>
                        </a:lnSpc>
                        <a:spcBef>
                          <a:spcPts val="0"/>
                        </a:spcBef>
                        <a:spcAft>
                          <a:spcPts val="0"/>
                        </a:spcAft>
                        <a:buClrTx/>
                        <a:buSzTx/>
                        <a:buFontTx/>
                        <a:buNone/>
                        <a:tabLst/>
                        <a:defRPr/>
                      </a:pPr>
                      <a:r>
                        <a:rPr kumimoji="0" lang="en-US" altLang="zh-CN" sz="1400" b="0" i="0" u="none" strike="noStrike" kern="0" cap="none" spc="0" normalizeH="0" baseline="0" noProof="0" dirty="0">
                          <a:ln>
                            <a:noFill/>
                          </a:ln>
                          <a:solidFill>
                            <a:srgbClr val="000000"/>
                          </a:solidFill>
                          <a:effectLst/>
                          <a:uLnTx/>
                          <a:uFillTx/>
                          <a:latin typeface="Arial" panose="020B0604020202020204" pitchFamily="34" charset="0"/>
                          <a:ea typeface="Helvetica Neue"/>
                          <a:cs typeface="Arial" panose="020B0604020202020204" pitchFamily="34" charset="0"/>
                          <a:sym typeface="Helvetica Neue Light"/>
                        </a:rPr>
                        <a:t>0.2 +0.1/-0.8</a:t>
                      </a:r>
                    </a:p>
                  </a:txBody>
                  <a:tcPr marL="9525" marR="9525" marT="9525"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14"/>
                  </a:ext>
                </a:extLst>
              </a:tr>
              <a:tr h="299412">
                <a:tc>
                  <a:txBody>
                    <a:bodyPr/>
                    <a:lstStyle/>
                    <a:p>
                      <a:pPr marL="0" marR="0" indent="0" algn="ctr" defTabSz="821530" fontAlgn="ctr" latinLnBrk="0">
                        <a:lnSpc>
                          <a:spcPct val="100000"/>
                        </a:lnSpc>
                        <a:spcBef>
                          <a:spcPts val="0"/>
                        </a:spcBef>
                        <a:spcAft>
                          <a:spcPts val="0"/>
                        </a:spcAft>
                        <a:buClrTx/>
                        <a:buSzTx/>
                        <a:buFontTx/>
                        <a:buNone/>
                        <a:tabLst/>
                      </a:pPr>
                      <a:r>
                        <a:rPr lang="en-US" altLang="zh-CN" sz="1400" b="0" i="0" u="none" strike="noStrike" cap="none" spc="0" baseline="0" dirty="0">
                          <a:ln>
                            <a:noFill/>
                          </a:ln>
                          <a:solidFill>
                            <a:schemeClr val="tx1"/>
                          </a:solidFill>
                          <a:effectLst/>
                          <a:uFillTx/>
                          <a:latin typeface="Arial" panose="020B0604020202020204" pitchFamily="34" charset="0"/>
                          <a:ea typeface="+mn-ea"/>
                          <a:cs typeface="Arial" panose="020B0604020202020204" pitchFamily="34" charset="0"/>
                          <a:sym typeface="Helvetica Neue Light"/>
                        </a:rPr>
                        <a:t>6</a:t>
                      </a:r>
                    </a:p>
                  </a:txBody>
                  <a:tcPr marL="6332" marR="6332" marT="6332"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lvl="0" indent="0" algn="ctr" defTabSz="821530" eaLnBrk="1" fontAlgn="ctr" latinLnBrk="0" hangingPunct="1">
                        <a:lnSpc>
                          <a:spcPct val="100000"/>
                        </a:lnSpc>
                        <a:spcBef>
                          <a:spcPts val="0"/>
                        </a:spcBef>
                        <a:spcAft>
                          <a:spcPts val="0"/>
                        </a:spcAft>
                        <a:buClrTx/>
                        <a:buSzTx/>
                        <a:buFontTx/>
                        <a:buNone/>
                        <a:tabLst/>
                        <a:defRPr/>
                      </a:pPr>
                      <a:r>
                        <a:rPr kumimoji="0" lang="en-US" altLang="zh-CN" sz="1400" b="0" i="0" u="none" strike="noStrike" kern="0" cap="none" spc="0" normalizeH="0" baseline="0" noProof="0">
                          <a:ln>
                            <a:noFill/>
                          </a:ln>
                          <a:solidFill>
                            <a:srgbClr val="000000"/>
                          </a:solidFill>
                          <a:effectLst/>
                          <a:uLnTx/>
                          <a:uFillTx/>
                          <a:latin typeface="Arial" panose="020B0604020202020204" pitchFamily="34" charset="0"/>
                          <a:ea typeface="Helvetica Neue"/>
                          <a:cs typeface="Arial" panose="020B0604020202020204" pitchFamily="34" charset="0"/>
                          <a:sym typeface="Helvetica Neue Light"/>
                        </a:rPr>
                        <a:t>0.2 +0.1/-0.8</a:t>
                      </a:r>
                      <a:endParaRPr kumimoji="0" lang="en-US" altLang="zh-CN" sz="1400" b="0" i="0" u="none" strike="noStrike" kern="0" cap="none" spc="0" normalizeH="0" baseline="0" noProof="0" dirty="0">
                        <a:ln>
                          <a:noFill/>
                        </a:ln>
                        <a:solidFill>
                          <a:srgbClr val="000000"/>
                        </a:solidFill>
                        <a:effectLst/>
                        <a:uLnTx/>
                        <a:uFillTx/>
                        <a:latin typeface="Arial" panose="020B0604020202020204" pitchFamily="34" charset="0"/>
                        <a:ea typeface="Helvetica Neue"/>
                        <a:cs typeface="Arial" panose="020B0604020202020204" pitchFamily="34" charset="0"/>
                        <a:sym typeface="Helvetica Neue Light"/>
                      </a:endParaRPr>
                    </a:p>
                  </a:txBody>
                  <a:tcPr marL="9525" marR="9525" marT="9525"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vMerge="1">
                  <a:txBody>
                    <a:bodyPr/>
                    <a:lstStyle/>
                    <a:p>
                      <a:endParaRPr lang="zh-CN" altLang="en-US"/>
                    </a:p>
                  </a:txBody>
                  <a:tcPr/>
                </a:tc>
                <a:tc>
                  <a:txBody>
                    <a:bodyPr/>
                    <a:lstStyle/>
                    <a:p>
                      <a:pPr marL="0" marR="0" indent="0" algn="ctr" defTabSz="821530" fontAlgn="ctr" latinLnBrk="0">
                        <a:lnSpc>
                          <a:spcPct val="100000"/>
                        </a:lnSpc>
                        <a:spcBef>
                          <a:spcPts val="0"/>
                        </a:spcBef>
                        <a:spcAft>
                          <a:spcPts val="0"/>
                        </a:spcAft>
                        <a:buClrTx/>
                        <a:buSzTx/>
                        <a:buFontTx/>
                        <a:buNone/>
                        <a:tabLst/>
                      </a:pPr>
                      <a:r>
                        <a:rPr lang="en-US" altLang="zh-CN" sz="1400" b="0" i="0" u="none" strike="noStrike" cap="none" spc="0" baseline="0" dirty="0">
                          <a:ln>
                            <a:noFill/>
                          </a:ln>
                          <a:solidFill>
                            <a:schemeClr val="tx1"/>
                          </a:solidFill>
                          <a:effectLst/>
                          <a:uFillTx/>
                          <a:latin typeface="Arial" panose="020B0604020202020204" pitchFamily="34" charset="0"/>
                          <a:ea typeface="+mn-ea"/>
                          <a:cs typeface="Arial" panose="020B0604020202020204" pitchFamily="34" charset="0"/>
                          <a:sym typeface="Helvetica Neue Light"/>
                        </a:rPr>
                        <a:t>38</a:t>
                      </a:r>
                    </a:p>
                  </a:txBody>
                  <a:tcPr marL="8249" marR="8249" marT="8249"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821530" eaLnBrk="1" fontAlgn="ctr" latinLnBrk="0" hangingPunct="1">
                        <a:lnSpc>
                          <a:spcPct val="100000"/>
                        </a:lnSpc>
                        <a:spcBef>
                          <a:spcPts val="0"/>
                        </a:spcBef>
                        <a:spcAft>
                          <a:spcPts val="0"/>
                        </a:spcAft>
                        <a:buClrTx/>
                        <a:buSzTx/>
                        <a:buFontTx/>
                        <a:buNone/>
                        <a:tabLst/>
                        <a:defRPr/>
                      </a:pPr>
                      <a:r>
                        <a:rPr kumimoji="0" lang="en-US" altLang="zh-CN" sz="1400" b="0" i="0" u="none" strike="noStrike" kern="0" cap="none" spc="0" normalizeH="0" baseline="0" noProof="0" dirty="0">
                          <a:ln>
                            <a:noFill/>
                          </a:ln>
                          <a:solidFill>
                            <a:srgbClr val="000000"/>
                          </a:solidFill>
                          <a:effectLst/>
                          <a:uLnTx/>
                          <a:uFillTx/>
                          <a:latin typeface="Arial" panose="020B0604020202020204" pitchFamily="34" charset="0"/>
                          <a:ea typeface="Helvetica Neue"/>
                          <a:cs typeface="Arial" panose="020B0604020202020204" pitchFamily="34" charset="0"/>
                          <a:sym typeface="Helvetica Neue Light"/>
                        </a:rPr>
                        <a:t>0.2 +0.1/-0.8</a:t>
                      </a:r>
                    </a:p>
                  </a:txBody>
                  <a:tcPr marL="9525" marR="9525" marT="9525"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15"/>
                  </a:ext>
                </a:extLst>
              </a:tr>
              <a:tr h="299412">
                <a:tc>
                  <a:txBody>
                    <a:bodyPr/>
                    <a:lstStyle/>
                    <a:p>
                      <a:pPr marL="0" marR="0" indent="0" algn="ctr" defTabSz="821530" fontAlgn="ctr" latinLnBrk="0">
                        <a:lnSpc>
                          <a:spcPct val="100000"/>
                        </a:lnSpc>
                        <a:spcBef>
                          <a:spcPts val="0"/>
                        </a:spcBef>
                        <a:spcAft>
                          <a:spcPts val="0"/>
                        </a:spcAft>
                        <a:buClrTx/>
                        <a:buSzTx/>
                        <a:buFontTx/>
                        <a:buNone/>
                        <a:tabLst/>
                      </a:pPr>
                      <a:r>
                        <a:rPr lang="en-US" altLang="zh-CN" sz="1400" b="0" i="0" u="none" strike="noStrike" cap="none" spc="0" baseline="0" dirty="0">
                          <a:ln>
                            <a:noFill/>
                          </a:ln>
                          <a:solidFill>
                            <a:schemeClr val="tx1"/>
                          </a:solidFill>
                          <a:effectLst/>
                          <a:uFillTx/>
                          <a:latin typeface="Arial" panose="020B0604020202020204" pitchFamily="34" charset="0"/>
                          <a:ea typeface="+mn-ea"/>
                          <a:cs typeface="Arial" panose="020B0604020202020204" pitchFamily="34" charset="0"/>
                          <a:sym typeface="Helvetica Neue Light"/>
                        </a:rPr>
                        <a:t>7</a:t>
                      </a:r>
                    </a:p>
                  </a:txBody>
                  <a:tcPr marL="6332" marR="6332" marT="6332"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lvl="0" indent="0" algn="ctr" defTabSz="821530" eaLnBrk="1" fontAlgn="ctr" latinLnBrk="0" hangingPunct="1">
                        <a:lnSpc>
                          <a:spcPct val="100000"/>
                        </a:lnSpc>
                        <a:spcBef>
                          <a:spcPts val="0"/>
                        </a:spcBef>
                        <a:spcAft>
                          <a:spcPts val="0"/>
                        </a:spcAft>
                        <a:buClrTx/>
                        <a:buSzTx/>
                        <a:buFontTx/>
                        <a:buNone/>
                        <a:tabLst/>
                        <a:defRPr/>
                      </a:pPr>
                      <a:r>
                        <a:rPr kumimoji="0" lang="en-US" altLang="zh-CN" sz="1400" b="0" i="0" u="none" strike="noStrike" kern="0" cap="none" spc="0" normalizeH="0" baseline="0" noProof="0">
                          <a:ln>
                            <a:noFill/>
                          </a:ln>
                          <a:solidFill>
                            <a:srgbClr val="000000"/>
                          </a:solidFill>
                          <a:effectLst/>
                          <a:uLnTx/>
                          <a:uFillTx/>
                          <a:latin typeface="Arial" panose="020B0604020202020204" pitchFamily="34" charset="0"/>
                          <a:ea typeface="Helvetica Neue"/>
                          <a:cs typeface="Arial" panose="020B0604020202020204" pitchFamily="34" charset="0"/>
                          <a:sym typeface="Helvetica Neue Light"/>
                        </a:rPr>
                        <a:t>0.2 +0.1/-0.8</a:t>
                      </a:r>
                      <a:endParaRPr kumimoji="0" lang="en-US" altLang="zh-CN" sz="1400" b="0" i="0" u="none" strike="noStrike" kern="0" cap="none" spc="0" normalizeH="0" baseline="0" noProof="0" dirty="0">
                        <a:ln>
                          <a:noFill/>
                        </a:ln>
                        <a:solidFill>
                          <a:srgbClr val="000000"/>
                        </a:solidFill>
                        <a:effectLst/>
                        <a:uLnTx/>
                        <a:uFillTx/>
                        <a:latin typeface="Arial" panose="020B0604020202020204" pitchFamily="34" charset="0"/>
                        <a:ea typeface="Helvetica Neue"/>
                        <a:cs typeface="Arial" panose="020B0604020202020204" pitchFamily="34" charset="0"/>
                        <a:sym typeface="Helvetica Neue Light"/>
                      </a:endParaRPr>
                    </a:p>
                  </a:txBody>
                  <a:tcPr marL="9525" marR="9525" marT="9525"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vMerge="1">
                  <a:txBody>
                    <a:bodyPr/>
                    <a:lstStyle/>
                    <a:p>
                      <a:endParaRPr lang="zh-CN" altLang="en-US"/>
                    </a:p>
                  </a:txBody>
                  <a:tcPr/>
                </a:tc>
                <a:tc>
                  <a:txBody>
                    <a:bodyPr/>
                    <a:lstStyle/>
                    <a:p>
                      <a:pPr marL="0" marR="0" indent="0" algn="ctr" defTabSz="821530" fontAlgn="ctr" latinLnBrk="0">
                        <a:lnSpc>
                          <a:spcPct val="100000"/>
                        </a:lnSpc>
                        <a:spcBef>
                          <a:spcPts val="0"/>
                        </a:spcBef>
                        <a:spcAft>
                          <a:spcPts val="0"/>
                        </a:spcAft>
                        <a:buClrTx/>
                        <a:buSzTx/>
                        <a:buFontTx/>
                        <a:buNone/>
                        <a:tabLst/>
                      </a:pPr>
                      <a:r>
                        <a:rPr lang="en-US" altLang="zh-CN" sz="1400" b="0" i="0" u="none" strike="noStrike" cap="none" spc="0" baseline="0" dirty="0">
                          <a:ln>
                            <a:noFill/>
                          </a:ln>
                          <a:solidFill>
                            <a:schemeClr val="tx1"/>
                          </a:solidFill>
                          <a:effectLst/>
                          <a:uFillTx/>
                          <a:latin typeface="Arial" panose="020B0604020202020204" pitchFamily="34" charset="0"/>
                          <a:ea typeface="+mn-ea"/>
                          <a:cs typeface="Arial" panose="020B0604020202020204" pitchFamily="34" charset="0"/>
                          <a:sym typeface="Helvetica Neue Light"/>
                        </a:rPr>
                        <a:t>39</a:t>
                      </a:r>
                    </a:p>
                  </a:txBody>
                  <a:tcPr marL="8249" marR="8249" marT="8249"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lvl="0" indent="0" algn="ctr" defTabSz="821530" eaLnBrk="1" fontAlgn="ctr" latinLnBrk="0" hangingPunct="1">
                        <a:lnSpc>
                          <a:spcPct val="100000"/>
                        </a:lnSpc>
                        <a:spcBef>
                          <a:spcPts val="0"/>
                        </a:spcBef>
                        <a:spcAft>
                          <a:spcPts val="0"/>
                        </a:spcAft>
                        <a:buClrTx/>
                        <a:buSzTx/>
                        <a:buFontTx/>
                        <a:buNone/>
                        <a:tabLst/>
                        <a:defRPr/>
                      </a:pPr>
                      <a:r>
                        <a:rPr kumimoji="0" lang="en-US" altLang="zh-CN" sz="1400" b="0" i="0" u="none" strike="noStrike" kern="0" cap="none" spc="0" normalizeH="0" baseline="0" noProof="0" dirty="0">
                          <a:ln>
                            <a:noFill/>
                          </a:ln>
                          <a:solidFill>
                            <a:srgbClr val="000000"/>
                          </a:solidFill>
                          <a:effectLst/>
                          <a:uLnTx/>
                          <a:uFillTx/>
                          <a:latin typeface="Arial" panose="020B0604020202020204" pitchFamily="34" charset="0"/>
                          <a:ea typeface="Helvetica Neue"/>
                          <a:cs typeface="Arial" panose="020B0604020202020204" pitchFamily="34" charset="0"/>
                          <a:sym typeface="Helvetica Neue Light"/>
                        </a:rPr>
                        <a:t>0.2 +0.1/-0.8</a:t>
                      </a:r>
                    </a:p>
                  </a:txBody>
                  <a:tcPr marL="9525" marR="9525" marT="9525"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6"/>
                  </a:ext>
                </a:extLst>
              </a:tr>
              <a:tr h="299412">
                <a:tc>
                  <a:txBody>
                    <a:bodyPr/>
                    <a:lstStyle/>
                    <a:p>
                      <a:pPr marL="0" marR="0" indent="0" algn="ctr" defTabSz="821530" fontAlgn="ctr" latinLnBrk="0">
                        <a:lnSpc>
                          <a:spcPct val="100000"/>
                        </a:lnSpc>
                        <a:spcBef>
                          <a:spcPts val="0"/>
                        </a:spcBef>
                        <a:spcAft>
                          <a:spcPts val="0"/>
                        </a:spcAft>
                        <a:buClrTx/>
                        <a:buSzTx/>
                        <a:buFontTx/>
                        <a:buNone/>
                        <a:tabLst/>
                      </a:pPr>
                      <a:r>
                        <a:rPr lang="en-US" altLang="zh-CN" sz="1400" b="0" i="0" u="none" strike="noStrike" cap="none" spc="0" baseline="0" dirty="0">
                          <a:ln>
                            <a:noFill/>
                          </a:ln>
                          <a:solidFill>
                            <a:schemeClr val="tx1"/>
                          </a:solidFill>
                          <a:effectLst/>
                          <a:uFillTx/>
                          <a:latin typeface="Arial" panose="020B0604020202020204" pitchFamily="34" charset="0"/>
                          <a:ea typeface="+mn-ea"/>
                          <a:cs typeface="Arial" panose="020B0604020202020204" pitchFamily="34" charset="0"/>
                          <a:sym typeface="Helvetica Neue Light"/>
                        </a:rPr>
                        <a:t>8</a:t>
                      </a:r>
                    </a:p>
                  </a:txBody>
                  <a:tcPr marL="6332" marR="6332" marT="6332"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lvl="0" indent="0" algn="ctr" defTabSz="821530" eaLnBrk="1" fontAlgn="ctr" latinLnBrk="0" hangingPunct="1">
                        <a:lnSpc>
                          <a:spcPct val="100000"/>
                        </a:lnSpc>
                        <a:spcBef>
                          <a:spcPts val="0"/>
                        </a:spcBef>
                        <a:spcAft>
                          <a:spcPts val="0"/>
                        </a:spcAft>
                        <a:buClrTx/>
                        <a:buSzTx/>
                        <a:buFontTx/>
                        <a:buNone/>
                        <a:tabLst/>
                        <a:defRPr/>
                      </a:pPr>
                      <a:r>
                        <a:rPr kumimoji="0" lang="en-US" altLang="zh-CN" sz="1400" b="0" i="0" u="none" strike="noStrike" kern="0" cap="none" spc="0" normalizeH="0" baseline="0" noProof="0">
                          <a:ln>
                            <a:noFill/>
                          </a:ln>
                          <a:solidFill>
                            <a:srgbClr val="000000"/>
                          </a:solidFill>
                          <a:effectLst/>
                          <a:uLnTx/>
                          <a:uFillTx/>
                          <a:latin typeface="Arial" panose="020B0604020202020204" pitchFamily="34" charset="0"/>
                          <a:ea typeface="Helvetica Neue"/>
                          <a:cs typeface="Arial" panose="020B0604020202020204" pitchFamily="34" charset="0"/>
                          <a:sym typeface="Helvetica Neue Light"/>
                        </a:rPr>
                        <a:t>0.2 +0.1/-0.8</a:t>
                      </a:r>
                      <a:endParaRPr kumimoji="0" lang="en-US" altLang="zh-CN" sz="1400" b="0" i="0" u="none" strike="noStrike" kern="0" cap="none" spc="0" normalizeH="0" baseline="0" noProof="0" dirty="0">
                        <a:ln>
                          <a:noFill/>
                        </a:ln>
                        <a:solidFill>
                          <a:srgbClr val="000000"/>
                        </a:solidFill>
                        <a:effectLst/>
                        <a:uLnTx/>
                        <a:uFillTx/>
                        <a:latin typeface="Arial" panose="020B0604020202020204" pitchFamily="34" charset="0"/>
                        <a:ea typeface="Helvetica Neue"/>
                        <a:cs typeface="Arial" panose="020B0604020202020204" pitchFamily="34" charset="0"/>
                        <a:sym typeface="Helvetica Neue Light"/>
                      </a:endParaRPr>
                    </a:p>
                  </a:txBody>
                  <a:tcPr marL="9525" marR="9525" marT="9525"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vMerge="1">
                  <a:txBody>
                    <a:bodyPr/>
                    <a:lstStyle/>
                    <a:p>
                      <a:endParaRPr lang="zh-CN" altLang="en-US"/>
                    </a:p>
                  </a:txBody>
                  <a:tcPr/>
                </a:tc>
                <a:tc>
                  <a:txBody>
                    <a:bodyPr/>
                    <a:lstStyle/>
                    <a:p>
                      <a:pPr marL="0" marR="0" indent="0" algn="ctr" defTabSz="821530" fontAlgn="ctr" latinLnBrk="0">
                        <a:lnSpc>
                          <a:spcPct val="100000"/>
                        </a:lnSpc>
                        <a:spcBef>
                          <a:spcPts val="0"/>
                        </a:spcBef>
                        <a:spcAft>
                          <a:spcPts val="0"/>
                        </a:spcAft>
                        <a:buClrTx/>
                        <a:buSzTx/>
                        <a:buFontTx/>
                        <a:buNone/>
                        <a:tabLst/>
                      </a:pPr>
                      <a:r>
                        <a:rPr lang="en-US" altLang="zh-CN" sz="1400" b="0" i="0" u="none" strike="noStrike" cap="none" spc="0" baseline="0" dirty="0">
                          <a:ln>
                            <a:noFill/>
                          </a:ln>
                          <a:solidFill>
                            <a:schemeClr val="tx1"/>
                          </a:solidFill>
                          <a:effectLst/>
                          <a:uFillTx/>
                          <a:latin typeface="Arial" panose="020B0604020202020204" pitchFamily="34" charset="0"/>
                          <a:ea typeface="+mn-ea"/>
                          <a:cs typeface="Arial" panose="020B0604020202020204" pitchFamily="34" charset="0"/>
                          <a:sym typeface="Helvetica Neue Light"/>
                        </a:rPr>
                        <a:t>40</a:t>
                      </a:r>
                    </a:p>
                  </a:txBody>
                  <a:tcPr marL="8249" marR="8249" marT="8249"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821530" eaLnBrk="1" fontAlgn="ctr" latinLnBrk="0" hangingPunct="1">
                        <a:lnSpc>
                          <a:spcPct val="100000"/>
                        </a:lnSpc>
                        <a:spcBef>
                          <a:spcPts val="0"/>
                        </a:spcBef>
                        <a:spcAft>
                          <a:spcPts val="0"/>
                        </a:spcAft>
                        <a:buClrTx/>
                        <a:buSzTx/>
                        <a:buFontTx/>
                        <a:buNone/>
                        <a:tabLst/>
                        <a:defRPr/>
                      </a:pPr>
                      <a:r>
                        <a:rPr kumimoji="0" lang="en-US" altLang="zh-CN" sz="1400" b="0" i="0" u="none" strike="noStrike" kern="0" cap="none" spc="0" normalizeH="0" baseline="0" noProof="0" dirty="0">
                          <a:ln>
                            <a:noFill/>
                          </a:ln>
                          <a:solidFill>
                            <a:srgbClr val="000000"/>
                          </a:solidFill>
                          <a:effectLst/>
                          <a:uLnTx/>
                          <a:uFillTx/>
                          <a:latin typeface="Arial" panose="020B0604020202020204" pitchFamily="34" charset="0"/>
                          <a:ea typeface="Helvetica Neue"/>
                          <a:cs typeface="Arial" panose="020B0604020202020204" pitchFamily="34" charset="0"/>
                          <a:sym typeface="Helvetica Neue Light"/>
                        </a:rPr>
                        <a:t>0.2 +0.1/-0.8</a:t>
                      </a:r>
                    </a:p>
                  </a:txBody>
                  <a:tcPr marL="9525" marR="9525" marT="9525"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17"/>
                  </a:ext>
                </a:extLst>
              </a:tr>
              <a:tr h="299412">
                <a:tc>
                  <a:txBody>
                    <a:bodyPr/>
                    <a:lstStyle/>
                    <a:p>
                      <a:pPr marL="0" marR="0" indent="0" algn="ctr" defTabSz="821530" fontAlgn="ctr" latinLnBrk="0">
                        <a:lnSpc>
                          <a:spcPct val="100000"/>
                        </a:lnSpc>
                        <a:spcBef>
                          <a:spcPts val="0"/>
                        </a:spcBef>
                        <a:spcAft>
                          <a:spcPts val="0"/>
                        </a:spcAft>
                        <a:buClrTx/>
                        <a:buSzTx/>
                        <a:buFontTx/>
                        <a:buNone/>
                        <a:tabLst/>
                      </a:pPr>
                      <a:r>
                        <a:rPr lang="en-US" altLang="zh-CN" sz="1400" b="0" i="0" u="none" strike="noStrike" cap="none" spc="0" baseline="0" dirty="0">
                          <a:ln>
                            <a:noFill/>
                          </a:ln>
                          <a:solidFill>
                            <a:schemeClr val="tx1"/>
                          </a:solidFill>
                          <a:effectLst/>
                          <a:uFillTx/>
                          <a:latin typeface="Arial" panose="020B0604020202020204" pitchFamily="34" charset="0"/>
                          <a:ea typeface="+mn-ea"/>
                          <a:cs typeface="Arial" panose="020B0604020202020204" pitchFamily="34" charset="0"/>
                          <a:sym typeface="Helvetica Neue Light"/>
                        </a:rPr>
                        <a:t>9</a:t>
                      </a:r>
                    </a:p>
                  </a:txBody>
                  <a:tcPr marL="6332" marR="6332" marT="6332"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lvl="0" indent="0" algn="ctr" defTabSz="821530" eaLnBrk="1" fontAlgn="ctr" latinLnBrk="0" hangingPunct="1">
                        <a:lnSpc>
                          <a:spcPct val="100000"/>
                        </a:lnSpc>
                        <a:spcBef>
                          <a:spcPts val="0"/>
                        </a:spcBef>
                        <a:spcAft>
                          <a:spcPts val="0"/>
                        </a:spcAft>
                        <a:buClrTx/>
                        <a:buSzTx/>
                        <a:buFontTx/>
                        <a:buNone/>
                        <a:tabLst/>
                        <a:defRPr/>
                      </a:pPr>
                      <a:r>
                        <a:rPr kumimoji="0" lang="en-US" altLang="zh-CN" sz="1400" b="0" i="0" u="none" strike="noStrike" kern="0" cap="none" spc="0" normalizeH="0" baseline="0" noProof="0">
                          <a:ln>
                            <a:noFill/>
                          </a:ln>
                          <a:solidFill>
                            <a:srgbClr val="000000"/>
                          </a:solidFill>
                          <a:effectLst/>
                          <a:uLnTx/>
                          <a:uFillTx/>
                          <a:latin typeface="Arial" panose="020B0604020202020204" pitchFamily="34" charset="0"/>
                          <a:ea typeface="Helvetica Neue"/>
                          <a:cs typeface="Arial" panose="020B0604020202020204" pitchFamily="34" charset="0"/>
                          <a:sym typeface="Helvetica Neue Light"/>
                        </a:rPr>
                        <a:t>0.2 +0.1/-0.8</a:t>
                      </a:r>
                      <a:endParaRPr kumimoji="0" lang="en-US" altLang="zh-CN" sz="1400" b="0" i="0" u="none" strike="noStrike" kern="0" cap="none" spc="0" normalizeH="0" baseline="0" noProof="0" dirty="0">
                        <a:ln>
                          <a:noFill/>
                        </a:ln>
                        <a:solidFill>
                          <a:srgbClr val="000000"/>
                        </a:solidFill>
                        <a:effectLst/>
                        <a:uLnTx/>
                        <a:uFillTx/>
                        <a:latin typeface="Arial" panose="020B0604020202020204" pitchFamily="34" charset="0"/>
                        <a:ea typeface="Helvetica Neue"/>
                        <a:cs typeface="Arial" panose="020B0604020202020204" pitchFamily="34" charset="0"/>
                        <a:sym typeface="Helvetica Neue Light"/>
                      </a:endParaRPr>
                    </a:p>
                  </a:txBody>
                  <a:tcPr marL="9525" marR="9525" marT="9525"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vMerge="1">
                  <a:txBody>
                    <a:bodyPr/>
                    <a:lstStyle/>
                    <a:p>
                      <a:endParaRPr lang="zh-CN" altLang="en-US"/>
                    </a:p>
                  </a:txBody>
                  <a:tcPr>
                    <a:lnL w="19050" cap="flat" cmpd="sng" algn="ctr">
                      <a:solidFill>
                        <a:schemeClr val="tx1"/>
                      </a:solidFill>
                      <a:prstDash val="solid"/>
                      <a:round/>
                      <a:headEnd type="none" w="med" len="med"/>
                      <a:tailEnd type="none" w="med" len="med"/>
                    </a:lnL>
                    <a:lnT w="19050" cap="flat" cmpd="sng" algn="ctr">
                      <a:solidFill>
                        <a:schemeClr val="tx1"/>
                      </a:solidFill>
                      <a:prstDash val="solid"/>
                      <a:round/>
                      <a:headEnd type="none" w="med" len="med"/>
                      <a:tailEnd type="none" w="med" len="med"/>
                    </a:lnT>
                  </a:tcPr>
                </a:tc>
                <a:tc>
                  <a:txBody>
                    <a:bodyPr/>
                    <a:lstStyle/>
                    <a:p>
                      <a:pPr marL="0" marR="0" indent="0" algn="ctr" defTabSz="821530" fontAlgn="ctr" latinLnBrk="0">
                        <a:lnSpc>
                          <a:spcPct val="100000"/>
                        </a:lnSpc>
                        <a:spcBef>
                          <a:spcPts val="0"/>
                        </a:spcBef>
                        <a:spcAft>
                          <a:spcPts val="0"/>
                        </a:spcAft>
                        <a:buClrTx/>
                        <a:buSzTx/>
                        <a:buFontTx/>
                        <a:buNone/>
                        <a:tabLst/>
                      </a:pPr>
                      <a:r>
                        <a:rPr lang="en-US" altLang="zh-CN" sz="1400" b="0" i="0" u="none" strike="noStrike" cap="none" spc="0" baseline="0" dirty="0">
                          <a:ln>
                            <a:noFill/>
                          </a:ln>
                          <a:solidFill>
                            <a:schemeClr val="tx1"/>
                          </a:solidFill>
                          <a:effectLst/>
                          <a:uFillTx/>
                          <a:latin typeface="Arial" panose="020B0604020202020204" pitchFamily="34" charset="0"/>
                          <a:ea typeface="+mn-ea"/>
                          <a:cs typeface="Arial" panose="020B0604020202020204" pitchFamily="34" charset="0"/>
                          <a:sym typeface="Helvetica Neue Light"/>
                        </a:rPr>
                        <a:t>41</a:t>
                      </a:r>
                    </a:p>
                  </a:txBody>
                  <a:tcPr marL="8249" marR="8249" marT="8249" marB="0" anchor="ctr">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821530" eaLnBrk="1" fontAlgn="ctr" latinLnBrk="0" hangingPunct="1">
                        <a:lnSpc>
                          <a:spcPct val="100000"/>
                        </a:lnSpc>
                        <a:spcBef>
                          <a:spcPts val="0"/>
                        </a:spcBef>
                        <a:spcAft>
                          <a:spcPts val="0"/>
                        </a:spcAft>
                        <a:buClrTx/>
                        <a:buSzTx/>
                        <a:buFontTx/>
                        <a:buNone/>
                        <a:tabLst/>
                        <a:defRPr/>
                      </a:pPr>
                      <a:r>
                        <a:rPr kumimoji="0" lang="en-US" altLang="zh-CN" sz="1400" b="0" i="0" u="none" strike="noStrike" kern="0" cap="none" spc="0" normalizeH="0" baseline="0" noProof="0" dirty="0">
                          <a:ln>
                            <a:noFill/>
                          </a:ln>
                          <a:solidFill>
                            <a:srgbClr val="000000"/>
                          </a:solidFill>
                          <a:effectLst/>
                          <a:uLnTx/>
                          <a:uFillTx/>
                          <a:latin typeface="Arial" panose="020B0604020202020204" pitchFamily="34" charset="0"/>
                          <a:ea typeface="Helvetica Neue"/>
                          <a:cs typeface="Arial" panose="020B0604020202020204" pitchFamily="34" charset="0"/>
                          <a:sym typeface="Helvetica Neue Light"/>
                        </a:rPr>
                        <a:t>0.2 +0.1/-0.8</a:t>
                      </a:r>
                    </a:p>
                  </a:txBody>
                  <a:tcPr marL="9525" marR="9525" marT="9525"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18"/>
                  </a:ext>
                </a:extLst>
              </a:tr>
              <a:tr h="299412">
                <a:tc>
                  <a:txBody>
                    <a:bodyPr/>
                    <a:lstStyle/>
                    <a:p>
                      <a:pPr marL="0" marR="0" indent="0" algn="ctr" defTabSz="821530" fontAlgn="ctr" latinLnBrk="0">
                        <a:lnSpc>
                          <a:spcPct val="100000"/>
                        </a:lnSpc>
                        <a:spcBef>
                          <a:spcPts val="0"/>
                        </a:spcBef>
                        <a:spcAft>
                          <a:spcPts val="0"/>
                        </a:spcAft>
                        <a:buClrTx/>
                        <a:buSzTx/>
                        <a:buFontTx/>
                        <a:buNone/>
                        <a:tabLst/>
                      </a:pPr>
                      <a:r>
                        <a:rPr lang="en-US" altLang="zh-CN" sz="1400" b="0" i="0" u="none" strike="noStrike" cap="none" spc="0" baseline="0" dirty="0">
                          <a:ln>
                            <a:noFill/>
                          </a:ln>
                          <a:solidFill>
                            <a:schemeClr val="tx1"/>
                          </a:solidFill>
                          <a:effectLst/>
                          <a:uFillTx/>
                          <a:latin typeface="Arial" panose="020B0604020202020204" pitchFamily="34" charset="0"/>
                          <a:ea typeface="+mn-ea"/>
                          <a:cs typeface="Arial" panose="020B0604020202020204" pitchFamily="34" charset="0"/>
                          <a:sym typeface="Helvetica Neue Light"/>
                        </a:rPr>
                        <a:t>15</a:t>
                      </a:r>
                    </a:p>
                  </a:txBody>
                  <a:tcPr marL="8249" marR="8249" marT="8249"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821530" eaLnBrk="1" fontAlgn="ctr" latinLnBrk="0" hangingPunct="1">
                        <a:lnSpc>
                          <a:spcPct val="100000"/>
                        </a:lnSpc>
                        <a:spcBef>
                          <a:spcPts val="0"/>
                        </a:spcBef>
                        <a:spcAft>
                          <a:spcPts val="0"/>
                        </a:spcAft>
                        <a:buClrTx/>
                        <a:buSzTx/>
                        <a:buFontTx/>
                        <a:buNone/>
                        <a:tabLst/>
                        <a:defRPr/>
                      </a:pPr>
                      <a:r>
                        <a:rPr kumimoji="0" lang="en-US" altLang="zh-CN" sz="1400" b="0" i="0" u="none" strike="noStrike" kern="0" cap="none" spc="0" normalizeH="0" baseline="0" noProof="0">
                          <a:ln>
                            <a:noFill/>
                          </a:ln>
                          <a:solidFill>
                            <a:srgbClr val="000000"/>
                          </a:solidFill>
                          <a:effectLst/>
                          <a:uLnTx/>
                          <a:uFillTx/>
                          <a:latin typeface="Arial" panose="020B0604020202020204" pitchFamily="34" charset="0"/>
                          <a:ea typeface="Helvetica Neue"/>
                          <a:cs typeface="Arial" panose="020B0604020202020204" pitchFamily="34" charset="0"/>
                          <a:sym typeface="Helvetica Neue Light"/>
                        </a:rPr>
                        <a:t>0.2 +0.1/-0.8</a:t>
                      </a:r>
                      <a:endParaRPr kumimoji="0" lang="en-US" altLang="zh-CN" sz="1400" b="0" i="0" u="none" strike="noStrike" kern="0" cap="none" spc="0" normalizeH="0" baseline="0" noProof="0" dirty="0">
                        <a:ln>
                          <a:noFill/>
                        </a:ln>
                        <a:solidFill>
                          <a:srgbClr val="000000"/>
                        </a:solidFill>
                        <a:effectLst/>
                        <a:uLnTx/>
                        <a:uFillTx/>
                        <a:latin typeface="Arial" panose="020B0604020202020204" pitchFamily="34" charset="0"/>
                        <a:ea typeface="Helvetica Neue"/>
                        <a:cs typeface="Arial" panose="020B0604020202020204" pitchFamily="34" charset="0"/>
                        <a:sym typeface="Helvetica Neue Light"/>
                      </a:endParaRPr>
                    </a:p>
                  </a:txBody>
                  <a:tcPr marL="8249" marR="8249" marT="8249"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solidFill>
                  </a:tcPr>
                </a:tc>
                <a:tc vMerge="1">
                  <a:txBody>
                    <a:bodyPr/>
                    <a:lstStyle/>
                    <a:p>
                      <a:endParaRPr lang="zh-CN" altLang="en-US"/>
                    </a:p>
                  </a:txBody>
                  <a:tcPr/>
                </a:tc>
                <a:tc>
                  <a:txBody>
                    <a:bodyPr/>
                    <a:lstStyle/>
                    <a:p>
                      <a:pPr marL="0" marR="0" indent="0" algn="ctr" defTabSz="821530" fontAlgn="ctr" latinLnBrk="0">
                        <a:lnSpc>
                          <a:spcPct val="100000"/>
                        </a:lnSpc>
                        <a:spcBef>
                          <a:spcPts val="0"/>
                        </a:spcBef>
                        <a:spcAft>
                          <a:spcPts val="0"/>
                        </a:spcAft>
                        <a:buClrTx/>
                        <a:buSzTx/>
                        <a:buFontTx/>
                        <a:buNone/>
                        <a:tabLst/>
                      </a:pPr>
                      <a:r>
                        <a:rPr lang="en-US" altLang="zh-CN" sz="1400" b="0" i="0" u="none" strike="noStrike" cap="none" spc="0" baseline="0" dirty="0">
                          <a:ln>
                            <a:noFill/>
                          </a:ln>
                          <a:solidFill>
                            <a:schemeClr val="tx1"/>
                          </a:solidFill>
                          <a:effectLst/>
                          <a:uFillTx/>
                          <a:latin typeface="Arial" panose="020B0604020202020204" pitchFamily="34" charset="0"/>
                          <a:ea typeface="+mn-ea"/>
                          <a:cs typeface="Arial" panose="020B0604020202020204" pitchFamily="34" charset="0"/>
                          <a:sym typeface="Helvetica Neue Light"/>
                        </a:rPr>
                        <a:t>42</a:t>
                      </a:r>
                    </a:p>
                  </a:txBody>
                  <a:tcPr marL="8249" marR="8249" marT="8249"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821530" eaLnBrk="1" fontAlgn="ctr" latinLnBrk="0" hangingPunct="1">
                        <a:lnSpc>
                          <a:spcPct val="100000"/>
                        </a:lnSpc>
                        <a:spcBef>
                          <a:spcPts val="0"/>
                        </a:spcBef>
                        <a:spcAft>
                          <a:spcPts val="0"/>
                        </a:spcAft>
                        <a:buClrTx/>
                        <a:buSzTx/>
                        <a:buFontTx/>
                        <a:buNone/>
                        <a:tabLst/>
                        <a:defRPr/>
                      </a:pPr>
                      <a:r>
                        <a:rPr kumimoji="0" lang="en-US" altLang="zh-CN" sz="1400" b="0" i="0" u="none" strike="noStrike" kern="0" cap="none" spc="0" normalizeH="0" baseline="0" noProof="0" dirty="0">
                          <a:ln>
                            <a:noFill/>
                          </a:ln>
                          <a:solidFill>
                            <a:srgbClr val="000000"/>
                          </a:solidFill>
                          <a:effectLst/>
                          <a:uLnTx/>
                          <a:uFillTx/>
                          <a:latin typeface="Arial" panose="020B0604020202020204" pitchFamily="34" charset="0"/>
                          <a:ea typeface="Helvetica Neue"/>
                          <a:cs typeface="Arial" panose="020B0604020202020204" pitchFamily="34" charset="0"/>
                          <a:sym typeface="Helvetica Neue Light"/>
                        </a:rPr>
                        <a:t>0.2 +0.1/-0.8</a:t>
                      </a:r>
                    </a:p>
                  </a:txBody>
                  <a:tcPr marL="9525" marR="9525" marT="9525"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19"/>
                  </a:ext>
                </a:extLst>
              </a:tr>
              <a:tr h="264296">
                <a:tc>
                  <a:txBody>
                    <a:bodyPr/>
                    <a:lstStyle/>
                    <a:p>
                      <a:pPr marL="0" marR="0" indent="0" algn="ctr" defTabSz="821530" fontAlgn="ctr" latinLnBrk="0">
                        <a:lnSpc>
                          <a:spcPct val="100000"/>
                        </a:lnSpc>
                        <a:spcBef>
                          <a:spcPts val="0"/>
                        </a:spcBef>
                        <a:spcAft>
                          <a:spcPts val="0"/>
                        </a:spcAft>
                        <a:buClrTx/>
                        <a:buSzTx/>
                        <a:buFontTx/>
                        <a:buNone/>
                        <a:tabLst/>
                      </a:pPr>
                      <a:r>
                        <a:rPr lang="en-US" altLang="zh-CN" sz="1400" b="0" i="0" u="none" strike="noStrike" cap="none" spc="0" baseline="0" dirty="0">
                          <a:ln>
                            <a:noFill/>
                          </a:ln>
                          <a:solidFill>
                            <a:schemeClr val="tx1"/>
                          </a:solidFill>
                          <a:effectLst/>
                          <a:uFillTx/>
                          <a:latin typeface="Arial" panose="020B0604020202020204" pitchFamily="34" charset="0"/>
                          <a:ea typeface="+mn-ea"/>
                          <a:cs typeface="Arial" panose="020B0604020202020204" pitchFamily="34" charset="0"/>
                          <a:sym typeface="Helvetica Neue Light"/>
                        </a:rPr>
                        <a:t>16</a:t>
                      </a:r>
                    </a:p>
                  </a:txBody>
                  <a:tcPr marL="8249" marR="8249" marT="8249"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821530" eaLnBrk="1" fontAlgn="ctr" latinLnBrk="0" hangingPunct="1">
                        <a:lnSpc>
                          <a:spcPct val="100000"/>
                        </a:lnSpc>
                        <a:spcBef>
                          <a:spcPts val="0"/>
                        </a:spcBef>
                        <a:spcAft>
                          <a:spcPts val="0"/>
                        </a:spcAft>
                        <a:buClrTx/>
                        <a:buSzTx/>
                        <a:buFontTx/>
                        <a:buNone/>
                        <a:tabLst/>
                        <a:defRPr/>
                      </a:pPr>
                      <a:r>
                        <a:rPr kumimoji="0" lang="en-US" altLang="zh-CN" sz="1400" b="0" i="0" u="none" strike="noStrike" kern="0" cap="none" spc="0" normalizeH="0" baseline="0" noProof="0">
                          <a:ln>
                            <a:noFill/>
                          </a:ln>
                          <a:solidFill>
                            <a:srgbClr val="000000"/>
                          </a:solidFill>
                          <a:effectLst/>
                          <a:uLnTx/>
                          <a:uFillTx/>
                          <a:latin typeface="Arial" panose="020B0604020202020204" pitchFamily="34" charset="0"/>
                          <a:ea typeface="Helvetica Neue"/>
                          <a:cs typeface="Arial" panose="020B0604020202020204" pitchFamily="34" charset="0"/>
                          <a:sym typeface="Helvetica Neue Light"/>
                        </a:rPr>
                        <a:t>0.2 +0.1/-0.8</a:t>
                      </a:r>
                      <a:endParaRPr kumimoji="0" lang="en-US" altLang="zh-CN" sz="1400" b="0" i="0" u="none" strike="noStrike" kern="0" cap="none" spc="0" normalizeH="0" baseline="0" noProof="0" dirty="0">
                        <a:ln>
                          <a:noFill/>
                        </a:ln>
                        <a:solidFill>
                          <a:srgbClr val="000000"/>
                        </a:solidFill>
                        <a:effectLst/>
                        <a:uLnTx/>
                        <a:uFillTx/>
                        <a:latin typeface="Arial" panose="020B0604020202020204" pitchFamily="34" charset="0"/>
                        <a:ea typeface="Helvetica Neue"/>
                        <a:cs typeface="Arial" panose="020B0604020202020204" pitchFamily="34" charset="0"/>
                        <a:sym typeface="Helvetica Neue Light"/>
                      </a:endParaRPr>
                    </a:p>
                  </a:txBody>
                  <a:tcPr marL="8249" marR="8249" marT="8249"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solidFill>
                  </a:tcPr>
                </a:tc>
                <a:tc vMerge="1">
                  <a:txBody>
                    <a:bodyPr/>
                    <a:lstStyle/>
                    <a:p>
                      <a:endParaRPr lang="zh-CN" altLang="en-US"/>
                    </a:p>
                  </a:txBody>
                  <a:tcPr/>
                </a:tc>
                <a:tc>
                  <a:txBody>
                    <a:bodyPr/>
                    <a:lstStyle/>
                    <a:p>
                      <a:pPr marL="0" marR="0" indent="0" algn="ctr" defTabSz="821530" fontAlgn="ctr" latinLnBrk="0">
                        <a:lnSpc>
                          <a:spcPct val="100000"/>
                        </a:lnSpc>
                        <a:spcBef>
                          <a:spcPts val="0"/>
                        </a:spcBef>
                        <a:spcAft>
                          <a:spcPts val="0"/>
                        </a:spcAft>
                        <a:buClrTx/>
                        <a:buSzTx/>
                        <a:buFontTx/>
                        <a:buNone/>
                        <a:tabLst/>
                      </a:pPr>
                      <a:r>
                        <a:rPr lang="en-US" altLang="zh-CN" sz="1400" b="0" i="0" u="none" strike="noStrike" cap="none" spc="0" baseline="0" dirty="0">
                          <a:ln>
                            <a:noFill/>
                          </a:ln>
                          <a:solidFill>
                            <a:schemeClr val="tx1"/>
                          </a:solidFill>
                          <a:effectLst/>
                          <a:uFillTx/>
                          <a:latin typeface="Arial" panose="020B0604020202020204" pitchFamily="34" charset="0"/>
                          <a:ea typeface="+mn-ea"/>
                          <a:cs typeface="Arial" panose="020B0604020202020204" pitchFamily="34" charset="0"/>
                          <a:sym typeface="Helvetica Neue Light"/>
                        </a:rPr>
                        <a:t>43</a:t>
                      </a:r>
                    </a:p>
                  </a:txBody>
                  <a:tcPr marL="8249" marR="8249" marT="8249"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821530" eaLnBrk="1" fontAlgn="ctr" latinLnBrk="0" hangingPunct="1">
                        <a:lnSpc>
                          <a:spcPct val="100000"/>
                        </a:lnSpc>
                        <a:spcBef>
                          <a:spcPts val="0"/>
                        </a:spcBef>
                        <a:spcAft>
                          <a:spcPts val="0"/>
                        </a:spcAft>
                        <a:buClrTx/>
                        <a:buSzTx/>
                        <a:buFontTx/>
                        <a:buNone/>
                        <a:tabLst/>
                        <a:defRPr/>
                      </a:pPr>
                      <a:r>
                        <a:rPr kumimoji="0" lang="en-US" altLang="zh-CN" sz="1400" b="0" i="0" u="none" strike="noStrike" kern="0" cap="none" spc="0" normalizeH="0" baseline="0" noProof="0" dirty="0">
                          <a:ln>
                            <a:noFill/>
                          </a:ln>
                          <a:solidFill>
                            <a:srgbClr val="000000"/>
                          </a:solidFill>
                          <a:effectLst/>
                          <a:uLnTx/>
                          <a:uFillTx/>
                          <a:latin typeface="Arial" panose="020B0604020202020204" pitchFamily="34" charset="0"/>
                          <a:ea typeface="Helvetica Neue"/>
                          <a:cs typeface="Arial" panose="020B0604020202020204" pitchFamily="34" charset="0"/>
                          <a:sym typeface="Helvetica Neue Light"/>
                        </a:rPr>
                        <a:t>0.2 +0.1/-0.8</a:t>
                      </a:r>
                    </a:p>
                  </a:txBody>
                  <a:tcPr marL="9525" marR="9525" marT="9525"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20"/>
                  </a:ext>
                </a:extLst>
              </a:tr>
              <a:tr h="299412">
                <a:tc>
                  <a:txBody>
                    <a:bodyPr/>
                    <a:lstStyle/>
                    <a:p>
                      <a:pPr marL="0" marR="0" indent="0" algn="ctr" defTabSz="821530" fontAlgn="ctr" latinLnBrk="0">
                        <a:lnSpc>
                          <a:spcPct val="100000"/>
                        </a:lnSpc>
                        <a:spcBef>
                          <a:spcPts val="0"/>
                        </a:spcBef>
                        <a:spcAft>
                          <a:spcPts val="0"/>
                        </a:spcAft>
                        <a:buClrTx/>
                        <a:buSzTx/>
                        <a:buFontTx/>
                        <a:buNone/>
                        <a:tabLst/>
                      </a:pPr>
                      <a:r>
                        <a:rPr lang="en-US" altLang="zh-CN" sz="1400" b="0" i="0" u="none" strike="noStrike" cap="none" spc="0" baseline="0" dirty="0">
                          <a:ln>
                            <a:noFill/>
                          </a:ln>
                          <a:solidFill>
                            <a:schemeClr val="tx1"/>
                          </a:solidFill>
                          <a:effectLst/>
                          <a:uFillTx/>
                          <a:latin typeface="Arial" panose="020B0604020202020204" pitchFamily="34" charset="0"/>
                          <a:ea typeface="+mn-ea"/>
                          <a:cs typeface="Arial" panose="020B0604020202020204" pitchFamily="34" charset="0"/>
                          <a:sym typeface="Helvetica Neue Light"/>
                        </a:rPr>
                        <a:t>20</a:t>
                      </a:r>
                    </a:p>
                  </a:txBody>
                  <a:tcPr marL="8249" marR="8249" marT="8249"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821530" eaLnBrk="1" fontAlgn="ctr" latinLnBrk="0" hangingPunct="1">
                        <a:lnSpc>
                          <a:spcPct val="100000"/>
                        </a:lnSpc>
                        <a:spcBef>
                          <a:spcPts val="0"/>
                        </a:spcBef>
                        <a:spcAft>
                          <a:spcPts val="0"/>
                        </a:spcAft>
                        <a:buClrTx/>
                        <a:buSzTx/>
                        <a:buFontTx/>
                        <a:buNone/>
                        <a:tabLst/>
                        <a:defRPr/>
                      </a:pPr>
                      <a:r>
                        <a:rPr kumimoji="0" lang="en-US" altLang="zh-CN" sz="1400" b="0" i="0" u="none" strike="noStrike" kern="0" cap="none" spc="0" normalizeH="0" baseline="0" noProof="0">
                          <a:ln>
                            <a:noFill/>
                          </a:ln>
                          <a:solidFill>
                            <a:srgbClr val="000000"/>
                          </a:solidFill>
                          <a:effectLst/>
                          <a:uLnTx/>
                          <a:uFillTx/>
                          <a:latin typeface="Arial" panose="020B0604020202020204" pitchFamily="34" charset="0"/>
                          <a:ea typeface="Helvetica Neue"/>
                          <a:cs typeface="Arial" panose="020B0604020202020204" pitchFamily="34" charset="0"/>
                          <a:sym typeface="Helvetica Neue Light"/>
                        </a:rPr>
                        <a:t>0.2 +0.1/-0.8</a:t>
                      </a:r>
                      <a:endParaRPr kumimoji="0" lang="en-US" altLang="zh-CN" sz="1400" b="0" i="0" u="none" strike="noStrike" kern="0" cap="none" spc="0" normalizeH="0" baseline="0" noProof="0" dirty="0">
                        <a:ln>
                          <a:noFill/>
                        </a:ln>
                        <a:solidFill>
                          <a:srgbClr val="000000"/>
                        </a:solidFill>
                        <a:effectLst/>
                        <a:uLnTx/>
                        <a:uFillTx/>
                        <a:latin typeface="Arial" panose="020B0604020202020204" pitchFamily="34" charset="0"/>
                        <a:ea typeface="Helvetica Neue"/>
                        <a:cs typeface="Arial" panose="020B0604020202020204" pitchFamily="34" charset="0"/>
                        <a:sym typeface="Helvetica Neue Light"/>
                      </a:endParaRPr>
                    </a:p>
                  </a:txBody>
                  <a:tcPr marL="8249" marR="8249" marT="8249"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solidFill>
                  </a:tcPr>
                </a:tc>
                <a:tc vMerge="1">
                  <a:txBody>
                    <a:bodyPr/>
                    <a:lstStyle/>
                    <a:p>
                      <a:pPr marL="0" marR="0" indent="0" algn="ctr" defTabSz="821530" eaLnBrk="1" fontAlgn="ctr" latinLnBrk="0" hangingPunct="1">
                        <a:lnSpc>
                          <a:spcPct val="100000"/>
                        </a:lnSpc>
                        <a:spcBef>
                          <a:spcPts val="0"/>
                        </a:spcBef>
                        <a:spcAft>
                          <a:spcPts val="0"/>
                        </a:spcAft>
                        <a:buClrTx/>
                        <a:buSzTx/>
                        <a:buFontTx/>
                        <a:buNone/>
                        <a:tabLst/>
                        <a:defRPr/>
                      </a:pPr>
                      <a:endParaRPr lang="en-US" altLang="zh-CN" sz="2000" b="0" i="0" u="none" strike="noStrike" cap="none" spc="0" baseline="0" dirty="0">
                        <a:ln>
                          <a:noFill/>
                        </a:ln>
                        <a:solidFill>
                          <a:schemeClr val="tx1"/>
                        </a:solidFill>
                        <a:effectLst/>
                        <a:uFillTx/>
                        <a:latin typeface="Arial" panose="020B0604020202020204" pitchFamily="34" charset="0"/>
                        <a:ea typeface="Arial Unicode MS" panose="020B0604020202020204" pitchFamily="34" charset="-122"/>
                        <a:cs typeface="Arial" panose="020B0604020202020204" pitchFamily="34" charset="0"/>
                        <a:sym typeface="Helvetica Neue Light"/>
                      </a:endParaRPr>
                    </a:p>
                  </a:txBody>
                  <a:tcPr marL="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indent="0" algn="ctr" defTabSz="821530" fontAlgn="ctr" latinLnBrk="0">
                        <a:lnSpc>
                          <a:spcPct val="100000"/>
                        </a:lnSpc>
                        <a:spcBef>
                          <a:spcPts val="0"/>
                        </a:spcBef>
                        <a:spcAft>
                          <a:spcPts val="0"/>
                        </a:spcAft>
                        <a:buClrTx/>
                        <a:buSzTx/>
                        <a:buFontTx/>
                        <a:buNone/>
                        <a:tabLst/>
                      </a:pPr>
                      <a:r>
                        <a:rPr lang="en-US" altLang="zh-CN" sz="1400" b="0" i="0" u="none" strike="noStrike" cap="none" spc="0" baseline="0" dirty="0">
                          <a:ln>
                            <a:noFill/>
                          </a:ln>
                          <a:solidFill>
                            <a:schemeClr val="tx1"/>
                          </a:solidFill>
                          <a:effectLst/>
                          <a:uFillTx/>
                          <a:latin typeface="Arial" panose="020B0604020202020204" pitchFamily="34" charset="0"/>
                          <a:ea typeface="+mn-ea"/>
                          <a:cs typeface="Arial" panose="020B0604020202020204" pitchFamily="34" charset="0"/>
                          <a:sym typeface="Helvetica Neue Light"/>
                        </a:rPr>
                        <a:t>44</a:t>
                      </a:r>
                    </a:p>
                  </a:txBody>
                  <a:tcPr marL="8249" marR="8249" marT="8249"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lvl="0" indent="0" algn="ctr" defTabSz="821530" eaLnBrk="1" fontAlgn="ctr" latinLnBrk="0" hangingPunct="1">
                        <a:lnSpc>
                          <a:spcPct val="100000"/>
                        </a:lnSpc>
                        <a:spcBef>
                          <a:spcPts val="0"/>
                        </a:spcBef>
                        <a:spcAft>
                          <a:spcPts val="0"/>
                        </a:spcAft>
                        <a:buClrTx/>
                        <a:buSzTx/>
                        <a:buFontTx/>
                        <a:buNone/>
                        <a:tabLst/>
                        <a:defRPr/>
                      </a:pPr>
                      <a:r>
                        <a:rPr kumimoji="0" lang="en-US" altLang="zh-CN" sz="1400" b="0" i="0" u="none" strike="noStrike" kern="0" cap="none" spc="0" normalizeH="0" baseline="0" noProof="0" dirty="0">
                          <a:ln>
                            <a:noFill/>
                          </a:ln>
                          <a:solidFill>
                            <a:srgbClr val="000000"/>
                          </a:solidFill>
                          <a:effectLst/>
                          <a:uLnTx/>
                          <a:uFillTx/>
                          <a:latin typeface="Arial" panose="020B0604020202020204" pitchFamily="34" charset="0"/>
                          <a:ea typeface="Helvetica Neue"/>
                          <a:cs typeface="Arial" panose="020B0604020202020204" pitchFamily="34" charset="0"/>
                          <a:sym typeface="Helvetica Neue Light"/>
                        </a:rPr>
                        <a:t>0.2 +0.1/-0.8</a:t>
                      </a:r>
                    </a:p>
                  </a:txBody>
                  <a:tcPr marL="9525" marR="9525" marT="9525"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21"/>
                  </a:ext>
                </a:extLst>
              </a:tr>
              <a:tr h="299412">
                <a:tc>
                  <a:txBody>
                    <a:bodyPr/>
                    <a:lstStyle/>
                    <a:p>
                      <a:pPr marL="0" marR="0" indent="0" algn="ctr" defTabSz="821530" fontAlgn="ctr" latinLnBrk="0">
                        <a:lnSpc>
                          <a:spcPct val="100000"/>
                        </a:lnSpc>
                        <a:spcBef>
                          <a:spcPts val="0"/>
                        </a:spcBef>
                        <a:spcAft>
                          <a:spcPts val="0"/>
                        </a:spcAft>
                        <a:buClrTx/>
                        <a:buSzTx/>
                        <a:buFontTx/>
                        <a:buNone/>
                        <a:tabLst/>
                      </a:pPr>
                      <a:r>
                        <a:rPr lang="en-US" altLang="zh-CN" sz="1400" b="0" i="0" u="none" strike="noStrike" cap="none" spc="0" baseline="0" dirty="0">
                          <a:ln>
                            <a:noFill/>
                          </a:ln>
                          <a:solidFill>
                            <a:schemeClr val="tx1"/>
                          </a:solidFill>
                          <a:effectLst/>
                          <a:uFillTx/>
                          <a:latin typeface="Arial" panose="020B0604020202020204" pitchFamily="34" charset="0"/>
                          <a:ea typeface="+mn-ea"/>
                          <a:cs typeface="Arial" panose="020B0604020202020204" pitchFamily="34" charset="0"/>
                          <a:sym typeface="Helvetica Neue Light"/>
                        </a:rPr>
                        <a:t>21</a:t>
                      </a:r>
                    </a:p>
                  </a:txBody>
                  <a:tcPr marL="8249" marR="8249" marT="8249"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821530" eaLnBrk="1" fontAlgn="ctr" latinLnBrk="0" hangingPunct="1">
                        <a:lnSpc>
                          <a:spcPct val="100000"/>
                        </a:lnSpc>
                        <a:spcBef>
                          <a:spcPts val="0"/>
                        </a:spcBef>
                        <a:spcAft>
                          <a:spcPts val="0"/>
                        </a:spcAft>
                        <a:buClrTx/>
                        <a:buSzTx/>
                        <a:buFontTx/>
                        <a:buNone/>
                        <a:tabLst/>
                        <a:defRPr/>
                      </a:pPr>
                      <a:r>
                        <a:rPr kumimoji="0" lang="en-US" altLang="zh-CN" sz="1400" b="0" i="0" u="none" strike="noStrike" kern="0" cap="none" spc="0" normalizeH="0" baseline="0" noProof="0">
                          <a:ln>
                            <a:noFill/>
                          </a:ln>
                          <a:solidFill>
                            <a:srgbClr val="000000"/>
                          </a:solidFill>
                          <a:effectLst/>
                          <a:uLnTx/>
                          <a:uFillTx/>
                          <a:latin typeface="Arial" panose="020B0604020202020204" pitchFamily="34" charset="0"/>
                          <a:ea typeface="Helvetica Neue"/>
                          <a:cs typeface="Arial" panose="020B0604020202020204" pitchFamily="34" charset="0"/>
                          <a:sym typeface="Helvetica Neue Light"/>
                        </a:rPr>
                        <a:t>0.2 +0.1/-0.8</a:t>
                      </a:r>
                      <a:endParaRPr kumimoji="0" lang="en-US" altLang="zh-CN" sz="1400" b="0" i="0" u="none" strike="noStrike" kern="0" cap="none" spc="0" normalizeH="0" baseline="0" noProof="0" dirty="0">
                        <a:ln>
                          <a:noFill/>
                        </a:ln>
                        <a:solidFill>
                          <a:srgbClr val="000000"/>
                        </a:solidFill>
                        <a:effectLst/>
                        <a:uLnTx/>
                        <a:uFillTx/>
                        <a:latin typeface="Arial" panose="020B0604020202020204" pitchFamily="34" charset="0"/>
                        <a:ea typeface="Helvetica Neue"/>
                        <a:cs typeface="Arial" panose="020B0604020202020204" pitchFamily="34" charset="0"/>
                        <a:sym typeface="Helvetica Neue Light"/>
                      </a:endParaRPr>
                    </a:p>
                  </a:txBody>
                  <a:tcPr marL="8249" marR="8249" marT="8249"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solidFill>
                  </a:tcPr>
                </a:tc>
                <a:tc vMerge="1">
                  <a:txBody>
                    <a:bodyPr/>
                    <a:lstStyle/>
                    <a:p>
                      <a:pPr marL="0" marR="0" indent="0" algn="ctr" defTabSz="821530" eaLnBrk="1" fontAlgn="ctr" latinLnBrk="0" hangingPunct="1">
                        <a:lnSpc>
                          <a:spcPct val="100000"/>
                        </a:lnSpc>
                        <a:spcBef>
                          <a:spcPts val="0"/>
                        </a:spcBef>
                        <a:spcAft>
                          <a:spcPts val="0"/>
                        </a:spcAft>
                        <a:buClrTx/>
                        <a:buSzTx/>
                        <a:buFontTx/>
                        <a:buNone/>
                        <a:tabLst/>
                        <a:defRPr/>
                      </a:pPr>
                      <a:endParaRPr lang="en-US" altLang="zh-CN" sz="2000" b="0" i="0" u="none" strike="noStrike" cap="none" spc="0" baseline="0" dirty="0">
                        <a:ln>
                          <a:noFill/>
                        </a:ln>
                        <a:solidFill>
                          <a:schemeClr val="tx1"/>
                        </a:solidFill>
                        <a:effectLst/>
                        <a:uFillTx/>
                        <a:latin typeface="Arial" panose="020B0604020202020204" pitchFamily="34" charset="0"/>
                        <a:ea typeface="Arial Unicode MS" panose="020B0604020202020204" pitchFamily="34" charset="-122"/>
                        <a:cs typeface="Arial" panose="020B0604020202020204" pitchFamily="34" charset="0"/>
                        <a:sym typeface="Helvetica Neue Light"/>
                      </a:endParaRPr>
                    </a:p>
                  </a:txBody>
                  <a:tcPr marL="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indent="0" algn="ctr" defTabSz="821530" fontAlgn="ctr" latinLnBrk="0">
                        <a:lnSpc>
                          <a:spcPct val="100000"/>
                        </a:lnSpc>
                        <a:spcBef>
                          <a:spcPts val="0"/>
                        </a:spcBef>
                        <a:spcAft>
                          <a:spcPts val="0"/>
                        </a:spcAft>
                        <a:buClrTx/>
                        <a:buSzTx/>
                        <a:buFontTx/>
                        <a:buNone/>
                        <a:tabLst/>
                      </a:pPr>
                      <a:r>
                        <a:rPr lang="en-US" altLang="zh-CN" sz="1400" b="0" i="0" u="none" strike="noStrike" cap="none" spc="0" baseline="0" dirty="0">
                          <a:ln>
                            <a:noFill/>
                          </a:ln>
                          <a:solidFill>
                            <a:schemeClr val="tx1"/>
                          </a:solidFill>
                          <a:effectLst/>
                          <a:uFillTx/>
                          <a:latin typeface="Arial" panose="020B0604020202020204" pitchFamily="34" charset="0"/>
                          <a:ea typeface="+mn-ea"/>
                          <a:cs typeface="Arial" panose="020B0604020202020204" pitchFamily="34" charset="0"/>
                          <a:sym typeface="Helvetica Neue Light"/>
                        </a:rPr>
                        <a:t>45</a:t>
                      </a:r>
                    </a:p>
                  </a:txBody>
                  <a:tcPr marL="8249" marR="8249" marT="8249"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lvl="0" indent="0" algn="ctr" defTabSz="821530" eaLnBrk="1" fontAlgn="ctr" latinLnBrk="0" hangingPunct="1">
                        <a:lnSpc>
                          <a:spcPct val="100000"/>
                        </a:lnSpc>
                        <a:spcBef>
                          <a:spcPts val="0"/>
                        </a:spcBef>
                        <a:spcAft>
                          <a:spcPts val="0"/>
                        </a:spcAft>
                        <a:buClrTx/>
                        <a:buSzTx/>
                        <a:buFontTx/>
                        <a:buNone/>
                        <a:tabLst/>
                        <a:defRPr/>
                      </a:pPr>
                      <a:r>
                        <a:rPr kumimoji="0" lang="en-US" altLang="zh-CN" sz="1400" b="0" i="0" u="none" strike="noStrike" kern="0" cap="none" spc="0" normalizeH="0" baseline="0" noProof="0" dirty="0">
                          <a:ln>
                            <a:noFill/>
                          </a:ln>
                          <a:solidFill>
                            <a:srgbClr val="000000"/>
                          </a:solidFill>
                          <a:effectLst/>
                          <a:uLnTx/>
                          <a:uFillTx/>
                          <a:latin typeface="Arial" panose="020B0604020202020204" pitchFamily="34" charset="0"/>
                          <a:ea typeface="Helvetica Neue"/>
                          <a:cs typeface="Arial" panose="020B0604020202020204" pitchFamily="34" charset="0"/>
                          <a:sym typeface="Helvetica Neue Light"/>
                        </a:rPr>
                        <a:t>0.2 +0.1/-0.8</a:t>
                      </a:r>
                    </a:p>
                  </a:txBody>
                  <a:tcPr marL="9525" marR="9525" marT="9525"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22"/>
                  </a:ext>
                </a:extLst>
              </a:tr>
              <a:tr h="299412">
                <a:tc>
                  <a:txBody>
                    <a:bodyPr/>
                    <a:lstStyle/>
                    <a:p>
                      <a:pPr marL="0" marR="0" indent="0" algn="ctr" defTabSz="821530" fontAlgn="ctr" latinLnBrk="0">
                        <a:lnSpc>
                          <a:spcPct val="100000"/>
                        </a:lnSpc>
                        <a:spcBef>
                          <a:spcPts val="0"/>
                        </a:spcBef>
                        <a:spcAft>
                          <a:spcPts val="0"/>
                        </a:spcAft>
                        <a:buClrTx/>
                        <a:buSzTx/>
                        <a:buFontTx/>
                        <a:buNone/>
                        <a:tabLst/>
                      </a:pPr>
                      <a:r>
                        <a:rPr lang="en-US" altLang="zh-CN" sz="1400" b="0" i="0" u="none" strike="noStrike" cap="none" spc="0" baseline="0" dirty="0">
                          <a:ln>
                            <a:noFill/>
                          </a:ln>
                          <a:solidFill>
                            <a:schemeClr val="tx1"/>
                          </a:solidFill>
                          <a:effectLst/>
                          <a:uFillTx/>
                          <a:latin typeface="Arial" panose="020B0604020202020204" pitchFamily="34" charset="0"/>
                          <a:ea typeface="+mn-ea"/>
                          <a:cs typeface="Arial" panose="020B0604020202020204" pitchFamily="34" charset="0"/>
                          <a:sym typeface="Helvetica Neue Light"/>
                        </a:rPr>
                        <a:t>22</a:t>
                      </a:r>
                    </a:p>
                  </a:txBody>
                  <a:tcPr marL="8249" marR="8249" marT="8249"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821530" eaLnBrk="1" fontAlgn="ctr" latinLnBrk="0" hangingPunct="1">
                        <a:lnSpc>
                          <a:spcPct val="100000"/>
                        </a:lnSpc>
                        <a:spcBef>
                          <a:spcPts val="0"/>
                        </a:spcBef>
                        <a:spcAft>
                          <a:spcPts val="0"/>
                        </a:spcAft>
                        <a:buClrTx/>
                        <a:buSzTx/>
                        <a:buFontTx/>
                        <a:buNone/>
                        <a:tabLst/>
                        <a:defRPr/>
                      </a:pPr>
                      <a:r>
                        <a:rPr kumimoji="0" lang="en-US" altLang="zh-CN" sz="1400" b="0" i="0" u="none" strike="noStrike" kern="0" cap="none" spc="0" normalizeH="0" baseline="0" noProof="0">
                          <a:ln>
                            <a:noFill/>
                          </a:ln>
                          <a:solidFill>
                            <a:srgbClr val="000000"/>
                          </a:solidFill>
                          <a:effectLst/>
                          <a:uLnTx/>
                          <a:uFillTx/>
                          <a:latin typeface="Arial" panose="020B0604020202020204" pitchFamily="34" charset="0"/>
                          <a:ea typeface="Helvetica Neue"/>
                          <a:cs typeface="Arial" panose="020B0604020202020204" pitchFamily="34" charset="0"/>
                          <a:sym typeface="Helvetica Neue Light"/>
                        </a:rPr>
                        <a:t>0.2 +0.1/-0.8</a:t>
                      </a:r>
                      <a:endParaRPr kumimoji="0" lang="en-US" altLang="zh-CN" sz="1400" b="0" i="0" u="none" strike="noStrike" kern="0" cap="none" spc="0" normalizeH="0" baseline="0" noProof="0" dirty="0">
                        <a:ln>
                          <a:noFill/>
                        </a:ln>
                        <a:solidFill>
                          <a:srgbClr val="000000"/>
                        </a:solidFill>
                        <a:effectLst/>
                        <a:uLnTx/>
                        <a:uFillTx/>
                        <a:latin typeface="Arial" panose="020B0604020202020204" pitchFamily="34" charset="0"/>
                        <a:ea typeface="Helvetica Neue"/>
                        <a:cs typeface="Arial" panose="020B0604020202020204" pitchFamily="34" charset="0"/>
                        <a:sym typeface="Helvetica Neue Light"/>
                      </a:endParaRPr>
                    </a:p>
                  </a:txBody>
                  <a:tcPr marL="8249" marR="8249" marT="8249"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solidFill>
                  </a:tcPr>
                </a:tc>
                <a:tc vMerge="1">
                  <a:txBody>
                    <a:bodyPr/>
                    <a:lstStyle/>
                    <a:p>
                      <a:pPr marL="0" marR="0" indent="0" algn="ctr" defTabSz="821530" eaLnBrk="1" fontAlgn="ctr" latinLnBrk="0" hangingPunct="1">
                        <a:lnSpc>
                          <a:spcPct val="100000"/>
                        </a:lnSpc>
                        <a:spcBef>
                          <a:spcPts val="0"/>
                        </a:spcBef>
                        <a:spcAft>
                          <a:spcPts val="0"/>
                        </a:spcAft>
                        <a:buClrTx/>
                        <a:buSzTx/>
                        <a:buFontTx/>
                        <a:buNone/>
                        <a:tabLst/>
                        <a:defRPr/>
                      </a:pPr>
                      <a:endParaRPr lang="en-US" altLang="zh-CN" sz="2000" b="0" i="0" u="none" strike="noStrike" cap="none" spc="0" baseline="0" dirty="0">
                        <a:ln>
                          <a:noFill/>
                        </a:ln>
                        <a:solidFill>
                          <a:schemeClr val="tx1"/>
                        </a:solidFill>
                        <a:effectLst/>
                        <a:uFillTx/>
                        <a:latin typeface="Arial" panose="020B0604020202020204" pitchFamily="34" charset="0"/>
                        <a:ea typeface="Arial Unicode MS" panose="020B0604020202020204" pitchFamily="34" charset="-122"/>
                        <a:cs typeface="Arial" panose="020B0604020202020204" pitchFamily="34" charset="0"/>
                        <a:sym typeface="Helvetica Neue Light"/>
                      </a:endParaRPr>
                    </a:p>
                  </a:txBody>
                  <a:tcPr marL="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indent="0" algn="ctr" defTabSz="821530" fontAlgn="ctr" latinLnBrk="0">
                        <a:lnSpc>
                          <a:spcPct val="100000"/>
                        </a:lnSpc>
                        <a:spcBef>
                          <a:spcPts val="0"/>
                        </a:spcBef>
                        <a:spcAft>
                          <a:spcPts val="0"/>
                        </a:spcAft>
                        <a:buClrTx/>
                        <a:buSzTx/>
                        <a:buFontTx/>
                        <a:buNone/>
                        <a:tabLst/>
                      </a:pPr>
                      <a:r>
                        <a:rPr lang="en-US" altLang="zh-CN" sz="1400" b="0" i="0" u="none" strike="noStrike" cap="none" spc="0" baseline="0" dirty="0">
                          <a:ln>
                            <a:noFill/>
                          </a:ln>
                          <a:solidFill>
                            <a:schemeClr val="tx1"/>
                          </a:solidFill>
                          <a:effectLst/>
                          <a:uFillTx/>
                          <a:latin typeface="Arial" panose="020B0604020202020204" pitchFamily="34" charset="0"/>
                          <a:ea typeface="+mn-ea"/>
                          <a:cs typeface="Arial" panose="020B0604020202020204" pitchFamily="34" charset="0"/>
                          <a:sym typeface="Helvetica Neue Light"/>
                        </a:rPr>
                        <a:t>46</a:t>
                      </a:r>
                    </a:p>
                  </a:txBody>
                  <a:tcPr marL="8249" marR="8249" marT="8249"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lvl="0" indent="0" algn="ctr" defTabSz="821530" eaLnBrk="1" fontAlgn="ctr" latinLnBrk="0" hangingPunct="1">
                        <a:lnSpc>
                          <a:spcPct val="100000"/>
                        </a:lnSpc>
                        <a:spcBef>
                          <a:spcPts val="0"/>
                        </a:spcBef>
                        <a:spcAft>
                          <a:spcPts val="0"/>
                        </a:spcAft>
                        <a:buClrTx/>
                        <a:buSzTx/>
                        <a:buFontTx/>
                        <a:buNone/>
                        <a:tabLst/>
                        <a:defRPr/>
                      </a:pPr>
                      <a:r>
                        <a:rPr kumimoji="0" lang="en-US" altLang="zh-CN" sz="1400" b="0" i="0" u="none" strike="noStrike" kern="0" cap="none" spc="0" normalizeH="0" baseline="0" noProof="0" dirty="0">
                          <a:ln>
                            <a:noFill/>
                          </a:ln>
                          <a:solidFill>
                            <a:srgbClr val="000000"/>
                          </a:solidFill>
                          <a:effectLst/>
                          <a:uLnTx/>
                          <a:uFillTx/>
                          <a:latin typeface="Arial" panose="020B0604020202020204" pitchFamily="34" charset="0"/>
                          <a:ea typeface="Helvetica Neue"/>
                          <a:cs typeface="Arial" panose="020B0604020202020204" pitchFamily="34" charset="0"/>
                          <a:sym typeface="Helvetica Neue Light"/>
                        </a:rPr>
                        <a:t>0.2 +0.1/-0.8</a:t>
                      </a:r>
                    </a:p>
                  </a:txBody>
                  <a:tcPr marL="9525" marR="9525" marT="9525"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23"/>
                  </a:ext>
                </a:extLst>
              </a:tr>
              <a:tr h="299412">
                <a:tc>
                  <a:txBody>
                    <a:bodyPr/>
                    <a:lstStyle/>
                    <a:p>
                      <a:pPr marL="0" marR="0" indent="0" algn="ctr" defTabSz="821530" fontAlgn="ctr" latinLnBrk="0">
                        <a:lnSpc>
                          <a:spcPct val="100000"/>
                        </a:lnSpc>
                        <a:spcBef>
                          <a:spcPts val="0"/>
                        </a:spcBef>
                        <a:spcAft>
                          <a:spcPts val="0"/>
                        </a:spcAft>
                        <a:buClrTx/>
                        <a:buSzTx/>
                        <a:buFontTx/>
                        <a:buNone/>
                        <a:tabLst/>
                      </a:pPr>
                      <a:r>
                        <a:rPr lang="en-US" altLang="zh-CN" sz="1400" b="0" i="0" u="none" strike="noStrike" cap="none" spc="0" baseline="0" dirty="0">
                          <a:ln>
                            <a:noFill/>
                          </a:ln>
                          <a:solidFill>
                            <a:schemeClr val="tx1"/>
                          </a:solidFill>
                          <a:effectLst/>
                          <a:uFillTx/>
                          <a:latin typeface="Arial" panose="020B0604020202020204" pitchFamily="34" charset="0"/>
                          <a:ea typeface="+mn-ea"/>
                          <a:cs typeface="Arial" panose="020B0604020202020204" pitchFamily="34" charset="0"/>
                          <a:sym typeface="Helvetica Neue Light"/>
                        </a:rPr>
                        <a:t>23</a:t>
                      </a:r>
                    </a:p>
                  </a:txBody>
                  <a:tcPr marL="8249" marR="8249" marT="8249"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lvl="0" indent="0" algn="ctr" defTabSz="821530" eaLnBrk="1" fontAlgn="ctr" latinLnBrk="0" hangingPunct="1">
                        <a:lnSpc>
                          <a:spcPct val="100000"/>
                        </a:lnSpc>
                        <a:spcBef>
                          <a:spcPts val="0"/>
                        </a:spcBef>
                        <a:spcAft>
                          <a:spcPts val="0"/>
                        </a:spcAft>
                        <a:buClrTx/>
                        <a:buSzTx/>
                        <a:buFontTx/>
                        <a:buNone/>
                        <a:tabLst/>
                        <a:defRPr/>
                      </a:pPr>
                      <a:r>
                        <a:rPr kumimoji="0" lang="en-US" altLang="zh-CN" sz="1400" b="0" i="0" u="none" strike="noStrike" kern="0" cap="none" spc="0" normalizeH="0" baseline="0" noProof="0" dirty="0">
                          <a:ln>
                            <a:noFill/>
                          </a:ln>
                          <a:solidFill>
                            <a:srgbClr val="000000"/>
                          </a:solidFill>
                          <a:effectLst/>
                          <a:uLnTx/>
                          <a:uFillTx/>
                          <a:latin typeface="Arial" panose="020B0604020202020204" pitchFamily="34" charset="0"/>
                          <a:ea typeface="Helvetica Neue"/>
                          <a:cs typeface="Arial" panose="020B0604020202020204" pitchFamily="34" charset="0"/>
                          <a:sym typeface="Helvetica Neue Light"/>
                        </a:rPr>
                        <a:t>0.2 +0.1/-0.8</a:t>
                      </a:r>
                    </a:p>
                  </a:txBody>
                  <a:tcPr marL="8249" marR="8249" marT="8249"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vMerge="1">
                  <a:txBody>
                    <a:bodyPr/>
                    <a:lstStyle/>
                    <a:p>
                      <a:pPr marL="0" marR="0" indent="0" algn="ctr" defTabSz="821530" eaLnBrk="1" fontAlgn="ctr" latinLnBrk="0" hangingPunct="1">
                        <a:lnSpc>
                          <a:spcPct val="100000"/>
                        </a:lnSpc>
                        <a:spcBef>
                          <a:spcPts val="0"/>
                        </a:spcBef>
                        <a:spcAft>
                          <a:spcPts val="0"/>
                        </a:spcAft>
                        <a:buClrTx/>
                        <a:buSzTx/>
                        <a:buFontTx/>
                        <a:buNone/>
                        <a:tabLst/>
                        <a:defRPr/>
                      </a:pPr>
                      <a:endParaRPr lang="en-US" altLang="zh-CN" sz="2000" b="0" i="0" u="none" strike="noStrike" cap="none" spc="0" baseline="0" dirty="0">
                        <a:ln>
                          <a:noFill/>
                        </a:ln>
                        <a:solidFill>
                          <a:schemeClr val="tx1"/>
                        </a:solidFill>
                        <a:effectLst/>
                        <a:uFillTx/>
                        <a:latin typeface="Arial" panose="020B0604020202020204" pitchFamily="34" charset="0"/>
                        <a:ea typeface="Arial Unicode MS" panose="020B0604020202020204" pitchFamily="34" charset="-122"/>
                        <a:cs typeface="Arial" panose="020B0604020202020204" pitchFamily="34" charset="0"/>
                        <a:sym typeface="Helvetica Neue Light"/>
                      </a:endParaRPr>
                    </a:p>
                  </a:txBody>
                  <a:tcPr marL="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indent="0" algn="ctr" defTabSz="821530" fontAlgn="ctr" latinLnBrk="0">
                        <a:lnSpc>
                          <a:spcPct val="100000"/>
                        </a:lnSpc>
                        <a:spcBef>
                          <a:spcPts val="0"/>
                        </a:spcBef>
                        <a:spcAft>
                          <a:spcPts val="0"/>
                        </a:spcAft>
                        <a:buClrTx/>
                        <a:buSzTx/>
                        <a:buFontTx/>
                        <a:buNone/>
                        <a:tabLst/>
                      </a:pPr>
                      <a:r>
                        <a:rPr lang="en-US" altLang="zh-CN" sz="1400" b="0" i="0" u="none" strike="noStrike" cap="none" spc="0" baseline="0" dirty="0">
                          <a:ln>
                            <a:noFill/>
                          </a:ln>
                          <a:solidFill>
                            <a:schemeClr val="tx1"/>
                          </a:solidFill>
                          <a:effectLst/>
                          <a:uFillTx/>
                          <a:latin typeface="Arial" panose="020B0604020202020204" pitchFamily="34" charset="0"/>
                          <a:ea typeface="+mn-ea"/>
                          <a:cs typeface="Arial" panose="020B0604020202020204" pitchFamily="34" charset="0"/>
                          <a:sym typeface="Helvetica Neue Light"/>
                        </a:rPr>
                        <a:t>47</a:t>
                      </a:r>
                    </a:p>
                  </a:txBody>
                  <a:tcPr marL="7854" marR="7854" marT="7854"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lvl="0" indent="0" algn="ctr" defTabSz="821530" eaLnBrk="1" fontAlgn="ctr" latinLnBrk="0" hangingPunct="1">
                        <a:lnSpc>
                          <a:spcPct val="100000"/>
                        </a:lnSpc>
                        <a:spcBef>
                          <a:spcPts val="0"/>
                        </a:spcBef>
                        <a:spcAft>
                          <a:spcPts val="0"/>
                        </a:spcAft>
                        <a:buClrTx/>
                        <a:buSzTx/>
                        <a:buFontTx/>
                        <a:buNone/>
                        <a:tabLst/>
                        <a:defRPr/>
                      </a:pPr>
                      <a:r>
                        <a:rPr kumimoji="0" lang="en-US" altLang="zh-CN" sz="1400" b="0" i="0" u="none" strike="noStrike" kern="0" cap="none" spc="0" normalizeH="0" baseline="0" noProof="0" dirty="0">
                          <a:ln>
                            <a:noFill/>
                          </a:ln>
                          <a:solidFill>
                            <a:srgbClr val="000000"/>
                          </a:solidFill>
                          <a:effectLst/>
                          <a:uLnTx/>
                          <a:uFillTx/>
                          <a:latin typeface="Arial" panose="020B0604020202020204" pitchFamily="34" charset="0"/>
                          <a:ea typeface="Helvetica Neue"/>
                          <a:cs typeface="Arial" panose="020B0604020202020204" pitchFamily="34" charset="0"/>
                          <a:sym typeface="Helvetica Neue Light"/>
                        </a:rPr>
                        <a:t>0.2 +0.1/-0.8</a:t>
                      </a:r>
                    </a:p>
                  </a:txBody>
                  <a:tcPr marL="9525" marR="9525" marT="9525"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24"/>
                  </a:ext>
                </a:extLst>
              </a:tr>
              <a:tr h="299412">
                <a:tc>
                  <a:txBody>
                    <a:bodyPr/>
                    <a:lstStyle/>
                    <a:p>
                      <a:pPr marL="0" marR="0" indent="0" algn="ctr" defTabSz="821530" fontAlgn="ctr" latinLnBrk="0">
                        <a:lnSpc>
                          <a:spcPct val="100000"/>
                        </a:lnSpc>
                        <a:spcBef>
                          <a:spcPts val="0"/>
                        </a:spcBef>
                        <a:spcAft>
                          <a:spcPts val="0"/>
                        </a:spcAft>
                        <a:buClrTx/>
                        <a:buSzTx/>
                        <a:buFontTx/>
                        <a:buNone/>
                        <a:tabLst/>
                      </a:pPr>
                      <a:r>
                        <a:rPr lang="en-US" altLang="zh-CN" sz="1400" b="0" i="0" u="none" strike="noStrike" cap="none" spc="0" baseline="0" dirty="0">
                          <a:ln>
                            <a:noFill/>
                          </a:ln>
                          <a:solidFill>
                            <a:schemeClr val="tx1"/>
                          </a:solidFill>
                          <a:effectLst/>
                          <a:uFillTx/>
                          <a:latin typeface="Arial" panose="020B0604020202020204" pitchFamily="34" charset="0"/>
                          <a:ea typeface="+mn-ea"/>
                          <a:cs typeface="Arial" panose="020B0604020202020204" pitchFamily="34" charset="0"/>
                          <a:sym typeface="Helvetica Neue Light"/>
                        </a:rPr>
                        <a:t>24</a:t>
                      </a:r>
                    </a:p>
                  </a:txBody>
                  <a:tcPr marL="8249" marR="8249" marT="8249"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lvl="0" indent="0" algn="ctr" defTabSz="821530" eaLnBrk="1" fontAlgn="ctr" latinLnBrk="0" hangingPunct="1">
                        <a:lnSpc>
                          <a:spcPct val="100000"/>
                        </a:lnSpc>
                        <a:spcBef>
                          <a:spcPts val="0"/>
                        </a:spcBef>
                        <a:spcAft>
                          <a:spcPts val="0"/>
                        </a:spcAft>
                        <a:buClrTx/>
                        <a:buSzTx/>
                        <a:buFontTx/>
                        <a:buNone/>
                        <a:tabLst/>
                        <a:defRPr/>
                      </a:pPr>
                      <a:r>
                        <a:rPr kumimoji="0" lang="en-US" altLang="zh-CN" sz="1400" b="0" i="0" u="none" strike="noStrike" kern="0" cap="none" spc="0" normalizeH="0" baseline="0" noProof="0" dirty="0">
                          <a:ln>
                            <a:noFill/>
                          </a:ln>
                          <a:solidFill>
                            <a:srgbClr val="000000"/>
                          </a:solidFill>
                          <a:effectLst/>
                          <a:uLnTx/>
                          <a:uFillTx/>
                          <a:latin typeface="Arial" panose="020B0604020202020204" pitchFamily="34" charset="0"/>
                          <a:ea typeface="Helvetica Neue"/>
                          <a:cs typeface="Arial" panose="020B0604020202020204" pitchFamily="34" charset="0"/>
                          <a:sym typeface="Helvetica Neue Light"/>
                        </a:rPr>
                        <a:t>0.2 +0.1/-0.8</a:t>
                      </a:r>
                    </a:p>
                  </a:txBody>
                  <a:tcPr marL="8249" marR="8249" marT="8249"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vMerge="1">
                  <a:txBody>
                    <a:bodyPr/>
                    <a:lstStyle/>
                    <a:p>
                      <a:pPr marL="0" marR="0" indent="0" algn="ctr" defTabSz="821530" eaLnBrk="1" fontAlgn="ctr" latinLnBrk="0" hangingPunct="1">
                        <a:lnSpc>
                          <a:spcPct val="100000"/>
                        </a:lnSpc>
                        <a:spcBef>
                          <a:spcPts val="0"/>
                        </a:spcBef>
                        <a:spcAft>
                          <a:spcPts val="0"/>
                        </a:spcAft>
                        <a:buClrTx/>
                        <a:buSzTx/>
                        <a:buFontTx/>
                        <a:buNone/>
                        <a:tabLst/>
                        <a:defRPr/>
                      </a:pPr>
                      <a:endParaRPr lang="en-US" altLang="zh-CN" sz="2000" b="0" i="0" u="none" strike="noStrike" cap="none" spc="0" baseline="0" dirty="0">
                        <a:ln>
                          <a:noFill/>
                        </a:ln>
                        <a:solidFill>
                          <a:schemeClr val="tx1"/>
                        </a:solidFill>
                        <a:effectLst/>
                        <a:uFillTx/>
                        <a:latin typeface="Arial" panose="020B0604020202020204" pitchFamily="34" charset="0"/>
                        <a:ea typeface="Arial Unicode MS" panose="020B0604020202020204" pitchFamily="34" charset="-122"/>
                        <a:cs typeface="Arial" panose="020B0604020202020204" pitchFamily="34" charset="0"/>
                        <a:sym typeface="Helvetica Neue Light"/>
                      </a:endParaRPr>
                    </a:p>
                  </a:txBody>
                  <a:tcPr marL="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indent="0" algn="ctr" defTabSz="821530" fontAlgn="ctr" latinLnBrk="0">
                        <a:lnSpc>
                          <a:spcPct val="100000"/>
                        </a:lnSpc>
                        <a:spcBef>
                          <a:spcPts val="0"/>
                        </a:spcBef>
                        <a:spcAft>
                          <a:spcPts val="0"/>
                        </a:spcAft>
                        <a:buClrTx/>
                        <a:buSzTx/>
                        <a:buFontTx/>
                        <a:buNone/>
                        <a:tabLst/>
                      </a:pPr>
                      <a:r>
                        <a:rPr lang="en-US" altLang="zh-CN" sz="1400" b="0" i="0" u="none" strike="noStrike" cap="none" spc="0" baseline="0" dirty="0">
                          <a:ln>
                            <a:noFill/>
                          </a:ln>
                          <a:solidFill>
                            <a:schemeClr val="tx1"/>
                          </a:solidFill>
                          <a:effectLst/>
                          <a:uFillTx/>
                          <a:latin typeface="Arial" panose="020B0604020202020204" pitchFamily="34" charset="0"/>
                          <a:ea typeface="+mn-ea"/>
                          <a:cs typeface="Arial" panose="020B0604020202020204" pitchFamily="34" charset="0"/>
                          <a:sym typeface="Helvetica Neue Light"/>
                        </a:rPr>
                        <a:t>48</a:t>
                      </a:r>
                    </a:p>
                  </a:txBody>
                  <a:tcPr marL="7854" marR="7854" marT="7854"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lvl="0" indent="0" algn="ctr" defTabSz="821530" eaLnBrk="1" fontAlgn="ctr" latinLnBrk="0" hangingPunct="1">
                        <a:lnSpc>
                          <a:spcPct val="100000"/>
                        </a:lnSpc>
                        <a:spcBef>
                          <a:spcPts val="0"/>
                        </a:spcBef>
                        <a:spcAft>
                          <a:spcPts val="0"/>
                        </a:spcAft>
                        <a:buClrTx/>
                        <a:buSzTx/>
                        <a:buFontTx/>
                        <a:buNone/>
                        <a:tabLst/>
                        <a:defRPr/>
                      </a:pPr>
                      <a:r>
                        <a:rPr kumimoji="0" lang="en-US" altLang="zh-CN" sz="1400" b="0" i="0" u="none" strike="noStrike" kern="0" cap="none" spc="0" normalizeH="0" baseline="0" noProof="0" dirty="0">
                          <a:ln>
                            <a:noFill/>
                          </a:ln>
                          <a:solidFill>
                            <a:srgbClr val="000000"/>
                          </a:solidFill>
                          <a:effectLst/>
                          <a:uLnTx/>
                          <a:uFillTx/>
                          <a:latin typeface="Arial" panose="020B0604020202020204" pitchFamily="34" charset="0"/>
                          <a:ea typeface="Helvetica Neue"/>
                          <a:cs typeface="Arial" panose="020B0604020202020204" pitchFamily="34" charset="0"/>
                          <a:sym typeface="Helvetica Neue Light"/>
                        </a:rPr>
                        <a:t>0.2 +0.1/-0.8</a:t>
                      </a:r>
                    </a:p>
                  </a:txBody>
                  <a:tcPr marL="9525" marR="9525" marT="9525"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25"/>
                  </a:ext>
                </a:extLst>
              </a:tr>
              <a:tr h="299412">
                <a:tc>
                  <a:txBody>
                    <a:bodyPr/>
                    <a:lstStyle/>
                    <a:p>
                      <a:pPr marL="0" marR="0" indent="0" algn="ctr" defTabSz="821530" fontAlgn="ctr" latinLnBrk="0">
                        <a:lnSpc>
                          <a:spcPct val="100000"/>
                        </a:lnSpc>
                        <a:spcBef>
                          <a:spcPts val="0"/>
                        </a:spcBef>
                        <a:spcAft>
                          <a:spcPts val="0"/>
                        </a:spcAft>
                        <a:buClrTx/>
                        <a:buSzTx/>
                        <a:buFontTx/>
                        <a:buNone/>
                        <a:tabLst/>
                      </a:pPr>
                      <a:r>
                        <a:rPr lang="en-US" altLang="zh-CN" sz="1400" b="0" i="0" u="none" strike="noStrike" cap="none" spc="0" baseline="0" dirty="0">
                          <a:ln>
                            <a:noFill/>
                          </a:ln>
                          <a:solidFill>
                            <a:schemeClr val="tx1"/>
                          </a:solidFill>
                          <a:effectLst/>
                          <a:uFillTx/>
                          <a:latin typeface="Arial" panose="020B0604020202020204" pitchFamily="34" charset="0"/>
                          <a:ea typeface="+mn-ea"/>
                          <a:cs typeface="Arial" panose="020B0604020202020204" pitchFamily="34" charset="0"/>
                          <a:sym typeface="Helvetica Neue Light"/>
                        </a:rPr>
                        <a:t>25</a:t>
                      </a:r>
                    </a:p>
                  </a:txBody>
                  <a:tcPr marL="8249" marR="8249" marT="8249"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821530" eaLnBrk="1" fontAlgn="ctr" latinLnBrk="0" hangingPunct="1">
                        <a:lnSpc>
                          <a:spcPct val="100000"/>
                        </a:lnSpc>
                        <a:spcBef>
                          <a:spcPts val="0"/>
                        </a:spcBef>
                        <a:spcAft>
                          <a:spcPts val="0"/>
                        </a:spcAft>
                        <a:buClrTx/>
                        <a:buSzTx/>
                        <a:buFontTx/>
                        <a:buNone/>
                        <a:tabLst/>
                        <a:defRPr/>
                      </a:pPr>
                      <a:r>
                        <a:rPr kumimoji="0" lang="en-US" altLang="zh-CN" sz="1400" b="0" i="0" u="none" strike="noStrike" kern="0" cap="none" spc="0" normalizeH="0" baseline="0" noProof="0" dirty="0">
                          <a:ln>
                            <a:noFill/>
                          </a:ln>
                          <a:solidFill>
                            <a:srgbClr val="000000"/>
                          </a:solidFill>
                          <a:effectLst/>
                          <a:uLnTx/>
                          <a:uFillTx/>
                          <a:latin typeface="Arial" panose="020B0604020202020204" pitchFamily="34" charset="0"/>
                          <a:ea typeface="Helvetica Neue"/>
                          <a:cs typeface="Arial" panose="020B0604020202020204" pitchFamily="34" charset="0"/>
                          <a:sym typeface="Helvetica Neue Light"/>
                        </a:rPr>
                        <a:t>0.2 +0.1/-0.8</a:t>
                      </a:r>
                    </a:p>
                  </a:txBody>
                  <a:tcPr marL="8249" marR="8249" marT="8249"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solidFill>
                  </a:tcPr>
                </a:tc>
                <a:tc vMerge="1">
                  <a:txBody>
                    <a:bodyPr/>
                    <a:lstStyle/>
                    <a:p>
                      <a:pPr marL="0" marR="0" indent="0" algn="ctr" defTabSz="821530" eaLnBrk="1" fontAlgn="ctr" latinLnBrk="0" hangingPunct="1">
                        <a:lnSpc>
                          <a:spcPct val="100000"/>
                        </a:lnSpc>
                        <a:spcBef>
                          <a:spcPts val="0"/>
                        </a:spcBef>
                        <a:spcAft>
                          <a:spcPts val="0"/>
                        </a:spcAft>
                        <a:buClrTx/>
                        <a:buSzTx/>
                        <a:buFontTx/>
                        <a:buNone/>
                        <a:tabLst/>
                        <a:defRPr/>
                      </a:pPr>
                      <a:endParaRPr lang="en-US" altLang="zh-CN" sz="2000" b="0" i="0" u="none" strike="noStrike" cap="none" spc="0" baseline="0" dirty="0">
                        <a:ln>
                          <a:noFill/>
                        </a:ln>
                        <a:solidFill>
                          <a:schemeClr val="tx1"/>
                        </a:solidFill>
                        <a:effectLst/>
                        <a:uFillTx/>
                        <a:latin typeface="Arial" panose="020B0604020202020204" pitchFamily="34" charset="0"/>
                        <a:ea typeface="Arial Unicode MS" panose="020B0604020202020204" pitchFamily="34" charset="-122"/>
                        <a:cs typeface="Arial" panose="020B0604020202020204" pitchFamily="34" charset="0"/>
                        <a:sym typeface="Helvetica Neue Light"/>
                      </a:endParaRPr>
                    </a:p>
                  </a:txBody>
                  <a:tcPr marL="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indent="0" algn="ctr" defTabSz="821530" fontAlgn="ctr" latinLnBrk="0">
                        <a:lnSpc>
                          <a:spcPct val="100000"/>
                        </a:lnSpc>
                        <a:spcBef>
                          <a:spcPts val="0"/>
                        </a:spcBef>
                        <a:spcAft>
                          <a:spcPts val="0"/>
                        </a:spcAft>
                        <a:buClrTx/>
                        <a:buSzTx/>
                        <a:buFontTx/>
                        <a:buNone/>
                        <a:tabLst/>
                      </a:pPr>
                      <a:r>
                        <a:rPr lang="en-US" altLang="zh-CN" sz="1400" b="0" i="0" u="none" strike="noStrike" cap="none" spc="0" baseline="0" dirty="0">
                          <a:ln>
                            <a:noFill/>
                          </a:ln>
                          <a:solidFill>
                            <a:schemeClr val="tx1"/>
                          </a:solidFill>
                          <a:effectLst/>
                          <a:uFillTx/>
                          <a:latin typeface="Arial" panose="020B0604020202020204" pitchFamily="34" charset="0"/>
                          <a:ea typeface="+mn-ea"/>
                          <a:cs typeface="Arial" panose="020B0604020202020204" pitchFamily="34" charset="0"/>
                          <a:sym typeface="Helvetica Neue Light"/>
                        </a:rPr>
                        <a:t>49</a:t>
                      </a:r>
                    </a:p>
                  </a:txBody>
                  <a:tcPr marL="7854" marR="7854" marT="7854"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lvl="0" indent="0" algn="ctr" defTabSz="821530" eaLnBrk="1" fontAlgn="ctr" latinLnBrk="0" hangingPunct="1">
                        <a:lnSpc>
                          <a:spcPct val="100000"/>
                        </a:lnSpc>
                        <a:spcBef>
                          <a:spcPts val="0"/>
                        </a:spcBef>
                        <a:spcAft>
                          <a:spcPts val="0"/>
                        </a:spcAft>
                        <a:buClrTx/>
                        <a:buSzTx/>
                        <a:buFontTx/>
                        <a:buNone/>
                        <a:tabLst/>
                        <a:defRPr/>
                      </a:pPr>
                      <a:r>
                        <a:rPr kumimoji="0" lang="en-US" altLang="zh-CN" sz="1400" b="0" i="0" u="none" strike="noStrike" kern="0" cap="none" spc="0" normalizeH="0" baseline="0" noProof="0" dirty="0">
                          <a:ln>
                            <a:noFill/>
                          </a:ln>
                          <a:solidFill>
                            <a:srgbClr val="000000"/>
                          </a:solidFill>
                          <a:effectLst/>
                          <a:uLnTx/>
                          <a:uFillTx/>
                          <a:latin typeface="Arial" panose="020B0604020202020204" pitchFamily="34" charset="0"/>
                          <a:ea typeface="Helvetica Neue"/>
                          <a:cs typeface="Arial" panose="020B0604020202020204" pitchFamily="34" charset="0"/>
                          <a:sym typeface="Helvetica Neue Light"/>
                        </a:rPr>
                        <a:t>0.2 +0.1/-0.8</a:t>
                      </a:r>
                    </a:p>
                  </a:txBody>
                  <a:tcPr marL="9525" marR="9525" marT="9525"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26"/>
                  </a:ext>
                </a:extLst>
              </a:tr>
            </a:tbl>
          </a:graphicData>
        </a:graphic>
      </p:graphicFrame>
      <p:grpSp>
        <p:nvGrpSpPr>
          <p:cNvPr id="5" name="组合 4"/>
          <p:cNvGrpSpPr/>
          <p:nvPr/>
        </p:nvGrpSpPr>
        <p:grpSpPr>
          <a:xfrm>
            <a:off x="15692646" y="10580914"/>
            <a:ext cx="7139248" cy="2351314"/>
            <a:chOff x="15578346" y="10613571"/>
            <a:chExt cx="7139248" cy="2351314"/>
          </a:xfrm>
        </p:grpSpPr>
        <p:pic>
          <p:nvPicPr>
            <p:cNvPr id="36" name="图片 35"/>
            <p:cNvPicPr>
              <a:picLocks noChangeAspect="1"/>
            </p:cNvPicPr>
            <p:nvPr/>
          </p:nvPicPr>
          <p:blipFill>
            <a:blip r:embed="rId5">
              <a:clrChange>
                <a:clrFrom>
                  <a:srgbClr val="FFFFFF"/>
                </a:clrFrom>
                <a:clrTo>
                  <a:srgbClr val="FFFFFF">
                    <a:alpha val="0"/>
                  </a:srgbClr>
                </a:clrTo>
              </a:clrChange>
            </a:blip>
            <a:stretch>
              <a:fillRect/>
            </a:stretch>
          </p:blipFill>
          <p:spPr>
            <a:xfrm>
              <a:off x="15578346" y="10613571"/>
              <a:ext cx="7139248" cy="2351314"/>
            </a:xfrm>
            <a:prstGeom prst="rect">
              <a:avLst/>
            </a:prstGeom>
          </p:spPr>
        </p:pic>
        <p:sp>
          <p:nvSpPr>
            <p:cNvPr id="6" name="矩形 5"/>
            <p:cNvSpPr/>
            <p:nvPr/>
          </p:nvSpPr>
          <p:spPr>
            <a:xfrm>
              <a:off x="18166059" y="12071894"/>
              <a:ext cx="1591512" cy="337820"/>
            </a:xfrm>
            <a:prstGeom prst="rect">
              <a:avLst/>
            </a:prstGeom>
            <a:noFill/>
            <a:ln w="25400" cap="flat">
              <a:solidFill>
                <a:srgbClr val="FF0000"/>
              </a:solid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71436" tIns="71436" rIns="71436" bIns="71436" numCol="1" spcCol="38100" rtlCol="0" anchor="ctr">
              <a:spAutoFit/>
            </a:bodyPr>
            <a:lstStyle/>
            <a:p>
              <a:pPr marL="0" marR="0" indent="0" algn="ctr" defTabSz="821530" rtl="0" fontAlgn="auto" latinLnBrk="0" hangingPunct="0">
                <a:lnSpc>
                  <a:spcPct val="100000"/>
                </a:lnSpc>
                <a:spcBef>
                  <a:spcPts val="0"/>
                </a:spcBef>
                <a:spcAft>
                  <a:spcPts val="0"/>
                </a:spcAft>
                <a:buClrTx/>
                <a:buSzTx/>
                <a:buFontTx/>
                <a:buNone/>
                <a:tabLst/>
              </a:pPr>
              <a:endParaRPr kumimoji="0" lang="zh-CN" altLang="en-US" sz="3200" b="0" i="0" u="none" strike="noStrike" cap="none" spc="0" normalizeH="0" baseline="0">
                <a:ln>
                  <a:noFill/>
                </a:ln>
                <a:solidFill>
                  <a:srgbClr val="000000"/>
                </a:solidFill>
                <a:effectLst/>
                <a:uFillTx/>
                <a:latin typeface="+mj-lt"/>
                <a:ea typeface="+mj-ea"/>
                <a:cs typeface="+mj-cs"/>
                <a:sym typeface="Helvetica Neue Medium"/>
              </a:endParaRPr>
            </a:p>
          </p:txBody>
        </p:sp>
      </p:grpSp>
    </p:spTree>
    <p:extLst>
      <p:ext uri="{BB962C8B-B14F-4D97-AF65-F5344CB8AC3E}">
        <p14:creationId xmlns:p14="http://schemas.microsoft.com/office/powerpoint/2010/main" val="3063378497"/>
      </p:ext>
    </p:extLst>
  </p:cSld>
  <p:clrMapOvr>
    <a:masterClrMapping/>
  </p:clrMapOvr>
  <p:transition spd="me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7049BD-C773-3609-220A-F190E5B0452D}"/>
            </a:ext>
          </a:extLst>
        </p:cNvPr>
        <p:cNvGrpSpPr/>
        <p:nvPr/>
      </p:nvGrpSpPr>
      <p:grpSpPr>
        <a:xfrm>
          <a:off x="0" y="0"/>
          <a:ext cx="0" cy="0"/>
          <a:chOff x="0" y="0"/>
          <a:chExt cx="0" cy="0"/>
        </a:xfrm>
      </p:grpSpPr>
      <p:graphicFrame>
        <p:nvGraphicFramePr>
          <p:cNvPr id="401" name="表格">
            <a:extLst>
              <a:ext uri="{FF2B5EF4-FFF2-40B4-BE49-F238E27FC236}">
                <a16:creationId xmlns:a16="http://schemas.microsoft.com/office/drawing/2014/main" id="{134375FE-D2CC-970E-EBEF-8D69E6AA927E}"/>
              </a:ext>
            </a:extLst>
          </p:cNvPr>
          <p:cNvGraphicFramePr/>
          <p:nvPr>
            <p:extLst>
              <p:ext uri="{D42A27DB-BD31-4B8C-83A1-F6EECF244321}">
                <p14:modId xmlns:p14="http://schemas.microsoft.com/office/powerpoint/2010/main" val="2626084520"/>
              </p:ext>
            </p:extLst>
          </p:nvPr>
        </p:nvGraphicFramePr>
        <p:xfrm>
          <a:off x="748552" y="1470841"/>
          <a:ext cx="22886895" cy="11667643"/>
        </p:xfrm>
        <a:graphic>
          <a:graphicData uri="http://schemas.openxmlformats.org/drawingml/2006/table">
            <a:tbl>
              <a:tblPr>
                <a:tableStyleId>{4C3C2611-4C71-4FC5-86AE-919BDF0F9419}</a:tableStyleId>
              </a:tblPr>
              <a:tblGrid>
                <a:gridCol w="14440648">
                  <a:extLst>
                    <a:ext uri="{9D8B030D-6E8A-4147-A177-3AD203B41FA5}">
                      <a16:colId xmlns:a16="http://schemas.microsoft.com/office/drawing/2014/main" val="20000"/>
                    </a:ext>
                  </a:extLst>
                </a:gridCol>
                <a:gridCol w="8446247">
                  <a:extLst>
                    <a:ext uri="{9D8B030D-6E8A-4147-A177-3AD203B41FA5}">
                      <a16:colId xmlns:a16="http://schemas.microsoft.com/office/drawing/2014/main" val="20001"/>
                    </a:ext>
                  </a:extLst>
                </a:gridCol>
              </a:tblGrid>
              <a:tr h="608103">
                <a:tc gridSpan="2">
                  <a:txBody>
                    <a:bodyPr/>
                    <a:lstStyle/>
                    <a:p>
                      <a:pPr marL="0" marR="0" indent="0" algn="l" defTabSz="409575" eaLnBrk="1" fontAlgn="auto" latinLnBrk="0" hangingPunct="1">
                        <a:lnSpc>
                          <a:spcPct val="100000"/>
                        </a:lnSpc>
                        <a:spcBef>
                          <a:spcPts val="0"/>
                        </a:spcBef>
                        <a:spcAft>
                          <a:spcPts val="0"/>
                        </a:spcAft>
                        <a:buClrTx/>
                        <a:buSzTx/>
                        <a:buFontTx/>
                        <a:buNone/>
                        <a:tabLst/>
                        <a:defRPr sz="1800"/>
                      </a:pPr>
                      <a:r>
                        <a:rPr lang="en-US" altLang="zh-CN" sz="3000" dirty="0">
                          <a:latin typeface="Arial" panose="020B0604020202020204" pitchFamily="34" charset="0"/>
                          <a:cs typeface="Arial" panose="020B0604020202020204" pitchFamily="34" charset="0"/>
                          <a:sym typeface="Helvetica Neue Medium"/>
                        </a:rPr>
                        <a:t>TYP R : FAI6: </a:t>
                      </a:r>
                      <a:r>
                        <a:rPr lang="en-US" altLang="zh-CN" sz="3000" b="0" i="0" u="none" strike="noStrike" cap="none" spc="0" baseline="0" dirty="0">
                          <a:ln>
                            <a:noFill/>
                          </a:ln>
                          <a:solidFill>
                            <a:srgbClr val="000000"/>
                          </a:solidFill>
                          <a:uFillTx/>
                          <a:latin typeface="Arial" panose="020B0604020202020204" pitchFamily="34" charset="0"/>
                          <a:ea typeface="+mn-ea"/>
                          <a:cs typeface="Arial" panose="020B0604020202020204" pitchFamily="34" charset="0"/>
                          <a:sym typeface="Helvetica Neue Light"/>
                        </a:rPr>
                        <a:t>0.25 ±0.1</a:t>
                      </a:r>
                    </a:p>
                  </a:txBody>
                  <a:tcPr marL="12700" marR="12700" marT="12700" marB="127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C1E1FE"/>
                    </a:solidFill>
                  </a:tcPr>
                </a:tc>
                <a:tc hMerge="1">
                  <a:txBody>
                    <a:bodyPr/>
                    <a:lstStyle/>
                    <a:p>
                      <a:endParaRPr lang="zh-CN"/>
                    </a:p>
                  </a:txBody>
                  <a:tcPr/>
                </a:tc>
                <a:extLst>
                  <a:ext uri="{0D108BD9-81ED-4DB2-BD59-A6C34878D82A}">
                    <a16:rowId xmlns:a16="http://schemas.microsoft.com/office/drawing/2014/main" val="10000"/>
                  </a:ext>
                </a:extLst>
              </a:tr>
              <a:tr h="743464">
                <a:tc>
                  <a:txBody>
                    <a:bodyPr/>
                    <a:lstStyle/>
                    <a:p>
                      <a:pPr defTabSz="409575">
                        <a:defRPr sz="1800"/>
                      </a:pPr>
                      <a:r>
                        <a:rPr lang="en-US" sz="3000" dirty="0">
                          <a:latin typeface="Arial" panose="020B0604020202020204" pitchFamily="34" charset="0"/>
                          <a:cs typeface="Arial" panose="020B0604020202020204" pitchFamily="34" charset="0"/>
                          <a:sym typeface="Helvetica"/>
                        </a:rPr>
                        <a:t>FAI</a:t>
                      </a:r>
                      <a:endParaRPr sz="3000" dirty="0">
                        <a:latin typeface="Arial" panose="020B0604020202020204" pitchFamily="34" charset="0"/>
                        <a:cs typeface="Arial" panose="020B0604020202020204" pitchFamily="34" charset="0"/>
                        <a:sym typeface="Helvetica"/>
                      </a:endParaRPr>
                    </a:p>
                  </a:txBody>
                  <a:tcPr marL="12700" marR="12700" marT="12700" marB="127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C1E1FE"/>
                    </a:solidFill>
                  </a:tcPr>
                </a:tc>
                <a:tc>
                  <a:txBody>
                    <a:bodyPr/>
                    <a:lstStyle/>
                    <a:p>
                      <a:pPr defTabSz="409575">
                        <a:defRPr sz="1800"/>
                      </a:pPr>
                      <a:r>
                        <a:rPr sz="3000">
                          <a:latin typeface="Arial" panose="020B0604020202020204" pitchFamily="34" charset="0"/>
                          <a:cs typeface="Arial" panose="020B0604020202020204" pitchFamily="34" charset="0"/>
                          <a:sym typeface="Helvetica"/>
                        </a:rPr>
                        <a:t>In-process</a:t>
                      </a:r>
                    </a:p>
                  </a:txBody>
                  <a:tcPr marL="12700" marR="12700" marT="12700" marB="127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C1E1FE"/>
                    </a:solidFill>
                  </a:tcPr>
                </a:tc>
                <a:extLst>
                  <a:ext uri="{0D108BD9-81ED-4DB2-BD59-A6C34878D82A}">
                    <a16:rowId xmlns:a16="http://schemas.microsoft.com/office/drawing/2014/main" val="10001"/>
                  </a:ext>
                </a:extLst>
              </a:tr>
              <a:tr h="10316076">
                <a:tc>
                  <a:txBody>
                    <a:bodyPr/>
                    <a:lstStyle/>
                    <a:p>
                      <a:pPr marL="0" marR="0" indent="0" algn="l" defTabSz="409575" latinLnBrk="0">
                        <a:lnSpc>
                          <a:spcPct val="100000"/>
                        </a:lnSpc>
                        <a:spcBef>
                          <a:spcPts val="0"/>
                        </a:spcBef>
                        <a:spcAft>
                          <a:spcPts val="0"/>
                        </a:spcAft>
                        <a:buClrTx/>
                        <a:buSzTx/>
                        <a:buFontTx/>
                        <a:buNone/>
                        <a:tabLst/>
                        <a:defRPr sz="2400">
                          <a:sym typeface="Helvetica Neue Medium"/>
                        </a:defRPr>
                      </a:pPr>
                      <a:r>
                        <a:rPr lang="en" altLang="zh-CN" dirty="0">
                          <a:latin typeface="Arial" panose="020B0604020202020204" pitchFamily="34" charset="0"/>
                          <a:cs typeface="Arial" panose="020B0604020202020204" pitchFamily="34" charset="0"/>
                        </a:rPr>
                        <a:t>1 . </a:t>
                      </a:r>
                      <a:r>
                        <a:rPr lang="en" altLang="zh-CN" sz="2400" b="0" i="0" u="none" strike="noStrike" cap="none" spc="0" baseline="0" dirty="0">
                          <a:solidFill>
                            <a:srgbClr val="000000"/>
                          </a:solidFill>
                          <a:uFillTx/>
                          <a:latin typeface="Arial" panose="020B0604020202020204" pitchFamily="34" charset="0"/>
                          <a:ea typeface="+mn-ea"/>
                          <a:cs typeface="Arial" panose="020B0604020202020204" pitchFamily="34" charset="0"/>
                          <a:sym typeface="Helvetica Neue Light"/>
                        </a:rPr>
                        <a:t>Measurement Method </a:t>
                      </a:r>
                      <a:r>
                        <a:rPr lang="zh-CN" altLang="en" sz="2400" b="0" i="0" u="none" strike="noStrike" cap="none" spc="0" baseline="0" dirty="0">
                          <a:solidFill>
                            <a:srgbClr val="000000"/>
                          </a:solidFill>
                          <a:uFillTx/>
                          <a:latin typeface="Arial" panose="020B0604020202020204" pitchFamily="34" charset="0"/>
                          <a:ea typeface="+mn-ea"/>
                          <a:cs typeface="Arial" panose="020B0604020202020204" pitchFamily="34" charset="0"/>
                          <a:sym typeface="Helvetica Neue Light"/>
                        </a:rPr>
                        <a:t>：</a:t>
                      </a:r>
                      <a:r>
                        <a:rPr lang="en-US" altLang="zh-CN" sz="2400" b="0" i="0" u="none" strike="noStrike" cap="none" spc="0" baseline="0" dirty="0">
                          <a:solidFill>
                            <a:srgbClr val="000000"/>
                          </a:solidFill>
                          <a:uFillTx/>
                          <a:latin typeface="Arial" panose="020B0604020202020204" pitchFamily="34" charset="0"/>
                          <a:ea typeface="+mn-ea"/>
                          <a:cs typeface="Arial" panose="020B0604020202020204" pitchFamily="34" charset="0"/>
                          <a:sym typeface="Helvetica Neue Light"/>
                        </a:rPr>
                        <a:t>OMM</a:t>
                      </a:r>
                      <a:endParaRPr lang="en" altLang="zh-CN" sz="2400" b="0" i="0" u="none" strike="noStrike" cap="none" spc="0" baseline="0" dirty="0">
                        <a:solidFill>
                          <a:srgbClr val="000000"/>
                        </a:solidFill>
                        <a:uFillTx/>
                        <a:latin typeface="Arial" panose="020B0604020202020204" pitchFamily="34" charset="0"/>
                        <a:ea typeface="+mn-ea"/>
                        <a:cs typeface="Arial" panose="020B0604020202020204" pitchFamily="34" charset="0"/>
                        <a:sym typeface="Helvetica Neue Light"/>
                      </a:endParaRPr>
                    </a:p>
                    <a:p>
                      <a:pPr marL="0" marR="0" indent="0" algn="l" defTabSz="409575" latinLnBrk="0">
                        <a:lnSpc>
                          <a:spcPct val="100000"/>
                        </a:lnSpc>
                        <a:spcBef>
                          <a:spcPts val="0"/>
                        </a:spcBef>
                        <a:spcAft>
                          <a:spcPts val="0"/>
                        </a:spcAft>
                        <a:buClrTx/>
                        <a:buSzTx/>
                        <a:buFontTx/>
                        <a:buNone/>
                        <a:tabLst/>
                        <a:defRPr sz="2400">
                          <a:sym typeface="Helvetica Neue Medium"/>
                        </a:defRPr>
                      </a:pPr>
                      <a:r>
                        <a:rPr lang="en" altLang="zh-CN" sz="2400" b="0" i="0" u="none" strike="noStrike" cap="none" spc="0" baseline="0" dirty="0">
                          <a:solidFill>
                            <a:srgbClr val="000000"/>
                          </a:solidFill>
                          <a:uFillTx/>
                          <a:latin typeface="Arial" panose="020B0604020202020204" pitchFamily="34" charset="0"/>
                          <a:ea typeface="+mn-ea"/>
                          <a:cs typeface="Arial" panose="020B0604020202020204" pitchFamily="34" charset="0"/>
                          <a:sym typeface="Helvetica Neue Light"/>
                        </a:rPr>
                        <a:t>2.  Fixture </a:t>
                      </a:r>
                      <a:r>
                        <a:rPr lang="zh-CN" altLang="en" sz="2400" b="0" i="0" u="none" strike="noStrike" cap="none" spc="0" baseline="0" dirty="0">
                          <a:solidFill>
                            <a:srgbClr val="000000"/>
                          </a:solidFill>
                          <a:uFillTx/>
                          <a:latin typeface="Arial" panose="020B0604020202020204" pitchFamily="34" charset="0"/>
                          <a:ea typeface="+mn-ea"/>
                          <a:cs typeface="Arial" panose="020B0604020202020204" pitchFamily="34" charset="0"/>
                          <a:sym typeface="Helvetica Neue Light"/>
                        </a:rPr>
                        <a:t>：</a:t>
                      </a:r>
                      <a:r>
                        <a:rPr lang="en" altLang="zh-CN" sz="2400" b="0" i="0" u="none" strike="noStrike" cap="none" spc="0" baseline="0" dirty="0">
                          <a:solidFill>
                            <a:srgbClr val="000000"/>
                          </a:solidFill>
                          <a:uFillTx/>
                          <a:latin typeface="Arial" panose="020B0604020202020204" pitchFamily="34" charset="0"/>
                          <a:ea typeface="+mn-ea"/>
                          <a:cs typeface="Arial" panose="020B0604020202020204" pitchFamily="34" charset="0"/>
                          <a:sym typeface="Helvetica Neue Light"/>
                        </a:rPr>
                        <a:t>No</a:t>
                      </a:r>
                    </a:p>
                    <a:p>
                      <a:pPr marL="0" marR="0" indent="0" algn="l" defTabSz="409575" latinLnBrk="0">
                        <a:lnSpc>
                          <a:spcPct val="100000"/>
                        </a:lnSpc>
                        <a:spcBef>
                          <a:spcPts val="0"/>
                        </a:spcBef>
                        <a:spcAft>
                          <a:spcPts val="0"/>
                        </a:spcAft>
                        <a:buClrTx/>
                        <a:buSzTx/>
                        <a:buFontTx/>
                        <a:buNone/>
                        <a:tabLst/>
                        <a:defRPr sz="2400">
                          <a:sym typeface="Helvetica Neue Medium"/>
                        </a:defRPr>
                      </a:pPr>
                      <a:r>
                        <a:rPr lang="en" altLang="zh-CN" sz="2400" b="0" i="0" u="none" strike="noStrike" cap="none" spc="0" baseline="0" dirty="0">
                          <a:solidFill>
                            <a:srgbClr val="000000"/>
                          </a:solidFill>
                          <a:uFillTx/>
                          <a:latin typeface="Arial" panose="020B0604020202020204" pitchFamily="34" charset="0"/>
                          <a:ea typeface="+mn-ea"/>
                          <a:cs typeface="Arial" panose="020B0604020202020204" pitchFamily="34" charset="0"/>
                          <a:sym typeface="Helvetica Neue Light"/>
                        </a:rPr>
                        <a:t>3.  Measurement status </a:t>
                      </a:r>
                      <a:r>
                        <a:rPr lang="zh-CN" altLang="en" sz="2400" b="0" i="0" u="none" strike="noStrike" cap="none" spc="0" baseline="0" dirty="0">
                          <a:solidFill>
                            <a:srgbClr val="000000"/>
                          </a:solidFill>
                          <a:uFillTx/>
                          <a:latin typeface="Arial" panose="020B0604020202020204" pitchFamily="34" charset="0"/>
                          <a:ea typeface="+mn-ea"/>
                          <a:cs typeface="Arial" panose="020B0604020202020204" pitchFamily="34" charset="0"/>
                          <a:sym typeface="Helvetica Neue Light"/>
                        </a:rPr>
                        <a:t>：</a:t>
                      </a:r>
                      <a:r>
                        <a:rPr lang="en" altLang="zh-CN" sz="2400" b="0" i="0" u="none" strike="noStrike" cap="none" spc="0" baseline="0" dirty="0">
                          <a:solidFill>
                            <a:srgbClr val="000000"/>
                          </a:solidFill>
                          <a:uFillTx/>
                          <a:latin typeface="Arial" panose="020B0604020202020204" pitchFamily="34" charset="0"/>
                          <a:ea typeface="+mn-ea"/>
                          <a:cs typeface="Arial" panose="020B0604020202020204" pitchFamily="34" charset="0"/>
                          <a:sym typeface="Helvetica Neue Light"/>
                        </a:rPr>
                        <a:t>Free</a:t>
                      </a:r>
                    </a:p>
                    <a:p>
                      <a:pPr marL="457200" marR="0" indent="-457200" algn="l" defTabSz="409575" latinLnBrk="0">
                        <a:lnSpc>
                          <a:spcPct val="100000"/>
                        </a:lnSpc>
                        <a:spcBef>
                          <a:spcPts val="0"/>
                        </a:spcBef>
                        <a:spcAft>
                          <a:spcPts val="0"/>
                        </a:spcAft>
                        <a:buClrTx/>
                        <a:buSzTx/>
                        <a:buFontTx/>
                        <a:buAutoNum type="arabicPeriod" startAt="4"/>
                        <a:tabLst/>
                        <a:defRPr sz="2400">
                          <a:sym typeface="Helvetica Neue Medium"/>
                        </a:defRPr>
                      </a:pPr>
                      <a:r>
                        <a:rPr lang="en" altLang="zh-CN" sz="2400" b="0" i="0" u="none" strike="noStrike" cap="none" spc="0" baseline="0" dirty="0">
                          <a:solidFill>
                            <a:srgbClr val="000000"/>
                          </a:solidFill>
                          <a:uFillTx/>
                          <a:latin typeface="Arial" panose="020B0604020202020204" pitchFamily="34" charset="0"/>
                          <a:ea typeface="+mn-ea"/>
                          <a:cs typeface="Arial" panose="020B0604020202020204" pitchFamily="34" charset="0"/>
                          <a:sym typeface="Helvetica Neue Light"/>
                        </a:rPr>
                        <a:t>Measurement procedure </a:t>
                      </a:r>
                      <a:r>
                        <a:rPr lang="zh-CN" altLang="en" sz="2400" b="0" i="0" u="none" strike="noStrike" cap="none" spc="0" baseline="0" dirty="0">
                          <a:solidFill>
                            <a:srgbClr val="000000"/>
                          </a:solidFill>
                          <a:uFillTx/>
                          <a:latin typeface="Arial" panose="020B0604020202020204" pitchFamily="34" charset="0"/>
                          <a:ea typeface="+mn-ea"/>
                          <a:cs typeface="Arial" panose="020B0604020202020204" pitchFamily="34" charset="0"/>
                          <a:sym typeface="Helvetica Neue Light"/>
                        </a:rPr>
                        <a:t>：</a:t>
                      </a:r>
                      <a:endParaRPr lang="en-US" altLang="zh-CN" sz="2400" b="0" i="0" u="none" strike="noStrike" cap="none" spc="0" baseline="0" dirty="0">
                        <a:solidFill>
                          <a:srgbClr val="000000"/>
                        </a:solidFill>
                        <a:uFillTx/>
                        <a:latin typeface="Arial" panose="020B0604020202020204" pitchFamily="34" charset="0"/>
                        <a:ea typeface="+mn-ea"/>
                        <a:cs typeface="Arial" panose="020B0604020202020204" pitchFamily="34" charset="0"/>
                        <a:sym typeface="Helvetica Neue Light"/>
                      </a:endParaRPr>
                    </a:p>
                    <a:p>
                      <a:pPr marL="0" marR="0" indent="0" algn="l" defTabSz="409575" latinLnBrk="0">
                        <a:lnSpc>
                          <a:spcPct val="100000"/>
                        </a:lnSpc>
                        <a:spcBef>
                          <a:spcPts val="0"/>
                        </a:spcBef>
                        <a:spcAft>
                          <a:spcPts val="0"/>
                        </a:spcAft>
                        <a:buClrTx/>
                        <a:buSzTx/>
                        <a:buFontTx/>
                        <a:buNone/>
                        <a:tabLst/>
                        <a:defRPr sz="2400">
                          <a:sym typeface="Helvetica Neue Medium"/>
                        </a:defRPr>
                      </a:pPr>
                      <a:r>
                        <a:rPr lang="en-US" altLang="zh-CN" sz="2000" b="0" i="0" u="none" strike="noStrike" cap="none" spc="0" baseline="0" dirty="0">
                          <a:solidFill>
                            <a:schemeClr val="tx1"/>
                          </a:solidFill>
                          <a:uFillTx/>
                          <a:latin typeface="Arial" panose="020B0604020202020204" pitchFamily="34" charset="0"/>
                          <a:ea typeface="+mj-ea"/>
                          <a:cs typeface="Arial" panose="020B0604020202020204" pitchFamily="34" charset="0"/>
                          <a:sym typeface="Helvetica Neue Light"/>
                        </a:rPr>
                        <a:t>1.</a:t>
                      </a:r>
                      <a:r>
                        <a:rPr lang="zh-CN" altLang="en-US" sz="2000" b="0" i="0" u="none" strike="noStrike" cap="none" spc="0" baseline="0" dirty="0">
                          <a:solidFill>
                            <a:schemeClr val="tx1"/>
                          </a:solidFill>
                          <a:uFillTx/>
                          <a:latin typeface="Arial" panose="020B0604020202020204" pitchFamily="34" charset="0"/>
                          <a:ea typeface="+mj-ea"/>
                          <a:cs typeface="Arial" panose="020B0604020202020204" pitchFamily="34" charset="0"/>
                          <a:sym typeface="Helvetica" panose="020B0604020202030204"/>
                        </a:rPr>
                        <a:t>将产品如图平放在测量平台上，</a:t>
                      </a:r>
                      <a:r>
                        <a:rPr lang="zh-CN" altLang="en-US" sz="2000" b="0" i="0" u="none" strike="noStrike" cap="none" spc="0" baseline="0" dirty="0">
                          <a:solidFill>
                            <a:schemeClr val="tx1"/>
                          </a:solidFill>
                          <a:uFillTx/>
                          <a:latin typeface="Arial" panose="020B0604020202020204" pitchFamily="34" charset="0"/>
                          <a:ea typeface="+mj-ea"/>
                          <a:cs typeface="Arial" panose="020B0604020202020204" pitchFamily="34" charset="0"/>
                          <a:sym typeface="Helvetica Neue Light"/>
                        </a:rPr>
                        <a:t>基准参考</a:t>
                      </a:r>
                      <a:r>
                        <a:rPr lang="en-US" altLang="zh-CN" sz="2000" b="0" i="0" u="none" strike="noStrike" cap="none" spc="0" baseline="0" dirty="0">
                          <a:solidFill>
                            <a:schemeClr val="tx1"/>
                          </a:solidFill>
                          <a:uFillTx/>
                          <a:latin typeface="Arial" panose="020B0604020202020204" pitchFamily="34" charset="0"/>
                          <a:ea typeface="+mj-ea"/>
                          <a:cs typeface="Arial" panose="020B0604020202020204" pitchFamily="34" charset="0"/>
                          <a:sym typeface="Helvetica Neue Light"/>
                        </a:rPr>
                        <a:t>P21</a:t>
                      </a:r>
                      <a:r>
                        <a:rPr lang="zh-CN" altLang="en-US" sz="2000" b="0" i="0" u="none" strike="noStrike" cap="none" spc="0" baseline="0" dirty="0">
                          <a:solidFill>
                            <a:schemeClr val="tx1"/>
                          </a:solidFill>
                          <a:uFillTx/>
                          <a:latin typeface="Arial" panose="020B0604020202020204" pitchFamily="34" charset="0"/>
                          <a:ea typeface="+mj-ea"/>
                          <a:cs typeface="Arial" panose="020B0604020202020204" pitchFamily="34" charset="0"/>
                          <a:sym typeface="Helvetica Neue Light"/>
                        </a:rPr>
                        <a:t>页平面坐标系</a:t>
                      </a:r>
                      <a:r>
                        <a:rPr lang="en-US" altLang="zh-CN" sz="2000" b="0" i="0" u="none" strike="noStrike" cap="none" spc="0" baseline="0" dirty="0">
                          <a:solidFill>
                            <a:schemeClr val="tx1"/>
                          </a:solidFill>
                          <a:uFillTx/>
                          <a:latin typeface="Arial" panose="020B0604020202020204" pitchFamily="34" charset="0"/>
                          <a:ea typeface="+mj-ea"/>
                          <a:cs typeface="Arial" panose="020B0604020202020204" pitchFamily="34" charset="0"/>
                          <a:sym typeface="Helvetica Neue Light"/>
                        </a:rPr>
                        <a:t>-1;</a:t>
                      </a:r>
                      <a:r>
                        <a:rPr lang="zh-CN" altLang="en-US" sz="2000" b="0" i="0" u="none" strike="noStrike" cap="none" spc="0" baseline="0" dirty="0">
                          <a:solidFill>
                            <a:schemeClr val="tx1"/>
                          </a:solidFill>
                          <a:uFillTx/>
                          <a:latin typeface="Arial" panose="020B0604020202020204" pitchFamily="34" charset="0"/>
                          <a:ea typeface="+mj-ea"/>
                          <a:cs typeface="Arial" panose="020B0604020202020204" pitchFamily="34" charset="0"/>
                          <a:sym typeface="Helvetica Neue Light"/>
                        </a:rPr>
                        <a:t>（底光</a:t>
                      </a:r>
                      <a:r>
                        <a:rPr lang="en-US" altLang="zh-CN" sz="2000" b="0" i="0" u="none" strike="noStrike" cap="none" spc="0" baseline="0" dirty="0">
                          <a:solidFill>
                            <a:schemeClr val="tx1"/>
                          </a:solidFill>
                          <a:uFillTx/>
                          <a:latin typeface="Arial" panose="020B0604020202020204" pitchFamily="34" charset="0"/>
                          <a:ea typeface="+mj-ea"/>
                          <a:cs typeface="Arial" panose="020B0604020202020204" pitchFamily="34" charset="0"/>
                          <a:sym typeface="Helvetica Neue Light"/>
                        </a:rPr>
                        <a:t>30%</a:t>
                      </a:r>
                      <a:r>
                        <a:rPr lang="zh-CN" altLang="en-US" sz="2000" b="0" i="0" u="none" strike="noStrike" cap="none" spc="0" baseline="0" dirty="0">
                          <a:solidFill>
                            <a:schemeClr val="tx1"/>
                          </a:solidFill>
                          <a:uFillTx/>
                          <a:latin typeface="Arial" panose="020B0604020202020204" pitchFamily="34" charset="0"/>
                          <a:ea typeface="+mj-ea"/>
                          <a:cs typeface="Arial" panose="020B0604020202020204" pitchFamily="34" charset="0"/>
                          <a:sym typeface="Helvetica Neue Light"/>
                        </a:rPr>
                        <a:t>，倍率</a:t>
                      </a:r>
                      <a:r>
                        <a:rPr lang="en-US" altLang="zh-CN" sz="2000" b="0" i="0" u="none" strike="noStrike" cap="none" spc="0" baseline="0" dirty="0">
                          <a:solidFill>
                            <a:schemeClr val="tx1"/>
                          </a:solidFill>
                          <a:uFillTx/>
                          <a:latin typeface="Arial" panose="020B0604020202020204" pitchFamily="34" charset="0"/>
                          <a:ea typeface="+mj-ea"/>
                          <a:cs typeface="Arial" panose="020B0604020202020204" pitchFamily="34" charset="0"/>
                          <a:sym typeface="Helvetica Neue Light"/>
                        </a:rPr>
                        <a:t>107</a:t>
                      </a:r>
                      <a:r>
                        <a:rPr lang="zh-CN" altLang="en-US" sz="2000" b="0" i="0" u="none" strike="noStrike" cap="none" spc="0" baseline="0" dirty="0">
                          <a:solidFill>
                            <a:schemeClr val="tx1"/>
                          </a:solidFill>
                          <a:uFillTx/>
                          <a:latin typeface="Arial" panose="020B0604020202020204" pitchFamily="34" charset="0"/>
                          <a:ea typeface="+mj-ea"/>
                          <a:cs typeface="Arial" panose="020B0604020202020204" pitchFamily="34" charset="0"/>
                          <a:sym typeface="Helvetica Neue Light"/>
                        </a:rPr>
                        <a:t>倍）</a:t>
                      </a:r>
                      <a:endParaRPr lang="en-US" altLang="zh-CN" sz="2000" b="0" i="0" u="none" strike="noStrike" cap="none" spc="0" baseline="0" dirty="0">
                        <a:solidFill>
                          <a:schemeClr val="tx1"/>
                        </a:solidFill>
                        <a:uFillTx/>
                        <a:latin typeface="Arial" panose="020B0604020202020204" pitchFamily="34" charset="0"/>
                        <a:ea typeface="+mj-ea"/>
                        <a:cs typeface="Arial" panose="020B0604020202020204" pitchFamily="34" charset="0"/>
                        <a:sym typeface="Helvetica Neue Light"/>
                      </a:endParaRPr>
                    </a:p>
                    <a:p>
                      <a:pPr marL="0" marR="0" indent="0" algn="l" defTabSz="409575" latinLnBrk="0">
                        <a:lnSpc>
                          <a:spcPct val="100000"/>
                        </a:lnSpc>
                        <a:spcBef>
                          <a:spcPts val="0"/>
                        </a:spcBef>
                        <a:spcAft>
                          <a:spcPts val="0"/>
                        </a:spcAft>
                        <a:buClrTx/>
                        <a:buFontTx/>
                        <a:buNone/>
                        <a:tabLst/>
                      </a:pPr>
                      <a:r>
                        <a:rPr lang="en-US" altLang="zh-CN" sz="2000" b="0" i="0" u="none" strike="noStrike" cap="none" spc="0" baseline="0" dirty="0">
                          <a:solidFill>
                            <a:schemeClr val="tx1"/>
                          </a:solidFill>
                          <a:uFillTx/>
                          <a:latin typeface="Arial" panose="020B0604020202020204" pitchFamily="34" charset="0"/>
                          <a:ea typeface="+mj-ea"/>
                          <a:cs typeface="Arial" panose="020B0604020202020204" pitchFamily="34" charset="0"/>
                          <a:sym typeface="Helvetica Neue Light"/>
                        </a:rPr>
                        <a:t>2.</a:t>
                      </a:r>
                      <a:r>
                        <a:rPr lang="zh-CN" altLang="en-US" sz="2000" b="0" i="0" u="none" strike="noStrike" cap="none" spc="0" baseline="0" dirty="0">
                          <a:solidFill>
                            <a:schemeClr val="tx1"/>
                          </a:solidFill>
                          <a:uFillTx/>
                          <a:latin typeface="Arial" panose="020B0604020202020204" pitchFamily="34" charset="0"/>
                          <a:ea typeface="+mj-ea"/>
                          <a:cs typeface="Arial" panose="020B0604020202020204" pitchFamily="34" charset="0"/>
                          <a:sym typeface="Helvetica Neue Light"/>
                        </a:rPr>
                        <a:t>测量顺序</a:t>
                      </a:r>
                      <a:r>
                        <a:rPr lang="zh-CN" altLang="en-US" sz="2000" b="0" i="0" u="none" strike="noStrike" cap="none" spc="0" baseline="0" dirty="0">
                          <a:solidFill>
                            <a:schemeClr val="tx1"/>
                          </a:solidFill>
                          <a:uFillTx/>
                          <a:latin typeface="Arial" panose="020B0604020202020204" pitchFamily="34" charset="0"/>
                          <a:ea typeface="+mn-ea"/>
                          <a:cs typeface="Arial" panose="020B0604020202020204" pitchFamily="34" charset="0"/>
                          <a:sym typeface="Helvetica Neue Light"/>
                        </a:rPr>
                        <a:t>如图</a:t>
                      </a:r>
                      <a:r>
                        <a:rPr lang="en-US" altLang="zh-CN" sz="2000" b="0" i="0" u="none" strike="noStrike" cap="none" spc="0" baseline="0" dirty="0">
                          <a:solidFill>
                            <a:schemeClr val="tx1"/>
                          </a:solidFill>
                          <a:uFillTx/>
                          <a:latin typeface="Arial" panose="020B0604020202020204" pitchFamily="34" charset="0"/>
                          <a:ea typeface="+mj-ea"/>
                          <a:cs typeface="Arial" panose="020B0604020202020204" pitchFamily="34" charset="0"/>
                          <a:sym typeface="Helvetica Neue Light"/>
                        </a:rPr>
                        <a:t>(Pic</a:t>
                      </a:r>
                      <a:r>
                        <a:rPr lang="zh-CN" altLang="en-US" sz="2000" b="0" i="0" u="none" strike="noStrike" cap="none" spc="0" baseline="0" dirty="0">
                          <a:solidFill>
                            <a:schemeClr val="tx1"/>
                          </a:solidFill>
                          <a:uFillTx/>
                          <a:latin typeface="Arial" panose="020B0604020202020204" pitchFamily="34" charset="0"/>
                          <a:ea typeface="+mj-ea"/>
                          <a:cs typeface="Arial" panose="020B0604020202020204" pitchFamily="34" charset="0"/>
                          <a:sym typeface="Helvetica Neue Light"/>
                        </a:rPr>
                        <a:t> </a:t>
                      </a:r>
                      <a:r>
                        <a:rPr lang="en-US" altLang="zh-CN" sz="2000" b="0" i="0" u="none" strike="noStrike" cap="none" spc="0" baseline="0" dirty="0">
                          <a:solidFill>
                            <a:schemeClr val="tx1"/>
                          </a:solidFill>
                          <a:uFillTx/>
                          <a:latin typeface="Arial" panose="020B0604020202020204" pitchFamily="34" charset="0"/>
                          <a:ea typeface="+mj-ea"/>
                          <a:cs typeface="Arial" panose="020B0604020202020204" pitchFamily="34" charset="0"/>
                          <a:sym typeface="Helvetica Neue Light"/>
                        </a:rPr>
                        <a:t>1)</a:t>
                      </a:r>
                      <a:r>
                        <a:rPr lang="zh-CN" altLang="en-US" sz="2000" b="0" i="0" u="none" strike="noStrike" cap="none" spc="0" baseline="0" dirty="0">
                          <a:solidFill>
                            <a:schemeClr val="tx1"/>
                          </a:solidFill>
                          <a:uFillTx/>
                          <a:latin typeface="Arial" panose="020B0604020202020204" pitchFamily="34" charset="0"/>
                          <a:ea typeface="+mj-ea"/>
                          <a:cs typeface="Arial" panose="020B0604020202020204" pitchFamily="34" charset="0"/>
                          <a:sym typeface="Helvetica Neue Light"/>
                        </a:rPr>
                        <a:t>；</a:t>
                      </a:r>
                      <a:endParaRPr lang="en-US" altLang="zh-CN" sz="2000" b="0" i="0" u="none" strike="noStrike" cap="none" spc="0" baseline="0" dirty="0">
                        <a:solidFill>
                          <a:schemeClr val="tx1"/>
                        </a:solidFill>
                        <a:uFillTx/>
                        <a:latin typeface="Arial" panose="020B0604020202020204" pitchFamily="34" charset="0"/>
                        <a:ea typeface="+mj-ea"/>
                        <a:cs typeface="Arial" panose="020B0604020202020204" pitchFamily="34" charset="0"/>
                        <a:sym typeface="Helvetica Neue Light"/>
                      </a:endParaRPr>
                    </a:p>
                    <a:p>
                      <a:pPr marL="0" marR="0" indent="0" algn="l" defTabSz="409575" latinLnBrk="0">
                        <a:lnSpc>
                          <a:spcPct val="100000"/>
                        </a:lnSpc>
                        <a:spcBef>
                          <a:spcPts val="0"/>
                        </a:spcBef>
                        <a:spcAft>
                          <a:spcPts val="0"/>
                        </a:spcAft>
                        <a:buClrTx/>
                        <a:buFontTx/>
                        <a:buNone/>
                        <a:tabLst/>
                      </a:pPr>
                      <a:r>
                        <a:rPr lang="en-US" altLang="zh-CN" sz="2000" b="0" i="0" u="none" strike="noStrike" cap="none" spc="0" baseline="0" dirty="0">
                          <a:solidFill>
                            <a:schemeClr val="tx1"/>
                          </a:solidFill>
                          <a:uFillTx/>
                          <a:latin typeface="Arial" panose="020B0604020202020204" pitchFamily="34" charset="0"/>
                          <a:ea typeface="+mj-ea"/>
                          <a:cs typeface="Arial" panose="020B0604020202020204" pitchFamily="34" charset="0"/>
                          <a:sym typeface="Helvetica Neue Light"/>
                        </a:rPr>
                        <a:t>3.</a:t>
                      </a:r>
                      <a:r>
                        <a:rPr lang="zh-CN" altLang="en-US" sz="2000" b="0" i="0" u="none" strike="noStrike" cap="none" spc="0" baseline="0" dirty="0">
                          <a:solidFill>
                            <a:schemeClr val="tx1"/>
                          </a:solidFill>
                          <a:uFillTx/>
                          <a:latin typeface="Arial" panose="020B0604020202020204" pitchFamily="34" charset="0"/>
                          <a:ea typeface="+mj-ea"/>
                          <a:cs typeface="Arial" panose="020B0604020202020204" pitchFamily="34" charset="0"/>
                          <a:sym typeface="Helvetica Neue Light"/>
                        </a:rPr>
                        <a:t>依圆弧过渡两直边交点为零点，选择“圆弧”工具，在</a:t>
                      </a:r>
                      <a:r>
                        <a:rPr lang="en" altLang="zh-CN" sz="2000" b="0" i="0" u="none" strike="noStrike" cap="none" spc="0" baseline="0" dirty="0">
                          <a:solidFill>
                            <a:schemeClr val="tx1"/>
                          </a:solidFill>
                          <a:uFillTx/>
                          <a:latin typeface="Arial" panose="020B0604020202020204" pitchFamily="34" charset="0"/>
                          <a:ea typeface="+mj-ea"/>
                          <a:cs typeface="Arial" panose="020B0604020202020204" pitchFamily="34" charset="0"/>
                          <a:sym typeface="Helvetica Neue Light"/>
                        </a:rPr>
                        <a:t>X=-0.</a:t>
                      </a:r>
                      <a:r>
                        <a:rPr lang="en-US" altLang="zh-CN" sz="2000" b="0" i="0" u="none" strike="noStrike" cap="none" spc="0" baseline="0" dirty="0">
                          <a:solidFill>
                            <a:schemeClr val="tx1"/>
                          </a:solidFill>
                          <a:uFillTx/>
                          <a:latin typeface="Arial" panose="020B0604020202020204" pitchFamily="34" charset="0"/>
                          <a:ea typeface="+mj-ea"/>
                          <a:cs typeface="Arial" panose="020B0604020202020204" pitchFamily="34" charset="0"/>
                          <a:sym typeface="Helvetica Neue Light"/>
                        </a:rPr>
                        <a:t>15</a:t>
                      </a:r>
                      <a:r>
                        <a:rPr lang="zh-CN" altLang="en-US" sz="2000" b="0" i="0" u="none" strike="noStrike" cap="none" spc="0" baseline="0" dirty="0">
                          <a:solidFill>
                            <a:schemeClr val="tx1"/>
                          </a:solidFill>
                          <a:uFillTx/>
                          <a:latin typeface="Arial" panose="020B0604020202020204" pitchFamily="34" charset="0"/>
                          <a:ea typeface="+mj-ea"/>
                          <a:cs typeface="Arial" panose="020B0604020202020204" pitchFamily="34" charset="0"/>
                          <a:sym typeface="Helvetica Neue Light"/>
                        </a:rPr>
                        <a:t>，</a:t>
                      </a:r>
                      <a:r>
                        <a:rPr lang="en-US" altLang="zh-CN" sz="2000" b="0" i="0" u="none" strike="noStrike" cap="none" spc="0" baseline="0" dirty="0">
                          <a:solidFill>
                            <a:schemeClr val="tx1"/>
                          </a:solidFill>
                          <a:uFillTx/>
                          <a:latin typeface="Arial" panose="020B0604020202020204" pitchFamily="34" charset="0"/>
                          <a:ea typeface="+mj-ea"/>
                          <a:cs typeface="Arial" panose="020B0604020202020204" pitchFamily="34" charset="0"/>
                          <a:sym typeface="Helvetica Neue Light"/>
                        </a:rPr>
                        <a:t>Y=-0.15(</a:t>
                      </a:r>
                      <a:r>
                        <a:rPr lang="zh-CN" altLang="en-US" sz="2000" b="0" i="0" u="none" strike="noStrike" cap="none" spc="0" baseline="0" dirty="0">
                          <a:solidFill>
                            <a:schemeClr val="tx1"/>
                          </a:solidFill>
                          <a:uFillTx/>
                          <a:latin typeface="Arial" panose="020B0604020202020204" pitchFamily="34" charset="0"/>
                          <a:ea typeface="+mj-ea"/>
                          <a:cs typeface="Arial" panose="020B0604020202020204" pitchFamily="34" charset="0"/>
                          <a:sym typeface="Helvetica Neue Light"/>
                        </a:rPr>
                        <a:t>根据产品</a:t>
                      </a:r>
                      <a:r>
                        <a:rPr lang="en-US" altLang="zh-CN" sz="2000" b="0" i="0" u="none" strike="noStrike" cap="none" spc="0" baseline="0" dirty="0">
                          <a:solidFill>
                            <a:schemeClr val="tx1"/>
                          </a:solidFill>
                          <a:uFillTx/>
                          <a:latin typeface="Arial" panose="020B0604020202020204" pitchFamily="34" charset="0"/>
                          <a:ea typeface="+mj-ea"/>
                          <a:cs typeface="Arial" panose="020B0604020202020204" pitchFamily="34" charset="0"/>
                          <a:sym typeface="Helvetica Neue Light"/>
                        </a:rPr>
                        <a:t>R</a:t>
                      </a:r>
                      <a:r>
                        <a:rPr lang="zh-CN" altLang="en-US" sz="2000" b="0" i="0" u="none" strike="noStrike" cap="none" spc="0" baseline="0" dirty="0">
                          <a:solidFill>
                            <a:schemeClr val="tx1"/>
                          </a:solidFill>
                          <a:uFillTx/>
                          <a:latin typeface="Arial" panose="020B0604020202020204" pitchFamily="34" charset="0"/>
                          <a:ea typeface="+mj-ea"/>
                          <a:cs typeface="Arial" panose="020B0604020202020204" pitchFamily="34" charset="0"/>
                          <a:sym typeface="Helvetica Neue Light"/>
                        </a:rPr>
                        <a:t>角的实际规格决定</a:t>
                      </a:r>
                      <a:r>
                        <a:rPr lang="en-US" altLang="zh-CN" sz="2000" b="0" i="0" u="none" strike="noStrike" cap="none" spc="0" baseline="0" dirty="0">
                          <a:solidFill>
                            <a:schemeClr val="tx1"/>
                          </a:solidFill>
                          <a:uFillTx/>
                          <a:latin typeface="Arial" panose="020B0604020202020204" pitchFamily="34" charset="0"/>
                          <a:ea typeface="+mj-ea"/>
                          <a:cs typeface="Arial" panose="020B0604020202020204" pitchFamily="34" charset="0"/>
                          <a:sym typeface="Helvetica Neue Light"/>
                        </a:rPr>
                        <a:t>)</a:t>
                      </a:r>
                      <a:r>
                        <a:rPr lang="zh-CN" altLang="en-US" sz="2000" b="0" i="0" u="none" strike="noStrike" cap="none" spc="0" baseline="0" dirty="0">
                          <a:solidFill>
                            <a:schemeClr val="tx1"/>
                          </a:solidFill>
                          <a:uFillTx/>
                          <a:latin typeface="Arial" panose="020B0604020202020204" pitchFamily="34" charset="0"/>
                          <a:ea typeface="+mj-ea"/>
                          <a:cs typeface="Arial" panose="020B0604020202020204" pitchFamily="34" charset="0"/>
                          <a:sym typeface="Helvetica Neue Light"/>
                        </a:rPr>
                        <a:t>范围内抓取圆弧如图（</a:t>
                      </a:r>
                      <a:r>
                        <a:rPr lang="en-US" altLang="zh-CN" sz="2000" b="0" i="0" u="none" strike="noStrike" cap="none" spc="0" baseline="0" dirty="0">
                          <a:solidFill>
                            <a:schemeClr val="tx1"/>
                          </a:solidFill>
                          <a:uFillTx/>
                          <a:latin typeface="Arial" panose="020B0604020202020204" pitchFamily="34" charset="0"/>
                          <a:ea typeface="+mn-ea"/>
                          <a:cs typeface="Arial" panose="020B0604020202020204" pitchFamily="34" charset="0"/>
                          <a:sym typeface="Helvetica Neue Light"/>
                        </a:rPr>
                        <a:t>Pic</a:t>
                      </a:r>
                      <a:r>
                        <a:rPr lang="zh-CN" altLang="en-US" sz="2000" b="0" i="0" u="none" strike="noStrike" cap="none" spc="0" baseline="0" dirty="0">
                          <a:solidFill>
                            <a:schemeClr val="tx1"/>
                          </a:solidFill>
                          <a:uFillTx/>
                          <a:latin typeface="Arial" panose="020B0604020202020204" pitchFamily="34" charset="0"/>
                          <a:ea typeface="+mn-ea"/>
                          <a:cs typeface="Arial" panose="020B0604020202020204" pitchFamily="34" charset="0"/>
                          <a:sym typeface="Helvetica Neue Light"/>
                        </a:rPr>
                        <a:t> </a:t>
                      </a:r>
                      <a:r>
                        <a:rPr lang="en-US" altLang="zh-CN" sz="2000" b="0" i="0" u="none" strike="noStrike" cap="none" spc="0" baseline="0" dirty="0">
                          <a:solidFill>
                            <a:schemeClr val="tx1"/>
                          </a:solidFill>
                          <a:uFillTx/>
                          <a:latin typeface="Arial" panose="020B0604020202020204" pitchFamily="34" charset="0"/>
                          <a:ea typeface="+mn-ea"/>
                          <a:cs typeface="Arial" panose="020B0604020202020204" pitchFamily="34" charset="0"/>
                          <a:sym typeface="Helvetica Neue Light"/>
                        </a:rPr>
                        <a:t>2)</a:t>
                      </a:r>
                      <a:r>
                        <a:rPr lang="zh-CN" altLang="en-US" sz="2000" b="0" i="0" u="none" strike="noStrike" cap="none" spc="0" baseline="0" dirty="0">
                          <a:solidFill>
                            <a:schemeClr val="tx1"/>
                          </a:solidFill>
                          <a:uFillTx/>
                          <a:latin typeface="Arial" panose="020B0604020202020204" pitchFamily="34" charset="0"/>
                          <a:ea typeface="+mj-ea"/>
                          <a:cs typeface="Arial" panose="020B0604020202020204" pitchFamily="34" charset="0"/>
                          <a:sym typeface="Helvetica Neue Light"/>
                        </a:rPr>
                        <a:t>，输出其半径，即</a:t>
                      </a:r>
                      <a:r>
                        <a:rPr lang="en-US" altLang="zh-CN" sz="2000" b="0" i="0" u="none" strike="noStrike" cap="none" spc="0" baseline="0" dirty="0">
                          <a:solidFill>
                            <a:schemeClr val="tx1"/>
                          </a:solidFill>
                          <a:uFillTx/>
                          <a:latin typeface="Arial" panose="020B0604020202020204" pitchFamily="34" charset="0"/>
                          <a:ea typeface="+mj-ea"/>
                          <a:cs typeface="Arial" panose="020B0604020202020204" pitchFamily="34" charset="0"/>
                          <a:sym typeface="Helvetica Neue Light"/>
                        </a:rPr>
                        <a:t>FAI6-1;</a:t>
                      </a:r>
                    </a:p>
                    <a:p>
                      <a:pPr marL="0" marR="0" indent="0" algn="l" defTabSz="409575" latinLnBrk="0">
                        <a:lnSpc>
                          <a:spcPct val="100000"/>
                        </a:lnSpc>
                        <a:spcBef>
                          <a:spcPts val="0"/>
                        </a:spcBef>
                        <a:spcAft>
                          <a:spcPts val="0"/>
                        </a:spcAft>
                        <a:buClrTx/>
                        <a:buFontTx/>
                        <a:buNone/>
                        <a:tabLst/>
                      </a:pPr>
                      <a:r>
                        <a:rPr lang="en-US" altLang="zh-CN" sz="2000" b="0" i="0" u="none" strike="noStrike" cap="none" spc="0" baseline="0" dirty="0">
                          <a:solidFill>
                            <a:schemeClr val="tx1"/>
                          </a:solidFill>
                          <a:uFillTx/>
                          <a:latin typeface="Arial" panose="020B0604020202020204" pitchFamily="34" charset="0"/>
                          <a:ea typeface="+mj-ea"/>
                          <a:cs typeface="Arial" panose="020B0604020202020204" pitchFamily="34" charset="0"/>
                          <a:sym typeface="Helvetica Neue Light"/>
                        </a:rPr>
                        <a:t>4.</a:t>
                      </a:r>
                      <a:r>
                        <a:rPr lang="zh-CN" altLang="en-US" sz="2000" b="0" i="0" u="none" strike="noStrike" cap="none" spc="0" baseline="0" dirty="0">
                          <a:solidFill>
                            <a:schemeClr val="tx1"/>
                          </a:solidFill>
                          <a:uFillTx/>
                          <a:latin typeface="Arial" panose="020B0604020202020204" pitchFamily="34" charset="0"/>
                          <a:ea typeface="+mj-ea"/>
                          <a:cs typeface="Arial" panose="020B0604020202020204" pitchFamily="34" charset="0"/>
                          <a:sym typeface="Helvetica Neue Light"/>
                        </a:rPr>
                        <a:t>按照同样的方法分别输出磁钢</a:t>
                      </a:r>
                      <a:r>
                        <a:rPr lang="en-US" altLang="zh-CN" sz="2000" b="0" i="0" u="none" strike="noStrike" cap="none" spc="0" baseline="0" dirty="0">
                          <a:solidFill>
                            <a:schemeClr val="tx1"/>
                          </a:solidFill>
                          <a:uFillTx/>
                          <a:latin typeface="Arial" panose="020B0604020202020204" pitchFamily="34" charset="0"/>
                          <a:ea typeface="+mj-ea"/>
                          <a:cs typeface="Arial" panose="020B0604020202020204" pitchFamily="34" charset="0"/>
                          <a:sym typeface="Helvetica Neue Light"/>
                        </a:rPr>
                        <a:t>,R</a:t>
                      </a:r>
                      <a:r>
                        <a:rPr lang="zh-CN" altLang="en-US" sz="2000" b="0" i="0" u="none" strike="noStrike" cap="none" spc="0" baseline="0" dirty="0">
                          <a:solidFill>
                            <a:schemeClr val="tx1"/>
                          </a:solidFill>
                          <a:uFillTx/>
                          <a:latin typeface="Arial" panose="020B0604020202020204" pitchFamily="34" charset="0"/>
                          <a:ea typeface="+mj-ea"/>
                          <a:cs typeface="Arial" panose="020B0604020202020204" pitchFamily="34" charset="0"/>
                          <a:sym typeface="Helvetica Neue Light"/>
                        </a:rPr>
                        <a:t>角</a:t>
                      </a:r>
                      <a:r>
                        <a:rPr lang="en-US" altLang="zh-CN" sz="2000" b="0" i="0" u="none" strike="noStrike" cap="none" spc="0" baseline="0" dirty="0">
                          <a:solidFill>
                            <a:schemeClr val="tx1"/>
                          </a:solidFill>
                          <a:uFillTx/>
                          <a:latin typeface="Arial" panose="020B0604020202020204" pitchFamily="34" charset="0"/>
                          <a:ea typeface="+mj-ea"/>
                          <a:cs typeface="Arial" panose="020B0604020202020204" pitchFamily="34" charset="0"/>
                          <a:sym typeface="Helvetica Neue Light"/>
                        </a:rPr>
                        <a:t>2,3,4</a:t>
                      </a:r>
                      <a:r>
                        <a:rPr lang="zh-CN" altLang="en-US" sz="2000" b="0" i="0" u="none" strike="noStrike" cap="none" spc="0" baseline="0" dirty="0">
                          <a:solidFill>
                            <a:schemeClr val="tx1"/>
                          </a:solidFill>
                          <a:uFillTx/>
                          <a:latin typeface="Arial" panose="020B0604020202020204" pitchFamily="34" charset="0"/>
                          <a:ea typeface="+mj-ea"/>
                          <a:cs typeface="Arial" panose="020B0604020202020204" pitchFamily="34" charset="0"/>
                          <a:sym typeface="Helvetica Neue Light"/>
                        </a:rPr>
                        <a:t>的半径，即为</a:t>
                      </a:r>
                      <a:r>
                        <a:rPr lang="en-US" altLang="zh-CN" sz="2000" b="0" i="0" u="none" strike="noStrike" cap="none" spc="0" baseline="0" dirty="0">
                          <a:solidFill>
                            <a:schemeClr val="tx1"/>
                          </a:solidFill>
                          <a:uFillTx/>
                          <a:latin typeface="Arial" panose="020B0604020202020204" pitchFamily="34" charset="0"/>
                          <a:ea typeface="+mj-ea"/>
                          <a:cs typeface="Arial" panose="020B0604020202020204" pitchFamily="34" charset="0"/>
                          <a:sym typeface="Helvetica Neue Light"/>
                        </a:rPr>
                        <a:t>FAI6-2/-3/-4</a:t>
                      </a:r>
                      <a:r>
                        <a:rPr lang="zh-CN" altLang="en-US" sz="2000" b="0" i="0" u="none" strike="noStrike" cap="none" spc="0" baseline="0" dirty="0">
                          <a:solidFill>
                            <a:schemeClr val="tx1"/>
                          </a:solidFill>
                          <a:uFillTx/>
                          <a:latin typeface="Arial" panose="020B0604020202020204" pitchFamily="34" charset="0"/>
                          <a:ea typeface="+mj-ea"/>
                          <a:cs typeface="Arial" panose="020B0604020202020204" pitchFamily="34" charset="0"/>
                          <a:sym typeface="Helvetica Neue Light"/>
                        </a:rPr>
                        <a:t>；</a:t>
                      </a:r>
                      <a:endParaRPr lang="en-US" altLang="zh-CN" sz="2000" b="0" i="0" u="none" strike="noStrike" cap="none" spc="0" baseline="0" dirty="0">
                        <a:solidFill>
                          <a:schemeClr val="tx1"/>
                        </a:solidFill>
                        <a:uFillTx/>
                        <a:latin typeface="Arial" panose="020B0604020202020204" pitchFamily="34" charset="0"/>
                        <a:ea typeface="+mj-ea"/>
                        <a:cs typeface="Arial" panose="020B0604020202020204" pitchFamily="34" charset="0"/>
                        <a:sym typeface="Helvetica Neue Light"/>
                      </a:endParaRPr>
                    </a:p>
                    <a:p>
                      <a:pPr marL="0" marR="0" indent="0" algn="l" defTabSz="409575" latinLnBrk="0">
                        <a:lnSpc>
                          <a:spcPct val="100000"/>
                        </a:lnSpc>
                        <a:spcBef>
                          <a:spcPts val="0"/>
                        </a:spcBef>
                        <a:spcAft>
                          <a:spcPts val="0"/>
                        </a:spcAft>
                        <a:buClrTx/>
                        <a:buSzTx/>
                        <a:buFontTx/>
                        <a:buNone/>
                        <a:tabLst/>
                      </a:pPr>
                      <a:r>
                        <a:rPr lang="en-US" altLang="zh-CN" sz="2000" b="0" i="0" u="none" strike="noStrike" cap="none" spc="0" baseline="0" dirty="0">
                          <a:solidFill>
                            <a:schemeClr val="tx1"/>
                          </a:solidFill>
                          <a:uFillTx/>
                          <a:latin typeface="Arial" panose="020B0604020202020204" pitchFamily="34" charset="0"/>
                          <a:ea typeface="+mj-ea"/>
                          <a:cs typeface="Arial" panose="020B0604020202020204" pitchFamily="34" charset="0"/>
                          <a:sym typeface="Helvetica Neue Light"/>
                        </a:rPr>
                        <a:t>1. Place the product flat on the measuring platform as shown in the figure, with reference to page P21 Plane frame minus 1; (Bottom light 30%, magnification 48 times) </a:t>
                      </a:r>
                    </a:p>
                    <a:p>
                      <a:pPr marL="0" marR="0" indent="0" algn="l" defTabSz="409575" latinLnBrk="0">
                        <a:lnSpc>
                          <a:spcPct val="100000"/>
                        </a:lnSpc>
                        <a:spcBef>
                          <a:spcPts val="0"/>
                        </a:spcBef>
                        <a:spcAft>
                          <a:spcPts val="0"/>
                        </a:spcAft>
                        <a:buClrTx/>
                        <a:buSzTx/>
                        <a:buFontTx/>
                        <a:buNone/>
                        <a:tabLst/>
                      </a:pPr>
                      <a:r>
                        <a:rPr lang="en-US" altLang="zh-CN" sz="2000" b="0" i="0" u="none" strike="noStrike" cap="none" spc="0" baseline="0" dirty="0">
                          <a:solidFill>
                            <a:schemeClr val="tx1"/>
                          </a:solidFill>
                          <a:uFillTx/>
                          <a:latin typeface="Arial" panose="020B0604020202020204" pitchFamily="34" charset="0"/>
                          <a:ea typeface="+mj-ea"/>
                          <a:cs typeface="Arial" panose="020B0604020202020204" pitchFamily="34" charset="0"/>
                          <a:sym typeface="Helvetica Neue Light"/>
                        </a:rPr>
                        <a:t>2. Measurement sequence as shown in Pic 1; </a:t>
                      </a:r>
                    </a:p>
                    <a:p>
                      <a:pPr marL="0" marR="0" indent="0" algn="l" defTabSz="409575" latinLnBrk="0">
                        <a:lnSpc>
                          <a:spcPct val="100000"/>
                        </a:lnSpc>
                        <a:spcBef>
                          <a:spcPts val="0"/>
                        </a:spcBef>
                        <a:spcAft>
                          <a:spcPts val="0"/>
                        </a:spcAft>
                        <a:buClrTx/>
                        <a:buSzTx/>
                        <a:buFontTx/>
                        <a:buNone/>
                        <a:tabLst/>
                      </a:pPr>
                      <a:r>
                        <a:rPr lang="en-US" altLang="zh-CN" sz="2000" b="0" i="0" u="none" strike="noStrike" cap="none" spc="0" baseline="0" dirty="0">
                          <a:solidFill>
                            <a:schemeClr val="tx1"/>
                          </a:solidFill>
                          <a:uFillTx/>
                          <a:latin typeface="Arial" panose="020B0604020202020204" pitchFamily="34" charset="0"/>
                          <a:ea typeface="+mj-ea"/>
                          <a:cs typeface="Arial" panose="020B0604020202020204" pitchFamily="34" charset="0"/>
                          <a:sym typeface="Helvetica Neue Light"/>
                        </a:rPr>
                        <a:t>3. According to the intersection point of the two straight edges of the arc transition is zero, select the "arc" tool, grasp the arc in the range of X=-0.15, Y=-0.15(determined by the actual specifications of the R Angle of the product) as shown in FIG. (Pic 2), and output its radius, namely FAI6-1;</a:t>
                      </a:r>
                      <a:br>
                        <a:rPr lang="en-US" altLang="zh-CN" sz="2000" b="0" i="0" u="none" strike="noStrike" cap="none" spc="0" baseline="0" dirty="0">
                          <a:solidFill>
                            <a:schemeClr val="tx1"/>
                          </a:solidFill>
                          <a:uFillTx/>
                          <a:latin typeface="Arial" panose="020B0604020202020204" pitchFamily="34" charset="0"/>
                          <a:ea typeface="+mj-ea"/>
                          <a:cs typeface="Arial" panose="020B0604020202020204" pitchFamily="34" charset="0"/>
                          <a:sym typeface="Helvetica Neue Light"/>
                        </a:rPr>
                      </a:br>
                      <a:r>
                        <a:rPr lang="en-US" altLang="zh-CN" sz="2000" b="0" i="0" u="none" strike="noStrike" cap="none" spc="0" baseline="0" dirty="0">
                          <a:solidFill>
                            <a:schemeClr val="tx1"/>
                          </a:solidFill>
                          <a:uFillTx/>
                          <a:latin typeface="Arial" panose="020B0604020202020204" pitchFamily="34" charset="0"/>
                          <a:ea typeface="+mj-ea"/>
                          <a:cs typeface="Arial" panose="020B0604020202020204" pitchFamily="34" charset="0"/>
                          <a:sym typeface="Helvetica Neue Light"/>
                        </a:rPr>
                        <a:t>4. Output magnetic steel in the same way. The radius of R angles 2,3, and 4 is FAI6-2/-3/-4;</a:t>
                      </a:r>
                    </a:p>
                    <a:p>
                      <a:pPr marL="0" marR="0" indent="0" algn="l" defTabSz="819150" eaLnBrk="1" fontAlgn="auto" latinLnBrk="0" hangingPunct="1">
                        <a:lnSpc>
                          <a:spcPct val="100000"/>
                        </a:lnSpc>
                        <a:spcBef>
                          <a:spcPts val="0"/>
                        </a:spcBef>
                        <a:spcAft>
                          <a:spcPts val="0"/>
                        </a:spcAft>
                        <a:buClrTx/>
                        <a:buSzTx/>
                        <a:buFontTx/>
                        <a:buNone/>
                        <a:tabLst/>
                        <a:defRPr/>
                      </a:pPr>
                      <a:endParaRPr lang="en-US" altLang="zh-CN" sz="2000" dirty="0">
                        <a:latin typeface="Arial" panose="020B0604020202020204" pitchFamily="34" charset="0"/>
                        <a:cs typeface="Arial" panose="020B0604020202020204" pitchFamily="34" charset="0"/>
                      </a:endParaRPr>
                    </a:p>
                  </a:txBody>
                  <a:tcPr marL="12700" marR="12700" marT="12700" marB="127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indent="0" algn="l" defTabSz="409575" latinLnBrk="0">
                        <a:lnSpc>
                          <a:spcPct val="100000"/>
                        </a:lnSpc>
                        <a:spcBef>
                          <a:spcPts val="0"/>
                        </a:spcBef>
                        <a:spcAft>
                          <a:spcPts val="0"/>
                        </a:spcAft>
                        <a:buClrTx/>
                        <a:buSzTx/>
                        <a:buFontTx/>
                        <a:buNone/>
                        <a:tabLst/>
                        <a:defRPr sz="2400">
                          <a:sym typeface="Helvetica Neue Medium"/>
                        </a:defRPr>
                      </a:pPr>
                      <a:r>
                        <a:rPr sz="2400" b="0" i="0" u="none" strike="noStrike" cap="none" spc="0" baseline="0" dirty="0">
                          <a:solidFill>
                            <a:srgbClr val="000000"/>
                          </a:solidFill>
                          <a:uFillTx/>
                          <a:latin typeface="Arial" panose="020B0604020202020204" pitchFamily="34" charset="0"/>
                          <a:ea typeface="+mn-ea"/>
                          <a:cs typeface="Arial" panose="020B0604020202020204" pitchFamily="34" charset="0"/>
                          <a:sym typeface="Helvetica Neue Light"/>
                        </a:rPr>
                        <a:t>1. Measurement Method ：</a:t>
                      </a:r>
                      <a:r>
                        <a:rPr lang="en-US" altLang="zh-CN" sz="2400" b="0" i="0" u="none" strike="noStrike" cap="none" spc="0" baseline="0" dirty="0">
                          <a:solidFill>
                            <a:srgbClr val="000000"/>
                          </a:solidFill>
                          <a:uFillTx/>
                          <a:latin typeface="Arial" panose="020B0604020202020204" pitchFamily="34" charset="0"/>
                          <a:ea typeface="+mn-ea"/>
                          <a:cs typeface="Arial" panose="020B0604020202020204" pitchFamily="34" charset="0"/>
                          <a:sym typeface="Helvetica Neue Light"/>
                        </a:rPr>
                        <a:t>OMM</a:t>
                      </a:r>
                      <a:endParaRPr lang="en" altLang="zh-CN" sz="2400" b="0" i="0" u="none" strike="noStrike" cap="none" spc="0" baseline="0" dirty="0">
                        <a:solidFill>
                          <a:srgbClr val="000000"/>
                        </a:solidFill>
                        <a:uFillTx/>
                        <a:latin typeface="Arial" panose="020B0604020202020204" pitchFamily="34" charset="0"/>
                        <a:ea typeface="+mn-ea"/>
                        <a:cs typeface="Arial" panose="020B0604020202020204" pitchFamily="34" charset="0"/>
                        <a:sym typeface="Helvetica Neue Light"/>
                      </a:endParaRPr>
                    </a:p>
                    <a:p>
                      <a:pPr marL="0" marR="0" indent="0" algn="l" defTabSz="409575" latinLnBrk="0">
                        <a:lnSpc>
                          <a:spcPct val="100000"/>
                        </a:lnSpc>
                        <a:spcBef>
                          <a:spcPts val="0"/>
                        </a:spcBef>
                        <a:spcAft>
                          <a:spcPts val="0"/>
                        </a:spcAft>
                        <a:buClrTx/>
                        <a:buSzTx/>
                        <a:buFontTx/>
                        <a:buNone/>
                        <a:tabLst/>
                        <a:defRPr sz="2400">
                          <a:sym typeface="Helvetica Neue Medium"/>
                        </a:defRPr>
                      </a:pPr>
                      <a:r>
                        <a:rPr sz="2400" b="0" i="0" u="none" strike="noStrike" cap="none" spc="0" baseline="0" dirty="0">
                          <a:solidFill>
                            <a:srgbClr val="000000"/>
                          </a:solidFill>
                          <a:uFillTx/>
                          <a:latin typeface="Arial" panose="020B0604020202020204" pitchFamily="34" charset="0"/>
                          <a:ea typeface="+mn-ea"/>
                          <a:cs typeface="Arial" panose="020B0604020202020204" pitchFamily="34" charset="0"/>
                          <a:sym typeface="Helvetica Neue Light"/>
                        </a:rPr>
                        <a:t>2.  Fixture :NO</a:t>
                      </a:r>
                    </a:p>
                    <a:p>
                      <a:pPr marL="0" marR="0" indent="0" algn="l" defTabSz="409575" latinLnBrk="0">
                        <a:lnSpc>
                          <a:spcPct val="100000"/>
                        </a:lnSpc>
                        <a:spcBef>
                          <a:spcPts val="0"/>
                        </a:spcBef>
                        <a:spcAft>
                          <a:spcPts val="0"/>
                        </a:spcAft>
                        <a:buClrTx/>
                        <a:buSzTx/>
                        <a:buFontTx/>
                        <a:buNone/>
                        <a:tabLst/>
                        <a:defRPr sz="2400">
                          <a:sym typeface="Helvetica Neue Medium"/>
                        </a:defRPr>
                      </a:pPr>
                      <a:r>
                        <a:rPr sz="2400" b="0" i="0" u="none" strike="noStrike" cap="none" spc="0" baseline="0" dirty="0">
                          <a:solidFill>
                            <a:srgbClr val="000000"/>
                          </a:solidFill>
                          <a:uFillTx/>
                          <a:latin typeface="Arial" panose="020B0604020202020204" pitchFamily="34" charset="0"/>
                          <a:ea typeface="+mn-ea"/>
                          <a:cs typeface="Arial" panose="020B0604020202020204" pitchFamily="34" charset="0"/>
                          <a:sym typeface="Helvetica Neue Light"/>
                        </a:rPr>
                        <a:t>3.  Measurement status ：Free</a:t>
                      </a:r>
                    </a:p>
                    <a:p>
                      <a:pPr marL="0" marR="0" indent="0" algn="l" defTabSz="409575" latinLnBrk="0">
                        <a:lnSpc>
                          <a:spcPct val="100000"/>
                        </a:lnSpc>
                        <a:spcBef>
                          <a:spcPts val="0"/>
                        </a:spcBef>
                        <a:spcAft>
                          <a:spcPts val="0"/>
                        </a:spcAft>
                        <a:buClrTx/>
                        <a:buSzTx/>
                        <a:buFontTx/>
                        <a:buNone/>
                        <a:tabLst/>
                        <a:defRPr sz="2400">
                          <a:sym typeface="Helvetica Neue Medium"/>
                        </a:defRPr>
                      </a:pPr>
                      <a:r>
                        <a:rPr sz="2400" b="0" i="0" u="none" strike="noStrike" cap="none" spc="0" baseline="0" dirty="0">
                          <a:solidFill>
                            <a:srgbClr val="000000"/>
                          </a:solidFill>
                          <a:uFillTx/>
                          <a:latin typeface="Arial" panose="020B0604020202020204" pitchFamily="34" charset="0"/>
                          <a:ea typeface="+mn-ea"/>
                          <a:cs typeface="Arial" panose="020B0604020202020204" pitchFamily="34" charset="0"/>
                          <a:sym typeface="Helvetica Neue Light"/>
                        </a:rPr>
                        <a:t>4.  Measurement procedure ：</a:t>
                      </a:r>
                      <a:r>
                        <a:rPr lang="en-US" altLang="zh-CN" sz="2400" b="0" i="0" u="none" strike="noStrike" cap="none" spc="0" baseline="0" dirty="0">
                          <a:solidFill>
                            <a:srgbClr val="000000"/>
                          </a:solidFill>
                          <a:uFillTx/>
                          <a:latin typeface="Arial" panose="020B0604020202020204" pitchFamily="34" charset="0"/>
                          <a:ea typeface="+mn-ea"/>
                          <a:cs typeface="Arial" panose="020B0604020202020204" pitchFamily="34" charset="0"/>
                          <a:sym typeface="Helvetica Neue Light"/>
                        </a:rPr>
                        <a:t>Same as the FAI</a:t>
                      </a:r>
                      <a:endParaRPr sz="2400" b="0" i="0" u="none" strike="noStrike" cap="none" spc="0" baseline="0" dirty="0">
                        <a:solidFill>
                          <a:srgbClr val="000000"/>
                        </a:solidFill>
                        <a:uFillTx/>
                        <a:latin typeface="Arial" panose="020B0604020202020204" pitchFamily="34" charset="0"/>
                        <a:ea typeface="+mn-ea"/>
                        <a:cs typeface="Arial" panose="020B0604020202020204" pitchFamily="34" charset="0"/>
                        <a:sym typeface="Helvetica Neue Light"/>
                      </a:endParaRPr>
                    </a:p>
                  </a:txBody>
                  <a:tcPr marL="12700" marR="12700" marT="12700" marB="127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2"/>
                  </a:ext>
                </a:extLst>
              </a:tr>
            </a:tbl>
          </a:graphicData>
        </a:graphic>
      </p:graphicFrame>
      <p:sp>
        <p:nvSpPr>
          <p:cNvPr id="26" name="幻灯片编号">
            <a:extLst>
              <a:ext uri="{FF2B5EF4-FFF2-40B4-BE49-F238E27FC236}">
                <a16:creationId xmlns:a16="http://schemas.microsoft.com/office/drawing/2014/main" id="{DD24556E-F028-FF4A-0729-1FA38B22EECD}"/>
              </a:ext>
            </a:extLst>
          </p:cNvPr>
          <p:cNvSpPr txBox="1">
            <a:spLocks noGrp="1"/>
          </p:cNvSpPr>
          <p:nvPr>
            <p:ph type="sldNum" sz="quarter" idx="4294967295"/>
          </p:nvPr>
        </p:nvSpPr>
        <p:spPr>
          <a:xfrm>
            <a:off x="14639873" y="12629455"/>
            <a:ext cx="426393" cy="482817"/>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71434" tIns="71434" rIns="71434" bIns="71434">
            <a:spAutoFit/>
          </a:bodyPr>
          <a:lstStyle>
            <a:lvl1pPr defTabSz="821529">
              <a:defRPr sz="2200">
                <a:solidFill>
                  <a:srgbClr val="000000"/>
                </a:solidFill>
                <a:latin typeface="Helvetica Neue Thin"/>
                <a:ea typeface="Helvetica Neue Thin"/>
                <a:cs typeface="Helvetica Neue Thin"/>
                <a:sym typeface="Helvetica Neue Thin"/>
              </a:defRPr>
            </a:lvl1pPr>
          </a:lstStyle>
          <a:p>
            <a:r>
              <a:rPr lang="en-US" dirty="0"/>
              <a:t>23</a:t>
            </a:r>
            <a:endParaRPr dirty="0"/>
          </a:p>
        </p:txBody>
      </p:sp>
      <p:sp>
        <p:nvSpPr>
          <p:cNvPr id="18" name="MTD | X1586 Metrology Details 160-02182-03">
            <a:extLst>
              <a:ext uri="{FF2B5EF4-FFF2-40B4-BE49-F238E27FC236}">
                <a16:creationId xmlns:a16="http://schemas.microsoft.com/office/drawing/2014/main" id="{E7BEDA96-A62C-97BD-0A8D-2A8FED349963}"/>
              </a:ext>
            </a:extLst>
          </p:cNvPr>
          <p:cNvSpPr txBox="1">
            <a:spLocks/>
          </p:cNvSpPr>
          <p:nvPr/>
        </p:nvSpPr>
        <p:spPr>
          <a:xfrm>
            <a:off x="801979" y="661785"/>
            <a:ext cx="18076407" cy="83125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normAutofit/>
          </a:bodyPr>
          <a:lstStyle>
            <a:lvl1pPr marL="0" marR="0" indent="0" algn="l" defTabSz="819150" latinLnBrk="0">
              <a:lnSpc>
                <a:spcPct val="100000"/>
              </a:lnSpc>
              <a:spcBef>
                <a:spcPts val="0"/>
              </a:spcBef>
              <a:spcAft>
                <a:spcPts val="0"/>
              </a:spcAft>
              <a:buClrTx/>
              <a:buSzTx/>
              <a:buFontTx/>
              <a:buNone/>
              <a:tabLst/>
              <a:defRPr sz="5400" b="0" i="0" u="none" strike="noStrike" cap="none" spc="0" baseline="0">
                <a:solidFill>
                  <a:srgbClr val="0096FF"/>
                </a:solidFill>
                <a:uFillTx/>
                <a:latin typeface="Helvetica Neue Light"/>
                <a:ea typeface="Helvetica Neue Light"/>
                <a:cs typeface="Helvetica Neue Light"/>
                <a:sym typeface="Helvetica Neue Light"/>
              </a:defRPr>
            </a:lvl1pPr>
            <a:lvl2pPr marL="0" marR="0" indent="0" algn="l" defTabSz="819150" latinLnBrk="0">
              <a:lnSpc>
                <a:spcPct val="100000"/>
              </a:lnSpc>
              <a:spcBef>
                <a:spcPts val="0"/>
              </a:spcBef>
              <a:spcAft>
                <a:spcPts val="0"/>
              </a:spcAft>
              <a:buClrTx/>
              <a:buSzTx/>
              <a:buFontTx/>
              <a:buNone/>
              <a:tabLst/>
              <a:defRPr sz="5400" b="0" i="0" u="none" strike="noStrike" cap="none" spc="0" baseline="0">
                <a:solidFill>
                  <a:srgbClr val="0096FF"/>
                </a:solidFill>
                <a:uFillTx/>
                <a:latin typeface="Helvetica Neue Light"/>
                <a:ea typeface="Helvetica Neue Light"/>
                <a:cs typeface="Helvetica Neue Light"/>
                <a:sym typeface="Helvetica Neue Light"/>
              </a:defRPr>
            </a:lvl2pPr>
            <a:lvl3pPr marL="0" marR="0" indent="0" algn="l" defTabSz="819150" latinLnBrk="0">
              <a:lnSpc>
                <a:spcPct val="100000"/>
              </a:lnSpc>
              <a:spcBef>
                <a:spcPts val="0"/>
              </a:spcBef>
              <a:spcAft>
                <a:spcPts val="0"/>
              </a:spcAft>
              <a:buClrTx/>
              <a:buSzTx/>
              <a:buFontTx/>
              <a:buNone/>
              <a:tabLst/>
              <a:defRPr sz="5400" b="0" i="0" u="none" strike="noStrike" cap="none" spc="0" baseline="0">
                <a:solidFill>
                  <a:srgbClr val="0096FF"/>
                </a:solidFill>
                <a:uFillTx/>
                <a:latin typeface="Helvetica Neue Light"/>
                <a:ea typeface="Helvetica Neue Light"/>
                <a:cs typeface="Helvetica Neue Light"/>
                <a:sym typeface="Helvetica Neue Light"/>
              </a:defRPr>
            </a:lvl3pPr>
            <a:lvl4pPr marL="0" marR="0" indent="0" algn="l" defTabSz="819150" latinLnBrk="0">
              <a:lnSpc>
                <a:spcPct val="100000"/>
              </a:lnSpc>
              <a:spcBef>
                <a:spcPts val="0"/>
              </a:spcBef>
              <a:spcAft>
                <a:spcPts val="0"/>
              </a:spcAft>
              <a:buClrTx/>
              <a:buSzTx/>
              <a:buFontTx/>
              <a:buNone/>
              <a:tabLst/>
              <a:defRPr sz="5400" b="0" i="0" u="none" strike="noStrike" cap="none" spc="0" baseline="0">
                <a:solidFill>
                  <a:srgbClr val="0096FF"/>
                </a:solidFill>
                <a:uFillTx/>
                <a:latin typeface="Helvetica Neue Light"/>
                <a:ea typeface="Helvetica Neue Light"/>
                <a:cs typeface="Helvetica Neue Light"/>
                <a:sym typeface="Helvetica Neue Light"/>
              </a:defRPr>
            </a:lvl4pPr>
            <a:lvl5pPr marL="0" marR="0" indent="0" algn="l" defTabSz="819150" latinLnBrk="0">
              <a:lnSpc>
                <a:spcPct val="100000"/>
              </a:lnSpc>
              <a:spcBef>
                <a:spcPts val="0"/>
              </a:spcBef>
              <a:spcAft>
                <a:spcPts val="0"/>
              </a:spcAft>
              <a:buClrTx/>
              <a:buSzTx/>
              <a:buFontTx/>
              <a:buNone/>
              <a:tabLst/>
              <a:defRPr sz="5400" b="0" i="0" u="none" strike="noStrike" cap="none" spc="0" baseline="0">
                <a:solidFill>
                  <a:srgbClr val="0096FF"/>
                </a:solidFill>
                <a:uFillTx/>
                <a:latin typeface="Helvetica Neue Light"/>
                <a:ea typeface="Helvetica Neue Light"/>
                <a:cs typeface="Helvetica Neue Light"/>
                <a:sym typeface="Helvetica Neue Light"/>
              </a:defRPr>
            </a:lvl5pPr>
            <a:lvl6pPr marL="0" marR="0" indent="0" algn="l" defTabSz="819150" latinLnBrk="0">
              <a:lnSpc>
                <a:spcPct val="100000"/>
              </a:lnSpc>
              <a:spcBef>
                <a:spcPts val="0"/>
              </a:spcBef>
              <a:spcAft>
                <a:spcPts val="0"/>
              </a:spcAft>
              <a:buClrTx/>
              <a:buSzTx/>
              <a:buFontTx/>
              <a:buNone/>
              <a:tabLst/>
              <a:defRPr sz="5400" b="0" i="0" u="none" strike="noStrike" cap="none" spc="0" baseline="0">
                <a:solidFill>
                  <a:srgbClr val="0096FF"/>
                </a:solidFill>
                <a:uFillTx/>
                <a:latin typeface="Helvetica Neue Light"/>
                <a:ea typeface="Helvetica Neue Light"/>
                <a:cs typeface="Helvetica Neue Light"/>
                <a:sym typeface="Helvetica Neue Light"/>
              </a:defRPr>
            </a:lvl6pPr>
            <a:lvl7pPr marL="0" marR="0" indent="0" algn="l" defTabSz="819150" latinLnBrk="0">
              <a:lnSpc>
                <a:spcPct val="100000"/>
              </a:lnSpc>
              <a:spcBef>
                <a:spcPts val="0"/>
              </a:spcBef>
              <a:spcAft>
                <a:spcPts val="0"/>
              </a:spcAft>
              <a:buClrTx/>
              <a:buSzTx/>
              <a:buFontTx/>
              <a:buNone/>
              <a:tabLst/>
              <a:defRPr sz="5400" b="0" i="0" u="none" strike="noStrike" cap="none" spc="0" baseline="0">
                <a:solidFill>
                  <a:srgbClr val="0096FF"/>
                </a:solidFill>
                <a:uFillTx/>
                <a:latin typeface="Helvetica Neue Light"/>
                <a:ea typeface="Helvetica Neue Light"/>
                <a:cs typeface="Helvetica Neue Light"/>
                <a:sym typeface="Helvetica Neue Light"/>
              </a:defRPr>
            </a:lvl7pPr>
            <a:lvl8pPr marL="0" marR="0" indent="0" algn="l" defTabSz="819150" latinLnBrk="0">
              <a:lnSpc>
                <a:spcPct val="100000"/>
              </a:lnSpc>
              <a:spcBef>
                <a:spcPts val="0"/>
              </a:spcBef>
              <a:spcAft>
                <a:spcPts val="0"/>
              </a:spcAft>
              <a:buClrTx/>
              <a:buSzTx/>
              <a:buFontTx/>
              <a:buNone/>
              <a:tabLst/>
              <a:defRPr sz="5400" b="0" i="0" u="none" strike="noStrike" cap="none" spc="0" baseline="0">
                <a:solidFill>
                  <a:srgbClr val="0096FF"/>
                </a:solidFill>
                <a:uFillTx/>
                <a:latin typeface="Helvetica Neue Light"/>
                <a:ea typeface="Helvetica Neue Light"/>
                <a:cs typeface="Helvetica Neue Light"/>
                <a:sym typeface="Helvetica Neue Light"/>
              </a:defRPr>
            </a:lvl8pPr>
            <a:lvl9pPr marL="0" marR="0" indent="0" algn="l" defTabSz="819150" latinLnBrk="0">
              <a:lnSpc>
                <a:spcPct val="100000"/>
              </a:lnSpc>
              <a:spcBef>
                <a:spcPts val="0"/>
              </a:spcBef>
              <a:spcAft>
                <a:spcPts val="0"/>
              </a:spcAft>
              <a:buClrTx/>
              <a:buSzTx/>
              <a:buFontTx/>
              <a:buNone/>
              <a:tabLst/>
              <a:defRPr sz="5400" b="0" i="0" u="none" strike="noStrike" cap="none" spc="0" baseline="0">
                <a:solidFill>
                  <a:srgbClr val="0096FF"/>
                </a:solidFill>
                <a:uFillTx/>
                <a:latin typeface="Helvetica Neue Light"/>
                <a:ea typeface="Helvetica Neue Light"/>
                <a:cs typeface="Helvetica Neue Light"/>
                <a:sym typeface="Helvetica Neue Light"/>
              </a:defRPr>
            </a:lvl9pPr>
          </a:lstStyle>
          <a:p>
            <a:pPr defTabSz="172704">
              <a:defRPr sz="4400">
                <a:solidFill>
                  <a:srgbClr val="024C90"/>
                </a:solidFill>
              </a:defRPr>
            </a:pPr>
            <a:r>
              <a:rPr lang="en-US" sz="4400" dirty="0">
                <a:solidFill>
                  <a:srgbClr val="024C90"/>
                </a:solidFill>
                <a:latin typeface="Arial" panose="020B0604020202020204" pitchFamily="34" charset="0"/>
                <a:cs typeface="Arial" panose="020B0604020202020204" pitchFamily="34" charset="0"/>
                <a:sym typeface="Helvetica Neue Medium"/>
              </a:rPr>
              <a:t>MTD |  </a:t>
            </a:r>
            <a:r>
              <a:rPr lang="en-US" sz="4400" dirty="0">
                <a:solidFill>
                  <a:schemeClr val="tx1"/>
                </a:solidFill>
                <a:latin typeface="Arial" panose="020B0604020202020204" pitchFamily="34" charset="0"/>
                <a:cs typeface="Arial" panose="020B0604020202020204" pitchFamily="34" charset="0"/>
              </a:rPr>
              <a:t>Metrology Details-</a:t>
            </a:r>
            <a:r>
              <a:rPr lang="zh-CN" altLang="en-US" sz="4400" dirty="0">
                <a:solidFill>
                  <a:schemeClr val="tx1"/>
                </a:solidFill>
                <a:latin typeface="Arial" panose="020B0604020202020204" pitchFamily="34" charset="0"/>
                <a:cs typeface="Arial" panose="020B0604020202020204" pitchFamily="34" charset="0"/>
              </a:rPr>
              <a:t>平面</a:t>
            </a:r>
            <a:r>
              <a:rPr lang="en-US" altLang="zh-CN" sz="4400" dirty="0">
                <a:solidFill>
                  <a:schemeClr val="tx1"/>
                </a:solidFill>
                <a:latin typeface="Arial" panose="020B0604020202020204" pitchFamily="34" charset="0"/>
                <a:cs typeface="Arial" panose="020B0604020202020204" pitchFamily="34" charset="0"/>
              </a:rPr>
              <a:t>Radius</a:t>
            </a:r>
            <a:r>
              <a:rPr lang="en-US" altLang="zh-CN" sz="4400" dirty="0">
                <a:solidFill>
                  <a:schemeClr val="tx1"/>
                </a:solidFill>
                <a:latin typeface="Arial" panose="020B0604020202020204" pitchFamily="34" charset="0"/>
                <a:cs typeface="Arial" panose="020B0604020202020204" pitchFamily="34" charset="0"/>
                <a:sym typeface="Helvetica Neue Medium"/>
              </a:rPr>
              <a:t>(</a:t>
            </a:r>
            <a:r>
              <a:rPr lang="zh-CN" altLang="en-US" sz="4400" dirty="0">
                <a:solidFill>
                  <a:schemeClr val="tx1"/>
                </a:solidFill>
                <a:latin typeface="Arial" panose="020B0604020202020204" pitchFamily="34" charset="0"/>
                <a:cs typeface="Arial" panose="020B0604020202020204" pitchFamily="34" charset="0"/>
                <a:sym typeface="Helvetica Neue Medium"/>
              </a:rPr>
              <a:t>粘结磁钢系列</a:t>
            </a:r>
            <a:r>
              <a:rPr lang="en-US" altLang="zh-CN" sz="4400" dirty="0">
                <a:solidFill>
                  <a:schemeClr val="tx1"/>
                </a:solidFill>
                <a:latin typeface="Arial" panose="020B0604020202020204" pitchFamily="34" charset="0"/>
                <a:cs typeface="Arial" panose="020B0604020202020204" pitchFamily="34" charset="0"/>
                <a:sym typeface="Helvetica Neue Medium"/>
              </a:rPr>
              <a:t>-</a:t>
            </a:r>
            <a:r>
              <a:rPr lang="zh-CN" altLang="en-US" sz="4400" dirty="0">
                <a:solidFill>
                  <a:schemeClr val="tx1"/>
                </a:solidFill>
                <a:latin typeface="Arial" panose="020B0604020202020204" pitchFamily="34" charset="0"/>
                <a:cs typeface="Arial" panose="020B0604020202020204" pitchFamily="34" charset="0"/>
                <a:sym typeface="Helvetica Neue Medium"/>
              </a:rPr>
              <a:t>环氧镀层</a:t>
            </a:r>
            <a:r>
              <a:rPr lang="en-US" altLang="zh-CN" sz="4400" dirty="0">
                <a:solidFill>
                  <a:schemeClr val="tx1"/>
                </a:solidFill>
                <a:latin typeface="Arial" panose="020B0604020202020204" pitchFamily="34" charset="0"/>
                <a:cs typeface="Arial" panose="020B0604020202020204" pitchFamily="34" charset="0"/>
                <a:sym typeface="Helvetica Neue Medium"/>
              </a:rPr>
              <a:t>)</a:t>
            </a:r>
            <a:endParaRPr lang="en-US" altLang="zh-CN" sz="4400" dirty="0">
              <a:solidFill>
                <a:schemeClr val="tx1"/>
              </a:solidFill>
              <a:latin typeface="Arial" panose="020B0604020202020204" pitchFamily="34" charset="0"/>
              <a:cs typeface="Arial" panose="020B0604020202020204" pitchFamily="34" charset="0"/>
            </a:endParaRPr>
          </a:p>
        </p:txBody>
      </p:sp>
      <p:sp>
        <p:nvSpPr>
          <p:cNvPr id="15" name="矩形 14">
            <a:extLst>
              <a:ext uri="{FF2B5EF4-FFF2-40B4-BE49-F238E27FC236}">
                <a16:creationId xmlns:a16="http://schemas.microsoft.com/office/drawing/2014/main" id="{BFACD6DB-0127-883C-9777-4488A8B1502C}"/>
              </a:ext>
            </a:extLst>
          </p:cNvPr>
          <p:cNvSpPr/>
          <p:nvPr/>
        </p:nvSpPr>
        <p:spPr>
          <a:xfrm>
            <a:off x="4026951" y="12543124"/>
            <a:ext cx="1265401" cy="619331"/>
          </a:xfrm>
          <a:prstGeom prst="rect">
            <a:avLst/>
          </a:prstGeom>
          <a:noFill/>
          <a:ln w="9525">
            <a:noFill/>
          </a:ln>
        </p:spPr>
        <p:txBody>
          <a:bodyPr anchor="ctr"/>
          <a:lstStyle/>
          <a:p>
            <a:pPr lvl="0" algn="l" defTabSz="825500"/>
            <a:r>
              <a:rPr lang="en-US" altLang="zh-CN" dirty="0">
                <a:solidFill>
                  <a:schemeClr val="tx1"/>
                </a:solidFill>
                <a:latin typeface="Arial" panose="020B0604020202020204" pitchFamily="34" charset="0"/>
                <a:cs typeface="Arial" panose="020B0604020202020204" pitchFamily="34" charset="0"/>
              </a:rPr>
              <a:t>  </a:t>
            </a:r>
            <a:r>
              <a:rPr lang="en-US" altLang="zh-CN" sz="2400" dirty="0">
                <a:solidFill>
                  <a:schemeClr val="tx1"/>
                </a:solidFill>
                <a:latin typeface="Arial" panose="020B0604020202020204" pitchFamily="34" charset="0"/>
                <a:cs typeface="Arial" panose="020B0604020202020204" pitchFamily="34" charset="0"/>
              </a:rPr>
              <a:t>Pic</a:t>
            </a:r>
            <a:r>
              <a:rPr lang="zh-CN" altLang="en-US" sz="2400" dirty="0">
                <a:solidFill>
                  <a:schemeClr val="tx1"/>
                </a:solidFill>
                <a:latin typeface="Arial" panose="020B0604020202020204" pitchFamily="34" charset="0"/>
                <a:cs typeface="Arial" panose="020B0604020202020204" pitchFamily="34" charset="0"/>
              </a:rPr>
              <a:t> </a:t>
            </a:r>
            <a:r>
              <a:rPr lang="en-US" altLang="zh-CN" sz="2400" dirty="0">
                <a:solidFill>
                  <a:schemeClr val="tx1"/>
                </a:solidFill>
                <a:latin typeface="Arial" panose="020B0604020202020204" pitchFamily="34" charset="0"/>
                <a:cs typeface="Arial" panose="020B0604020202020204" pitchFamily="34" charset="0"/>
              </a:rPr>
              <a:t>1</a:t>
            </a:r>
            <a:endParaRPr lang="zh-CN" altLang="en-US" sz="2400" dirty="0">
              <a:solidFill>
                <a:schemeClr val="tx1"/>
              </a:solidFill>
              <a:latin typeface="Arial" panose="020B0604020202020204" pitchFamily="34" charset="0"/>
              <a:cs typeface="Arial" panose="020B0604020202020204" pitchFamily="34" charset="0"/>
              <a:sym typeface="Bradley Hand ITC TT-Bold" charset="0"/>
            </a:endParaRPr>
          </a:p>
        </p:txBody>
      </p:sp>
      <p:grpSp>
        <p:nvGrpSpPr>
          <p:cNvPr id="2" name="组合 1">
            <a:extLst>
              <a:ext uri="{FF2B5EF4-FFF2-40B4-BE49-F238E27FC236}">
                <a16:creationId xmlns:a16="http://schemas.microsoft.com/office/drawing/2014/main" id="{989631D6-A571-8DD4-0A15-B764E7F503ED}"/>
              </a:ext>
            </a:extLst>
          </p:cNvPr>
          <p:cNvGrpSpPr/>
          <p:nvPr/>
        </p:nvGrpSpPr>
        <p:grpSpPr>
          <a:xfrm>
            <a:off x="1301072" y="8440112"/>
            <a:ext cx="6197178" cy="3732838"/>
            <a:chOff x="2319859" y="7348976"/>
            <a:chExt cx="9344895" cy="5628848"/>
          </a:xfrm>
        </p:grpSpPr>
        <p:pic>
          <p:nvPicPr>
            <p:cNvPr id="32" name="图片 31">
              <a:extLst>
                <a:ext uri="{FF2B5EF4-FFF2-40B4-BE49-F238E27FC236}">
                  <a16:creationId xmlns:a16="http://schemas.microsoft.com/office/drawing/2014/main" id="{A9F0980D-39CA-2B7A-3369-F95A49C0E03F}"/>
                </a:ext>
              </a:extLst>
            </p:cNvPr>
            <p:cNvPicPr>
              <a:picLocks noChangeAspect="1"/>
            </p:cNvPicPr>
            <p:nvPr/>
          </p:nvPicPr>
          <p:blipFill>
            <a:blip r:embed="rId3">
              <a:clrChange>
                <a:clrFrom>
                  <a:srgbClr val="FFFFFF"/>
                </a:clrFrom>
                <a:clrTo>
                  <a:srgbClr val="FFFFFF">
                    <a:alpha val="0"/>
                  </a:srgbClr>
                </a:clrTo>
              </a:clrChange>
            </a:blip>
            <a:stretch>
              <a:fillRect/>
            </a:stretch>
          </p:blipFill>
          <p:spPr>
            <a:xfrm>
              <a:off x="2774077" y="7784936"/>
              <a:ext cx="6740933" cy="4820760"/>
            </a:xfrm>
            <a:prstGeom prst="rect">
              <a:avLst/>
            </a:prstGeom>
          </p:spPr>
        </p:pic>
        <p:grpSp>
          <p:nvGrpSpPr>
            <p:cNvPr id="80" name="组合 4">
              <a:extLst>
                <a:ext uri="{FF2B5EF4-FFF2-40B4-BE49-F238E27FC236}">
                  <a16:creationId xmlns:a16="http://schemas.microsoft.com/office/drawing/2014/main" id="{9F502F04-7299-1F93-BF20-5C19636F1A92}"/>
                </a:ext>
              </a:extLst>
            </p:cNvPr>
            <p:cNvGrpSpPr/>
            <p:nvPr/>
          </p:nvGrpSpPr>
          <p:grpSpPr>
            <a:xfrm>
              <a:off x="2319859" y="7348976"/>
              <a:ext cx="9344895" cy="5628848"/>
              <a:chOff x="3156047" y="8805693"/>
              <a:chExt cx="5114243" cy="3946096"/>
            </a:xfrm>
          </p:grpSpPr>
          <p:sp>
            <p:nvSpPr>
              <p:cNvPr id="117" name="矩形 3">
                <a:extLst>
                  <a:ext uri="{FF2B5EF4-FFF2-40B4-BE49-F238E27FC236}">
                    <a16:creationId xmlns:a16="http://schemas.microsoft.com/office/drawing/2014/main" id="{F079A948-9B41-1460-B70A-6C64AB7A948C}"/>
                  </a:ext>
                </a:extLst>
              </p:cNvPr>
              <p:cNvSpPr/>
              <p:nvPr/>
            </p:nvSpPr>
            <p:spPr>
              <a:xfrm>
                <a:off x="3156047" y="8850441"/>
                <a:ext cx="497166" cy="636708"/>
              </a:xfrm>
              <a:prstGeom prst="rect">
                <a:avLst/>
              </a:prstGeom>
              <a:noFill/>
              <a:ln w="25400" cap="flat">
                <a:solidFill>
                  <a:srgbClr val="FF0000"/>
                </a:solidFill>
                <a:prstDash val="dash"/>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71435" tIns="71435" rIns="71435" bIns="71435" numCol="1" spcCol="38100" rtlCol="0" anchor="ctr">
                <a:spAutoFit/>
              </a:bodyPr>
              <a:lstStyle/>
              <a:p>
                <a:pPr marL="0" marR="0" indent="0" algn="ctr" defTabSz="821529" rtl="0" fontAlgn="auto" latinLnBrk="0" hangingPunct="0">
                  <a:lnSpc>
                    <a:spcPct val="100000"/>
                  </a:lnSpc>
                  <a:spcBef>
                    <a:spcPts val="0"/>
                  </a:spcBef>
                  <a:spcAft>
                    <a:spcPts val="0"/>
                  </a:spcAft>
                  <a:buClrTx/>
                  <a:buSzTx/>
                  <a:buFontTx/>
                  <a:buNone/>
                  <a:tabLst/>
                </a:pPr>
                <a:r>
                  <a:rPr lang="en-US" altLang="zh-CN" dirty="0">
                    <a:latin typeface="Arial" panose="020B0604020202020204" pitchFamily="34" charset="0"/>
                    <a:cs typeface="Arial" panose="020B0604020202020204" pitchFamily="34" charset="0"/>
                  </a:rPr>
                  <a:t>4</a:t>
                </a:r>
                <a:endParaRPr kumimoji="0" lang="zh-CN" altLang="en-US" b="0" i="0" u="none" strike="noStrike" cap="none" spc="0" normalizeH="0" baseline="0" dirty="0">
                  <a:ln>
                    <a:noFill/>
                  </a:ln>
                  <a:solidFill>
                    <a:srgbClr val="000000"/>
                  </a:solidFill>
                  <a:effectLst/>
                  <a:uFillTx/>
                  <a:latin typeface="Arial" panose="020B0604020202020204" pitchFamily="34" charset="0"/>
                  <a:cs typeface="Arial" panose="020B0604020202020204" pitchFamily="34" charset="0"/>
                  <a:sym typeface="Helvetica Neue"/>
                </a:endParaRPr>
              </a:p>
            </p:txBody>
          </p:sp>
          <p:sp>
            <p:nvSpPr>
              <p:cNvPr id="118" name="矩形 16">
                <a:extLst>
                  <a:ext uri="{FF2B5EF4-FFF2-40B4-BE49-F238E27FC236}">
                    <a16:creationId xmlns:a16="http://schemas.microsoft.com/office/drawing/2014/main" id="{D31053CF-5235-53FC-C52B-4720D281812A}"/>
                  </a:ext>
                </a:extLst>
              </p:cNvPr>
              <p:cNvSpPr/>
              <p:nvPr/>
            </p:nvSpPr>
            <p:spPr>
              <a:xfrm>
                <a:off x="6928655" y="8805693"/>
                <a:ext cx="497166" cy="636708"/>
              </a:xfrm>
              <a:prstGeom prst="rect">
                <a:avLst/>
              </a:prstGeom>
              <a:noFill/>
              <a:ln w="25400" cap="flat">
                <a:solidFill>
                  <a:srgbClr val="FF0000"/>
                </a:solidFill>
                <a:prstDash val="dash"/>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71435" tIns="71435" rIns="71435" bIns="71435" numCol="1" spcCol="38100" rtlCol="0" anchor="ctr">
                <a:spAutoFit/>
              </a:bodyPr>
              <a:lstStyle/>
              <a:p>
                <a:pPr marL="0" marR="0" indent="0" algn="ctr" defTabSz="821529" rtl="0" fontAlgn="auto" latinLnBrk="0" hangingPunct="0">
                  <a:lnSpc>
                    <a:spcPct val="100000"/>
                  </a:lnSpc>
                  <a:spcBef>
                    <a:spcPts val="0"/>
                  </a:spcBef>
                  <a:spcAft>
                    <a:spcPts val="0"/>
                  </a:spcAft>
                  <a:buClrTx/>
                  <a:buSzTx/>
                  <a:buFontTx/>
                  <a:buNone/>
                  <a:tabLst/>
                </a:pPr>
                <a:r>
                  <a:rPr lang="en-US" altLang="zh-CN" dirty="0">
                    <a:latin typeface="Arial" panose="020B0604020202020204" pitchFamily="34" charset="0"/>
                    <a:cs typeface="Arial" panose="020B0604020202020204" pitchFamily="34" charset="0"/>
                  </a:rPr>
                  <a:t>1</a:t>
                </a:r>
                <a:endParaRPr kumimoji="0" lang="zh-CN" altLang="en-US" sz="3200" b="0" i="0" u="none" strike="noStrike" cap="none" spc="0" normalizeH="0" baseline="0" dirty="0">
                  <a:ln>
                    <a:noFill/>
                  </a:ln>
                  <a:solidFill>
                    <a:srgbClr val="000000"/>
                  </a:solidFill>
                  <a:effectLst/>
                  <a:uFillTx/>
                  <a:latin typeface="Arial" panose="020B0604020202020204" pitchFamily="34" charset="0"/>
                  <a:cs typeface="Arial" panose="020B0604020202020204" pitchFamily="34" charset="0"/>
                  <a:sym typeface="Helvetica Neue"/>
                </a:endParaRPr>
              </a:p>
            </p:txBody>
          </p:sp>
          <p:sp>
            <p:nvSpPr>
              <p:cNvPr id="119" name="矩形 18">
                <a:extLst>
                  <a:ext uri="{FF2B5EF4-FFF2-40B4-BE49-F238E27FC236}">
                    <a16:creationId xmlns:a16="http://schemas.microsoft.com/office/drawing/2014/main" id="{187B8A21-5382-10D1-8179-7EB755429F72}"/>
                  </a:ext>
                </a:extLst>
              </p:cNvPr>
              <p:cNvSpPr/>
              <p:nvPr/>
            </p:nvSpPr>
            <p:spPr>
              <a:xfrm>
                <a:off x="3221759" y="12115081"/>
                <a:ext cx="497166" cy="636708"/>
              </a:xfrm>
              <a:prstGeom prst="rect">
                <a:avLst/>
              </a:prstGeom>
              <a:noFill/>
              <a:ln w="25400" cap="flat">
                <a:solidFill>
                  <a:srgbClr val="FF0000"/>
                </a:solidFill>
                <a:prstDash val="dash"/>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71435" tIns="71435" rIns="71435" bIns="71435" numCol="1" spcCol="38100" rtlCol="0" anchor="ctr">
                <a:spAutoFit/>
              </a:bodyPr>
              <a:lstStyle/>
              <a:p>
                <a:pPr marL="0" marR="0" indent="0" algn="ctr" defTabSz="821529" rtl="0" fontAlgn="auto" latinLnBrk="0" hangingPunct="0">
                  <a:lnSpc>
                    <a:spcPct val="100000"/>
                  </a:lnSpc>
                  <a:spcBef>
                    <a:spcPts val="0"/>
                  </a:spcBef>
                  <a:spcAft>
                    <a:spcPts val="0"/>
                  </a:spcAft>
                  <a:buClrTx/>
                  <a:buSzTx/>
                  <a:buFontTx/>
                  <a:buNone/>
                  <a:tabLst/>
                </a:pPr>
                <a:r>
                  <a:rPr lang="en-US" altLang="zh-CN" dirty="0">
                    <a:latin typeface="Arial" panose="020B0604020202020204" pitchFamily="34" charset="0"/>
                    <a:cs typeface="Arial" panose="020B0604020202020204" pitchFamily="34" charset="0"/>
                  </a:rPr>
                  <a:t>3</a:t>
                </a:r>
                <a:endParaRPr kumimoji="0" lang="zh-CN" altLang="en-US" sz="3200" b="0" i="0" u="none" strike="noStrike" cap="none" spc="0" normalizeH="0" baseline="0" dirty="0">
                  <a:ln>
                    <a:noFill/>
                  </a:ln>
                  <a:solidFill>
                    <a:srgbClr val="000000"/>
                  </a:solidFill>
                  <a:effectLst/>
                  <a:uFillTx/>
                  <a:latin typeface="Arial" panose="020B0604020202020204" pitchFamily="34" charset="0"/>
                  <a:cs typeface="Arial" panose="020B0604020202020204" pitchFamily="34" charset="0"/>
                  <a:sym typeface="Helvetica Neue"/>
                </a:endParaRPr>
              </a:p>
            </p:txBody>
          </p:sp>
          <p:sp>
            <p:nvSpPr>
              <p:cNvPr id="120" name="矩形 19">
                <a:extLst>
                  <a:ext uri="{FF2B5EF4-FFF2-40B4-BE49-F238E27FC236}">
                    <a16:creationId xmlns:a16="http://schemas.microsoft.com/office/drawing/2014/main" id="{51B0B7A0-D159-0ED6-F1E1-5F89BD9D76A1}"/>
                  </a:ext>
                </a:extLst>
              </p:cNvPr>
              <p:cNvSpPr/>
              <p:nvPr/>
            </p:nvSpPr>
            <p:spPr>
              <a:xfrm>
                <a:off x="6735214" y="12084442"/>
                <a:ext cx="497166" cy="636708"/>
              </a:xfrm>
              <a:prstGeom prst="rect">
                <a:avLst/>
              </a:prstGeom>
              <a:noFill/>
              <a:ln w="25400" cap="flat">
                <a:solidFill>
                  <a:srgbClr val="FF0000"/>
                </a:solidFill>
                <a:prstDash val="dash"/>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71435" tIns="71435" rIns="71435" bIns="71435" numCol="1" spcCol="38100" rtlCol="0" anchor="ctr">
                <a:spAutoFit/>
              </a:bodyPr>
              <a:lstStyle/>
              <a:p>
                <a:pPr marL="0" marR="0" indent="0" algn="ctr" defTabSz="821529" rtl="0" fontAlgn="auto" latinLnBrk="0" hangingPunct="0">
                  <a:lnSpc>
                    <a:spcPct val="100000"/>
                  </a:lnSpc>
                  <a:spcBef>
                    <a:spcPts val="0"/>
                  </a:spcBef>
                  <a:spcAft>
                    <a:spcPts val="0"/>
                  </a:spcAft>
                  <a:buClrTx/>
                  <a:buSzTx/>
                  <a:buFontTx/>
                  <a:buNone/>
                  <a:tabLst/>
                </a:pPr>
                <a:r>
                  <a:rPr lang="en-US" altLang="zh-CN" dirty="0">
                    <a:latin typeface="Arial" panose="020B0604020202020204" pitchFamily="34" charset="0"/>
                    <a:cs typeface="Arial" panose="020B0604020202020204" pitchFamily="34" charset="0"/>
                  </a:rPr>
                  <a:t>2</a:t>
                </a:r>
                <a:endParaRPr kumimoji="0" lang="zh-CN" altLang="en-US" sz="3200" b="0" i="0" u="none" strike="noStrike" cap="none" spc="0" normalizeH="0" baseline="0" dirty="0">
                  <a:ln>
                    <a:noFill/>
                  </a:ln>
                  <a:solidFill>
                    <a:srgbClr val="000000"/>
                  </a:solidFill>
                  <a:effectLst/>
                  <a:uFillTx/>
                  <a:latin typeface="Arial" panose="020B0604020202020204" pitchFamily="34" charset="0"/>
                  <a:cs typeface="Arial" panose="020B0604020202020204" pitchFamily="34" charset="0"/>
                  <a:sym typeface="Helvetica Neue"/>
                </a:endParaRPr>
              </a:p>
            </p:txBody>
          </p:sp>
          <p:sp>
            <p:nvSpPr>
              <p:cNvPr id="59" name="矩形 19">
                <a:extLst>
                  <a:ext uri="{FF2B5EF4-FFF2-40B4-BE49-F238E27FC236}">
                    <a16:creationId xmlns:a16="http://schemas.microsoft.com/office/drawing/2014/main" id="{9BB08716-BD12-E6D3-6892-6E374715D7B9}"/>
                  </a:ext>
                </a:extLst>
              </p:cNvPr>
              <p:cNvSpPr/>
              <p:nvPr/>
            </p:nvSpPr>
            <p:spPr>
              <a:xfrm>
                <a:off x="7773124" y="9078056"/>
                <a:ext cx="497166" cy="452042"/>
              </a:xfrm>
              <a:prstGeom prst="rect">
                <a:avLst/>
              </a:prstGeom>
              <a:noFill/>
              <a:ln w="25400" cap="flat">
                <a:solidFill>
                  <a:srgbClr val="FF0000"/>
                </a:solid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71435" tIns="71435" rIns="71435" bIns="71435" numCol="1" spcCol="38100" rtlCol="0" anchor="ctr">
                <a:spAutoFit/>
              </a:bodyPr>
              <a:lstStyle/>
              <a:p>
                <a:pPr marL="0" marR="0" indent="0" algn="ctr" defTabSz="821529" rtl="0" fontAlgn="auto" latinLnBrk="0" hangingPunct="0">
                  <a:lnSpc>
                    <a:spcPct val="100000"/>
                  </a:lnSpc>
                  <a:spcBef>
                    <a:spcPts val="0"/>
                  </a:spcBef>
                  <a:spcAft>
                    <a:spcPts val="0"/>
                  </a:spcAft>
                  <a:buClrTx/>
                  <a:buSzTx/>
                  <a:buFontTx/>
                  <a:buNone/>
                  <a:tabLst/>
                </a:pPr>
                <a:r>
                  <a:rPr lang="en-US" altLang="zh-CN" sz="2000" dirty="0">
                    <a:latin typeface="Arial" panose="020B0604020202020204" pitchFamily="34" charset="0"/>
                    <a:cs typeface="Arial" panose="020B0604020202020204" pitchFamily="34" charset="0"/>
                  </a:rPr>
                  <a:t>A</a:t>
                </a:r>
                <a:endParaRPr kumimoji="0" lang="zh-CN" altLang="en-US" sz="2000" b="0" i="0" u="none" strike="noStrike" cap="none" spc="0" normalizeH="0" baseline="0" dirty="0">
                  <a:ln>
                    <a:noFill/>
                  </a:ln>
                  <a:solidFill>
                    <a:srgbClr val="000000"/>
                  </a:solidFill>
                  <a:effectLst/>
                  <a:uFillTx/>
                  <a:latin typeface="Arial" panose="020B0604020202020204" pitchFamily="34" charset="0"/>
                  <a:cs typeface="Arial" panose="020B0604020202020204" pitchFamily="34" charset="0"/>
                  <a:sym typeface="Helvetica Neue"/>
                </a:endParaRPr>
              </a:p>
            </p:txBody>
          </p:sp>
        </p:grpSp>
        <p:cxnSp>
          <p:nvCxnSpPr>
            <p:cNvPr id="17" name="直接箭头连接符 16">
              <a:extLst>
                <a:ext uri="{FF2B5EF4-FFF2-40B4-BE49-F238E27FC236}">
                  <a16:creationId xmlns:a16="http://schemas.microsoft.com/office/drawing/2014/main" id="{F6E2884D-DF2E-7018-18F7-9830F4F69624}"/>
                </a:ext>
              </a:extLst>
            </p:cNvPr>
            <p:cNvCxnSpPr/>
            <p:nvPr/>
          </p:nvCxnSpPr>
          <p:spPr>
            <a:xfrm>
              <a:off x="10121715" y="7942263"/>
              <a:ext cx="634602" cy="10115"/>
            </a:xfrm>
            <a:prstGeom prst="straightConnector1">
              <a:avLst/>
            </a:prstGeom>
            <a:noFill/>
            <a:ln w="38100" cap="flat">
              <a:solidFill>
                <a:srgbClr val="FF0000"/>
              </a:solidFill>
              <a:prstDash val="dash"/>
              <a:round/>
              <a:tailEnd type="triangle"/>
            </a:ln>
            <a:effectLst/>
            <a:sp3d/>
          </p:spPr>
          <p:style>
            <a:lnRef idx="0">
              <a:scrgbClr r="0" g="0" b="0"/>
            </a:lnRef>
            <a:fillRef idx="0">
              <a:scrgbClr r="0" g="0" b="0"/>
            </a:fillRef>
            <a:effectRef idx="0">
              <a:scrgbClr r="0" g="0" b="0"/>
            </a:effectRef>
            <a:fontRef idx="none"/>
          </p:style>
        </p:cxnSp>
      </p:grpSp>
      <p:sp>
        <p:nvSpPr>
          <p:cNvPr id="70" name="矩形 69">
            <a:extLst>
              <a:ext uri="{FF2B5EF4-FFF2-40B4-BE49-F238E27FC236}">
                <a16:creationId xmlns:a16="http://schemas.microsoft.com/office/drawing/2014/main" id="{740AA30B-F8DC-AE12-5CBE-C922DF4C2FDB}"/>
              </a:ext>
            </a:extLst>
          </p:cNvPr>
          <p:cNvSpPr/>
          <p:nvPr/>
        </p:nvSpPr>
        <p:spPr>
          <a:xfrm>
            <a:off x="9708282" y="12530424"/>
            <a:ext cx="1372304" cy="482200"/>
          </a:xfrm>
          <a:prstGeom prst="rect">
            <a:avLst/>
          </a:prstGeom>
          <a:noFill/>
          <a:ln w="9525">
            <a:noFill/>
          </a:ln>
        </p:spPr>
        <p:txBody>
          <a:bodyPr anchor="ctr"/>
          <a:lstStyle/>
          <a:p>
            <a:pPr lvl="0" algn="l" defTabSz="825500"/>
            <a:r>
              <a:rPr lang="en-US" altLang="zh-CN" dirty="0">
                <a:solidFill>
                  <a:schemeClr val="tx1"/>
                </a:solidFill>
              </a:rPr>
              <a:t>  </a:t>
            </a:r>
            <a:r>
              <a:rPr lang="en-US" altLang="zh-CN" sz="2400" dirty="0">
                <a:solidFill>
                  <a:schemeClr val="tx1"/>
                </a:solidFill>
                <a:latin typeface="Arial" panose="020B0604020202020204" pitchFamily="34" charset="0"/>
                <a:cs typeface="Arial" panose="020B0604020202020204" pitchFamily="34" charset="0"/>
              </a:rPr>
              <a:t>Pic</a:t>
            </a:r>
            <a:r>
              <a:rPr lang="zh-CN" altLang="en-US" sz="2400" dirty="0">
                <a:solidFill>
                  <a:schemeClr val="tx1"/>
                </a:solidFill>
                <a:latin typeface="Arial" panose="020B0604020202020204" pitchFamily="34" charset="0"/>
                <a:cs typeface="Arial" panose="020B0604020202020204" pitchFamily="34" charset="0"/>
              </a:rPr>
              <a:t> </a:t>
            </a:r>
            <a:r>
              <a:rPr lang="en-US" altLang="zh-CN" sz="2400" dirty="0">
                <a:solidFill>
                  <a:schemeClr val="tx1"/>
                </a:solidFill>
                <a:latin typeface="Arial" panose="020B0604020202020204" pitchFamily="34" charset="0"/>
                <a:cs typeface="Arial" panose="020B0604020202020204" pitchFamily="34" charset="0"/>
              </a:rPr>
              <a:t>2</a:t>
            </a:r>
            <a:endParaRPr lang="zh-CN" altLang="en-US" sz="2400" dirty="0">
              <a:solidFill>
                <a:schemeClr val="tx1"/>
              </a:solidFill>
              <a:latin typeface="Arial" panose="020B0604020202020204" pitchFamily="34" charset="0"/>
              <a:cs typeface="Arial" panose="020B0604020202020204" pitchFamily="34" charset="0"/>
              <a:sym typeface="Bradley Hand ITC TT-Bold" charset="0"/>
            </a:endParaRPr>
          </a:p>
        </p:txBody>
      </p:sp>
      <p:grpSp>
        <p:nvGrpSpPr>
          <p:cNvPr id="4" name="组合 3">
            <a:extLst>
              <a:ext uri="{FF2B5EF4-FFF2-40B4-BE49-F238E27FC236}">
                <a16:creationId xmlns:a16="http://schemas.microsoft.com/office/drawing/2014/main" id="{708AD3B4-3301-A81D-16D2-C51160B0979E}"/>
              </a:ext>
            </a:extLst>
          </p:cNvPr>
          <p:cNvGrpSpPr/>
          <p:nvPr/>
        </p:nvGrpSpPr>
        <p:grpSpPr>
          <a:xfrm>
            <a:off x="7844136" y="7713046"/>
            <a:ext cx="7108848" cy="4898054"/>
            <a:chOff x="15819937" y="7358081"/>
            <a:chExt cx="7618088" cy="5248928"/>
          </a:xfrm>
        </p:grpSpPr>
        <p:sp>
          <p:nvSpPr>
            <p:cNvPr id="64" name="矩形 63">
              <a:extLst>
                <a:ext uri="{FF2B5EF4-FFF2-40B4-BE49-F238E27FC236}">
                  <a16:creationId xmlns:a16="http://schemas.microsoft.com/office/drawing/2014/main" id="{FDF4B589-23AA-EBC5-7507-BFB1E419C30D}"/>
                </a:ext>
              </a:extLst>
            </p:cNvPr>
            <p:cNvSpPr/>
            <p:nvPr/>
          </p:nvSpPr>
          <p:spPr>
            <a:xfrm>
              <a:off x="16687851" y="12049507"/>
              <a:ext cx="1943577" cy="557502"/>
            </a:xfrm>
            <a:prstGeom prst="rect">
              <a:avLst/>
            </a:prstGeom>
            <a:noFill/>
            <a:ln w="9525">
              <a:noFill/>
            </a:ln>
          </p:spPr>
          <p:txBody>
            <a:bodyPr anchor="ctr"/>
            <a:lstStyle/>
            <a:p>
              <a:pPr lvl="0" algn="l" defTabSz="825500"/>
              <a:r>
                <a:rPr lang="en-US" altLang="zh-CN" dirty="0">
                  <a:solidFill>
                    <a:schemeClr val="tx1"/>
                  </a:solidFill>
                </a:rPr>
                <a:t>  </a:t>
              </a:r>
              <a:r>
                <a:rPr lang="en-US" altLang="zh-CN" sz="2400" dirty="0">
                  <a:solidFill>
                    <a:schemeClr val="tx1"/>
                  </a:solidFill>
                  <a:latin typeface="Arial" panose="020B0604020202020204" pitchFamily="34" charset="0"/>
                  <a:cs typeface="Arial" panose="020B0604020202020204" pitchFamily="34" charset="0"/>
                </a:rPr>
                <a:t>Detail  </a:t>
              </a:r>
              <a:r>
                <a:rPr lang="en-US" altLang="zh-CN" sz="2400" dirty="0">
                  <a:solidFill>
                    <a:schemeClr val="tx1"/>
                  </a:solidFill>
                  <a:latin typeface="Arial" panose="020B0604020202020204" pitchFamily="34" charset="0"/>
                  <a:cs typeface="Arial" panose="020B0604020202020204" pitchFamily="34" charset="0"/>
                  <a:sym typeface="Bradley Hand ITC TT-Bold" charset="0"/>
                </a:rPr>
                <a:t>A</a:t>
              </a:r>
            </a:p>
          </p:txBody>
        </p:sp>
        <p:pic>
          <p:nvPicPr>
            <p:cNvPr id="33" name="图片 32">
              <a:extLst>
                <a:ext uri="{FF2B5EF4-FFF2-40B4-BE49-F238E27FC236}">
                  <a16:creationId xmlns:a16="http://schemas.microsoft.com/office/drawing/2014/main" id="{38785975-A4C3-0D0C-AFD4-A84B82BF5BA5}"/>
                </a:ext>
              </a:extLst>
            </p:cNvPr>
            <p:cNvPicPr>
              <a:picLocks noChangeAspect="1"/>
            </p:cNvPicPr>
            <p:nvPr/>
          </p:nvPicPr>
          <p:blipFill>
            <a:blip r:embed="rId4" cstate="email">
              <a:clrChange>
                <a:clrFrom>
                  <a:srgbClr val="FFFFFF"/>
                </a:clrFrom>
                <a:clrTo>
                  <a:srgbClr val="FFFFFF">
                    <a:alpha val="0"/>
                  </a:srgbClr>
                </a:clrTo>
              </a:clrChange>
              <a:extLst>
                <a:ext uri="{28A0092B-C50C-407E-A947-70E740481C1C}">
                  <a14:useLocalDpi xmlns:a14="http://schemas.microsoft.com/office/drawing/2010/main"/>
                </a:ext>
              </a:extLst>
            </a:blip>
            <a:stretch>
              <a:fillRect/>
            </a:stretch>
          </p:blipFill>
          <p:spPr>
            <a:xfrm>
              <a:off x="15819937" y="7947758"/>
              <a:ext cx="4937966" cy="4166984"/>
            </a:xfrm>
            <a:prstGeom prst="rect">
              <a:avLst/>
            </a:prstGeom>
          </p:spPr>
        </p:pic>
        <p:grpSp>
          <p:nvGrpSpPr>
            <p:cNvPr id="3" name="组合 2">
              <a:extLst>
                <a:ext uri="{FF2B5EF4-FFF2-40B4-BE49-F238E27FC236}">
                  <a16:creationId xmlns:a16="http://schemas.microsoft.com/office/drawing/2014/main" id="{765F42AD-2273-CB8C-6B44-A1598DBB3B24}"/>
                </a:ext>
              </a:extLst>
            </p:cNvPr>
            <p:cNvGrpSpPr/>
            <p:nvPr/>
          </p:nvGrpSpPr>
          <p:grpSpPr>
            <a:xfrm>
              <a:off x="17193041" y="7358081"/>
              <a:ext cx="3704690" cy="3609685"/>
              <a:chOff x="17193041" y="7231081"/>
              <a:chExt cx="3704690" cy="3609685"/>
            </a:xfrm>
          </p:grpSpPr>
          <p:cxnSp>
            <p:nvCxnSpPr>
              <p:cNvPr id="21" name="直接箭头连接符 20">
                <a:extLst>
                  <a:ext uri="{FF2B5EF4-FFF2-40B4-BE49-F238E27FC236}">
                    <a16:creationId xmlns:a16="http://schemas.microsoft.com/office/drawing/2014/main" id="{7E760FC9-F75B-D061-520E-4045840E1C76}"/>
                  </a:ext>
                </a:extLst>
              </p:cNvPr>
              <p:cNvCxnSpPr/>
              <p:nvPr/>
            </p:nvCxnSpPr>
            <p:spPr>
              <a:xfrm>
                <a:off x="17193041" y="8004968"/>
                <a:ext cx="3600000" cy="10115"/>
              </a:xfrm>
              <a:prstGeom prst="straightConnector1">
                <a:avLst/>
              </a:prstGeom>
              <a:noFill/>
              <a:ln w="38100" cap="flat">
                <a:solidFill>
                  <a:srgbClr val="FF0000"/>
                </a:solidFill>
                <a:prstDash val="solid"/>
                <a:round/>
                <a:tailEnd type="triangle"/>
              </a:ln>
              <a:effectLst/>
              <a:sp3d/>
            </p:spPr>
            <p:style>
              <a:lnRef idx="0">
                <a:scrgbClr r="0" g="0" b="0"/>
              </a:lnRef>
              <a:fillRef idx="0">
                <a:scrgbClr r="0" g="0" b="0"/>
              </a:fillRef>
              <a:effectRef idx="0">
                <a:scrgbClr r="0" g="0" b="0"/>
              </a:effectRef>
              <a:fontRef idx="none"/>
            </p:style>
          </p:cxnSp>
          <p:cxnSp>
            <p:nvCxnSpPr>
              <p:cNvPr id="67" name="直接箭头连接符 66">
                <a:extLst>
                  <a:ext uri="{FF2B5EF4-FFF2-40B4-BE49-F238E27FC236}">
                    <a16:creationId xmlns:a16="http://schemas.microsoft.com/office/drawing/2014/main" id="{14025C78-8980-2689-37B7-C164BB4C7B43}"/>
                  </a:ext>
                </a:extLst>
              </p:cNvPr>
              <p:cNvCxnSpPr/>
              <p:nvPr/>
            </p:nvCxnSpPr>
            <p:spPr>
              <a:xfrm rot="16200000" flipV="1">
                <a:off x="18468900" y="9112766"/>
                <a:ext cx="3456000" cy="0"/>
              </a:xfrm>
              <a:prstGeom prst="straightConnector1">
                <a:avLst/>
              </a:prstGeom>
              <a:noFill/>
              <a:ln w="38100" cap="flat">
                <a:solidFill>
                  <a:srgbClr val="FF0000"/>
                </a:solidFill>
                <a:prstDash val="solid"/>
                <a:round/>
                <a:tailEnd type="triangle"/>
              </a:ln>
              <a:effectLst/>
              <a:sp3d/>
            </p:spPr>
            <p:style>
              <a:lnRef idx="0">
                <a:scrgbClr r="0" g="0" b="0"/>
              </a:lnRef>
              <a:fillRef idx="0">
                <a:scrgbClr r="0" g="0" b="0"/>
              </a:fillRef>
              <a:effectRef idx="0">
                <a:scrgbClr r="0" g="0" b="0"/>
              </a:effectRef>
              <a:fontRef idx="none"/>
            </p:style>
          </p:cxnSp>
          <p:sp>
            <p:nvSpPr>
              <p:cNvPr id="23" name="文本框 22">
                <a:extLst>
                  <a:ext uri="{FF2B5EF4-FFF2-40B4-BE49-F238E27FC236}">
                    <a16:creationId xmlns:a16="http://schemas.microsoft.com/office/drawing/2014/main" id="{144428B4-5B28-2FEF-961C-DE31EF9239D4}"/>
                  </a:ext>
                </a:extLst>
              </p:cNvPr>
              <p:cNvSpPr txBox="1"/>
              <p:nvPr/>
            </p:nvSpPr>
            <p:spPr>
              <a:xfrm>
                <a:off x="20196900" y="7968901"/>
                <a:ext cx="337712" cy="41036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1529" rtl="0" fontAlgn="auto" latinLnBrk="0" hangingPunct="0">
                  <a:lnSpc>
                    <a:spcPct val="100000"/>
                  </a:lnSpc>
                  <a:spcBef>
                    <a:spcPts val="0"/>
                  </a:spcBef>
                  <a:spcAft>
                    <a:spcPts val="0"/>
                  </a:spcAft>
                  <a:buClrTx/>
                  <a:buSzTx/>
                  <a:buFontTx/>
                  <a:buNone/>
                  <a:tabLst/>
                </a:pPr>
                <a:r>
                  <a:rPr kumimoji="0" lang="en-US" altLang="zh-CN" sz="2000" b="0" i="0" u="none" strike="noStrike" cap="none" spc="0" normalizeH="0" baseline="0" dirty="0">
                    <a:ln>
                      <a:noFill/>
                    </a:ln>
                    <a:solidFill>
                      <a:srgbClr val="000000"/>
                    </a:solidFill>
                    <a:effectLst/>
                    <a:uFillTx/>
                    <a:latin typeface="Arial" panose="020B0604020202020204" pitchFamily="34" charset="0"/>
                    <a:cs typeface="Arial" panose="020B0604020202020204" pitchFamily="34" charset="0"/>
                    <a:sym typeface="Helvetica Neue"/>
                  </a:rPr>
                  <a:t>0</a:t>
                </a:r>
                <a:endParaRPr kumimoji="0" lang="zh-CN" altLang="en-US" sz="2000" b="0" i="0" u="none" strike="noStrike" cap="none" spc="0" normalizeH="0" baseline="0" dirty="0">
                  <a:ln>
                    <a:noFill/>
                  </a:ln>
                  <a:solidFill>
                    <a:srgbClr val="000000"/>
                  </a:solidFill>
                  <a:effectLst/>
                  <a:uFillTx/>
                  <a:latin typeface="Arial" panose="020B0604020202020204" pitchFamily="34" charset="0"/>
                  <a:cs typeface="Arial" panose="020B0604020202020204" pitchFamily="34" charset="0"/>
                  <a:sym typeface="Helvetica Neue"/>
                </a:endParaRPr>
              </a:p>
            </p:txBody>
          </p:sp>
          <p:sp>
            <p:nvSpPr>
              <p:cNvPr id="68" name="文本框 67">
                <a:extLst>
                  <a:ext uri="{FF2B5EF4-FFF2-40B4-BE49-F238E27FC236}">
                    <a16:creationId xmlns:a16="http://schemas.microsoft.com/office/drawing/2014/main" id="{82EC0A38-4872-44F9-ACD6-9963C4B387D9}"/>
                  </a:ext>
                </a:extLst>
              </p:cNvPr>
              <p:cNvSpPr txBox="1"/>
              <p:nvPr/>
            </p:nvSpPr>
            <p:spPr>
              <a:xfrm>
                <a:off x="20156155" y="7231081"/>
                <a:ext cx="337712" cy="41036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1529" rtl="0" fontAlgn="auto" latinLnBrk="0" hangingPunct="0">
                  <a:lnSpc>
                    <a:spcPct val="100000"/>
                  </a:lnSpc>
                  <a:spcBef>
                    <a:spcPts val="0"/>
                  </a:spcBef>
                  <a:spcAft>
                    <a:spcPts val="0"/>
                  </a:spcAft>
                  <a:buClrTx/>
                  <a:buSzTx/>
                  <a:buFontTx/>
                  <a:buNone/>
                  <a:tabLst/>
                </a:pPr>
                <a:r>
                  <a:rPr lang="en-US" altLang="zh-CN" sz="2000" dirty="0">
                    <a:solidFill>
                      <a:srgbClr val="FF0000"/>
                    </a:solidFill>
                    <a:latin typeface="Arial" panose="020B0604020202020204" pitchFamily="34" charset="0"/>
                    <a:cs typeface="Arial" panose="020B0604020202020204" pitchFamily="34" charset="0"/>
                  </a:rPr>
                  <a:t>Y</a:t>
                </a:r>
                <a:endParaRPr kumimoji="0" lang="zh-CN" altLang="en-US" sz="2000" b="0" i="0" u="none" strike="noStrike" cap="none" spc="0" normalizeH="0" baseline="0" dirty="0">
                  <a:ln>
                    <a:noFill/>
                  </a:ln>
                  <a:solidFill>
                    <a:srgbClr val="FF0000"/>
                  </a:solidFill>
                  <a:effectLst/>
                  <a:uFillTx/>
                  <a:latin typeface="Arial" panose="020B0604020202020204" pitchFamily="34" charset="0"/>
                  <a:cs typeface="Arial" panose="020B0604020202020204" pitchFamily="34" charset="0"/>
                  <a:sym typeface="Helvetica Neue"/>
                </a:endParaRPr>
              </a:p>
            </p:txBody>
          </p:sp>
          <p:sp>
            <p:nvSpPr>
              <p:cNvPr id="69" name="文本框 68">
                <a:extLst>
                  <a:ext uri="{FF2B5EF4-FFF2-40B4-BE49-F238E27FC236}">
                    <a16:creationId xmlns:a16="http://schemas.microsoft.com/office/drawing/2014/main" id="{14B92723-C0B9-CBDF-A171-03A998CB060B}"/>
                  </a:ext>
                </a:extLst>
              </p:cNvPr>
              <p:cNvSpPr txBox="1"/>
              <p:nvPr/>
            </p:nvSpPr>
            <p:spPr>
              <a:xfrm>
                <a:off x="20560019" y="8000951"/>
                <a:ext cx="337712" cy="41036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1529" rtl="0" fontAlgn="auto" latinLnBrk="0" hangingPunct="0">
                  <a:lnSpc>
                    <a:spcPct val="100000"/>
                  </a:lnSpc>
                  <a:spcBef>
                    <a:spcPts val="0"/>
                  </a:spcBef>
                  <a:spcAft>
                    <a:spcPts val="0"/>
                  </a:spcAft>
                  <a:buClrTx/>
                  <a:buSzTx/>
                  <a:buFontTx/>
                  <a:buNone/>
                  <a:tabLst/>
                </a:pPr>
                <a:r>
                  <a:rPr lang="en-US" altLang="zh-CN" sz="2000" dirty="0">
                    <a:solidFill>
                      <a:srgbClr val="FF0000"/>
                    </a:solidFill>
                    <a:latin typeface="Arial" panose="020B0604020202020204" pitchFamily="34" charset="0"/>
                    <a:cs typeface="Arial" panose="020B0604020202020204" pitchFamily="34" charset="0"/>
                  </a:rPr>
                  <a:t>X</a:t>
                </a:r>
                <a:endParaRPr kumimoji="0" lang="zh-CN" altLang="en-US" sz="2000" b="0" i="0" u="none" strike="noStrike" cap="none" spc="0" normalizeH="0" baseline="0" dirty="0">
                  <a:ln>
                    <a:noFill/>
                  </a:ln>
                  <a:solidFill>
                    <a:srgbClr val="FF0000"/>
                  </a:solidFill>
                  <a:effectLst/>
                  <a:uFillTx/>
                  <a:latin typeface="Arial" panose="020B0604020202020204" pitchFamily="34" charset="0"/>
                  <a:cs typeface="Arial" panose="020B0604020202020204" pitchFamily="34" charset="0"/>
                  <a:sym typeface="Helvetica Neue"/>
                </a:endParaRPr>
              </a:p>
            </p:txBody>
          </p:sp>
          <p:cxnSp>
            <p:nvCxnSpPr>
              <p:cNvPr id="25" name="直接箭头连接符 24">
                <a:extLst>
                  <a:ext uri="{FF2B5EF4-FFF2-40B4-BE49-F238E27FC236}">
                    <a16:creationId xmlns:a16="http://schemas.microsoft.com/office/drawing/2014/main" id="{01312F93-E0D3-D7DE-D55F-D4FA335D20F4}"/>
                  </a:ext>
                </a:extLst>
              </p:cNvPr>
              <p:cNvCxnSpPr/>
              <p:nvPr/>
            </p:nvCxnSpPr>
            <p:spPr>
              <a:xfrm>
                <a:off x="19076842" y="8016191"/>
                <a:ext cx="0" cy="1368000"/>
              </a:xfrm>
              <a:prstGeom prst="straightConnector1">
                <a:avLst/>
              </a:prstGeom>
              <a:noFill/>
              <a:ln w="19050" cap="flat">
                <a:solidFill>
                  <a:schemeClr val="tx1"/>
                </a:solidFill>
                <a:prstDash val="sysDash"/>
                <a:round/>
                <a:headEnd type="triangle" w="med" len="med"/>
                <a:tailEnd type="triangle" w="med" len="med"/>
              </a:ln>
              <a:effectLst/>
              <a:sp3d/>
            </p:spPr>
            <p:style>
              <a:lnRef idx="0">
                <a:scrgbClr r="0" g="0" b="0"/>
              </a:lnRef>
              <a:fillRef idx="0">
                <a:scrgbClr r="0" g="0" b="0"/>
              </a:fillRef>
              <a:effectRef idx="0">
                <a:scrgbClr r="0" g="0" b="0"/>
              </a:effectRef>
              <a:fontRef idx="none"/>
            </p:style>
          </p:cxnSp>
          <p:cxnSp>
            <p:nvCxnSpPr>
              <p:cNvPr id="75" name="直接箭头连接符 74">
                <a:extLst>
                  <a:ext uri="{FF2B5EF4-FFF2-40B4-BE49-F238E27FC236}">
                    <a16:creationId xmlns:a16="http://schemas.microsoft.com/office/drawing/2014/main" id="{8BB48596-1468-EF42-A1F4-C2556A49D8CD}"/>
                  </a:ext>
                </a:extLst>
              </p:cNvPr>
              <p:cNvCxnSpPr/>
              <p:nvPr/>
            </p:nvCxnSpPr>
            <p:spPr>
              <a:xfrm rot="5400000">
                <a:off x="19502455" y="8320032"/>
                <a:ext cx="0" cy="1368000"/>
              </a:xfrm>
              <a:prstGeom prst="straightConnector1">
                <a:avLst/>
              </a:prstGeom>
              <a:noFill/>
              <a:ln w="19050" cap="flat">
                <a:solidFill>
                  <a:schemeClr val="tx1"/>
                </a:solidFill>
                <a:prstDash val="sysDash"/>
                <a:round/>
                <a:headEnd type="triangle" w="med" len="med"/>
                <a:tailEnd type="triangle" w="med" len="med"/>
              </a:ln>
              <a:effectLst/>
              <a:sp3d/>
            </p:spPr>
            <p:style>
              <a:lnRef idx="0">
                <a:scrgbClr r="0" g="0" b="0"/>
              </a:lnRef>
              <a:fillRef idx="0">
                <a:scrgbClr r="0" g="0" b="0"/>
              </a:fillRef>
              <a:effectRef idx="0">
                <a:scrgbClr r="0" g="0" b="0"/>
              </a:effectRef>
              <a:fontRef idx="none"/>
            </p:style>
          </p:cxnSp>
          <p:sp>
            <p:nvSpPr>
              <p:cNvPr id="10" name="文本框 9">
                <a:extLst>
                  <a:ext uri="{FF2B5EF4-FFF2-40B4-BE49-F238E27FC236}">
                    <a16:creationId xmlns:a16="http://schemas.microsoft.com/office/drawing/2014/main" id="{6606919A-A625-A4B8-2CD6-3BA1CF264052}"/>
                  </a:ext>
                </a:extLst>
              </p:cNvPr>
              <p:cNvSpPr txBox="1"/>
              <p:nvPr/>
            </p:nvSpPr>
            <p:spPr>
              <a:xfrm>
                <a:off x="19274144" y="8938622"/>
                <a:ext cx="1017980" cy="37771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r>
                  <a:rPr lang="en-US" altLang="zh-CN" sz="1600" dirty="0">
                    <a:latin typeface="Arial" panose="020B0604020202020204" pitchFamily="34" charset="0"/>
                    <a:cs typeface="Arial" panose="020B0604020202020204" pitchFamily="34" charset="0"/>
                  </a:rPr>
                  <a:t>-0.15mm</a:t>
                </a:r>
                <a:endParaRPr lang="zh-CN" altLang="en-US" sz="1600" dirty="0">
                  <a:latin typeface="Arial" panose="020B0604020202020204" pitchFamily="34" charset="0"/>
                  <a:cs typeface="Arial" panose="020B0604020202020204" pitchFamily="34" charset="0"/>
                </a:endParaRPr>
              </a:p>
            </p:txBody>
          </p:sp>
          <p:cxnSp>
            <p:nvCxnSpPr>
              <p:cNvPr id="29" name="直接连接符 28">
                <a:extLst>
                  <a:ext uri="{FF2B5EF4-FFF2-40B4-BE49-F238E27FC236}">
                    <a16:creationId xmlns:a16="http://schemas.microsoft.com/office/drawing/2014/main" id="{CD1EA3C3-ADAE-7375-44D3-7F74DE97417F}"/>
                  </a:ext>
                </a:extLst>
              </p:cNvPr>
              <p:cNvCxnSpPr/>
              <p:nvPr/>
            </p:nvCxnSpPr>
            <p:spPr>
              <a:xfrm>
                <a:off x="18808741" y="8021753"/>
                <a:ext cx="0" cy="1692000"/>
              </a:xfrm>
              <a:prstGeom prst="line">
                <a:avLst/>
              </a:prstGeom>
              <a:noFill/>
              <a:ln w="19050" cap="flat">
                <a:solidFill>
                  <a:srgbClr val="00FFFF"/>
                </a:solidFill>
                <a:prstDash val="dash"/>
                <a:round/>
              </a:ln>
              <a:effectLst/>
              <a:sp3d/>
            </p:spPr>
            <p:style>
              <a:lnRef idx="0">
                <a:scrgbClr r="0" g="0" b="0"/>
              </a:lnRef>
              <a:fillRef idx="0">
                <a:scrgbClr r="0" g="0" b="0"/>
              </a:fillRef>
              <a:effectRef idx="0">
                <a:scrgbClr r="0" g="0" b="0"/>
              </a:effectRef>
              <a:fontRef idx="none"/>
            </p:style>
          </p:cxnSp>
          <p:cxnSp>
            <p:nvCxnSpPr>
              <p:cNvPr id="81" name="直接连接符 80">
                <a:extLst>
                  <a:ext uri="{FF2B5EF4-FFF2-40B4-BE49-F238E27FC236}">
                    <a16:creationId xmlns:a16="http://schemas.microsoft.com/office/drawing/2014/main" id="{FA2CB840-DBD4-F0F6-9ECB-458262B39394}"/>
                  </a:ext>
                </a:extLst>
              </p:cNvPr>
              <p:cNvCxnSpPr/>
              <p:nvPr/>
            </p:nvCxnSpPr>
            <p:spPr>
              <a:xfrm rot="5400000">
                <a:off x="19336418" y="8524416"/>
                <a:ext cx="0" cy="1692000"/>
              </a:xfrm>
              <a:prstGeom prst="line">
                <a:avLst/>
              </a:prstGeom>
              <a:noFill/>
              <a:ln w="19050" cap="flat">
                <a:solidFill>
                  <a:srgbClr val="00FFFF"/>
                </a:solidFill>
                <a:prstDash val="dash"/>
                <a:round/>
              </a:ln>
              <a:effectLst/>
              <a:sp3d/>
            </p:spPr>
            <p:style>
              <a:lnRef idx="0">
                <a:scrgbClr r="0" g="0" b="0"/>
              </a:lnRef>
              <a:fillRef idx="0">
                <a:scrgbClr r="0" g="0" b="0"/>
              </a:fillRef>
              <a:effectRef idx="0">
                <a:scrgbClr r="0" g="0" b="0"/>
              </a:effectRef>
              <a:fontRef idx="none"/>
            </p:style>
          </p:cxnSp>
        </p:grpSp>
        <p:sp>
          <p:nvSpPr>
            <p:cNvPr id="35" name="线形标注 1 34">
              <a:extLst>
                <a:ext uri="{FF2B5EF4-FFF2-40B4-BE49-F238E27FC236}">
                  <a16:creationId xmlns:a16="http://schemas.microsoft.com/office/drawing/2014/main" id="{06C01448-8BA2-1B82-8440-86F1D5EB566E}"/>
                </a:ext>
              </a:extLst>
            </p:cNvPr>
            <p:cNvSpPr/>
            <p:nvPr/>
          </p:nvSpPr>
          <p:spPr>
            <a:xfrm>
              <a:off x="20560019" y="9572444"/>
              <a:ext cx="2878006" cy="889431"/>
            </a:xfrm>
            <a:prstGeom prst="borderCallout1">
              <a:avLst>
                <a:gd name="adj1" fmla="val 8859"/>
                <a:gd name="adj2" fmla="val 142"/>
                <a:gd name="adj3" fmla="val -28520"/>
                <a:gd name="adj4" fmla="val -26507"/>
              </a:avLst>
            </a:prstGeom>
            <a:solidFill>
              <a:srgbClr val="FFFFFF"/>
            </a:solidFill>
            <a:ln w="25400" cap="flat">
              <a:solidFill>
                <a:schemeClr val="accent1"/>
              </a:solidFill>
              <a:prstDash val="solid"/>
              <a:round/>
              <a:headEnd type="none" w="med" len="med"/>
              <a:tailEnd type="triangle" w="med" len="me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71435" tIns="71435" rIns="71435" bIns="71435" numCol="1" spcCol="38100" rtlCol="0" anchor="ctr">
              <a:spAutoFit/>
            </a:bodyPr>
            <a:lstStyle/>
            <a:p>
              <a:pPr marL="0" marR="0" indent="0" algn="ctr" defTabSz="821529" rtl="0" fontAlgn="auto" latinLnBrk="0" hangingPunct="0">
                <a:lnSpc>
                  <a:spcPct val="100000"/>
                </a:lnSpc>
                <a:spcBef>
                  <a:spcPts val="0"/>
                </a:spcBef>
                <a:spcAft>
                  <a:spcPts val="0"/>
                </a:spcAft>
                <a:buClrTx/>
                <a:buSzTx/>
                <a:buFontTx/>
                <a:buNone/>
                <a:tabLst/>
              </a:pPr>
              <a:r>
                <a:rPr kumimoji="0" lang="zh-CN" altLang="en-US" sz="2200" b="0" i="0" u="none" strike="noStrike" cap="none" spc="0" normalizeH="0" baseline="0" dirty="0">
                  <a:ln>
                    <a:noFill/>
                  </a:ln>
                  <a:solidFill>
                    <a:srgbClr val="000000"/>
                  </a:solidFill>
                  <a:effectLst/>
                  <a:uFillTx/>
                  <a:latin typeface="Arial" panose="020B0604020202020204" pitchFamily="34" charset="0"/>
                  <a:cs typeface="Arial" panose="020B0604020202020204" pitchFamily="34" charset="0"/>
                  <a:sym typeface="Helvetica Neue"/>
                </a:rPr>
                <a:t>测试范围根据产品</a:t>
              </a:r>
              <a:r>
                <a:rPr kumimoji="0" lang="en-US" altLang="zh-CN" sz="2200" b="0" i="0" u="none" strike="noStrike" cap="none" spc="0" normalizeH="0" baseline="0" dirty="0">
                  <a:ln>
                    <a:noFill/>
                  </a:ln>
                  <a:solidFill>
                    <a:srgbClr val="000000"/>
                  </a:solidFill>
                  <a:effectLst/>
                  <a:uFillTx/>
                  <a:latin typeface="Arial" panose="020B0604020202020204" pitchFamily="34" charset="0"/>
                  <a:cs typeface="Arial" panose="020B0604020202020204" pitchFamily="34" charset="0"/>
                  <a:sym typeface="Helvetica Neue"/>
                </a:rPr>
                <a:t>R</a:t>
              </a:r>
              <a:r>
                <a:rPr kumimoji="0" lang="zh-CN" altLang="en-US" sz="2200" b="0" i="0" u="none" strike="noStrike" cap="none" spc="0" normalizeH="0" baseline="0" dirty="0">
                  <a:ln>
                    <a:noFill/>
                  </a:ln>
                  <a:solidFill>
                    <a:srgbClr val="000000"/>
                  </a:solidFill>
                  <a:effectLst/>
                  <a:uFillTx/>
                  <a:latin typeface="Arial" panose="020B0604020202020204" pitchFamily="34" charset="0"/>
                  <a:cs typeface="Arial" panose="020B0604020202020204" pitchFamily="34" charset="0"/>
                  <a:sym typeface="Helvetica Neue"/>
                </a:rPr>
                <a:t>角的实际规格决定</a:t>
              </a:r>
            </a:p>
          </p:txBody>
        </p:sp>
      </p:grpSp>
      <p:graphicFrame>
        <p:nvGraphicFramePr>
          <p:cNvPr id="37" name="表格 36">
            <a:extLst>
              <a:ext uri="{FF2B5EF4-FFF2-40B4-BE49-F238E27FC236}">
                <a16:creationId xmlns:a16="http://schemas.microsoft.com/office/drawing/2014/main" id="{1C74C86C-1396-1D11-650A-B2F3E97ACEFB}"/>
              </a:ext>
            </a:extLst>
          </p:cNvPr>
          <p:cNvGraphicFramePr>
            <a:graphicFrameLocks noGrp="1"/>
          </p:cNvGraphicFramePr>
          <p:nvPr>
            <p:extLst>
              <p:ext uri="{D42A27DB-BD31-4B8C-83A1-F6EECF244321}">
                <p14:modId xmlns:p14="http://schemas.microsoft.com/office/powerpoint/2010/main" val="313335885"/>
              </p:ext>
            </p:extLst>
          </p:nvPr>
        </p:nvGraphicFramePr>
        <p:xfrm>
          <a:off x="18496607" y="6007951"/>
          <a:ext cx="3719915" cy="4054541"/>
        </p:xfrm>
        <a:graphic>
          <a:graphicData uri="http://schemas.openxmlformats.org/drawingml/2006/table">
            <a:tbl>
              <a:tblPr/>
              <a:tblGrid>
                <a:gridCol w="859768">
                  <a:extLst>
                    <a:ext uri="{9D8B030D-6E8A-4147-A177-3AD203B41FA5}">
                      <a16:colId xmlns:a16="http://schemas.microsoft.com/office/drawing/2014/main" val="20000"/>
                    </a:ext>
                  </a:extLst>
                </a:gridCol>
                <a:gridCol w="2860147">
                  <a:extLst>
                    <a:ext uri="{9D8B030D-6E8A-4147-A177-3AD203B41FA5}">
                      <a16:colId xmlns:a16="http://schemas.microsoft.com/office/drawing/2014/main" val="20003"/>
                    </a:ext>
                  </a:extLst>
                </a:gridCol>
              </a:tblGrid>
              <a:tr h="494973">
                <a:tc>
                  <a:txBody>
                    <a:bodyPr/>
                    <a:lstStyle/>
                    <a:p>
                      <a:pPr algn="ctr" fontAlgn="ctr"/>
                      <a:r>
                        <a:rPr lang="en-US" sz="1300" b="0" i="0" u="none" strike="noStrike" dirty="0">
                          <a:solidFill>
                            <a:srgbClr val="000000"/>
                          </a:solidFill>
                          <a:effectLst/>
                          <a:latin typeface="Arial" panose="020B0604020202020204" pitchFamily="34" charset="0"/>
                          <a:ea typeface="Arial Unicode MS" panose="020B0604020202020204" pitchFamily="34" charset="-122"/>
                          <a:cs typeface="Arial" panose="020B0604020202020204" pitchFamily="34" charset="0"/>
                        </a:rPr>
                        <a:t>No.</a:t>
                      </a:r>
                    </a:p>
                  </a:txBody>
                  <a:tcPr marL="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56C1FF"/>
                    </a:solidFill>
                  </a:tcPr>
                </a:tc>
                <a:tc>
                  <a:txBody>
                    <a:bodyPr/>
                    <a:lstStyle/>
                    <a:p>
                      <a:pPr marL="0" marR="0" indent="0" algn="ctr" defTabSz="821530" eaLnBrk="1" fontAlgn="ctr" latinLnBrk="0" hangingPunct="1">
                        <a:lnSpc>
                          <a:spcPct val="100000"/>
                        </a:lnSpc>
                        <a:spcBef>
                          <a:spcPts val="0"/>
                        </a:spcBef>
                        <a:spcAft>
                          <a:spcPts val="0"/>
                        </a:spcAft>
                        <a:buClrTx/>
                        <a:buSzTx/>
                        <a:buFontTx/>
                        <a:buNone/>
                        <a:tabLst/>
                        <a:defRPr/>
                      </a:pPr>
                      <a:r>
                        <a:rPr lang="en-US" altLang="zh-CN" sz="1400" u="none" strike="noStrike" dirty="0">
                          <a:effectLst/>
                          <a:latin typeface="Arial" panose="020B0604020202020204" pitchFamily="34" charset="0"/>
                          <a:cs typeface="Arial" panose="020B0604020202020204" pitchFamily="34" charset="0"/>
                        </a:rPr>
                        <a:t>FAI6-Radius</a:t>
                      </a:r>
                      <a:endParaRPr lang="en-US" altLang="zh-CN" sz="1400" b="0" i="0" u="none" strike="noStrike" dirty="0">
                        <a:solidFill>
                          <a:srgbClr val="000000"/>
                        </a:solidFill>
                        <a:effectLst/>
                        <a:latin typeface="Arial" panose="020B0604020202020204" pitchFamily="34" charset="0"/>
                        <a:ea typeface="宋体" panose="02010600030101010101" pitchFamily="2" charset="-122"/>
                        <a:cs typeface="Arial" panose="020B0604020202020204" pitchFamily="34" charset="0"/>
                      </a:endParaRPr>
                    </a:p>
                  </a:txBody>
                  <a:tcPr marL="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56C1FF"/>
                    </a:solidFill>
                  </a:tcPr>
                </a:tc>
                <a:extLst>
                  <a:ext uri="{0D108BD9-81ED-4DB2-BD59-A6C34878D82A}">
                    <a16:rowId xmlns:a16="http://schemas.microsoft.com/office/drawing/2014/main" val="10000"/>
                  </a:ext>
                </a:extLst>
              </a:tr>
              <a:tr h="256511">
                <a:tc>
                  <a:txBody>
                    <a:bodyPr/>
                    <a:lstStyle/>
                    <a:p>
                      <a:pPr marL="0" marR="0" indent="0" algn="ctr" defTabSz="821530" fontAlgn="ctr" latinLnBrk="0">
                        <a:lnSpc>
                          <a:spcPct val="100000"/>
                        </a:lnSpc>
                        <a:spcBef>
                          <a:spcPts val="0"/>
                        </a:spcBef>
                        <a:spcAft>
                          <a:spcPts val="0"/>
                        </a:spcAft>
                        <a:buClrTx/>
                        <a:buSzTx/>
                        <a:buFontTx/>
                        <a:buNone/>
                        <a:tabLst/>
                      </a:pPr>
                      <a:r>
                        <a:rPr lang="en-US" altLang="zh-CN" sz="1200" b="0" i="0" u="none" strike="noStrike" cap="none" spc="0" baseline="0" dirty="0">
                          <a:ln>
                            <a:noFill/>
                          </a:ln>
                          <a:solidFill>
                            <a:schemeClr val="tx1"/>
                          </a:solidFill>
                          <a:effectLst/>
                          <a:uFillTx/>
                          <a:latin typeface="Arial" panose="020B0604020202020204" pitchFamily="34" charset="0"/>
                          <a:ea typeface="+mn-ea"/>
                          <a:cs typeface="Arial" panose="020B0604020202020204" pitchFamily="34" charset="0"/>
                          <a:sym typeface="Helvetica Neue Light"/>
                        </a:rPr>
                        <a:t>10</a:t>
                      </a:r>
                    </a:p>
                  </a:txBody>
                  <a:tcPr marL="8249" marR="8249" marT="8249"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indent="0" algn="ctr" defTabSz="821530" fontAlgn="ctr" latinLnBrk="0">
                        <a:lnSpc>
                          <a:spcPct val="100000"/>
                        </a:lnSpc>
                        <a:spcBef>
                          <a:spcPts val="0"/>
                        </a:spcBef>
                        <a:spcAft>
                          <a:spcPts val="0"/>
                        </a:spcAft>
                        <a:buClrTx/>
                        <a:buSzTx/>
                        <a:buFontTx/>
                        <a:buNone/>
                        <a:tabLst/>
                      </a:pPr>
                      <a:r>
                        <a:rPr lang="en-US" altLang="zh-CN" sz="1200" b="0" i="0" u="none" strike="noStrike" cap="none" spc="0" baseline="0" dirty="0">
                          <a:ln>
                            <a:noFill/>
                          </a:ln>
                          <a:solidFill>
                            <a:schemeClr val="tx1"/>
                          </a:solidFill>
                          <a:effectLst/>
                          <a:uFillTx/>
                          <a:latin typeface="Arial" panose="020B0604020202020204" pitchFamily="34" charset="0"/>
                          <a:ea typeface="+mn-ea"/>
                          <a:cs typeface="Arial" panose="020B0604020202020204" pitchFamily="34" charset="0"/>
                          <a:sym typeface="Helvetica Neue Light"/>
                        </a:rPr>
                        <a:t>0.25±0.1</a:t>
                      </a:r>
                    </a:p>
                  </a:txBody>
                  <a:tcPr marL="9525" marR="9525" marT="9525"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10530863"/>
                  </a:ext>
                </a:extLst>
              </a:tr>
              <a:tr h="256511">
                <a:tc>
                  <a:txBody>
                    <a:bodyPr/>
                    <a:lstStyle/>
                    <a:p>
                      <a:pPr marL="0" marR="0" indent="0" algn="ctr" defTabSz="821530" fontAlgn="ctr" latinLnBrk="0">
                        <a:lnSpc>
                          <a:spcPct val="100000"/>
                        </a:lnSpc>
                        <a:spcBef>
                          <a:spcPts val="0"/>
                        </a:spcBef>
                        <a:spcAft>
                          <a:spcPts val="0"/>
                        </a:spcAft>
                        <a:buClrTx/>
                        <a:buSzTx/>
                        <a:buFontTx/>
                        <a:buNone/>
                        <a:tabLst/>
                      </a:pPr>
                      <a:r>
                        <a:rPr lang="en-US" altLang="zh-CN" sz="1200" b="0" i="0" u="none" strike="noStrike" cap="none" spc="0" baseline="0" dirty="0">
                          <a:ln>
                            <a:noFill/>
                          </a:ln>
                          <a:solidFill>
                            <a:schemeClr val="tx1"/>
                          </a:solidFill>
                          <a:effectLst/>
                          <a:uFillTx/>
                          <a:latin typeface="Arial" panose="020B0604020202020204" pitchFamily="34" charset="0"/>
                          <a:ea typeface="+mn-ea"/>
                          <a:cs typeface="Arial" panose="020B0604020202020204" pitchFamily="34" charset="0"/>
                          <a:sym typeface="Helvetica Neue Light"/>
                        </a:rPr>
                        <a:t>11</a:t>
                      </a:r>
                    </a:p>
                  </a:txBody>
                  <a:tcPr marL="8249" marR="8249" marT="8249"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lvl="0" indent="0" algn="ctr" defTabSz="821530" eaLnBrk="1" fontAlgn="ctr" latinLnBrk="0" hangingPunct="1">
                        <a:lnSpc>
                          <a:spcPct val="100000"/>
                        </a:lnSpc>
                        <a:spcBef>
                          <a:spcPts val="0"/>
                        </a:spcBef>
                        <a:spcAft>
                          <a:spcPts val="0"/>
                        </a:spcAft>
                        <a:buClrTx/>
                        <a:buSzTx/>
                        <a:buFontTx/>
                        <a:buNone/>
                        <a:tabLst/>
                        <a:defRPr/>
                      </a:pPr>
                      <a:r>
                        <a:rPr kumimoji="0" lang="en-US" altLang="zh-CN" sz="1200" b="0" i="0" u="none" strike="noStrike" kern="0" cap="none" spc="0" normalizeH="0" baseline="0" noProof="0">
                          <a:ln>
                            <a:noFill/>
                          </a:ln>
                          <a:solidFill>
                            <a:srgbClr val="000000"/>
                          </a:solidFill>
                          <a:effectLst/>
                          <a:uLnTx/>
                          <a:uFillTx/>
                          <a:latin typeface="Arial" panose="020B0604020202020204" pitchFamily="34" charset="0"/>
                          <a:ea typeface="Helvetica Neue"/>
                          <a:cs typeface="Arial" panose="020B0604020202020204" pitchFamily="34" charset="0"/>
                          <a:sym typeface="Helvetica Neue Light"/>
                        </a:rPr>
                        <a:t>0.25±0.1</a:t>
                      </a:r>
                      <a:endParaRPr kumimoji="0" lang="en-US" altLang="zh-CN" sz="1200" b="0" i="0" u="none" strike="noStrike" kern="0" cap="none" spc="0" normalizeH="0" baseline="0" noProof="0" dirty="0">
                        <a:ln>
                          <a:noFill/>
                        </a:ln>
                        <a:solidFill>
                          <a:srgbClr val="000000"/>
                        </a:solidFill>
                        <a:effectLst/>
                        <a:uLnTx/>
                        <a:uFillTx/>
                        <a:latin typeface="Arial" panose="020B0604020202020204" pitchFamily="34" charset="0"/>
                        <a:ea typeface="Helvetica Neue"/>
                        <a:cs typeface="Arial" panose="020B0604020202020204" pitchFamily="34" charset="0"/>
                        <a:sym typeface="Helvetica Neue Light"/>
                      </a:endParaRPr>
                    </a:p>
                  </a:txBody>
                  <a:tcPr marL="9525" marR="9525" marT="9525"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256511">
                <a:tc>
                  <a:txBody>
                    <a:bodyPr/>
                    <a:lstStyle/>
                    <a:p>
                      <a:pPr marL="0" marR="0" indent="0" algn="ctr" defTabSz="821530" fontAlgn="ctr" latinLnBrk="0">
                        <a:lnSpc>
                          <a:spcPct val="100000"/>
                        </a:lnSpc>
                        <a:spcBef>
                          <a:spcPts val="0"/>
                        </a:spcBef>
                        <a:spcAft>
                          <a:spcPts val="0"/>
                        </a:spcAft>
                        <a:buClrTx/>
                        <a:buSzTx/>
                        <a:buFontTx/>
                        <a:buNone/>
                        <a:tabLst/>
                      </a:pPr>
                      <a:r>
                        <a:rPr lang="en-US" altLang="zh-CN" sz="1200" b="0" i="0" u="none" strike="noStrike" cap="none" spc="0" baseline="0" dirty="0">
                          <a:ln>
                            <a:noFill/>
                          </a:ln>
                          <a:solidFill>
                            <a:schemeClr val="tx1"/>
                          </a:solidFill>
                          <a:effectLst/>
                          <a:uFillTx/>
                          <a:latin typeface="Arial" panose="020B0604020202020204" pitchFamily="34" charset="0"/>
                          <a:ea typeface="+mn-ea"/>
                          <a:cs typeface="Arial" panose="020B0604020202020204" pitchFamily="34" charset="0"/>
                          <a:sym typeface="Helvetica Neue Light"/>
                        </a:rPr>
                        <a:t>13</a:t>
                      </a:r>
                    </a:p>
                  </a:txBody>
                  <a:tcPr marL="8249" marR="8249" marT="8249"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lvl="0" indent="0" algn="ctr" defTabSz="821530" eaLnBrk="1" fontAlgn="ctr" latinLnBrk="0" hangingPunct="1">
                        <a:lnSpc>
                          <a:spcPct val="100000"/>
                        </a:lnSpc>
                        <a:spcBef>
                          <a:spcPts val="0"/>
                        </a:spcBef>
                        <a:spcAft>
                          <a:spcPts val="0"/>
                        </a:spcAft>
                        <a:buClrTx/>
                        <a:buSzTx/>
                        <a:buFontTx/>
                        <a:buNone/>
                        <a:tabLst/>
                        <a:defRPr/>
                      </a:pPr>
                      <a:r>
                        <a:rPr kumimoji="0" lang="en-US" altLang="zh-CN" sz="1200" b="0" i="0" u="none" strike="noStrike" kern="0" cap="none" spc="0" normalizeH="0" baseline="0" noProof="0" dirty="0">
                          <a:ln>
                            <a:noFill/>
                          </a:ln>
                          <a:solidFill>
                            <a:srgbClr val="000000"/>
                          </a:solidFill>
                          <a:effectLst/>
                          <a:uLnTx/>
                          <a:uFillTx/>
                          <a:latin typeface="Arial" panose="020B0604020202020204" pitchFamily="34" charset="0"/>
                          <a:ea typeface="Helvetica Neue"/>
                          <a:cs typeface="Arial" panose="020B0604020202020204" pitchFamily="34" charset="0"/>
                          <a:sym typeface="Helvetica Neue Light"/>
                        </a:rPr>
                        <a:t>0.25±0.1</a:t>
                      </a:r>
                    </a:p>
                  </a:txBody>
                  <a:tcPr marL="9525" marR="9525" marT="9525"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256511">
                <a:tc>
                  <a:txBody>
                    <a:bodyPr/>
                    <a:lstStyle/>
                    <a:p>
                      <a:pPr marL="0" marR="0" indent="0" algn="ctr" defTabSz="821530" fontAlgn="ctr" latinLnBrk="0">
                        <a:lnSpc>
                          <a:spcPct val="100000"/>
                        </a:lnSpc>
                        <a:spcBef>
                          <a:spcPts val="0"/>
                        </a:spcBef>
                        <a:spcAft>
                          <a:spcPts val="0"/>
                        </a:spcAft>
                        <a:buClrTx/>
                        <a:buSzTx/>
                        <a:buFontTx/>
                        <a:buNone/>
                        <a:tabLst/>
                      </a:pPr>
                      <a:r>
                        <a:rPr lang="en-US" altLang="zh-CN" sz="1200" b="0" i="0" u="none" strike="noStrike" cap="none" spc="0" baseline="0" dirty="0">
                          <a:ln>
                            <a:noFill/>
                          </a:ln>
                          <a:solidFill>
                            <a:schemeClr val="tx1"/>
                          </a:solidFill>
                          <a:effectLst/>
                          <a:uFillTx/>
                          <a:latin typeface="Arial" panose="020B0604020202020204" pitchFamily="34" charset="0"/>
                          <a:ea typeface="+mn-ea"/>
                          <a:cs typeface="Arial" panose="020B0604020202020204" pitchFamily="34" charset="0"/>
                          <a:sym typeface="Helvetica Neue Light"/>
                        </a:rPr>
                        <a:t>14</a:t>
                      </a:r>
                    </a:p>
                  </a:txBody>
                  <a:tcPr marL="8249" marR="8249" marT="8249"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lvl="0" indent="0" algn="ctr" defTabSz="821530" eaLnBrk="1" fontAlgn="ctr" latinLnBrk="0" hangingPunct="1">
                        <a:lnSpc>
                          <a:spcPct val="100000"/>
                        </a:lnSpc>
                        <a:spcBef>
                          <a:spcPts val="0"/>
                        </a:spcBef>
                        <a:spcAft>
                          <a:spcPts val="0"/>
                        </a:spcAft>
                        <a:buClrTx/>
                        <a:buSzTx/>
                        <a:buFontTx/>
                        <a:buNone/>
                        <a:tabLst/>
                        <a:defRPr/>
                      </a:pPr>
                      <a:r>
                        <a:rPr kumimoji="0" lang="en-US" altLang="zh-CN" sz="1200" b="0" i="0" u="none" strike="noStrike" kern="0" cap="none" spc="0" normalizeH="0" baseline="0" noProof="0" dirty="0">
                          <a:ln>
                            <a:noFill/>
                          </a:ln>
                          <a:solidFill>
                            <a:srgbClr val="000000"/>
                          </a:solidFill>
                          <a:effectLst/>
                          <a:uLnTx/>
                          <a:uFillTx/>
                          <a:latin typeface="Arial" panose="020B0604020202020204" pitchFamily="34" charset="0"/>
                          <a:ea typeface="Helvetica Neue"/>
                          <a:cs typeface="Arial" panose="020B0604020202020204" pitchFamily="34" charset="0"/>
                          <a:sym typeface="Helvetica Neue Light"/>
                        </a:rPr>
                        <a:t>0.25±0.1</a:t>
                      </a:r>
                    </a:p>
                  </a:txBody>
                  <a:tcPr marL="9525" marR="9525" marT="9525"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4"/>
                  </a:ext>
                </a:extLst>
              </a:tr>
              <a:tr h="256511">
                <a:tc>
                  <a:txBody>
                    <a:bodyPr/>
                    <a:lstStyle/>
                    <a:p>
                      <a:pPr marL="0" marR="0" indent="0" algn="ctr" defTabSz="821530" fontAlgn="ctr" latinLnBrk="0">
                        <a:lnSpc>
                          <a:spcPct val="100000"/>
                        </a:lnSpc>
                        <a:spcBef>
                          <a:spcPts val="0"/>
                        </a:spcBef>
                        <a:spcAft>
                          <a:spcPts val="0"/>
                        </a:spcAft>
                        <a:buClrTx/>
                        <a:buSzTx/>
                        <a:buFontTx/>
                        <a:buNone/>
                        <a:tabLst/>
                      </a:pPr>
                      <a:r>
                        <a:rPr lang="en-US" altLang="zh-CN" sz="1200" b="0" i="0" u="none" strike="noStrike" cap="none" spc="0" baseline="0" dirty="0">
                          <a:ln>
                            <a:noFill/>
                          </a:ln>
                          <a:solidFill>
                            <a:schemeClr val="tx1"/>
                          </a:solidFill>
                          <a:effectLst/>
                          <a:uFillTx/>
                          <a:latin typeface="Arial" panose="020B0604020202020204" pitchFamily="34" charset="0"/>
                          <a:ea typeface="+mn-ea"/>
                          <a:cs typeface="Arial" panose="020B0604020202020204" pitchFamily="34" charset="0"/>
                          <a:sym typeface="Helvetica Neue Light"/>
                        </a:rPr>
                        <a:t>17</a:t>
                      </a:r>
                    </a:p>
                  </a:txBody>
                  <a:tcPr marL="8249" marR="8249" marT="8249"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lvl="0" indent="0" algn="ctr" defTabSz="821530" eaLnBrk="1" fontAlgn="ctr" latinLnBrk="0" hangingPunct="1">
                        <a:lnSpc>
                          <a:spcPct val="100000"/>
                        </a:lnSpc>
                        <a:spcBef>
                          <a:spcPts val="0"/>
                        </a:spcBef>
                        <a:spcAft>
                          <a:spcPts val="0"/>
                        </a:spcAft>
                        <a:buClrTx/>
                        <a:buSzTx/>
                        <a:buFontTx/>
                        <a:buNone/>
                        <a:tabLst/>
                        <a:defRPr/>
                      </a:pPr>
                      <a:r>
                        <a:rPr kumimoji="0" lang="en-US" altLang="zh-CN" sz="1200" b="0" i="0" u="none" strike="noStrike" kern="0" cap="none" spc="0" normalizeH="0" baseline="0" noProof="0">
                          <a:ln>
                            <a:noFill/>
                          </a:ln>
                          <a:solidFill>
                            <a:srgbClr val="000000"/>
                          </a:solidFill>
                          <a:effectLst/>
                          <a:uLnTx/>
                          <a:uFillTx/>
                          <a:latin typeface="Arial" panose="020B0604020202020204" pitchFamily="34" charset="0"/>
                          <a:ea typeface="Helvetica Neue"/>
                          <a:cs typeface="Arial" panose="020B0604020202020204" pitchFamily="34" charset="0"/>
                          <a:sym typeface="Helvetica Neue Light"/>
                        </a:rPr>
                        <a:t>0.25±0.1</a:t>
                      </a:r>
                      <a:endParaRPr kumimoji="0" lang="en-US" altLang="zh-CN" sz="1200" b="0" i="0" u="none" strike="noStrike" kern="0" cap="none" spc="0" normalizeH="0" baseline="0" noProof="0" dirty="0">
                        <a:ln>
                          <a:noFill/>
                        </a:ln>
                        <a:solidFill>
                          <a:srgbClr val="000000"/>
                        </a:solidFill>
                        <a:effectLst/>
                        <a:uLnTx/>
                        <a:uFillTx/>
                        <a:latin typeface="Arial" panose="020B0604020202020204" pitchFamily="34" charset="0"/>
                        <a:ea typeface="Helvetica Neue"/>
                        <a:cs typeface="Arial" panose="020B0604020202020204" pitchFamily="34" charset="0"/>
                        <a:sym typeface="Helvetica Neue Light"/>
                      </a:endParaRPr>
                    </a:p>
                  </a:txBody>
                  <a:tcPr marL="9525" marR="9525" marT="9525"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5"/>
                  </a:ext>
                </a:extLst>
              </a:tr>
              <a:tr h="256511">
                <a:tc>
                  <a:txBody>
                    <a:bodyPr/>
                    <a:lstStyle/>
                    <a:p>
                      <a:pPr marL="0" marR="0" indent="0" algn="ctr" defTabSz="821530" fontAlgn="ctr" latinLnBrk="0">
                        <a:lnSpc>
                          <a:spcPct val="100000"/>
                        </a:lnSpc>
                        <a:spcBef>
                          <a:spcPts val="0"/>
                        </a:spcBef>
                        <a:spcAft>
                          <a:spcPts val="0"/>
                        </a:spcAft>
                        <a:buClrTx/>
                        <a:buSzTx/>
                        <a:buFontTx/>
                        <a:buNone/>
                        <a:tabLst/>
                      </a:pPr>
                      <a:r>
                        <a:rPr lang="en-US" altLang="zh-CN" sz="1200" b="0" i="0" u="none" strike="noStrike" cap="none" spc="0" baseline="0" dirty="0">
                          <a:ln>
                            <a:noFill/>
                          </a:ln>
                          <a:solidFill>
                            <a:schemeClr val="tx1"/>
                          </a:solidFill>
                          <a:effectLst/>
                          <a:uFillTx/>
                          <a:latin typeface="Arial" panose="020B0604020202020204" pitchFamily="34" charset="0"/>
                          <a:ea typeface="+mn-ea"/>
                          <a:cs typeface="Arial" panose="020B0604020202020204" pitchFamily="34" charset="0"/>
                          <a:sym typeface="Helvetica Neue Light"/>
                        </a:rPr>
                        <a:t>18</a:t>
                      </a:r>
                    </a:p>
                  </a:txBody>
                  <a:tcPr marL="8249" marR="8249" marT="8249"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lvl="0" indent="0" algn="ctr" defTabSz="821530" eaLnBrk="1" fontAlgn="ctr" latinLnBrk="0" hangingPunct="1">
                        <a:lnSpc>
                          <a:spcPct val="100000"/>
                        </a:lnSpc>
                        <a:spcBef>
                          <a:spcPts val="0"/>
                        </a:spcBef>
                        <a:spcAft>
                          <a:spcPts val="0"/>
                        </a:spcAft>
                        <a:buClrTx/>
                        <a:buSzTx/>
                        <a:buFontTx/>
                        <a:buNone/>
                        <a:tabLst/>
                        <a:defRPr/>
                      </a:pPr>
                      <a:r>
                        <a:rPr kumimoji="0" lang="en-US" altLang="zh-CN" sz="1200" b="0" i="0" u="none" strike="noStrike" kern="0" cap="none" spc="0" normalizeH="0" baseline="0" noProof="0">
                          <a:ln>
                            <a:noFill/>
                          </a:ln>
                          <a:solidFill>
                            <a:srgbClr val="000000"/>
                          </a:solidFill>
                          <a:effectLst/>
                          <a:uLnTx/>
                          <a:uFillTx/>
                          <a:latin typeface="Arial" panose="020B0604020202020204" pitchFamily="34" charset="0"/>
                          <a:ea typeface="Helvetica Neue"/>
                          <a:cs typeface="Arial" panose="020B0604020202020204" pitchFamily="34" charset="0"/>
                          <a:sym typeface="Helvetica Neue Light"/>
                        </a:rPr>
                        <a:t>0.25±0.1</a:t>
                      </a:r>
                      <a:endParaRPr kumimoji="0" lang="en-US" altLang="zh-CN" sz="1200" b="0" i="0" u="none" strike="noStrike" kern="0" cap="none" spc="0" normalizeH="0" baseline="0" noProof="0" dirty="0">
                        <a:ln>
                          <a:noFill/>
                        </a:ln>
                        <a:solidFill>
                          <a:srgbClr val="000000"/>
                        </a:solidFill>
                        <a:effectLst/>
                        <a:uLnTx/>
                        <a:uFillTx/>
                        <a:latin typeface="Arial" panose="020B0604020202020204" pitchFamily="34" charset="0"/>
                        <a:ea typeface="Helvetica Neue"/>
                        <a:cs typeface="Arial" panose="020B0604020202020204" pitchFamily="34" charset="0"/>
                        <a:sym typeface="Helvetica Neue Light"/>
                      </a:endParaRPr>
                    </a:p>
                  </a:txBody>
                  <a:tcPr marL="9525" marR="9525" marT="9525"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6"/>
                  </a:ext>
                </a:extLst>
              </a:tr>
              <a:tr h="256511">
                <a:tc>
                  <a:txBody>
                    <a:bodyPr/>
                    <a:lstStyle/>
                    <a:p>
                      <a:pPr marL="0" marR="0" indent="0" algn="ctr" defTabSz="821530" fontAlgn="ctr" latinLnBrk="0">
                        <a:lnSpc>
                          <a:spcPct val="100000"/>
                        </a:lnSpc>
                        <a:spcBef>
                          <a:spcPts val="0"/>
                        </a:spcBef>
                        <a:spcAft>
                          <a:spcPts val="0"/>
                        </a:spcAft>
                        <a:buClrTx/>
                        <a:buSzTx/>
                        <a:buFontTx/>
                        <a:buNone/>
                        <a:tabLst/>
                      </a:pPr>
                      <a:r>
                        <a:rPr lang="en-US" altLang="zh-CN" sz="1200" b="0" i="0" u="none" strike="noStrike" cap="none" spc="0" baseline="0" dirty="0">
                          <a:ln>
                            <a:noFill/>
                          </a:ln>
                          <a:solidFill>
                            <a:schemeClr val="tx1"/>
                          </a:solidFill>
                          <a:effectLst/>
                          <a:uFillTx/>
                          <a:latin typeface="Arial" panose="020B0604020202020204" pitchFamily="34" charset="0"/>
                          <a:ea typeface="+mn-ea"/>
                          <a:cs typeface="Arial" panose="020B0604020202020204" pitchFamily="34" charset="0"/>
                          <a:sym typeface="Helvetica Neue Light"/>
                        </a:rPr>
                        <a:t>19</a:t>
                      </a:r>
                    </a:p>
                  </a:txBody>
                  <a:tcPr marL="8249" marR="8249" marT="8249"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lvl="0" indent="0" algn="ctr" defTabSz="821530" eaLnBrk="1" fontAlgn="ctr" latinLnBrk="0" hangingPunct="1">
                        <a:lnSpc>
                          <a:spcPct val="100000"/>
                        </a:lnSpc>
                        <a:spcBef>
                          <a:spcPts val="0"/>
                        </a:spcBef>
                        <a:spcAft>
                          <a:spcPts val="0"/>
                        </a:spcAft>
                        <a:buClrTx/>
                        <a:buSzTx/>
                        <a:buFontTx/>
                        <a:buNone/>
                        <a:tabLst/>
                        <a:defRPr/>
                      </a:pPr>
                      <a:r>
                        <a:rPr kumimoji="0" lang="en-US" altLang="zh-CN" sz="1200" b="0" i="0" u="none" strike="noStrike" kern="0" cap="none" spc="0" normalizeH="0" baseline="0" noProof="0" dirty="0">
                          <a:ln>
                            <a:noFill/>
                          </a:ln>
                          <a:solidFill>
                            <a:srgbClr val="000000"/>
                          </a:solidFill>
                          <a:effectLst/>
                          <a:uLnTx/>
                          <a:uFillTx/>
                          <a:latin typeface="Arial" panose="020B0604020202020204" pitchFamily="34" charset="0"/>
                          <a:ea typeface="Helvetica Neue"/>
                          <a:cs typeface="Arial" panose="020B0604020202020204" pitchFamily="34" charset="0"/>
                          <a:sym typeface="Helvetica Neue Light"/>
                        </a:rPr>
                        <a:t>0.25±0.1</a:t>
                      </a:r>
                    </a:p>
                  </a:txBody>
                  <a:tcPr marL="9525" marR="9525" marT="9525"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7"/>
                  </a:ext>
                </a:extLst>
              </a:tr>
              <a:tr h="256511">
                <a:tc>
                  <a:txBody>
                    <a:bodyPr/>
                    <a:lstStyle/>
                    <a:p>
                      <a:pPr marL="0" marR="0" indent="0" algn="ctr" defTabSz="821530" fontAlgn="ctr" latinLnBrk="0">
                        <a:lnSpc>
                          <a:spcPct val="100000"/>
                        </a:lnSpc>
                        <a:spcBef>
                          <a:spcPts val="0"/>
                        </a:spcBef>
                        <a:spcAft>
                          <a:spcPts val="0"/>
                        </a:spcAft>
                        <a:buClrTx/>
                        <a:buSzTx/>
                        <a:buFontTx/>
                        <a:buNone/>
                        <a:tabLst/>
                      </a:pPr>
                      <a:r>
                        <a:rPr lang="en-US" altLang="zh-CN" sz="1200" b="0" i="0" u="none" strike="noStrike" cap="none" spc="0" baseline="0" dirty="0">
                          <a:ln>
                            <a:noFill/>
                          </a:ln>
                          <a:solidFill>
                            <a:schemeClr val="tx1"/>
                          </a:solidFill>
                          <a:effectLst/>
                          <a:uFillTx/>
                          <a:latin typeface="Arial" panose="020B0604020202020204" pitchFamily="34" charset="0"/>
                          <a:ea typeface="+mn-ea"/>
                          <a:cs typeface="Arial" panose="020B0604020202020204" pitchFamily="34" charset="0"/>
                          <a:sym typeface="Helvetica Neue Light"/>
                        </a:rPr>
                        <a:t>31</a:t>
                      </a:r>
                    </a:p>
                  </a:txBody>
                  <a:tcPr marL="8249" marR="8249" marT="8249"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lvl="0" indent="0" algn="ctr" defTabSz="821530" eaLnBrk="1" fontAlgn="ctr" latinLnBrk="0" hangingPunct="1">
                        <a:lnSpc>
                          <a:spcPct val="100000"/>
                        </a:lnSpc>
                        <a:spcBef>
                          <a:spcPts val="0"/>
                        </a:spcBef>
                        <a:spcAft>
                          <a:spcPts val="0"/>
                        </a:spcAft>
                        <a:buClrTx/>
                        <a:buSzTx/>
                        <a:buFontTx/>
                        <a:buNone/>
                        <a:tabLst/>
                        <a:defRPr/>
                      </a:pPr>
                      <a:r>
                        <a:rPr kumimoji="0" lang="en-US" altLang="zh-CN" sz="1200" b="0" i="0" u="none" strike="noStrike" kern="0" cap="none" spc="0" normalizeH="0" baseline="0" noProof="0">
                          <a:ln>
                            <a:noFill/>
                          </a:ln>
                          <a:solidFill>
                            <a:srgbClr val="000000"/>
                          </a:solidFill>
                          <a:effectLst/>
                          <a:uLnTx/>
                          <a:uFillTx/>
                          <a:latin typeface="Arial" panose="020B0604020202020204" pitchFamily="34" charset="0"/>
                          <a:ea typeface="Helvetica Neue"/>
                          <a:cs typeface="Arial" panose="020B0604020202020204" pitchFamily="34" charset="0"/>
                          <a:sym typeface="Helvetica Neue Light"/>
                        </a:rPr>
                        <a:t>0.25±0.1</a:t>
                      </a:r>
                      <a:endParaRPr kumimoji="0" lang="en-US" altLang="zh-CN" sz="1200" b="0" i="0" u="none" strike="noStrike" kern="0" cap="none" spc="0" normalizeH="0" baseline="0" noProof="0" dirty="0">
                        <a:ln>
                          <a:noFill/>
                        </a:ln>
                        <a:solidFill>
                          <a:srgbClr val="000000"/>
                        </a:solidFill>
                        <a:effectLst/>
                        <a:uLnTx/>
                        <a:uFillTx/>
                        <a:latin typeface="Arial" panose="020B0604020202020204" pitchFamily="34" charset="0"/>
                        <a:ea typeface="Helvetica Neue"/>
                        <a:cs typeface="Arial" panose="020B0604020202020204" pitchFamily="34" charset="0"/>
                        <a:sym typeface="Helvetica Neue Light"/>
                      </a:endParaRPr>
                    </a:p>
                  </a:txBody>
                  <a:tcPr marL="9525" marR="9525" marT="9525"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8"/>
                  </a:ext>
                </a:extLst>
              </a:tr>
              <a:tr h="256511">
                <a:tc>
                  <a:txBody>
                    <a:bodyPr/>
                    <a:lstStyle/>
                    <a:p>
                      <a:pPr marL="0" marR="0" indent="0" algn="ctr" defTabSz="821530" fontAlgn="ctr" latinLnBrk="0">
                        <a:lnSpc>
                          <a:spcPct val="100000"/>
                        </a:lnSpc>
                        <a:spcBef>
                          <a:spcPts val="0"/>
                        </a:spcBef>
                        <a:spcAft>
                          <a:spcPts val="0"/>
                        </a:spcAft>
                        <a:buClrTx/>
                        <a:buSzTx/>
                        <a:buFontTx/>
                        <a:buNone/>
                        <a:tabLst/>
                      </a:pPr>
                      <a:r>
                        <a:rPr lang="en-US" altLang="zh-CN" sz="1200" b="0" i="0" u="none" strike="noStrike" cap="none" spc="0" baseline="0" dirty="0">
                          <a:ln>
                            <a:noFill/>
                          </a:ln>
                          <a:solidFill>
                            <a:schemeClr val="tx1"/>
                          </a:solidFill>
                          <a:effectLst/>
                          <a:uFillTx/>
                          <a:latin typeface="Arial" panose="020B0604020202020204" pitchFamily="34" charset="0"/>
                          <a:ea typeface="+mn-ea"/>
                          <a:cs typeface="Arial" panose="020B0604020202020204" pitchFamily="34" charset="0"/>
                          <a:sym typeface="Helvetica Neue Light"/>
                        </a:rPr>
                        <a:t>32</a:t>
                      </a:r>
                    </a:p>
                  </a:txBody>
                  <a:tcPr marL="8249" marR="8249" marT="8249"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821530" eaLnBrk="1" fontAlgn="ctr" latinLnBrk="0" hangingPunct="1">
                        <a:lnSpc>
                          <a:spcPct val="100000"/>
                        </a:lnSpc>
                        <a:spcBef>
                          <a:spcPts val="0"/>
                        </a:spcBef>
                        <a:spcAft>
                          <a:spcPts val="0"/>
                        </a:spcAft>
                        <a:buClrTx/>
                        <a:buSzTx/>
                        <a:buFontTx/>
                        <a:buNone/>
                        <a:tabLst/>
                        <a:defRPr/>
                      </a:pPr>
                      <a:r>
                        <a:rPr kumimoji="0" lang="en-US" altLang="zh-CN" sz="1200" b="0" i="0" u="none" strike="noStrike" kern="0" cap="none" spc="0" normalizeH="0" baseline="0" noProof="0">
                          <a:ln>
                            <a:noFill/>
                          </a:ln>
                          <a:solidFill>
                            <a:srgbClr val="000000"/>
                          </a:solidFill>
                          <a:effectLst/>
                          <a:uLnTx/>
                          <a:uFillTx/>
                          <a:latin typeface="Arial" panose="020B0604020202020204" pitchFamily="34" charset="0"/>
                          <a:ea typeface="Helvetica Neue"/>
                          <a:cs typeface="Arial" panose="020B0604020202020204" pitchFamily="34" charset="0"/>
                          <a:sym typeface="Helvetica Neue Light"/>
                        </a:rPr>
                        <a:t>0.25±0.1</a:t>
                      </a:r>
                      <a:endParaRPr kumimoji="0" lang="en-US" altLang="zh-CN" sz="1200" b="0" i="0" u="none" strike="noStrike" kern="0" cap="none" spc="0" normalizeH="0" baseline="0" noProof="0" dirty="0">
                        <a:ln>
                          <a:noFill/>
                        </a:ln>
                        <a:solidFill>
                          <a:srgbClr val="000000"/>
                        </a:solidFill>
                        <a:effectLst/>
                        <a:uLnTx/>
                        <a:uFillTx/>
                        <a:latin typeface="Arial" panose="020B0604020202020204" pitchFamily="34" charset="0"/>
                        <a:ea typeface="Helvetica Neue"/>
                        <a:cs typeface="Arial" panose="020B0604020202020204" pitchFamily="34" charset="0"/>
                        <a:sym typeface="Helvetica Neue Light"/>
                      </a:endParaRPr>
                    </a:p>
                  </a:txBody>
                  <a:tcPr marL="8249" marR="8249" marT="8249"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19"/>
                  </a:ext>
                </a:extLst>
              </a:tr>
              <a:tr h="224925">
                <a:tc>
                  <a:txBody>
                    <a:bodyPr/>
                    <a:lstStyle/>
                    <a:p>
                      <a:pPr marL="0" marR="0" indent="0" algn="ctr" defTabSz="821530" fontAlgn="ctr" latinLnBrk="0">
                        <a:lnSpc>
                          <a:spcPct val="100000"/>
                        </a:lnSpc>
                        <a:spcBef>
                          <a:spcPts val="0"/>
                        </a:spcBef>
                        <a:spcAft>
                          <a:spcPts val="0"/>
                        </a:spcAft>
                        <a:buClrTx/>
                        <a:buSzTx/>
                        <a:buFontTx/>
                        <a:buNone/>
                        <a:tabLst/>
                      </a:pPr>
                      <a:r>
                        <a:rPr lang="en-US" altLang="zh-CN" sz="1200" b="0" i="0" u="none" strike="noStrike" cap="none" spc="0" baseline="0" dirty="0">
                          <a:ln>
                            <a:noFill/>
                          </a:ln>
                          <a:solidFill>
                            <a:schemeClr val="tx1"/>
                          </a:solidFill>
                          <a:effectLst/>
                          <a:uFillTx/>
                          <a:latin typeface="Arial" panose="020B0604020202020204" pitchFamily="34" charset="0"/>
                          <a:ea typeface="+mn-ea"/>
                          <a:cs typeface="Arial" panose="020B0604020202020204" pitchFamily="34" charset="0"/>
                          <a:sym typeface="Helvetica Neue Light"/>
                        </a:rPr>
                        <a:t>33</a:t>
                      </a:r>
                    </a:p>
                  </a:txBody>
                  <a:tcPr marL="8249" marR="8249" marT="8249"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821530" eaLnBrk="1" fontAlgn="ctr" latinLnBrk="0" hangingPunct="1">
                        <a:lnSpc>
                          <a:spcPct val="100000"/>
                        </a:lnSpc>
                        <a:spcBef>
                          <a:spcPts val="0"/>
                        </a:spcBef>
                        <a:spcAft>
                          <a:spcPts val="0"/>
                        </a:spcAft>
                        <a:buClrTx/>
                        <a:buSzTx/>
                        <a:buFontTx/>
                        <a:buNone/>
                        <a:tabLst/>
                        <a:defRPr/>
                      </a:pPr>
                      <a:r>
                        <a:rPr kumimoji="0" lang="en-US" altLang="zh-CN" sz="1200" b="0" i="0" u="none" strike="noStrike" kern="0" cap="none" spc="0" normalizeH="0" baseline="0" noProof="0">
                          <a:ln>
                            <a:noFill/>
                          </a:ln>
                          <a:solidFill>
                            <a:srgbClr val="000000"/>
                          </a:solidFill>
                          <a:effectLst/>
                          <a:uLnTx/>
                          <a:uFillTx/>
                          <a:latin typeface="Arial" panose="020B0604020202020204" pitchFamily="34" charset="0"/>
                          <a:ea typeface="Helvetica Neue"/>
                          <a:cs typeface="Arial" panose="020B0604020202020204" pitchFamily="34" charset="0"/>
                          <a:sym typeface="Helvetica Neue Light"/>
                        </a:rPr>
                        <a:t>0.25±0.1</a:t>
                      </a:r>
                      <a:endParaRPr kumimoji="0" lang="en-US" altLang="zh-CN" sz="1200" b="0" i="0" u="none" strike="noStrike" kern="0" cap="none" spc="0" normalizeH="0" baseline="0" noProof="0" dirty="0">
                        <a:ln>
                          <a:noFill/>
                        </a:ln>
                        <a:solidFill>
                          <a:srgbClr val="000000"/>
                        </a:solidFill>
                        <a:effectLst/>
                        <a:uLnTx/>
                        <a:uFillTx/>
                        <a:latin typeface="Arial" panose="020B0604020202020204" pitchFamily="34" charset="0"/>
                        <a:ea typeface="Helvetica Neue"/>
                        <a:cs typeface="Arial" panose="020B0604020202020204" pitchFamily="34" charset="0"/>
                        <a:sym typeface="Helvetica Neue Light"/>
                      </a:endParaRPr>
                    </a:p>
                  </a:txBody>
                  <a:tcPr marL="8249" marR="8249" marT="8249"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20"/>
                  </a:ext>
                </a:extLst>
              </a:tr>
              <a:tr h="256511">
                <a:tc>
                  <a:txBody>
                    <a:bodyPr/>
                    <a:lstStyle/>
                    <a:p>
                      <a:pPr marL="0" marR="0" indent="0" algn="ctr" defTabSz="821530" fontAlgn="ctr" latinLnBrk="0">
                        <a:lnSpc>
                          <a:spcPct val="100000"/>
                        </a:lnSpc>
                        <a:spcBef>
                          <a:spcPts val="0"/>
                        </a:spcBef>
                        <a:spcAft>
                          <a:spcPts val="0"/>
                        </a:spcAft>
                        <a:buClrTx/>
                        <a:buSzTx/>
                        <a:buFontTx/>
                        <a:buNone/>
                        <a:tabLst/>
                      </a:pPr>
                      <a:r>
                        <a:rPr lang="en-US" altLang="zh-CN" sz="1200" b="0" i="0" u="none" strike="noStrike" cap="none" spc="0" baseline="0" dirty="0">
                          <a:ln>
                            <a:noFill/>
                          </a:ln>
                          <a:solidFill>
                            <a:schemeClr val="tx1"/>
                          </a:solidFill>
                          <a:effectLst/>
                          <a:uFillTx/>
                          <a:latin typeface="Arial" panose="020B0604020202020204" pitchFamily="34" charset="0"/>
                          <a:ea typeface="+mn-ea"/>
                          <a:cs typeface="Arial" panose="020B0604020202020204" pitchFamily="34" charset="0"/>
                          <a:sym typeface="Helvetica Neue Light"/>
                        </a:rPr>
                        <a:t>34</a:t>
                      </a:r>
                    </a:p>
                  </a:txBody>
                  <a:tcPr marL="8249" marR="8249" marT="8249"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821530" eaLnBrk="1" fontAlgn="ctr" latinLnBrk="0" hangingPunct="1">
                        <a:lnSpc>
                          <a:spcPct val="100000"/>
                        </a:lnSpc>
                        <a:spcBef>
                          <a:spcPts val="0"/>
                        </a:spcBef>
                        <a:spcAft>
                          <a:spcPts val="0"/>
                        </a:spcAft>
                        <a:buClrTx/>
                        <a:buSzTx/>
                        <a:buFontTx/>
                        <a:buNone/>
                        <a:tabLst/>
                        <a:defRPr/>
                      </a:pPr>
                      <a:r>
                        <a:rPr kumimoji="0" lang="en-US" altLang="zh-CN" sz="1200" b="0" i="0" u="none" strike="noStrike" kern="0" cap="none" spc="0" normalizeH="0" baseline="0" noProof="0">
                          <a:ln>
                            <a:noFill/>
                          </a:ln>
                          <a:solidFill>
                            <a:srgbClr val="000000"/>
                          </a:solidFill>
                          <a:effectLst/>
                          <a:uLnTx/>
                          <a:uFillTx/>
                          <a:latin typeface="Arial" panose="020B0604020202020204" pitchFamily="34" charset="0"/>
                          <a:ea typeface="Helvetica Neue"/>
                          <a:cs typeface="Arial" panose="020B0604020202020204" pitchFamily="34" charset="0"/>
                          <a:sym typeface="Helvetica Neue Light"/>
                        </a:rPr>
                        <a:t>0.25±0.1</a:t>
                      </a:r>
                      <a:endParaRPr kumimoji="0" lang="en-US" altLang="zh-CN" sz="1200" b="0" i="0" u="none" strike="noStrike" kern="0" cap="none" spc="0" normalizeH="0" baseline="0" noProof="0" dirty="0">
                        <a:ln>
                          <a:noFill/>
                        </a:ln>
                        <a:solidFill>
                          <a:srgbClr val="000000"/>
                        </a:solidFill>
                        <a:effectLst/>
                        <a:uLnTx/>
                        <a:uFillTx/>
                        <a:latin typeface="Arial" panose="020B0604020202020204" pitchFamily="34" charset="0"/>
                        <a:ea typeface="Helvetica Neue"/>
                        <a:cs typeface="Arial" panose="020B0604020202020204" pitchFamily="34" charset="0"/>
                        <a:sym typeface="Helvetica Neue Light"/>
                      </a:endParaRPr>
                    </a:p>
                  </a:txBody>
                  <a:tcPr marL="8249" marR="8249" marT="8249"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21"/>
                  </a:ext>
                </a:extLst>
              </a:tr>
              <a:tr h="256511">
                <a:tc>
                  <a:txBody>
                    <a:bodyPr/>
                    <a:lstStyle/>
                    <a:p>
                      <a:pPr marL="0" marR="0" indent="0" algn="ctr" defTabSz="821530" fontAlgn="ctr" latinLnBrk="0">
                        <a:lnSpc>
                          <a:spcPct val="100000"/>
                        </a:lnSpc>
                        <a:spcBef>
                          <a:spcPts val="0"/>
                        </a:spcBef>
                        <a:spcAft>
                          <a:spcPts val="0"/>
                        </a:spcAft>
                        <a:buClrTx/>
                        <a:buSzTx/>
                        <a:buFontTx/>
                        <a:buNone/>
                        <a:tabLst/>
                      </a:pPr>
                      <a:r>
                        <a:rPr lang="en-US" altLang="zh-CN" sz="1200" b="0" i="0" u="none" strike="noStrike" cap="none" spc="0" baseline="0" dirty="0">
                          <a:ln>
                            <a:noFill/>
                          </a:ln>
                          <a:solidFill>
                            <a:schemeClr val="tx1"/>
                          </a:solidFill>
                          <a:effectLst/>
                          <a:uFillTx/>
                          <a:latin typeface="Arial" panose="020B0604020202020204" pitchFamily="34" charset="0"/>
                          <a:ea typeface="+mn-ea"/>
                          <a:cs typeface="Arial" panose="020B0604020202020204" pitchFamily="34" charset="0"/>
                          <a:sym typeface="Helvetica Neue Light"/>
                        </a:rPr>
                        <a:t>35</a:t>
                      </a:r>
                    </a:p>
                  </a:txBody>
                  <a:tcPr marL="8249" marR="8249" marT="8249"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821530" eaLnBrk="1" fontAlgn="ctr" latinLnBrk="0" hangingPunct="1">
                        <a:lnSpc>
                          <a:spcPct val="100000"/>
                        </a:lnSpc>
                        <a:spcBef>
                          <a:spcPts val="0"/>
                        </a:spcBef>
                        <a:spcAft>
                          <a:spcPts val="0"/>
                        </a:spcAft>
                        <a:buClrTx/>
                        <a:buSzTx/>
                        <a:buFontTx/>
                        <a:buNone/>
                        <a:tabLst/>
                        <a:defRPr/>
                      </a:pPr>
                      <a:r>
                        <a:rPr kumimoji="0" lang="en-US" altLang="zh-CN" sz="1200" b="0" i="0" u="none" strike="noStrike" kern="0" cap="none" spc="0" normalizeH="0" baseline="0" noProof="0">
                          <a:ln>
                            <a:noFill/>
                          </a:ln>
                          <a:solidFill>
                            <a:srgbClr val="000000"/>
                          </a:solidFill>
                          <a:effectLst/>
                          <a:uLnTx/>
                          <a:uFillTx/>
                          <a:latin typeface="Arial" panose="020B0604020202020204" pitchFamily="34" charset="0"/>
                          <a:ea typeface="Helvetica Neue"/>
                          <a:cs typeface="Arial" panose="020B0604020202020204" pitchFamily="34" charset="0"/>
                          <a:sym typeface="Helvetica Neue Light"/>
                        </a:rPr>
                        <a:t>0.25±0.1</a:t>
                      </a:r>
                      <a:endParaRPr kumimoji="0" lang="en-US" altLang="zh-CN" sz="1200" b="0" i="0" u="none" strike="noStrike" kern="0" cap="none" spc="0" normalizeH="0" baseline="0" noProof="0" dirty="0">
                        <a:ln>
                          <a:noFill/>
                        </a:ln>
                        <a:solidFill>
                          <a:srgbClr val="000000"/>
                        </a:solidFill>
                        <a:effectLst/>
                        <a:uLnTx/>
                        <a:uFillTx/>
                        <a:latin typeface="Arial" panose="020B0604020202020204" pitchFamily="34" charset="0"/>
                        <a:ea typeface="Helvetica Neue"/>
                        <a:cs typeface="Arial" panose="020B0604020202020204" pitchFamily="34" charset="0"/>
                        <a:sym typeface="Helvetica Neue Light"/>
                      </a:endParaRPr>
                    </a:p>
                  </a:txBody>
                  <a:tcPr marL="8249" marR="8249" marT="8249"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22"/>
                  </a:ext>
                </a:extLst>
              </a:tr>
              <a:tr h="256511">
                <a:tc>
                  <a:txBody>
                    <a:bodyPr/>
                    <a:lstStyle/>
                    <a:p>
                      <a:pPr marL="0" marR="0" indent="0" algn="ctr" defTabSz="821530" fontAlgn="ctr" latinLnBrk="0">
                        <a:lnSpc>
                          <a:spcPct val="100000"/>
                        </a:lnSpc>
                        <a:spcBef>
                          <a:spcPts val="0"/>
                        </a:spcBef>
                        <a:spcAft>
                          <a:spcPts val="0"/>
                        </a:spcAft>
                        <a:buClrTx/>
                        <a:buSzTx/>
                        <a:buFontTx/>
                        <a:buNone/>
                        <a:tabLst/>
                      </a:pPr>
                      <a:r>
                        <a:rPr lang="en-US" altLang="zh-CN" sz="1200" b="0" i="0" u="none" strike="noStrike" cap="none" spc="0" baseline="0" dirty="0">
                          <a:ln>
                            <a:noFill/>
                          </a:ln>
                          <a:solidFill>
                            <a:schemeClr val="tx1"/>
                          </a:solidFill>
                          <a:effectLst/>
                          <a:uFillTx/>
                          <a:latin typeface="Arial" panose="020B0604020202020204" pitchFamily="34" charset="0"/>
                          <a:ea typeface="+mn-ea"/>
                          <a:cs typeface="Arial" panose="020B0604020202020204" pitchFamily="34" charset="0"/>
                          <a:sym typeface="Helvetica Neue Light"/>
                        </a:rPr>
                        <a:t>50</a:t>
                      </a:r>
                    </a:p>
                  </a:txBody>
                  <a:tcPr marL="8249" marR="8249" marT="8249"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lvl="0" indent="0" algn="ctr" defTabSz="821530" eaLnBrk="1" fontAlgn="ctr" latinLnBrk="0" hangingPunct="1">
                        <a:lnSpc>
                          <a:spcPct val="100000"/>
                        </a:lnSpc>
                        <a:spcBef>
                          <a:spcPts val="0"/>
                        </a:spcBef>
                        <a:spcAft>
                          <a:spcPts val="0"/>
                        </a:spcAft>
                        <a:buClrTx/>
                        <a:buSzTx/>
                        <a:buFontTx/>
                        <a:buNone/>
                        <a:tabLst/>
                        <a:defRPr/>
                      </a:pPr>
                      <a:r>
                        <a:rPr kumimoji="0" lang="en-US" altLang="zh-CN" sz="1200" b="0" i="0" u="none" strike="noStrike" kern="0" cap="none" spc="0" normalizeH="0" baseline="0" noProof="0">
                          <a:ln>
                            <a:noFill/>
                          </a:ln>
                          <a:solidFill>
                            <a:srgbClr val="000000"/>
                          </a:solidFill>
                          <a:effectLst/>
                          <a:uLnTx/>
                          <a:uFillTx/>
                          <a:latin typeface="Arial" panose="020B0604020202020204" pitchFamily="34" charset="0"/>
                          <a:ea typeface="Helvetica Neue"/>
                          <a:cs typeface="Arial" panose="020B0604020202020204" pitchFamily="34" charset="0"/>
                          <a:sym typeface="Helvetica Neue Light"/>
                        </a:rPr>
                        <a:t>0.25±0.1</a:t>
                      </a:r>
                      <a:endParaRPr kumimoji="0" lang="en-US" altLang="zh-CN" sz="1200" b="0" i="0" u="none" strike="noStrike" kern="0" cap="none" spc="0" normalizeH="0" baseline="0" noProof="0" dirty="0">
                        <a:ln>
                          <a:noFill/>
                        </a:ln>
                        <a:solidFill>
                          <a:srgbClr val="000000"/>
                        </a:solidFill>
                        <a:effectLst/>
                        <a:uLnTx/>
                        <a:uFillTx/>
                        <a:latin typeface="Arial" panose="020B0604020202020204" pitchFamily="34" charset="0"/>
                        <a:ea typeface="Helvetica Neue"/>
                        <a:cs typeface="Arial" panose="020B0604020202020204" pitchFamily="34" charset="0"/>
                        <a:sym typeface="Helvetica Neue Light"/>
                      </a:endParaRPr>
                    </a:p>
                  </a:txBody>
                  <a:tcPr marL="8249" marR="8249" marT="8249"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25"/>
                  </a:ext>
                </a:extLst>
              </a:tr>
              <a:tr h="256511">
                <a:tc>
                  <a:txBody>
                    <a:bodyPr/>
                    <a:lstStyle/>
                    <a:p>
                      <a:pPr marL="0" marR="0" indent="0" algn="ctr" defTabSz="821530" fontAlgn="ctr" latinLnBrk="0">
                        <a:lnSpc>
                          <a:spcPct val="100000"/>
                        </a:lnSpc>
                        <a:spcBef>
                          <a:spcPts val="0"/>
                        </a:spcBef>
                        <a:spcAft>
                          <a:spcPts val="0"/>
                        </a:spcAft>
                        <a:buClrTx/>
                        <a:buSzTx/>
                        <a:buFontTx/>
                        <a:buNone/>
                        <a:tabLst/>
                      </a:pPr>
                      <a:r>
                        <a:rPr lang="en-US" altLang="zh-CN" sz="1200" b="0" i="0" u="none" strike="noStrike" cap="none" spc="0" baseline="0" dirty="0">
                          <a:ln>
                            <a:noFill/>
                          </a:ln>
                          <a:solidFill>
                            <a:schemeClr val="tx1"/>
                          </a:solidFill>
                          <a:effectLst/>
                          <a:uFillTx/>
                          <a:latin typeface="Arial" panose="020B0604020202020204" pitchFamily="34" charset="0"/>
                          <a:ea typeface="+mn-ea"/>
                          <a:cs typeface="Arial" panose="020B0604020202020204" pitchFamily="34" charset="0"/>
                          <a:sym typeface="Helvetica Neue Light"/>
                        </a:rPr>
                        <a:t>51</a:t>
                      </a:r>
                    </a:p>
                  </a:txBody>
                  <a:tcPr marL="8249" marR="8249" marT="8249"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821530" eaLnBrk="1" fontAlgn="ctr" latinLnBrk="0" hangingPunct="1">
                        <a:lnSpc>
                          <a:spcPct val="100000"/>
                        </a:lnSpc>
                        <a:spcBef>
                          <a:spcPts val="0"/>
                        </a:spcBef>
                        <a:spcAft>
                          <a:spcPts val="0"/>
                        </a:spcAft>
                        <a:buClrTx/>
                        <a:buSzTx/>
                        <a:buFontTx/>
                        <a:buNone/>
                        <a:tabLst/>
                        <a:defRPr/>
                      </a:pPr>
                      <a:r>
                        <a:rPr kumimoji="0" lang="en-US" altLang="zh-CN" sz="1200" b="0" i="0" u="none" strike="noStrike" kern="0" cap="none" spc="0" normalizeH="0" baseline="0" noProof="0" dirty="0">
                          <a:ln>
                            <a:noFill/>
                          </a:ln>
                          <a:solidFill>
                            <a:srgbClr val="000000"/>
                          </a:solidFill>
                          <a:effectLst/>
                          <a:uLnTx/>
                          <a:uFillTx/>
                          <a:latin typeface="Arial" panose="020B0604020202020204" pitchFamily="34" charset="0"/>
                          <a:ea typeface="Helvetica Neue"/>
                          <a:cs typeface="Arial" panose="020B0604020202020204" pitchFamily="34" charset="0"/>
                          <a:sym typeface="Helvetica Neue Light"/>
                        </a:rPr>
                        <a:t>0.25±0.1</a:t>
                      </a:r>
                    </a:p>
                  </a:txBody>
                  <a:tcPr marL="8249" marR="8249" marT="8249"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26"/>
                  </a:ext>
                </a:extLst>
              </a:tr>
            </a:tbl>
          </a:graphicData>
        </a:graphic>
      </p:graphicFrame>
      <p:grpSp>
        <p:nvGrpSpPr>
          <p:cNvPr id="34" name="组合 33"/>
          <p:cNvGrpSpPr/>
          <p:nvPr/>
        </p:nvGrpSpPr>
        <p:grpSpPr>
          <a:xfrm>
            <a:off x="16019217" y="10531928"/>
            <a:ext cx="7139248" cy="2351314"/>
            <a:chOff x="15578346" y="10613571"/>
            <a:chExt cx="7139248" cy="2351314"/>
          </a:xfrm>
        </p:grpSpPr>
        <p:pic>
          <p:nvPicPr>
            <p:cNvPr id="36" name="图片 35"/>
            <p:cNvPicPr>
              <a:picLocks noChangeAspect="1"/>
            </p:cNvPicPr>
            <p:nvPr/>
          </p:nvPicPr>
          <p:blipFill>
            <a:blip r:embed="rId5">
              <a:clrChange>
                <a:clrFrom>
                  <a:srgbClr val="FFFFFF"/>
                </a:clrFrom>
                <a:clrTo>
                  <a:srgbClr val="FFFFFF">
                    <a:alpha val="0"/>
                  </a:srgbClr>
                </a:clrTo>
              </a:clrChange>
            </a:blip>
            <a:stretch>
              <a:fillRect/>
            </a:stretch>
          </p:blipFill>
          <p:spPr>
            <a:xfrm>
              <a:off x="15578346" y="10613571"/>
              <a:ext cx="7139248" cy="2351314"/>
            </a:xfrm>
            <a:prstGeom prst="rect">
              <a:avLst/>
            </a:prstGeom>
          </p:spPr>
        </p:pic>
        <p:sp>
          <p:nvSpPr>
            <p:cNvPr id="38" name="矩形 37"/>
            <p:cNvSpPr/>
            <p:nvPr/>
          </p:nvSpPr>
          <p:spPr>
            <a:xfrm>
              <a:off x="19766259" y="12115800"/>
              <a:ext cx="1460884" cy="310242"/>
            </a:xfrm>
            <a:prstGeom prst="rect">
              <a:avLst/>
            </a:prstGeom>
            <a:noFill/>
            <a:ln w="25400" cap="flat">
              <a:solidFill>
                <a:srgbClr val="FF0000"/>
              </a:solid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71436" tIns="71436" rIns="71436" bIns="71436" numCol="1" spcCol="38100" rtlCol="0" anchor="ctr">
              <a:spAutoFit/>
            </a:bodyPr>
            <a:lstStyle/>
            <a:p>
              <a:pPr marL="0" marR="0" indent="0" algn="ctr" defTabSz="821530" rtl="0" fontAlgn="auto" latinLnBrk="0" hangingPunct="0">
                <a:lnSpc>
                  <a:spcPct val="100000"/>
                </a:lnSpc>
                <a:spcBef>
                  <a:spcPts val="0"/>
                </a:spcBef>
                <a:spcAft>
                  <a:spcPts val="0"/>
                </a:spcAft>
                <a:buClrTx/>
                <a:buSzTx/>
                <a:buFontTx/>
                <a:buNone/>
                <a:tabLst/>
              </a:pPr>
              <a:endParaRPr kumimoji="0" lang="zh-CN" altLang="en-US" sz="3200" b="0" i="0" u="none" strike="noStrike" cap="none" spc="0" normalizeH="0" baseline="0">
                <a:ln>
                  <a:noFill/>
                </a:ln>
                <a:solidFill>
                  <a:srgbClr val="000000"/>
                </a:solidFill>
                <a:effectLst/>
                <a:uFillTx/>
                <a:latin typeface="+mj-lt"/>
                <a:ea typeface="+mj-ea"/>
                <a:cs typeface="+mj-cs"/>
                <a:sym typeface="Helvetica Neue Medium"/>
              </a:endParaRPr>
            </a:p>
          </p:txBody>
        </p:sp>
      </p:grpSp>
    </p:spTree>
    <p:extLst>
      <p:ext uri="{BB962C8B-B14F-4D97-AF65-F5344CB8AC3E}">
        <p14:creationId xmlns:p14="http://schemas.microsoft.com/office/powerpoint/2010/main" val="4105426422"/>
      </p:ext>
    </p:extLst>
  </p:cSld>
  <p:clrMapOvr>
    <a:masterClrMapping/>
  </p:clrMapOvr>
  <p:transition spd="me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01" name="表格"/>
          <p:cNvGraphicFramePr/>
          <p:nvPr>
            <p:extLst>
              <p:ext uri="{D42A27DB-BD31-4B8C-83A1-F6EECF244321}">
                <p14:modId xmlns:p14="http://schemas.microsoft.com/office/powerpoint/2010/main" val="3644430171"/>
              </p:ext>
            </p:extLst>
          </p:nvPr>
        </p:nvGraphicFramePr>
        <p:xfrm>
          <a:off x="748552" y="1470841"/>
          <a:ext cx="22886895" cy="11667643"/>
        </p:xfrm>
        <a:graphic>
          <a:graphicData uri="http://schemas.openxmlformats.org/drawingml/2006/table">
            <a:tbl>
              <a:tblPr>
                <a:tableStyleId>{4C3C2611-4C71-4FC5-86AE-919BDF0F9419}</a:tableStyleId>
              </a:tblPr>
              <a:tblGrid>
                <a:gridCol w="14020393">
                  <a:extLst>
                    <a:ext uri="{9D8B030D-6E8A-4147-A177-3AD203B41FA5}">
                      <a16:colId xmlns:a16="http://schemas.microsoft.com/office/drawing/2014/main" val="20000"/>
                    </a:ext>
                  </a:extLst>
                </a:gridCol>
                <a:gridCol w="8866502">
                  <a:extLst>
                    <a:ext uri="{9D8B030D-6E8A-4147-A177-3AD203B41FA5}">
                      <a16:colId xmlns:a16="http://schemas.microsoft.com/office/drawing/2014/main" val="20001"/>
                    </a:ext>
                  </a:extLst>
                </a:gridCol>
              </a:tblGrid>
              <a:tr h="608103">
                <a:tc gridSpan="2">
                  <a:txBody>
                    <a:bodyPr/>
                    <a:lstStyle/>
                    <a:p>
                      <a:pPr algn="l" defTabSz="409575">
                        <a:defRPr sz="1800"/>
                      </a:pPr>
                      <a:r>
                        <a:rPr lang="en-US" altLang="zh-CN" sz="3000" dirty="0">
                          <a:latin typeface="Arial" panose="020B0604020202020204" pitchFamily="34" charset="0"/>
                          <a:cs typeface="Arial" panose="020B0604020202020204" pitchFamily="34" charset="0"/>
                          <a:sym typeface="Helvetica Neue Medium"/>
                        </a:rPr>
                        <a:t>TYP R : FAI7: </a:t>
                      </a:r>
                      <a:r>
                        <a:rPr lang="en-US" altLang="zh-CN" sz="3000" b="0" i="0" u="none" strike="noStrike" cap="none" spc="0" baseline="0" dirty="0">
                          <a:ln>
                            <a:noFill/>
                          </a:ln>
                          <a:solidFill>
                            <a:srgbClr val="000000"/>
                          </a:solidFill>
                          <a:uFillTx/>
                          <a:latin typeface="Arial" panose="020B0604020202020204" pitchFamily="34" charset="0"/>
                          <a:ea typeface="+mn-ea"/>
                          <a:cs typeface="Arial" panose="020B0604020202020204" pitchFamily="34" charset="0"/>
                          <a:sym typeface="Helvetica Neue Light"/>
                        </a:rPr>
                        <a:t>MAX 0.2</a:t>
                      </a:r>
                      <a:endParaRPr lang="en-US" altLang="zh-CN" sz="3000" baseline="0" dirty="0">
                        <a:latin typeface="Arial" panose="020B0604020202020204" pitchFamily="34" charset="0"/>
                        <a:cs typeface="Arial" panose="020B0604020202020204" pitchFamily="34" charset="0"/>
                        <a:sym typeface="Helvetica Neue Medium"/>
                      </a:endParaRPr>
                    </a:p>
                  </a:txBody>
                  <a:tcPr marL="12700" marR="12700" marT="12700" marB="12700" anchor="ctr" horzOverflow="overflow">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C1E1FE"/>
                    </a:solidFill>
                  </a:tcPr>
                </a:tc>
                <a:tc hMerge="1">
                  <a:txBody>
                    <a:bodyPr/>
                    <a:lstStyle/>
                    <a:p>
                      <a:endParaRPr lang="zh-CN" dirty="0"/>
                    </a:p>
                  </a:txBody>
                  <a:tcP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0000"/>
                  </a:ext>
                </a:extLst>
              </a:tr>
              <a:tr h="743464">
                <a:tc>
                  <a:txBody>
                    <a:bodyPr/>
                    <a:lstStyle/>
                    <a:p>
                      <a:pPr defTabSz="409575">
                        <a:defRPr sz="1800"/>
                      </a:pPr>
                      <a:r>
                        <a:rPr lang="en-US" sz="3000" dirty="0">
                          <a:latin typeface="Arial" panose="020B0604020202020204" pitchFamily="34" charset="0"/>
                          <a:cs typeface="Arial" panose="020B0604020202020204" pitchFamily="34" charset="0"/>
                          <a:sym typeface="Helvetica"/>
                        </a:rPr>
                        <a:t>FAI</a:t>
                      </a:r>
                      <a:endParaRPr sz="3000" dirty="0">
                        <a:latin typeface="Arial" panose="020B0604020202020204" pitchFamily="34" charset="0"/>
                        <a:cs typeface="Arial" panose="020B0604020202020204" pitchFamily="34" charset="0"/>
                        <a:sym typeface="Helvetica"/>
                      </a:endParaRPr>
                    </a:p>
                  </a:txBody>
                  <a:tcPr marL="12700" marR="12700" marT="12700" marB="127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C1E1FE"/>
                    </a:solidFill>
                  </a:tcPr>
                </a:tc>
                <a:tc>
                  <a:txBody>
                    <a:bodyPr/>
                    <a:lstStyle/>
                    <a:p>
                      <a:pPr defTabSz="409575">
                        <a:defRPr sz="1800"/>
                      </a:pPr>
                      <a:r>
                        <a:rPr sz="3000">
                          <a:latin typeface="Arial" panose="020B0604020202020204" pitchFamily="34" charset="0"/>
                          <a:cs typeface="Arial" panose="020B0604020202020204" pitchFamily="34" charset="0"/>
                          <a:sym typeface="Helvetica"/>
                        </a:rPr>
                        <a:t>In-process</a:t>
                      </a:r>
                    </a:p>
                  </a:txBody>
                  <a:tcPr marL="12700" marR="12700" marT="12700" marB="127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C1E1FE"/>
                    </a:solidFill>
                  </a:tcPr>
                </a:tc>
                <a:extLst>
                  <a:ext uri="{0D108BD9-81ED-4DB2-BD59-A6C34878D82A}">
                    <a16:rowId xmlns:a16="http://schemas.microsoft.com/office/drawing/2014/main" val="10001"/>
                  </a:ext>
                </a:extLst>
              </a:tr>
              <a:tr h="10316076">
                <a:tc>
                  <a:txBody>
                    <a:bodyPr/>
                    <a:lstStyle/>
                    <a:p>
                      <a:pPr marL="0" marR="0" indent="0" algn="l" defTabSz="409575" latinLnBrk="0">
                        <a:lnSpc>
                          <a:spcPct val="100000"/>
                        </a:lnSpc>
                        <a:spcBef>
                          <a:spcPts val="0"/>
                        </a:spcBef>
                        <a:spcAft>
                          <a:spcPts val="0"/>
                        </a:spcAft>
                        <a:buClrTx/>
                        <a:buSzTx/>
                        <a:buFontTx/>
                        <a:buNone/>
                        <a:tabLst/>
                        <a:defRPr sz="2400">
                          <a:sym typeface="Helvetica Neue Medium"/>
                        </a:defRPr>
                      </a:pPr>
                      <a:r>
                        <a:rPr lang="en" altLang="zh-CN" dirty="0">
                          <a:latin typeface="Arial" panose="020B0604020202020204" pitchFamily="34" charset="0"/>
                          <a:cs typeface="Arial" panose="020B0604020202020204" pitchFamily="34" charset="0"/>
                        </a:rPr>
                        <a:t>1 . </a:t>
                      </a:r>
                      <a:r>
                        <a:rPr lang="en" altLang="zh-CN" sz="2400" b="0" i="0" u="none" strike="noStrike" cap="none" spc="0" baseline="0" dirty="0">
                          <a:solidFill>
                            <a:srgbClr val="000000"/>
                          </a:solidFill>
                          <a:uFillTx/>
                          <a:latin typeface="Arial" panose="020B0604020202020204" pitchFamily="34" charset="0"/>
                          <a:ea typeface="+mn-ea"/>
                          <a:cs typeface="Arial" panose="020B0604020202020204" pitchFamily="34" charset="0"/>
                          <a:sym typeface="Helvetica Neue Light"/>
                        </a:rPr>
                        <a:t>Measurement Method </a:t>
                      </a:r>
                      <a:r>
                        <a:rPr lang="zh-CN" altLang="en" sz="2400" b="0" i="0" u="none" strike="noStrike" cap="none" spc="0" baseline="0" dirty="0">
                          <a:solidFill>
                            <a:srgbClr val="000000"/>
                          </a:solidFill>
                          <a:uFillTx/>
                          <a:latin typeface="Arial" panose="020B0604020202020204" pitchFamily="34" charset="0"/>
                          <a:ea typeface="+mn-ea"/>
                          <a:cs typeface="Arial" panose="020B0604020202020204" pitchFamily="34" charset="0"/>
                          <a:sym typeface="Helvetica Neue Light"/>
                        </a:rPr>
                        <a:t>：</a:t>
                      </a:r>
                      <a:r>
                        <a:rPr lang="en-US" altLang="zh-CN" sz="2400" b="0" i="0" u="none" strike="noStrike" cap="none" spc="0" baseline="0" dirty="0">
                          <a:solidFill>
                            <a:srgbClr val="000000"/>
                          </a:solidFill>
                          <a:uFillTx/>
                          <a:latin typeface="Arial" panose="020B0604020202020204" pitchFamily="34" charset="0"/>
                          <a:ea typeface="+mn-ea"/>
                          <a:cs typeface="Arial" panose="020B0604020202020204" pitchFamily="34" charset="0"/>
                          <a:sym typeface="Helvetica Neue Light"/>
                        </a:rPr>
                        <a:t>OMM</a:t>
                      </a:r>
                      <a:endParaRPr lang="en" altLang="zh-CN" sz="2400" b="0" i="0" u="none" strike="noStrike" cap="none" spc="0" baseline="0" dirty="0">
                        <a:solidFill>
                          <a:srgbClr val="000000"/>
                        </a:solidFill>
                        <a:uFillTx/>
                        <a:latin typeface="Arial" panose="020B0604020202020204" pitchFamily="34" charset="0"/>
                        <a:ea typeface="+mn-ea"/>
                        <a:cs typeface="Arial" panose="020B0604020202020204" pitchFamily="34" charset="0"/>
                        <a:sym typeface="Helvetica Neue Light"/>
                      </a:endParaRPr>
                    </a:p>
                    <a:p>
                      <a:pPr marL="0" marR="0" indent="0" algn="l" defTabSz="409575" latinLnBrk="0">
                        <a:lnSpc>
                          <a:spcPct val="100000"/>
                        </a:lnSpc>
                        <a:spcBef>
                          <a:spcPts val="0"/>
                        </a:spcBef>
                        <a:spcAft>
                          <a:spcPts val="0"/>
                        </a:spcAft>
                        <a:buClrTx/>
                        <a:buSzTx/>
                        <a:buFontTx/>
                        <a:buNone/>
                        <a:tabLst/>
                        <a:defRPr sz="2400">
                          <a:sym typeface="Helvetica Neue Medium"/>
                        </a:defRPr>
                      </a:pPr>
                      <a:r>
                        <a:rPr lang="en" altLang="zh-CN" sz="2400" b="0" i="0" u="none" strike="noStrike" cap="none" spc="0" baseline="0" dirty="0">
                          <a:solidFill>
                            <a:srgbClr val="000000"/>
                          </a:solidFill>
                          <a:uFillTx/>
                          <a:latin typeface="Arial" panose="020B0604020202020204" pitchFamily="34" charset="0"/>
                          <a:ea typeface="+mn-ea"/>
                          <a:cs typeface="Arial" panose="020B0604020202020204" pitchFamily="34" charset="0"/>
                          <a:sym typeface="Helvetica Neue Light"/>
                        </a:rPr>
                        <a:t>2.  Fixture </a:t>
                      </a:r>
                      <a:r>
                        <a:rPr lang="zh-CN" altLang="en" sz="2400" b="0" i="0" u="none" strike="noStrike" cap="none" spc="0" baseline="0" dirty="0">
                          <a:solidFill>
                            <a:srgbClr val="000000"/>
                          </a:solidFill>
                          <a:uFillTx/>
                          <a:latin typeface="Arial" panose="020B0604020202020204" pitchFamily="34" charset="0"/>
                          <a:ea typeface="+mn-ea"/>
                          <a:cs typeface="Arial" panose="020B0604020202020204" pitchFamily="34" charset="0"/>
                          <a:sym typeface="Helvetica Neue Light"/>
                        </a:rPr>
                        <a:t>：</a:t>
                      </a:r>
                      <a:r>
                        <a:rPr lang="en" altLang="zh-CN" sz="2400" b="0" i="0" u="none" strike="noStrike" cap="none" spc="0" baseline="0" dirty="0">
                          <a:solidFill>
                            <a:srgbClr val="000000"/>
                          </a:solidFill>
                          <a:uFillTx/>
                          <a:latin typeface="Arial" panose="020B0604020202020204" pitchFamily="34" charset="0"/>
                          <a:ea typeface="+mn-ea"/>
                          <a:cs typeface="Arial" panose="020B0604020202020204" pitchFamily="34" charset="0"/>
                          <a:sym typeface="Helvetica Neue Light"/>
                        </a:rPr>
                        <a:t>No</a:t>
                      </a:r>
                    </a:p>
                    <a:p>
                      <a:pPr marL="0" marR="0" indent="0" algn="l" defTabSz="409575" latinLnBrk="0">
                        <a:lnSpc>
                          <a:spcPct val="100000"/>
                        </a:lnSpc>
                        <a:spcBef>
                          <a:spcPts val="0"/>
                        </a:spcBef>
                        <a:spcAft>
                          <a:spcPts val="0"/>
                        </a:spcAft>
                        <a:buClrTx/>
                        <a:buSzTx/>
                        <a:buFontTx/>
                        <a:buNone/>
                        <a:tabLst/>
                        <a:defRPr sz="2400">
                          <a:sym typeface="Helvetica Neue Medium"/>
                        </a:defRPr>
                      </a:pPr>
                      <a:r>
                        <a:rPr lang="en" altLang="zh-CN" sz="2400" b="0" i="0" u="none" strike="noStrike" cap="none" spc="0" baseline="0" dirty="0">
                          <a:solidFill>
                            <a:srgbClr val="000000"/>
                          </a:solidFill>
                          <a:uFillTx/>
                          <a:latin typeface="Arial" panose="020B0604020202020204" pitchFamily="34" charset="0"/>
                          <a:ea typeface="+mn-ea"/>
                          <a:cs typeface="Arial" panose="020B0604020202020204" pitchFamily="34" charset="0"/>
                          <a:sym typeface="Helvetica Neue Light"/>
                        </a:rPr>
                        <a:t>3.  Measurement status </a:t>
                      </a:r>
                      <a:r>
                        <a:rPr lang="zh-CN" altLang="en" sz="2400" b="0" i="0" u="none" strike="noStrike" cap="none" spc="0" baseline="0" dirty="0">
                          <a:solidFill>
                            <a:srgbClr val="000000"/>
                          </a:solidFill>
                          <a:uFillTx/>
                          <a:latin typeface="Arial" panose="020B0604020202020204" pitchFamily="34" charset="0"/>
                          <a:ea typeface="+mn-ea"/>
                          <a:cs typeface="Arial" panose="020B0604020202020204" pitchFamily="34" charset="0"/>
                          <a:sym typeface="Helvetica Neue Light"/>
                        </a:rPr>
                        <a:t>：</a:t>
                      </a:r>
                      <a:r>
                        <a:rPr lang="en" altLang="zh-CN" sz="2400" b="0" i="0" u="none" strike="noStrike" cap="none" spc="0" baseline="0" dirty="0">
                          <a:solidFill>
                            <a:srgbClr val="000000"/>
                          </a:solidFill>
                          <a:uFillTx/>
                          <a:latin typeface="Arial" panose="020B0604020202020204" pitchFamily="34" charset="0"/>
                          <a:ea typeface="+mn-ea"/>
                          <a:cs typeface="Arial" panose="020B0604020202020204" pitchFamily="34" charset="0"/>
                          <a:sym typeface="Helvetica Neue Light"/>
                        </a:rPr>
                        <a:t>Free</a:t>
                      </a:r>
                    </a:p>
                    <a:p>
                      <a:pPr marL="457200" marR="0" indent="-457200" algn="l" defTabSz="409575" latinLnBrk="0">
                        <a:lnSpc>
                          <a:spcPct val="100000"/>
                        </a:lnSpc>
                        <a:spcBef>
                          <a:spcPts val="0"/>
                        </a:spcBef>
                        <a:spcAft>
                          <a:spcPts val="0"/>
                        </a:spcAft>
                        <a:buClrTx/>
                        <a:buSzTx/>
                        <a:buFontTx/>
                        <a:buAutoNum type="arabicPeriod" startAt="4"/>
                        <a:tabLst/>
                        <a:defRPr sz="2400">
                          <a:sym typeface="Helvetica Neue Medium"/>
                        </a:defRPr>
                      </a:pPr>
                      <a:r>
                        <a:rPr lang="en" altLang="zh-CN" sz="2400" b="0" i="0" u="none" strike="noStrike" cap="none" spc="0" baseline="0" dirty="0">
                          <a:solidFill>
                            <a:srgbClr val="000000"/>
                          </a:solidFill>
                          <a:uFillTx/>
                          <a:latin typeface="Arial" panose="020B0604020202020204" pitchFamily="34" charset="0"/>
                          <a:ea typeface="+mn-ea"/>
                          <a:cs typeface="Arial" panose="020B0604020202020204" pitchFamily="34" charset="0"/>
                          <a:sym typeface="Helvetica Neue Light"/>
                        </a:rPr>
                        <a:t>Measurement procedure </a:t>
                      </a:r>
                      <a:r>
                        <a:rPr lang="zh-CN" altLang="en" sz="2400" b="0" i="0" u="none" strike="noStrike" cap="none" spc="0" baseline="0" dirty="0">
                          <a:solidFill>
                            <a:srgbClr val="000000"/>
                          </a:solidFill>
                          <a:uFillTx/>
                          <a:latin typeface="Arial" panose="020B0604020202020204" pitchFamily="34" charset="0"/>
                          <a:ea typeface="+mn-ea"/>
                          <a:cs typeface="Arial" panose="020B0604020202020204" pitchFamily="34" charset="0"/>
                          <a:sym typeface="Helvetica Neue Light"/>
                        </a:rPr>
                        <a:t>：</a:t>
                      </a:r>
                      <a:endParaRPr lang="en-US" altLang="zh-CN" sz="2400" b="0" i="0" u="none" strike="noStrike" cap="none" spc="0" baseline="0" dirty="0">
                        <a:solidFill>
                          <a:srgbClr val="000000"/>
                        </a:solidFill>
                        <a:uFillTx/>
                        <a:latin typeface="Arial" panose="020B0604020202020204" pitchFamily="34" charset="0"/>
                        <a:ea typeface="+mn-ea"/>
                        <a:cs typeface="Arial" panose="020B0604020202020204" pitchFamily="34" charset="0"/>
                        <a:sym typeface="Helvetica Neue Light"/>
                      </a:endParaRPr>
                    </a:p>
                    <a:p>
                      <a:pPr marL="0" marR="0" indent="0" algn="l" defTabSz="409575" latinLnBrk="0">
                        <a:lnSpc>
                          <a:spcPct val="100000"/>
                        </a:lnSpc>
                        <a:spcBef>
                          <a:spcPts val="0"/>
                        </a:spcBef>
                        <a:spcAft>
                          <a:spcPts val="0"/>
                        </a:spcAft>
                        <a:buClrTx/>
                        <a:buSzTx/>
                        <a:buFontTx/>
                        <a:buNone/>
                        <a:tabLst/>
                        <a:defRPr sz="2400">
                          <a:sym typeface="Helvetica Neue Medium"/>
                        </a:defRPr>
                      </a:pPr>
                      <a:r>
                        <a:rPr lang="en-US" altLang="zh-CN" sz="2000" b="0" i="0" u="none" strike="noStrike" cap="none" spc="0" baseline="0" dirty="0">
                          <a:solidFill>
                            <a:schemeClr val="tx1"/>
                          </a:solidFill>
                          <a:uFillTx/>
                          <a:latin typeface="Arial" panose="020B0604020202020204" pitchFamily="34" charset="0"/>
                          <a:ea typeface="+mn-ea"/>
                          <a:cs typeface="Arial" panose="020B0604020202020204" pitchFamily="34" charset="0"/>
                          <a:sym typeface="Helvetica Neue Light"/>
                        </a:rPr>
                        <a:t>1.</a:t>
                      </a:r>
                      <a:r>
                        <a:rPr lang="zh-CN" altLang="en-US" sz="2000" b="0" i="0" u="none" strike="noStrike" cap="none" spc="0" baseline="0" dirty="0">
                          <a:solidFill>
                            <a:schemeClr val="tx1"/>
                          </a:solidFill>
                          <a:uFillTx/>
                          <a:latin typeface="Arial" panose="020B0604020202020204" pitchFamily="34" charset="0"/>
                          <a:ea typeface="+mn-ea"/>
                          <a:cs typeface="Arial" panose="020B0604020202020204" pitchFamily="34" charset="0"/>
                          <a:sym typeface="Helvetica" panose="020B0604020202030204"/>
                        </a:rPr>
                        <a:t>将产品如图平放在测量平台上，</a:t>
                      </a:r>
                      <a:r>
                        <a:rPr lang="zh-CN" altLang="en-US" sz="2000" b="0" i="0" u="none" strike="noStrike" cap="none" spc="0" baseline="0" dirty="0">
                          <a:solidFill>
                            <a:schemeClr val="tx1"/>
                          </a:solidFill>
                          <a:uFillTx/>
                          <a:latin typeface="Arial" panose="020B0604020202020204" pitchFamily="34" charset="0"/>
                          <a:ea typeface="+mn-ea"/>
                          <a:cs typeface="Arial" panose="020B0604020202020204" pitchFamily="34" charset="0"/>
                          <a:sym typeface="Helvetica Neue Light"/>
                        </a:rPr>
                        <a:t>基准参考</a:t>
                      </a:r>
                      <a:r>
                        <a:rPr lang="en-US" altLang="zh-CN" sz="2000" b="0" i="0" u="none" strike="noStrike" cap="none" spc="0" baseline="0" dirty="0">
                          <a:solidFill>
                            <a:schemeClr val="tx1"/>
                          </a:solidFill>
                          <a:uFillTx/>
                          <a:latin typeface="Arial" panose="020B0604020202020204" pitchFamily="34" charset="0"/>
                          <a:ea typeface="+mn-ea"/>
                          <a:cs typeface="Arial" panose="020B0604020202020204" pitchFamily="34" charset="0"/>
                          <a:sym typeface="Helvetica Neue Light"/>
                        </a:rPr>
                        <a:t>P21</a:t>
                      </a:r>
                      <a:r>
                        <a:rPr lang="zh-CN" altLang="en-US" sz="2000" b="0" i="0" u="none" strike="noStrike" cap="none" spc="0" baseline="0" dirty="0">
                          <a:solidFill>
                            <a:schemeClr val="tx1"/>
                          </a:solidFill>
                          <a:uFillTx/>
                          <a:latin typeface="Arial" panose="020B0604020202020204" pitchFamily="34" charset="0"/>
                          <a:ea typeface="+mn-ea"/>
                          <a:cs typeface="Arial" panose="020B0604020202020204" pitchFamily="34" charset="0"/>
                          <a:sym typeface="Helvetica Neue Light"/>
                        </a:rPr>
                        <a:t>页侧面坐标系</a:t>
                      </a:r>
                      <a:r>
                        <a:rPr lang="en-US" altLang="zh-CN" sz="2000" b="0" i="0" u="none" strike="noStrike" cap="none" spc="0" baseline="0" dirty="0">
                          <a:solidFill>
                            <a:schemeClr val="tx1"/>
                          </a:solidFill>
                          <a:uFillTx/>
                          <a:latin typeface="Arial" panose="020B0604020202020204" pitchFamily="34" charset="0"/>
                          <a:ea typeface="+mn-ea"/>
                          <a:cs typeface="Arial" panose="020B0604020202020204" pitchFamily="34" charset="0"/>
                          <a:sym typeface="Helvetica Neue Light"/>
                        </a:rPr>
                        <a:t>-2;</a:t>
                      </a:r>
                      <a:r>
                        <a:rPr lang="zh-CN" altLang="en-US" sz="2000" b="0" i="0" u="none" strike="noStrike" cap="none" spc="0" baseline="0" dirty="0">
                          <a:solidFill>
                            <a:schemeClr val="tx1"/>
                          </a:solidFill>
                          <a:uFillTx/>
                          <a:latin typeface="Arial" panose="020B0604020202020204" pitchFamily="34" charset="0"/>
                          <a:ea typeface="+mn-ea"/>
                          <a:cs typeface="Arial" panose="020B0604020202020204" pitchFamily="34" charset="0"/>
                          <a:sym typeface="Helvetica Neue Light"/>
                        </a:rPr>
                        <a:t>立面坐标系</a:t>
                      </a:r>
                      <a:r>
                        <a:rPr lang="en-US" altLang="zh-CN" sz="2000" b="0" i="0" u="none" strike="noStrike" cap="none" spc="0" baseline="0" dirty="0">
                          <a:solidFill>
                            <a:schemeClr val="tx1"/>
                          </a:solidFill>
                          <a:uFillTx/>
                          <a:latin typeface="Arial" panose="020B0604020202020204" pitchFamily="34" charset="0"/>
                          <a:ea typeface="+mn-ea"/>
                          <a:cs typeface="Arial" panose="020B0604020202020204" pitchFamily="34" charset="0"/>
                          <a:sym typeface="Helvetica Neue Light"/>
                        </a:rPr>
                        <a:t>-3;</a:t>
                      </a:r>
                      <a:r>
                        <a:rPr lang="zh-CN" altLang="en-US" sz="2000" b="0" i="0" u="none" strike="noStrike" cap="none" spc="0" baseline="0" dirty="0">
                          <a:solidFill>
                            <a:schemeClr val="tx1"/>
                          </a:solidFill>
                          <a:uFillTx/>
                          <a:latin typeface="Arial" panose="020B0604020202020204" pitchFamily="34" charset="0"/>
                          <a:ea typeface="+mn-ea"/>
                          <a:cs typeface="Arial" panose="020B0604020202020204" pitchFamily="34" charset="0"/>
                          <a:sym typeface="Helvetica Neue Light"/>
                        </a:rPr>
                        <a:t>（底光</a:t>
                      </a:r>
                      <a:r>
                        <a:rPr lang="en-US" altLang="zh-CN" sz="2000" b="0" i="0" u="none" strike="noStrike" cap="none" spc="0" baseline="0" dirty="0">
                          <a:solidFill>
                            <a:schemeClr val="tx1"/>
                          </a:solidFill>
                          <a:uFillTx/>
                          <a:latin typeface="Arial" panose="020B0604020202020204" pitchFamily="34" charset="0"/>
                          <a:ea typeface="+mn-ea"/>
                          <a:cs typeface="Arial" panose="020B0604020202020204" pitchFamily="34" charset="0"/>
                          <a:sym typeface="Helvetica Neue Light"/>
                        </a:rPr>
                        <a:t>30%</a:t>
                      </a:r>
                      <a:r>
                        <a:rPr lang="zh-CN" altLang="en-US" sz="2000" b="0" i="0" u="none" strike="noStrike" cap="none" spc="0" baseline="0" dirty="0">
                          <a:solidFill>
                            <a:schemeClr val="tx1"/>
                          </a:solidFill>
                          <a:uFillTx/>
                          <a:latin typeface="Arial" panose="020B0604020202020204" pitchFamily="34" charset="0"/>
                          <a:ea typeface="+mn-ea"/>
                          <a:cs typeface="Arial" panose="020B0604020202020204" pitchFamily="34" charset="0"/>
                          <a:sym typeface="Helvetica Neue Light"/>
                        </a:rPr>
                        <a:t>，倍率</a:t>
                      </a:r>
                      <a:r>
                        <a:rPr lang="en-US" altLang="zh-CN" sz="2000" b="0" i="0" u="none" strike="noStrike" cap="none" spc="0" baseline="0" dirty="0">
                          <a:solidFill>
                            <a:schemeClr val="tx1"/>
                          </a:solidFill>
                          <a:uFillTx/>
                          <a:latin typeface="Arial" panose="020B0604020202020204" pitchFamily="34" charset="0"/>
                          <a:ea typeface="+mn-ea"/>
                          <a:cs typeface="Arial" panose="020B0604020202020204" pitchFamily="34" charset="0"/>
                          <a:sym typeface="Helvetica Neue Light"/>
                        </a:rPr>
                        <a:t>107</a:t>
                      </a:r>
                      <a:r>
                        <a:rPr lang="zh-CN" altLang="en-US" sz="2000" b="0" i="0" u="none" strike="noStrike" cap="none" spc="0" baseline="0" dirty="0">
                          <a:solidFill>
                            <a:schemeClr val="tx1"/>
                          </a:solidFill>
                          <a:uFillTx/>
                          <a:latin typeface="Arial" panose="020B0604020202020204" pitchFamily="34" charset="0"/>
                          <a:ea typeface="+mn-ea"/>
                          <a:cs typeface="Arial" panose="020B0604020202020204" pitchFamily="34" charset="0"/>
                          <a:sym typeface="Helvetica Neue Light"/>
                        </a:rPr>
                        <a:t>倍）</a:t>
                      </a:r>
                      <a:endParaRPr lang="en-US" altLang="zh-CN" sz="2000" b="0" i="0" u="none" strike="noStrike" cap="none" spc="0" baseline="0" dirty="0">
                        <a:solidFill>
                          <a:schemeClr val="tx1"/>
                        </a:solidFill>
                        <a:uFillTx/>
                        <a:latin typeface="Arial" panose="020B0604020202020204" pitchFamily="34" charset="0"/>
                        <a:ea typeface="+mn-ea"/>
                        <a:cs typeface="Arial" panose="020B0604020202020204" pitchFamily="34" charset="0"/>
                        <a:sym typeface="Helvetica Neue Light"/>
                      </a:endParaRPr>
                    </a:p>
                    <a:p>
                      <a:pPr marL="0" marR="0" indent="0" algn="l" defTabSz="409575" latinLnBrk="0">
                        <a:lnSpc>
                          <a:spcPct val="100000"/>
                        </a:lnSpc>
                        <a:spcBef>
                          <a:spcPts val="0"/>
                        </a:spcBef>
                        <a:spcAft>
                          <a:spcPts val="0"/>
                        </a:spcAft>
                        <a:buClrTx/>
                        <a:buFontTx/>
                        <a:buNone/>
                        <a:tabLst/>
                      </a:pPr>
                      <a:r>
                        <a:rPr lang="en-US" altLang="zh-CN" sz="2000" b="0" i="0" u="none" strike="noStrike" cap="none" spc="0" baseline="0" dirty="0">
                          <a:solidFill>
                            <a:schemeClr val="tx1"/>
                          </a:solidFill>
                          <a:uFillTx/>
                          <a:latin typeface="Arial" panose="020B0604020202020204" pitchFamily="34" charset="0"/>
                          <a:ea typeface="+mn-ea"/>
                          <a:cs typeface="Arial" panose="020B0604020202020204" pitchFamily="34" charset="0"/>
                          <a:sym typeface="Helvetica Neue Light"/>
                        </a:rPr>
                        <a:t>2.</a:t>
                      </a:r>
                      <a:r>
                        <a:rPr lang="zh-CN" altLang="en-US" sz="2000" b="0" i="0" u="none" strike="noStrike" cap="none" spc="0" baseline="0" dirty="0">
                          <a:solidFill>
                            <a:schemeClr val="tx1"/>
                          </a:solidFill>
                          <a:uFillTx/>
                          <a:latin typeface="Arial" panose="020B0604020202020204" pitchFamily="34" charset="0"/>
                          <a:ea typeface="+mn-ea"/>
                          <a:cs typeface="Arial" panose="020B0604020202020204" pitchFamily="34" charset="0"/>
                          <a:sym typeface="Helvetica Neue Light"/>
                        </a:rPr>
                        <a:t>测量顺序如图</a:t>
                      </a:r>
                      <a:r>
                        <a:rPr lang="en-US" altLang="zh-CN" sz="2000" b="0" i="0" u="none" strike="noStrike" cap="none" spc="0" baseline="0" dirty="0">
                          <a:solidFill>
                            <a:schemeClr val="tx1"/>
                          </a:solidFill>
                          <a:uFillTx/>
                          <a:latin typeface="Arial" panose="020B0604020202020204" pitchFamily="34" charset="0"/>
                          <a:ea typeface="+mn-ea"/>
                          <a:cs typeface="Arial" panose="020B0604020202020204" pitchFamily="34" charset="0"/>
                          <a:sym typeface="Helvetica Neue Light"/>
                        </a:rPr>
                        <a:t>(Pic</a:t>
                      </a:r>
                      <a:r>
                        <a:rPr lang="zh-CN" altLang="en-US" sz="2000" b="0" i="0" u="none" strike="noStrike" cap="none" spc="0" baseline="0" dirty="0">
                          <a:solidFill>
                            <a:schemeClr val="tx1"/>
                          </a:solidFill>
                          <a:uFillTx/>
                          <a:latin typeface="Arial" panose="020B0604020202020204" pitchFamily="34" charset="0"/>
                          <a:ea typeface="+mn-ea"/>
                          <a:cs typeface="Arial" panose="020B0604020202020204" pitchFamily="34" charset="0"/>
                          <a:sym typeface="Helvetica Neue Light"/>
                        </a:rPr>
                        <a:t> </a:t>
                      </a:r>
                      <a:r>
                        <a:rPr lang="en-US" altLang="zh-CN" sz="2000" b="0" i="0" u="none" strike="noStrike" cap="none" spc="0" baseline="0" dirty="0">
                          <a:solidFill>
                            <a:schemeClr val="tx1"/>
                          </a:solidFill>
                          <a:uFillTx/>
                          <a:latin typeface="Arial" panose="020B0604020202020204" pitchFamily="34" charset="0"/>
                          <a:ea typeface="+mn-ea"/>
                          <a:cs typeface="Arial" panose="020B0604020202020204" pitchFamily="34" charset="0"/>
                          <a:sym typeface="Helvetica Neue Light"/>
                        </a:rPr>
                        <a:t>1)</a:t>
                      </a:r>
                      <a:r>
                        <a:rPr lang="zh-CN" altLang="en-US" sz="2000" b="0" i="0" u="none" strike="noStrike" cap="none" spc="0" baseline="0" dirty="0">
                          <a:solidFill>
                            <a:schemeClr val="tx1"/>
                          </a:solidFill>
                          <a:uFillTx/>
                          <a:latin typeface="Arial" panose="020B0604020202020204" pitchFamily="34" charset="0"/>
                          <a:ea typeface="+mn-ea"/>
                          <a:cs typeface="Arial" panose="020B0604020202020204" pitchFamily="34" charset="0"/>
                          <a:sym typeface="Helvetica Neue Light"/>
                        </a:rPr>
                        <a:t>；</a:t>
                      </a:r>
                      <a:endParaRPr lang="en-US" altLang="zh-CN" sz="2000" b="0" i="0" u="none" strike="noStrike" cap="none" spc="0" baseline="0" dirty="0">
                        <a:solidFill>
                          <a:schemeClr val="tx1"/>
                        </a:solidFill>
                        <a:uFillTx/>
                        <a:latin typeface="Arial" panose="020B0604020202020204" pitchFamily="34" charset="0"/>
                        <a:ea typeface="+mn-ea"/>
                        <a:cs typeface="Arial" panose="020B0604020202020204" pitchFamily="34" charset="0"/>
                        <a:sym typeface="Helvetica Neue Light"/>
                      </a:endParaRPr>
                    </a:p>
                    <a:p>
                      <a:pPr marL="0" marR="0" indent="0" algn="l" defTabSz="409575" latinLnBrk="0">
                        <a:lnSpc>
                          <a:spcPct val="100000"/>
                        </a:lnSpc>
                        <a:spcBef>
                          <a:spcPts val="0"/>
                        </a:spcBef>
                        <a:spcAft>
                          <a:spcPts val="0"/>
                        </a:spcAft>
                        <a:buClrTx/>
                        <a:buFontTx/>
                        <a:buNone/>
                        <a:tabLst/>
                      </a:pPr>
                      <a:r>
                        <a:rPr lang="en-US" altLang="zh-CN" sz="2000" b="0" i="0" u="none" strike="noStrike" cap="none" spc="0" baseline="0" dirty="0">
                          <a:solidFill>
                            <a:schemeClr val="tx1"/>
                          </a:solidFill>
                          <a:uFillTx/>
                          <a:latin typeface="Arial" panose="020B0604020202020204" pitchFamily="34" charset="0"/>
                          <a:ea typeface="+mn-ea"/>
                          <a:cs typeface="Arial" panose="020B0604020202020204" pitchFamily="34" charset="0"/>
                          <a:sym typeface="Helvetica Neue Light"/>
                        </a:rPr>
                        <a:t>3.</a:t>
                      </a:r>
                      <a:r>
                        <a:rPr lang="zh-CN" altLang="en-US" sz="2000" b="0" i="0" u="none" strike="noStrike" cap="none" spc="0" baseline="0" dirty="0">
                          <a:solidFill>
                            <a:schemeClr val="tx1"/>
                          </a:solidFill>
                          <a:uFillTx/>
                          <a:latin typeface="Arial" panose="020B0604020202020204" pitchFamily="34" charset="0"/>
                          <a:ea typeface="+mn-ea"/>
                          <a:cs typeface="Arial" panose="020B0604020202020204" pitchFamily="34" charset="0"/>
                          <a:sym typeface="Helvetica Neue Light"/>
                        </a:rPr>
                        <a:t>依圆弧过渡两直边交点为零点，选择“圆弧”工具，在</a:t>
                      </a:r>
                      <a:r>
                        <a:rPr lang="en" altLang="zh-CN" sz="2000" b="0" i="0" u="none" strike="noStrike" cap="none" spc="0" baseline="0" dirty="0">
                          <a:solidFill>
                            <a:schemeClr val="tx1"/>
                          </a:solidFill>
                          <a:uFillTx/>
                          <a:latin typeface="Arial" panose="020B0604020202020204" pitchFamily="34" charset="0"/>
                          <a:ea typeface="+mn-ea"/>
                          <a:cs typeface="Arial" panose="020B0604020202020204" pitchFamily="34" charset="0"/>
                          <a:sym typeface="Helvetica Neue Light"/>
                        </a:rPr>
                        <a:t>X=-0.</a:t>
                      </a:r>
                      <a:r>
                        <a:rPr lang="en-US" altLang="zh-CN" sz="2000" b="0" i="0" u="none" strike="noStrike" cap="none" spc="0" baseline="0" dirty="0">
                          <a:solidFill>
                            <a:schemeClr val="tx1"/>
                          </a:solidFill>
                          <a:uFillTx/>
                          <a:latin typeface="Arial" panose="020B0604020202020204" pitchFamily="34" charset="0"/>
                          <a:ea typeface="+mn-ea"/>
                          <a:cs typeface="Arial" panose="020B0604020202020204" pitchFamily="34" charset="0"/>
                          <a:sym typeface="Helvetica Neue Light"/>
                        </a:rPr>
                        <a:t>15</a:t>
                      </a:r>
                      <a:r>
                        <a:rPr lang="zh-CN" altLang="en-US" sz="2000" b="0" i="0" u="none" strike="noStrike" cap="none" spc="0" baseline="0" dirty="0">
                          <a:solidFill>
                            <a:schemeClr val="tx1"/>
                          </a:solidFill>
                          <a:uFillTx/>
                          <a:latin typeface="Arial" panose="020B0604020202020204" pitchFamily="34" charset="0"/>
                          <a:ea typeface="+mn-ea"/>
                          <a:cs typeface="Arial" panose="020B0604020202020204" pitchFamily="34" charset="0"/>
                          <a:sym typeface="Helvetica Neue Light"/>
                        </a:rPr>
                        <a:t>，</a:t>
                      </a:r>
                      <a:r>
                        <a:rPr lang="en-US" altLang="zh-CN" sz="2000" b="0" i="0" u="none" strike="noStrike" cap="none" spc="0" baseline="0" dirty="0">
                          <a:solidFill>
                            <a:schemeClr val="tx1"/>
                          </a:solidFill>
                          <a:uFillTx/>
                          <a:latin typeface="Arial" panose="020B0604020202020204" pitchFamily="34" charset="0"/>
                          <a:ea typeface="+mn-ea"/>
                          <a:cs typeface="Arial" panose="020B0604020202020204" pitchFamily="34" charset="0"/>
                          <a:sym typeface="Helvetica Neue Light"/>
                        </a:rPr>
                        <a:t>Y=-0.15(</a:t>
                      </a:r>
                      <a:r>
                        <a:rPr lang="zh-CN" altLang="en-US" sz="2000" b="0" i="0" u="none" strike="noStrike" cap="none" spc="0" baseline="0" dirty="0">
                          <a:solidFill>
                            <a:schemeClr val="tx1"/>
                          </a:solidFill>
                          <a:uFillTx/>
                          <a:latin typeface="Arial" panose="020B0604020202020204" pitchFamily="34" charset="0"/>
                          <a:ea typeface="+mn-ea"/>
                          <a:cs typeface="Arial" panose="020B0604020202020204" pitchFamily="34" charset="0"/>
                          <a:sym typeface="Helvetica Neue Light"/>
                        </a:rPr>
                        <a:t>根据产品</a:t>
                      </a:r>
                      <a:r>
                        <a:rPr lang="en-US" altLang="zh-CN" sz="2000" b="0" i="0" u="none" strike="noStrike" cap="none" spc="0" baseline="0" dirty="0">
                          <a:solidFill>
                            <a:schemeClr val="tx1"/>
                          </a:solidFill>
                          <a:uFillTx/>
                          <a:latin typeface="Arial" panose="020B0604020202020204" pitchFamily="34" charset="0"/>
                          <a:ea typeface="+mn-ea"/>
                          <a:cs typeface="Arial" panose="020B0604020202020204" pitchFamily="34" charset="0"/>
                          <a:sym typeface="Helvetica Neue Light"/>
                        </a:rPr>
                        <a:t>R</a:t>
                      </a:r>
                      <a:r>
                        <a:rPr lang="zh-CN" altLang="en-US" sz="2000" b="0" i="0" u="none" strike="noStrike" cap="none" spc="0" baseline="0" dirty="0">
                          <a:solidFill>
                            <a:schemeClr val="tx1"/>
                          </a:solidFill>
                          <a:uFillTx/>
                          <a:latin typeface="Arial" panose="020B0604020202020204" pitchFamily="34" charset="0"/>
                          <a:ea typeface="+mn-ea"/>
                          <a:cs typeface="Arial" panose="020B0604020202020204" pitchFamily="34" charset="0"/>
                          <a:sym typeface="Helvetica Neue Light"/>
                        </a:rPr>
                        <a:t>角的实际规格决定</a:t>
                      </a:r>
                      <a:r>
                        <a:rPr lang="en-US" altLang="zh-CN" sz="2000" b="0" i="0" u="none" strike="noStrike" cap="none" spc="0" baseline="0" dirty="0">
                          <a:solidFill>
                            <a:schemeClr val="tx1"/>
                          </a:solidFill>
                          <a:uFillTx/>
                          <a:latin typeface="Arial" panose="020B0604020202020204" pitchFamily="34" charset="0"/>
                          <a:ea typeface="+mn-ea"/>
                          <a:cs typeface="Arial" panose="020B0604020202020204" pitchFamily="34" charset="0"/>
                          <a:sym typeface="Helvetica Neue Light"/>
                        </a:rPr>
                        <a:t>)</a:t>
                      </a:r>
                      <a:r>
                        <a:rPr lang="zh-CN" altLang="en-US" sz="2000" b="0" i="0" u="none" strike="noStrike" cap="none" spc="0" baseline="0" dirty="0">
                          <a:solidFill>
                            <a:schemeClr val="tx1"/>
                          </a:solidFill>
                          <a:uFillTx/>
                          <a:latin typeface="Arial" panose="020B0604020202020204" pitchFamily="34" charset="0"/>
                          <a:ea typeface="+mn-ea"/>
                          <a:cs typeface="Arial" panose="020B0604020202020204" pitchFamily="34" charset="0"/>
                          <a:sym typeface="Helvetica Neue Light"/>
                        </a:rPr>
                        <a:t>范围内抓取圆弧如图（</a:t>
                      </a:r>
                      <a:r>
                        <a:rPr lang="en-US" altLang="zh-CN" sz="2000" b="0" i="0" u="none" strike="noStrike" cap="none" spc="0" baseline="0" dirty="0">
                          <a:solidFill>
                            <a:schemeClr val="tx1"/>
                          </a:solidFill>
                          <a:uFillTx/>
                          <a:latin typeface="Arial" panose="020B0604020202020204" pitchFamily="34" charset="0"/>
                          <a:ea typeface="+mn-ea"/>
                          <a:cs typeface="Arial" panose="020B0604020202020204" pitchFamily="34" charset="0"/>
                          <a:sym typeface="Helvetica Neue Light"/>
                        </a:rPr>
                        <a:t>Pic</a:t>
                      </a:r>
                      <a:r>
                        <a:rPr lang="zh-CN" altLang="en-US" sz="2000" b="0" i="0" u="none" strike="noStrike" cap="none" spc="0" baseline="0" dirty="0">
                          <a:solidFill>
                            <a:schemeClr val="tx1"/>
                          </a:solidFill>
                          <a:uFillTx/>
                          <a:latin typeface="Arial" panose="020B0604020202020204" pitchFamily="34" charset="0"/>
                          <a:ea typeface="+mn-ea"/>
                          <a:cs typeface="Arial" panose="020B0604020202020204" pitchFamily="34" charset="0"/>
                          <a:sym typeface="Helvetica Neue Light"/>
                        </a:rPr>
                        <a:t> </a:t>
                      </a:r>
                      <a:r>
                        <a:rPr lang="en-US" altLang="zh-CN" sz="2000" b="0" i="0" u="none" strike="noStrike" cap="none" spc="0" baseline="0" dirty="0">
                          <a:solidFill>
                            <a:schemeClr val="tx1"/>
                          </a:solidFill>
                          <a:uFillTx/>
                          <a:latin typeface="Arial" panose="020B0604020202020204" pitchFamily="34" charset="0"/>
                          <a:ea typeface="+mn-ea"/>
                          <a:cs typeface="Arial" panose="020B0604020202020204" pitchFamily="34" charset="0"/>
                          <a:sym typeface="Helvetica Neue Light"/>
                        </a:rPr>
                        <a:t>2)</a:t>
                      </a:r>
                      <a:r>
                        <a:rPr lang="zh-CN" altLang="en-US" sz="2000" b="0" i="0" u="none" strike="noStrike" cap="none" spc="0" baseline="0" dirty="0">
                          <a:solidFill>
                            <a:schemeClr val="tx1"/>
                          </a:solidFill>
                          <a:uFillTx/>
                          <a:latin typeface="Arial" panose="020B0604020202020204" pitchFamily="34" charset="0"/>
                          <a:ea typeface="+mn-ea"/>
                          <a:cs typeface="Arial" panose="020B0604020202020204" pitchFamily="34" charset="0"/>
                          <a:sym typeface="Helvetica Neue Light"/>
                        </a:rPr>
                        <a:t>，同样方式获取</a:t>
                      </a:r>
                      <a:r>
                        <a:rPr lang="en-US" altLang="zh-CN" sz="2000" b="0" i="0" u="none" strike="noStrike" cap="none" spc="0" baseline="0" dirty="0">
                          <a:solidFill>
                            <a:schemeClr val="tx1"/>
                          </a:solidFill>
                          <a:uFillTx/>
                          <a:latin typeface="Arial" panose="020B0604020202020204" pitchFamily="34" charset="0"/>
                          <a:ea typeface="+mn-ea"/>
                          <a:cs typeface="Arial" panose="020B0604020202020204" pitchFamily="34" charset="0"/>
                          <a:sym typeface="Helvetica Neue Light"/>
                        </a:rPr>
                        <a:t>R</a:t>
                      </a:r>
                      <a:r>
                        <a:rPr lang="zh-CN" altLang="en-US" sz="2000" b="0" i="0" u="none" strike="noStrike" cap="none" spc="0" baseline="0" dirty="0">
                          <a:solidFill>
                            <a:schemeClr val="tx1"/>
                          </a:solidFill>
                          <a:uFillTx/>
                          <a:latin typeface="Arial" panose="020B0604020202020204" pitchFamily="34" charset="0"/>
                          <a:ea typeface="+mn-ea"/>
                          <a:cs typeface="Arial" panose="020B0604020202020204" pitchFamily="34" charset="0"/>
                          <a:sym typeface="Helvetica Neue Light"/>
                        </a:rPr>
                        <a:t>角</a:t>
                      </a:r>
                      <a:r>
                        <a:rPr lang="en-US" altLang="zh-CN" sz="2000" b="0" i="0" u="none" strike="noStrike" cap="none" spc="0" baseline="0" dirty="0">
                          <a:solidFill>
                            <a:schemeClr val="tx1"/>
                          </a:solidFill>
                          <a:uFillTx/>
                          <a:latin typeface="Arial" panose="020B0604020202020204" pitchFamily="34" charset="0"/>
                          <a:ea typeface="+mn-ea"/>
                          <a:cs typeface="Arial" panose="020B0604020202020204" pitchFamily="34" charset="0"/>
                          <a:sym typeface="Helvetica Neue Light"/>
                        </a:rPr>
                        <a:t>2~8</a:t>
                      </a:r>
                      <a:r>
                        <a:rPr lang="zh-CN" altLang="en-US" sz="2000" b="0" i="0" u="none" strike="noStrike" cap="none" spc="0" baseline="0" dirty="0">
                          <a:solidFill>
                            <a:schemeClr val="tx1"/>
                          </a:solidFill>
                          <a:uFillTx/>
                          <a:latin typeface="Arial" panose="020B0604020202020204" pitchFamily="34" charset="0"/>
                          <a:ea typeface="+mn-ea"/>
                          <a:cs typeface="Arial" panose="020B0604020202020204" pitchFamily="34" charset="0"/>
                          <a:sym typeface="Helvetica Neue Light"/>
                        </a:rPr>
                        <a:t>；输出其半径，即</a:t>
                      </a:r>
                      <a:r>
                        <a:rPr lang="en-US" altLang="zh-CN" sz="2000" b="0" i="0" u="none" strike="noStrike" cap="none" spc="0" baseline="0" dirty="0">
                          <a:solidFill>
                            <a:schemeClr val="tx1"/>
                          </a:solidFill>
                          <a:uFillTx/>
                          <a:latin typeface="Arial" panose="020B0604020202020204" pitchFamily="34" charset="0"/>
                          <a:ea typeface="+mn-ea"/>
                          <a:cs typeface="Arial" panose="020B0604020202020204" pitchFamily="34" charset="0"/>
                          <a:sym typeface="Helvetica Neue Light"/>
                        </a:rPr>
                        <a:t>FAI7-1;</a:t>
                      </a:r>
                    </a:p>
                    <a:p>
                      <a:pPr marL="0" marR="0" indent="0" algn="l" defTabSz="409575" latinLnBrk="0">
                        <a:lnSpc>
                          <a:spcPct val="100000"/>
                        </a:lnSpc>
                        <a:spcBef>
                          <a:spcPts val="0"/>
                        </a:spcBef>
                        <a:spcAft>
                          <a:spcPts val="0"/>
                        </a:spcAft>
                        <a:buClrTx/>
                        <a:buFontTx/>
                        <a:buNone/>
                        <a:tabLst/>
                      </a:pPr>
                      <a:r>
                        <a:rPr lang="en-US" altLang="zh-CN" sz="2000" b="0" i="0" u="none" strike="noStrike" cap="none" spc="0" baseline="0" dirty="0">
                          <a:solidFill>
                            <a:schemeClr val="tx1"/>
                          </a:solidFill>
                          <a:uFillTx/>
                          <a:latin typeface="Arial" panose="020B0604020202020204" pitchFamily="34" charset="0"/>
                          <a:ea typeface="+mn-ea"/>
                          <a:cs typeface="Arial" panose="020B0604020202020204" pitchFamily="34" charset="0"/>
                          <a:sym typeface="Helvetica Neue Light"/>
                        </a:rPr>
                        <a:t>4.</a:t>
                      </a:r>
                      <a:r>
                        <a:rPr lang="zh-CN" altLang="en-US" sz="2000" b="0" i="0" u="none" strike="noStrike" cap="none" spc="0" baseline="0" dirty="0">
                          <a:solidFill>
                            <a:schemeClr val="tx1"/>
                          </a:solidFill>
                          <a:uFillTx/>
                          <a:latin typeface="Arial" panose="020B0604020202020204" pitchFamily="34" charset="0"/>
                          <a:ea typeface="+mn-ea"/>
                          <a:cs typeface="Arial" panose="020B0604020202020204" pitchFamily="34" charset="0"/>
                          <a:sym typeface="Helvetica Neue Light"/>
                        </a:rPr>
                        <a:t>按照同样的方法分别输出磁钢</a:t>
                      </a:r>
                      <a:r>
                        <a:rPr lang="en-US" altLang="zh-CN" sz="2000" b="0" i="0" u="none" strike="noStrike" cap="none" spc="0" baseline="0" dirty="0">
                          <a:solidFill>
                            <a:schemeClr val="tx1"/>
                          </a:solidFill>
                          <a:uFillTx/>
                          <a:latin typeface="Arial" panose="020B0604020202020204" pitchFamily="34" charset="0"/>
                          <a:ea typeface="+mn-ea"/>
                          <a:cs typeface="Arial" panose="020B0604020202020204" pitchFamily="34" charset="0"/>
                          <a:sym typeface="Helvetica Neue Light"/>
                        </a:rPr>
                        <a:t>,R</a:t>
                      </a:r>
                      <a:r>
                        <a:rPr lang="zh-CN" altLang="en-US" sz="2000" b="0" i="0" u="none" strike="noStrike" cap="none" spc="0" baseline="0" dirty="0">
                          <a:solidFill>
                            <a:schemeClr val="tx1"/>
                          </a:solidFill>
                          <a:uFillTx/>
                          <a:latin typeface="Arial" panose="020B0604020202020204" pitchFamily="34" charset="0"/>
                          <a:ea typeface="+mn-ea"/>
                          <a:cs typeface="Arial" panose="020B0604020202020204" pitchFamily="34" charset="0"/>
                          <a:sym typeface="Helvetica Neue Light"/>
                        </a:rPr>
                        <a:t>角</a:t>
                      </a:r>
                      <a:r>
                        <a:rPr lang="en-US" altLang="zh-CN" sz="2000" b="0" i="0" u="none" strike="noStrike" cap="none" spc="0" baseline="0" dirty="0">
                          <a:solidFill>
                            <a:schemeClr val="tx1"/>
                          </a:solidFill>
                          <a:uFillTx/>
                          <a:latin typeface="Arial" panose="020B0604020202020204" pitchFamily="34" charset="0"/>
                          <a:ea typeface="+mn-ea"/>
                          <a:cs typeface="Arial" panose="020B0604020202020204" pitchFamily="34" charset="0"/>
                          <a:sym typeface="Helvetica Neue Light"/>
                        </a:rPr>
                        <a:t>2~8</a:t>
                      </a:r>
                      <a:r>
                        <a:rPr lang="zh-CN" altLang="en-US" sz="2000" b="0" i="0" u="none" strike="noStrike" cap="none" spc="0" baseline="0" dirty="0">
                          <a:solidFill>
                            <a:schemeClr val="tx1"/>
                          </a:solidFill>
                          <a:uFillTx/>
                          <a:latin typeface="Arial" panose="020B0604020202020204" pitchFamily="34" charset="0"/>
                          <a:ea typeface="+mn-ea"/>
                          <a:cs typeface="Arial" panose="020B0604020202020204" pitchFamily="34" charset="0"/>
                          <a:sym typeface="Helvetica Neue Light"/>
                        </a:rPr>
                        <a:t>的半径，即为</a:t>
                      </a:r>
                      <a:r>
                        <a:rPr lang="en-US" altLang="zh-CN" sz="2000" b="0" i="0" u="none" strike="noStrike" cap="none" spc="0" baseline="0" dirty="0">
                          <a:solidFill>
                            <a:schemeClr val="tx1"/>
                          </a:solidFill>
                          <a:uFillTx/>
                          <a:latin typeface="Arial" panose="020B0604020202020204" pitchFamily="34" charset="0"/>
                          <a:ea typeface="+mn-ea"/>
                          <a:cs typeface="Arial" panose="020B0604020202020204" pitchFamily="34" charset="0"/>
                          <a:sym typeface="Helvetica Neue Light"/>
                        </a:rPr>
                        <a:t>FAI7-2~FAI7-8</a:t>
                      </a:r>
                      <a:r>
                        <a:rPr lang="zh-CN" altLang="en-US" sz="2000" b="0" i="0" u="none" strike="noStrike" cap="none" spc="0" baseline="0" dirty="0">
                          <a:solidFill>
                            <a:schemeClr val="tx1"/>
                          </a:solidFill>
                          <a:uFillTx/>
                          <a:latin typeface="Arial" panose="020B0604020202020204" pitchFamily="34" charset="0"/>
                          <a:ea typeface="+mn-ea"/>
                          <a:cs typeface="Arial" panose="020B0604020202020204" pitchFamily="34" charset="0"/>
                          <a:sym typeface="Helvetica Neue Light"/>
                        </a:rPr>
                        <a:t>；</a:t>
                      </a:r>
                      <a:endParaRPr lang="en-US" altLang="zh-CN" sz="2000" b="0" i="0" u="none" strike="noStrike" cap="none" spc="0" baseline="0" dirty="0">
                        <a:solidFill>
                          <a:schemeClr val="tx1"/>
                        </a:solidFill>
                        <a:uFillTx/>
                        <a:latin typeface="Arial" panose="020B0604020202020204" pitchFamily="34" charset="0"/>
                        <a:ea typeface="+mn-ea"/>
                        <a:cs typeface="Arial" panose="020B0604020202020204" pitchFamily="34" charset="0"/>
                        <a:sym typeface="Helvetica Neue Light"/>
                      </a:endParaRPr>
                    </a:p>
                    <a:p>
                      <a:pPr marL="0" marR="0" indent="0" algn="l" defTabSz="409575" latinLnBrk="0">
                        <a:lnSpc>
                          <a:spcPct val="100000"/>
                        </a:lnSpc>
                        <a:spcBef>
                          <a:spcPts val="0"/>
                        </a:spcBef>
                        <a:spcAft>
                          <a:spcPts val="0"/>
                        </a:spcAft>
                        <a:buClrTx/>
                        <a:buSzTx/>
                        <a:buFontTx/>
                        <a:buNone/>
                        <a:tabLst/>
                      </a:pPr>
                      <a:r>
                        <a:rPr lang="en-US" altLang="zh-CN" sz="2000" b="0" i="0" u="none" strike="noStrike" cap="none" spc="0" baseline="0" dirty="0">
                          <a:solidFill>
                            <a:schemeClr val="tx1"/>
                          </a:solidFill>
                          <a:uFillTx/>
                          <a:latin typeface="Arial" panose="020B0604020202020204" pitchFamily="34" charset="0"/>
                          <a:ea typeface="+mn-ea"/>
                          <a:cs typeface="Arial" panose="020B0604020202020204" pitchFamily="34" charset="0"/>
                          <a:sym typeface="Helvetica Neue Light"/>
                        </a:rPr>
                        <a:t>1.Place the product on the measuring platform, and refer to the side coordinate system -2 on page P21. Facade coordinate system -3; (bottom light 30%, magnification 107 times) </a:t>
                      </a:r>
                    </a:p>
                    <a:p>
                      <a:pPr marL="0" marR="0" indent="0" algn="l" defTabSz="409575" latinLnBrk="0">
                        <a:lnSpc>
                          <a:spcPct val="100000"/>
                        </a:lnSpc>
                        <a:spcBef>
                          <a:spcPts val="0"/>
                        </a:spcBef>
                        <a:spcAft>
                          <a:spcPts val="0"/>
                        </a:spcAft>
                        <a:buClrTx/>
                        <a:buSzTx/>
                        <a:buFontTx/>
                        <a:buNone/>
                        <a:tabLst/>
                      </a:pPr>
                      <a:r>
                        <a:rPr lang="en-US" altLang="zh-CN" sz="2000" b="0" i="0" u="none" strike="noStrike" cap="none" spc="0" baseline="0" dirty="0">
                          <a:solidFill>
                            <a:schemeClr val="tx1"/>
                          </a:solidFill>
                          <a:uFillTx/>
                          <a:latin typeface="Arial" panose="020B0604020202020204" pitchFamily="34" charset="0"/>
                          <a:ea typeface="+mn-ea"/>
                          <a:cs typeface="Arial" panose="020B0604020202020204" pitchFamily="34" charset="0"/>
                          <a:sym typeface="Helvetica Neue Light"/>
                        </a:rPr>
                        <a:t>2.Measurement sequence as shown in Pic 1; </a:t>
                      </a:r>
                    </a:p>
                    <a:p>
                      <a:pPr marL="0" marR="0" indent="0" algn="l" defTabSz="409575" latinLnBrk="0">
                        <a:lnSpc>
                          <a:spcPct val="100000"/>
                        </a:lnSpc>
                        <a:spcBef>
                          <a:spcPts val="0"/>
                        </a:spcBef>
                        <a:spcAft>
                          <a:spcPts val="0"/>
                        </a:spcAft>
                        <a:buClrTx/>
                        <a:buSzTx/>
                        <a:buFontTx/>
                        <a:buNone/>
                        <a:tabLst/>
                      </a:pPr>
                      <a:r>
                        <a:rPr lang="en-US" altLang="zh-CN" sz="2000" b="0" i="0" u="none" strike="noStrike" cap="none" spc="0" baseline="0" dirty="0">
                          <a:solidFill>
                            <a:schemeClr val="tx1"/>
                          </a:solidFill>
                          <a:uFillTx/>
                          <a:latin typeface="Arial" panose="020B0604020202020204" pitchFamily="34" charset="0"/>
                          <a:ea typeface="+mn-ea"/>
                          <a:cs typeface="Arial" panose="020B0604020202020204" pitchFamily="34" charset="0"/>
                          <a:sym typeface="Helvetica Neue Light"/>
                        </a:rPr>
                        <a:t>3.According to the intersection point of the two straight edges of the arc transition as the zero point, select the "arc" tool, grasp the arc in the range of X=-0.15, Y=-0.15(determined by the actual specifications of the R Angle of the product) as shown in Figure 2 (Pic 2), and obtain R Angle 2~8 in the same way; Print its radius, FAI7-1;4. According to the same method, the magnetic steel is output respectively. The radius of R Angle 2~8 is FAI7-2~FAI7-8;</a:t>
                      </a:r>
                      <a:endParaRPr lang="en-US" altLang="zh-CN" sz="2000" dirty="0">
                        <a:latin typeface="Arial" panose="020B0604020202020204" pitchFamily="34" charset="0"/>
                        <a:cs typeface="Arial" panose="020B0604020202020204" pitchFamily="34" charset="0"/>
                      </a:endParaRPr>
                    </a:p>
                  </a:txBody>
                  <a:tcPr marL="12700" marR="12700" marT="12700" marB="127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indent="0" algn="l" defTabSz="409575" latinLnBrk="0">
                        <a:lnSpc>
                          <a:spcPct val="100000"/>
                        </a:lnSpc>
                        <a:spcBef>
                          <a:spcPts val="0"/>
                        </a:spcBef>
                        <a:spcAft>
                          <a:spcPts val="0"/>
                        </a:spcAft>
                        <a:buClrTx/>
                        <a:buSzTx/>
                        <a:buFontTx/>
                        <a:buNone/>
                        <a:tabLst/>
                        <a:defRPr sz="2400">
                          <a:sym typeface="Helvetica Neue Medium"/>
                        </a:defRPr>
                      </a:pPr>
                      <a:r>
                        <a:rPr sz="2400" b="0" i="0" u="none" strike="noStrike" cap="none" spc="0" baseline="0" dirty="0">
                          <a:solidFill>
                            <a:srgbClr val="000000"/>
                          </a:solidFill>
                          <a:uFillTx/>
                          <a:latin typeface="Arial" panose="020B0604020202020204" pitchFamily="34" charset="0"/>
                          <a:ea typeface="+mn-ea"/>
                          <a:cs typeface="Arial" panose="020B0604020202020204" pitchFamily="34" charset="0"/>
                          <a:sym typeface="Helvetica Neue Light"/>
                        </a:rPr>
                        <a:t>1. Measurement Method ：</a:t>
                      </a:r>
                      <a:r>
                        <a:rPr lang="en-US" altLang="zh-CN" sz="2400" b="0" i="0" u="none" strike="noStrike" cap="none" spc="0" baseline="0" dirty="0">
                          <a:solidFill>
                            <a:srgbClr val="000000"/>
                          </a:solidFill>
                          <a:uFillTx/>
                          <a:latin typeface="Arial" panose="020B0604020202020204" pitchFamily="34" charset="0"/>
                          <a:ea typeface="+mn-ea"/>
                          <a:cs typeface="Arial" panose="020B0604020202020204" pitchFamily="34" charset="0"/>
                          <a:sym typeface="Helvetica Neue Light"/>
                        </a:rPr>
                        <a:t>OMM</a:t>
                      </a:r>
                      <a:endParaRPr lang="en" altLang="zh-CN" sz="2400" b="0" i="0" u="none" strike="noStrike" cap="none" spc="0" baseline="0" dirty="0">
                        <a:solidFill>
                          <a:srgbClr val="000000"/>
                        </a:solidFill>
                        <a:uFillTx/>
                        <a:latin typeface="Arial" panose="020B0604020202020204" pitchFamily="34" charset="0"/>
                        <a:ea typeface="+mn-ea"/>
                        <a:cs typeface="Arial" panose="020B0604020202020204" pitchFamily="34" charset="0"/>
                        <a:sym typeface="Helvetica Neue Light"/>
                      </a:endParaRPr>
                    </a:p>
                    <a:p>
                      <a:pPr marL="0" marR="0" indent="0" algn="l" defTabSz="409575" latinLnBrk="0">
                        <a:lnSpc>
                          <a:spcPct val="100000"/>
                        </a:lnSpc>
                        <a:spcBef>
                          <a:spcPts val="0"/>
                        </a:spcBef>
                        <a:spcAft>
                          <a:spcPts val="0"/>
                        </a:spcAft>
                        <a:buClrTx/>
                        <a:buSzTx/>
                        <a:buFontTx/>
                        <a:buNone/>
                        <a:tabLst/>
                        <a:defRPr sz="2400">
                          <a:sym typeface="Helvetica Neue Medium"/>
                        </a:defRPr>
                      </a:pPr>
                      <a:r>
                        <a:rPr sz="2400" b="0" i="0" u="none" strike="noStrike" cap="none" spc="0" baseline="0" dirty="0">
                          <a:solidFill>
                            <a:srgbClr val="000000"/>
                          </a:solidFill>
                          <a:uFillTx/>
                          <a:latin typeface="Arial" panose="020B0604020202020204" pitchFamily="34" charset="0"/>
                          <a:ea typeface="+mn-ea"/>
                          <a:cs typeface="Arial" panose="020B0604020202020204" pitchFamily="34" charset="0"/>
                          <a:sym typeface="Helvetica Neue Light"/>
                        </a:rPr>
                        <a:t>2.  Fixture :NO</a:t>
                      </a:r>
                    </a:p>
                    <a:p>
                      <a:pPr marL="0" marR="0" indent="0" algn="l" defTabSz="409575" latinLnBrk="0">
                        <a:lnSpc>
                          <a:spcPct val="100000"/>
                        </a:lnSpc>
                        <a:spcBef>
                          <a:spcPts val="0"/>
                        </a:spcBef>
                        <a:spcAft>
                          <a:spcPts val="0"/>
                        </a:spcAft>
                        <a:buClrTx/>
                        <a:buSzTx/>
                        <a:buFontTx/>
                        <a:buNone/>
                        <a:tabLst/>
                        <a:defRPr sz="2400">
                          <a:sym typeface="Helvetica Neue Medium"/>
                        </a:defRPr>
                      </a:pPr>
                      <a:r>
                        <a:rPr sz="2400" b="0" i="0" u="none" strike="noStrike" cap="none" spc="0" baseline="0" dirty="0">
                          <a:solidFill>
                            <a:srgbClr val="000000"/>
                          </a:solidFill>
                          <a:uFillTx/>
                          <a:latin typeface="Arial" panose="020B0604020202020204" pitchFamily="34" charset="0"/>
                          <a:ea typeface="+mn-ea"/>
                          <a:cs typeface="Arial" panose="020B0604020202020204" pitchFamily="34" charset="0"/>
                          <a:sym typeface="Helvetica Neue Light"/>
                        </a:rPr>
                        <a:t>3.  Measurement status ：Free</a:t>
                      </a:r>
                    </a:p>
                    <a:p>
                      <a:pPr marL="0" marR="0" indent="0" algn="l" defTabSz="409575" latinLnBrk="0">
                        <a:lnSpc>
                          <a:spcPct val="100000"/>
                        </a:lnSpc>
                        <a:spcBef>
                          <a:spcPts val="0"/>
                        </a:spcBef>
                        <a:spcAft>
                          <a:spcPts val="0"/>
                        </a:spcAft>
                        <a:buClrTx/>
                        <a:buSzTx/>
                        <a:buFontTx/>
                        <a:buNone/>
                        <a:tabLst/>
                        <a:defRPr sz="2400">
                          <a:sym typeface="Helvetica Neue Medium"/>
                        </a:defRPr>
                      </a:pPr>
                      <a:r>
                        <a:rPr sz="2400" b="0" i="0" u="none" strike="noStrike" cap="none" spc="0" baseline="0" dirty="0">
                          <a:solidFill>
                            <a:srgbClr val="000000"/>
                          </a:solidFill>
                          <a:uFillTx/>
                          <a:latin typeface="Arial" panose="020B0604020202020204" pitchFamily="34" charset="0"/>
                          <a:ea typeface="+mn-ea"/>
                          <a:cs typeface="Arial" panose="020B0604020202020204" pitchFamily="34" charset="0"/>
                          <a:sym typeface="Helvetica Neue Light"/>
                        </a:rPr>
                        <a:t>4.  Measurement procedure ：</a:t>
                      </a:r>
                      <a:r>
                        <a:rPr lang="en-US" altLang="zh-CN" sz="2400" b="0" i="0" u="none" strike="noStrike" cap="none" spc="0" baseline="0" dirty="0">
                          <a:solidFill>
                            <a:srgbClr val="000000"/>
                          </a:solidFill>
                          <a:uFillTx/>
                          <a:latin typeface="Arial" panose="020B0604020202020204" pitchFamily="34" charset="0"/>
                          <a:ea typeface="+mn-ea"/>
                          <a:cs typeface="Arial" panose="020B0604020202020204" pitchFamily="34" charset="0"/>
                          <a:sym typeface="Helvetica Neue Light"/>
                        </a:rPr>
                        <a:t>Same as the FAI</a:t>
                      </a:r>
                      <a:endParaRPr sz="2400" b="0" i="0" u="none" strike="noStrike" cap="none" spc="0" baseline="0" dirty="0">
                        <a:solidFill>
                          <a:srgbClr val="000000"/>
                        </a:solidFill>
                        <a:uFillTx/>
                        <a:latin typeface="Arial" panose="020B0604020202020204" pitchFamily="34" charset="0"/>
                        <a:ea typeface="+mn-ea"/>
                        <a:cs typeface="Arial" panose="020B0604020202020204" pitchFamily="34" charset="0"/>
                        <a:sym typeface="Helvetica Neue Light"/>
                      </a:endParaRPr>
                    </a:p>
                  </a:txBody>
                  <a:tcPr marL="12700" marR="12700" marT="12700" marB="127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2"/>
                  </a:ext>
                </a:extLst>
              </a:tr>
            </a:tbl>
          </a:graphicData>
        </a:graphic>
      </p:graphicFrame>
      <p:sp>
        <p:nvSpPr>
          <p:cNvPr id="26" name="幻灯片编号"/>
          <p:cNvSpPr txBox="1">
            <a:spLocks noGrp="1"/>
          </p:cNvSpPr>
          <p:nvPr>
            <p:ph type="sldNum" sz="quarter" idx="4294967295"/>
          </p:nvPr>
        </p:nvSpPr>
        <p:spPr>
          <a:xfrm>
            <a:off x="14231998" y="12547882"/>
            <a:ext cx="426393" cy="482817"/>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71434" tIns="71434" rIns="71434" bIns="71434">
            <a:spAutoFit/>
          </a:bodyPr>
          <a:lstStyle>
            <a:lvl1pPr defTabSz="821529">
              <a:defRPr sz="2200">
                <a:solidFill>
                  <a:srgbClr val="000000"/>
                </a:solidFill>
                <a:latin typeface="Helvetica Neue Thin"/>
                <a:ea typeface="Helvetica Neue Thin"/>
                <a:cs typeface="Helvetica Neue Thin"/>
                <a:sym typeface="Helvetica Neue Thin"/>
              </a:defRPr>
            </a:lvl1pPr>
          </a:lstStyle>
          <a:p>
            <a:r>
              <a:rPr lang="en-US" dirty="0"/>
              <a:t>24</a:t>
            </a:r>
            <a:endParaRPr dirty="0"/>
          </a:p>
        </p:txBody>
      </p:sp>
      <p:sp>
        <p:nvSpPr>
          <p:cNvPr id="18" name="MTD | X1586 Metrology Details 160-02182-03"/>
          <p:cNvSpPr txBox="1">
            <a:spLocks/>
          </p:cNvSpPr>
          <p:nvPr/>
        </p:nvSpPr>
        <p:spPr>
          <a:xfrm>
            <a:off x="748552" y="635607"/>
            <a:ext cx="18638941" cy="83125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normAutofit/>
          </a:bodyPr>
          <a:lstStyle>
            <a:lvl1pPr marL="0" marR="0" indent="0" algn="l" defTabSz="819150" latinLnBrk="0">
              <a:lnSpc>
                <a:spcPct val="100000"/>
              </a:lnSpc>
              <a:spcBef>
                <a:spcPts val="0"/>
              </a:spcBef>
              <a:spcAft>
                <a:spcPts val="0"/>
              </a:spcAft>
              <a:buClrTx/>
              <a:buSzTx/>
              <a:buFontTx/>
              <a:buNone/>
              <a:tabLst/>
              <a:defRPr sz="5400" b="0" i="0" u="none" strike="noStrike" cap="none" spc="0" baseline="0">
                <a:solidFill>
                  <a:srgbClr val="0096FF"/>
                </a:solidFill>
                <a:uFillTx/>
                <a:latin typeface="Helvetica Neue Light"/>
                <a:ea typeface="Helvetica Neue Light"/>
                <a:cs typeface="Helvetica Neue Light"/>
                <a:sym typeface="Helvetica Neue Light"/>
              </a:defRPr>
            </a:lvl1pPr>
            <a:lvl2pPr marL="0" marR="0" indent="0" algn="l" defTabSz="819150" latinLnBrk="0">
              <a:lnSpc>
                <a:spcPct val="100000"/>
              </a:lnSpc>
              <a:spcBef>
                <a:spcPts val="0"/>
              </a:spcBef>
              <a:spcAft>
                <a:spcPts val="0"/>
              </a:spcAft>
              <a:buClrTx/>
              <a:buSzTx/>
              <a:buFontTx/>
              <a:buNone/>
              <a:tabLst/>
              <a:defRPr sz="5400" b="0" i="0" u="none" strike="noStrike" cap="none" spc="0" baseline="0">
                <a:solidFill>
                  <a:srgbClr val="0096FF"/>
                </a:solidFill>
                <a:uFillTx/>
                <a:latin typeface="Helvetica Neue Light"/>
                <a:ea typeface="Helvetica Neue Light"/>
                <a:cs typeface="Helvetica Neue Light"/>
                <a:sym typeface="Helvetica Neue Light"/>
              </a:defRPr>
            </a:lvl2pPr>
            <a:lvl3pPr marL="0" marR="0" indent="0" algn="l" defTabSz="819150" latinLnBrk="0">
              <a:lnSpc>
                <a:spcPct val="100000"/>
              </a:lnSpc>
              <a:spcBef>
                <a:spcPts val="0"/>
              </a:spcBef>
              <a:spcAft>
                <a:spcPts val="0"/>
              </a:spcAft>
              <a:buClrTx/>
              <a:buSzTx/>
              <a:buFontTx/>
              <a:buNone/>
              <a:tabLst/>
              <a:defRPr sz="5400" b="0" i="0" u="none" strike="noStrike" cap="none" spc="0" baseline="0">
                <a:solidFill>
                  <a:srgbClr val="0096FF"/>
                </a:solidFill>
                <a:uFillTx/>
                <a:latin typeface="Helvetica Neue Light"/>
                <a:ea typeface="Helvetica Neue Light"/>
                <a:cs typeface="Helvetica Neue Light"/>
                <a:sym typeface="Helvetica Neue Light"/>
              </a:defRPr>
            </a:lvl3pPr>
            <a:lvl4pPr marL="0" marR="0" indent="0" algn="l" defTabSz="819150" latinLnBrk="0">
              <a:lnSpc>
                <a:spcPct val="100000"/>
              </a:lnSpc>
              <a:spcBef>
                <a:spcPts val="0"/>
              </a:spcBef>
              <a:spcAft>
                <a:spcPts val="0"/>
              </a:spcAft>
              <a:buClrTx/>
              <a:buSzTx/>
              <a:buFontTx/>
              <a:buNone/>
              <a:tabLst/>
              <a:defRPr sz="5400" b="0" i="0" u="none" strike="noStrike" cap="none" spc="0" baseline="0">
                <a:solidFill>
                  <a:srgbClr val="0096FF"/>
                </a:solidFill>
                <a:uFillTx/>
                <a:latin typeface="Helvetica Neue Light"/>
                <a:ea typeface="Helvetica Neue Light"/>
                <a:cs typeface="Helvetica Neue Light"/>
                <a:sym typeface="Helvetica Neue Light"/>
              </a:defRPr>
            </a:lvl4pPr>
            <a:lvl5pPr marL="0" marR="0" indent="0" algn="l" defTabSz="819150" latinLnBrk="0">
              <a:lnSpc>
                <a:spcPct val="100000"/>
              </a:lnSpc>
              <a:spcBef>
                <a:spcPts val="0"/>
              </a:spcBef>
              <a:spcAft>
                <a:spcPts val="0"/>
              </a:spcAft>
              <a:buClrTx/>
              <a:buSzTx/>
              <a:buFontTx/>
              <a:buNone/>
              <a:tabLst/>
              <a:defRPr sz="5400" b="0" i="0" u="none" strike="noStrike" cap="none" spc="0" baseline="0">
                <a:solidFill>
                  <a:srgbClr val="0096FF"/>
                </a:solidFill>
                <a:uFillTx/>
                <a:latin typeface="Helvetica Neue Light"/>
                <a:ea typeface="Helvetica Neue Light"/>
                <a:cs typeface="Helvetica Neue Light"/>
                <a:sym typeface="Helvetica Neue Light"/>
              </a:defRPr>
            </a:lvl5pPr>
            <a:lvl6pPr marL="0" marR="0" indent="0" algn="l" defTabSz="819150" latinLnBrk="0">
              <a:lnSpc>
                <a:spcPct val="100000"/>
              </a:lnSpc>
              <a:spcBef>
                <a:spcPts val="0"/>
              </a:spcBef>
              <a:spcAft>
                <a:spcPts val="0"/>
              </a:spcAft>
              <a:buClrTx/>
              <a:buSzTx/>
              <a:buFontTx/>
              <a:buNone/>
              <a:tabLst/>
              <a:defRPr sz="5400" b="0" i="0" u="none" strike="noStrike" cap="none" spc="0" baseline="0">
                <a:solidFill>
                  <a:srgbClr val="0096FF"/>
                </a:solidFill>
                <a:uFillTx/>
                <a:latin typeface="Helvetica Neue Light"/>
                <a:ea typeface="Helvetica Neue Light"/>
                <a:cs typeface="Helvetica Neue Light"/>
                <a:sym typeface="Helvetica Neue Light"/>
              </a:defRPr>
            </a:lvl6pPr>
            <a:lvl7pPr marL="0" marR="0" indent="0" algn="l" defTabSz="819150" latinLnBrk="0">
              <a:lnSpc>
                <a:spcPct val="100000"/>
              </a:lnSpc>
              <a:spcBef>
                <a:spcPts val="0"/>
              </a:spcBef>
              <a:spcAft>
                <a:spcPts val="0"/>
              </a:spcAft>
              <a:buClrTx/>
              <a:buSzTx/>
              <a:buFontTx/>
              <a:buNone/>
              <a:tabLst/>
              <a:defRPr sz="5400" b="0" i="0" u="none" strike="noStrike" cap="none" spc="0" baseline="0">
                <a:solidFill>
                  <a:srgbClr val="0096FF"/>
                </a:solidFill>
                <a:uFillTx/>
                <a:latin typeface="Helvetica Neue Light"/>
                <a:ea typeface="Helvetica Neue Light"/>
                <a:cs typeface="Helvetica Neue Light"/>
                <a:sym typeface="Helvetica Neue Light"/>
              </a:defRPr>
            </a:lvl7pPr>
            <a:lvl8pPr marL="0" marR="0" indent="0" algn="l" defTabSz="819150" latinLnBrk="0">
              <a:lnSpc>
                <a:spcPct val="100000"/>
              </a:lnSpc>
              <a:spcBef>
                <a:spcPts val="0"/>
              </a:spcBef>
              <a:spcAft>
                <a:spcPts val="0"/>
              </a:spcAft>
              <a:buClrTx/>
              <a:buSzTx/>
              <a:buFontTx/>
              <a:buNone/>
              <a:tabLst/>
              <a:defRPr sz="5400" b="0" i="0" u="none" strike="noStrike" cap="none" spc="0" baseline="0">
                <a:solidFill>
                  <a:srgbClr val="0096FF"/>
                </a:solidFill>
                <a:uFillTx/>
                <a:latin typeface="Helvetica Neue Light"/>
                <a:ea typeface="Helvetica Neue Light"/>
                <a:cs typeface="Helvetica Neue Light"/>
                <a:sym typeface="Helvetica Neue Light"/>
              </a:defRPr>
            </a:lvl8pPr>
            <a:lvl9pPr marL="0" marR="0" indent="0" algn="l" defTabSz="819150" latinLnBrk="0">
              <a:lnSpc>
                <a:spcPct val="100000"/>
              </a:lnSpc>
              <a:spcBef>
                <a:spcPts val="0"/>
              </a:spcBef>
              <a:spcAft>
                <a:spcPts val="0"/>
              </a:spcAft>
              <a:buClrTx/>
              <a:buSzTx/>
              <a:buFontTx/>
              <a:buNone/>
              <a:tabLst/>
              <a:defRPr sz="5400" b="0" i="0" u="none" strike="noStrike" cap="none" spc="0" baseline="0">
                <a:solidFill>
                  <a:srgbClr val="0096FF"/>
                </a:solidFill>
                <a:uFillTx/>
                <a:latin typeface="Helvetica Neue Light"/>
                <a:ea typeface="Helvetica Neue Light"/>
                <a:cs typeface="Helvetica Neue Light"/>
                <a:sym typeface="Helvetica Neue Light"/>
              </a:defRPr>
            </a:lvl9pPr>
          </a:lstStyle>
          <a:p>
            <a:pPr defTabSz="172704">
              <a:defRPr sz="4400">
                <a:solidFill>
                  <a:srgbClr val="024C90"/>
                </a:solidFill>
              </a:defRPr>
            </a:pPr>
            <a:r>
              <a:rPr lang="en-US" sz="4400" dirty="0">
                <a:solidFill>
                  <a:srgbClr val="024C90"/>
                </a:solidFill>
                <a:latin typeface="Arial" panose="020B0604020202020204" pitchFamily="34" charset="0"/>
                <a:cs typeface="Arial" panose="020B0604020202020204" pitchFamily="34" charset="0"/>
              </a:rPr>
              <a:t>MTD |  </a:t>
            </a:r>
            <a:r>
              <a:rPr lang="en-US" sz="4400" dirty="0">
                <a:solidFill>
                  <a:schemeClr val="tx1"/>
                </a:solidFill>
                <a:latin typeface="Arial" panose="020B0604020202020204" pitchFamily="34" charset="0"/>
                <a:cs typeface="Arial" panose="020B0604020202020204" pitchFamily="34" charset="0"/>
              </a:rPr>
              <a:t>Metrology Details-</a:t>
            </a:r>
            <a:r>
              <a:rPr lang="zh-CN" altLang="en-US" sz="4400" dirty="0">
                <a:solidFill>
                  <a:schemeClr val="tx1"/>
                </a:solidFill>
                <a:latin typeface="Arial" panose="020B0604020202020204" pitchFamily="34" charset="0"/>
                <a:cs typeface="Arial" panose="020B0604020202020204" pitchFamily="34" charset="0"/>
              </a:rPr>
              <a:t>侧立面</a:t>
            </a:r>
            <a:r>
              <a:rPr lang="en-US" altLang="zh-CN" sz="4400" dirty="0">
                <a:solidFill>
                  <a:schemeClr val="tx1"/>
                </a:solidFill>
                <a:latin typeface="Arial" panose="020B0604020202020204" pitchFamily="34" charset="0"/>
                <a:cs typeface="Arial" panose="020B0604020202020204" pitchFamily="34" charset="0"/>
              </a:rPr>
              <a:t>Radius</a:t>
            </a:r>
          </a:p>
        </p:txBody>
      </p:sp>
      <p:grpSp>
        <p:nvGrpSpPr>
          <p:cNvPr id="6" name="组合 5"/>
          <p:cNvGrpSpPr/>
          <p:nvPr/>
        </p:nvGrpSpPr>
        <p:grpSpPr>
          <a:xfrm>
            <a:off x="1125068" y="8454684"/>
            <a:ext cx="5980582" cy="1149696"/>
            <a:chOff x="1214249" y="9713754"/>
            <a:chExt cx="13130120" cy="2524105"/>
          </a:xfrm>
        </p:grpSpPr>
        <p:cxnSp>
          <p:nvCxnSpPr>
            <p:cNvPr id="17" name="直接箭头连接符 16"/>
            <p:cNvCxnSpPr/>
            <p:nvPr/>
          </p:nvCxnSpPr>
          <p:spPr>
            <a:xfrm>
              <a:off x="12839228" y="10157750"/>
              <a:ext cx="634602" cy="10115"/>
            </a:xfrm>
            <a:prstGeom prst="straightConnector1">
              <a:avLst/>
            </a:prstGeom>
            <a:noFill/>
            <a:ln w="38100" cap="flat">
              <a:solidFill>
                <a:srgbClr val="FF0000"/>
              </a:solidFill>
              <a:prstDash val="dash"/>
              <a:round/>
              <a:tailEnd type="triangle"/>
            </a:ln>
            <a:effectLst/>
            <a:sp3d/>
          </p:spPr>
          <p:style>
            <a:lnRef idx="0">
              <a:scrgbClr r="0" g="0" b="0"/>
            </a:lnRef>
            <a:fillRef idx="0">
              <a:scrgbClr r="0" g="0" b="0"/>
            </a:fillRef>
            <a:effectRef idx="0">
              <a:scrgbClr r="0" g="0" b="0"/>
            </a:effectRef>
            <a:fontRef idx="none"/>
          </p:style>
        </p:cxnSp>
        <p:pic>
          <p:nvPicPr>
            <p:cNvPr id="28" name="图片 27"/>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584536" y="10067106"/>
              <a:ext cx="10837242" cy="1855401"/>
            </a:xfrm>
            <a:prstGeom prst="rect">
              <a:avLst/>
            </a:prstGeom>
          </p:spPr>
        </p:pic>
        <p:grpSp>
          <p:nvGrpSpPr>
            <p:cNvPr id="80" name="组合 4">
              <a:extLst>
                <a:ext uri="{FF2B5EF4-FFF2-40B4-BE49-F238E27FC236}">
                  <a16:creationId xmlns:a16="http://schemas.microsoft.com/office/drawing/2014/main" id="{EF665D2F-62D9-1A48-8B07-60DC3748C8AE}"/>
                </a:ext>
              </a:extLst>
            </p:cNvPr>
            <p:cNvGrpSpPr/>
            <p:nvPr/>
          </p:nvGrpSpPr>
          <p:grpSpPr>
            <a:xfrm>
              <a:off x="1214249" y="9713754"/>
              <a:ext cx="13130120" cy="2524105"/>
              <a:chOff x="2550972" y="10463516"/>
              <a:chExt cx="7185808" cy="1769520"/>
            </a:xfrm>
          </p:grpSpPr>
          <p:sp>
            <p:nvSpPr>
              <p:cNvPr id="117" name="矩形 3">
                <a:extLst>
                  <a:ext uri="{FF2B5EF4-FFF2-40B4-BE49-F238E27FC236}">
                    <a16:creationId xmlns:a16="http://schemas.microsoft.com/office/drawing/2014/main" id="{5A6C6558-35FA-C948-82F7-9D1D68DD2BB2}"/>
                  </a:ext>
                </a:extLst>
              </p:cNvPr>
              <p:cNvSpPr/>
              <p:nvPr/>
            </p:nvSpPr>
            <p:spPr>
              <a:xfrm>
                <a:off x="2550972" y="10463516"/>
                <a:ext cx="497166" cy="636708"/>
              </a:xfrm>
              <a:prstGeom prst="rect">
                <a:avLst/>
              </a:prstGeom>
              <a:noFill/>
              <a:ln w="25400" cap="flat">
                <a:solidFill>
                  <a:srgbClr val="FF0000"/>
                </a:solidFill>
                <a:prstDash val="dash"/>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71435" tIns="71435" rIns="71435" bIns="71435" numCol="1" spcCol="38100" rtlCol="0" anchor="ctr">
                <a:spAutoFit/>
              </a:bodyPr>
              <a:lstStyle/>
              <a:p>
                <a:pPr marL="0" marR="0" indent="0" algn="ctr" defTabSz="821529" rtl="0" fontAlgn="auto" latinLnBrk="0" hangingPunct="0">
                  <a:lnSpc>
                    <a:spcPct val="100000"/>
                  </a:lnSpc>
                  <a:spcBef>
                    <a:spcPts val="0"/>
                  </a:spcBef>
                  <a:spcAft>
                    <a:spcPts val="0"/>
                  </a:spcAft>
                  <a:buClrTx/>
                  <a:buSzTx/>
                  <a:buFontTx/>
                  <a:buNone/>
                  <a:tabLst/>
                </a:pPr>
                <a:r>
                  <a:rPr lang="en-US" altLang="zh-CN" dirty="0">
                    <a:latin typeface="Arial" panose="020B0604020202020204" pitchFamily="34" charset="0"/>
                    <a:cs typeface="Arial" panose="020B0604020202020204" pitchFamily="34" charset="0"/>
                  </a:rPr>
                  <a:t>4</a:t>
                </a:r>
                <a:endParaRPr kumimoji="0" lang="zh-CN" altLang="en-US" b="0" i="0" u="none" strike="noStrike" cap="none" spc="0" normalizeH="0" baseline="0" dirty="0">
                  <a:ln>
                    <a:noFill/>
                  </a:ln>
                  <a:solidFill>
                    <a:srgbClr val="000000"/>
                  </a:solidFill>
                  <a:effectLst/>
                  <a:uFillTx/>
                  <a:latin typeface="Arial" panose="020B0604020202020204" pitchFamily="34" charset="0"/>
                  <a:cs typeface="Arial" panose="020B0604020202020204" pitchFamily="34" charset="0"/>
                  <a:sym typeface="Helvetica Neue"/>
                </a:endParaRPr>
              </a:p>
            </p:txBody>
          </p:sp>
          <p:sp>
            <p:nvSpPr>
              <p:cNvPr id="118" name="矩形 16">
                <a:extLst>
                  <a:ext uri="{FF2B5EF4-FFF2-40B4-BE49-F238E27FC236}">
                    <a16:creationId xmlns:a16="http://schemas.microsoft.com/office/drawing/2014/main" id="{D969D40B-54FF-D048-AD51-9806F61FA8F4}"/>
                  </a:ext>
                </a:extLst>
              </p:cNvPr>
              <p:cNvSpPr/>
              <p:nvPr/>
            </p:nvSpPr>
            <p:spPr>
              <a:xfrm>
                <a:off x="8386215" y="10463517"/>
                <a:ext cx="497166" cy="636708"/>
              </a:xfrm>
              <a:prstGeom prst="rect">
                <a:avLst/>
              </a:prstGeom>
              <a:noFill/>
              <a:ln w="25400" cap="flat">
                <a:solidFill>
                  <a:srgbClr val="FF0000"/>
                </a:solidFill>
                <a:prstDash val="dash"/>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71435" tIns="71435" rIns="71435" bIns="71435" numCol="1" spcCol="38100" rtlCol="0" anchor="ctr">
                <a:spAutoFit/>
              </a:bodyPr>
              <a:lstStyle/>
              <a:p>
                <a:pPr marL="0" marR="0" indent="0" algn="ctr" defTabSz="821529" rtl="0" fontAlgn="auto" latinLnBrk="0" hangingPunct="0">
                  <a:lnSpc>
                    <a:spcPct val="100000"/>
                  </a:lnSpc>
                  <a:spcBef>
                    <a:spcPts val="0"/>
                  </a:spcBef>
                  <a:spcAft>
                    <a:spcPts val="0"/>
                  </a:spcAft>
                  <a:buClrTx/>
                  <a:buSzTx/>
                  <a:buFontTx/>
                  <a:buNone/>
                  <a:tabLst/>
                </a:pPr>
                <a:r>
                  <a:rPr lang="en-US" altLang="zh-CN" dirty="0">
                    <a:latin typeface="Arial" panose="020B0604020202020204" pitchFamily="34" charset="0"/>
                    <a:cs typeface="Arial" panose="020B0604020202020204" pitchFamily="34" charset="0"/>
                  </a:rPr>
                  <a:t>1</a:t>
                </a:r>
                <a:endParaRPr kumimoji="0" lang="zh-CN" altLang="en-US" sz="3200" b="0" i="0" u="none" strike="noStrike" cap="none" spc="0" normalizeH="0" baseline="0" dirty="0">
                  <a:ln>
                    <a:noFill/>
                  </a:ln>
                  <a:solidFill>
                    <a:srgbClr val="000000"/>
                  </a:solidFill>
                  <a:effectLst/>
                  <a:uFillTx/>
                  <a:latin typeface="Arial" panose="020B0604020202020204" pitchFamily="34" charset="0"/>
                  <a:cs typeface="Arial" panose="020B0604020202020204" pitchFamily="34" charset="0"/>
                  <a:sym typeface="Helvetica Neue"/>
                </a:endParaRPr>
              </a:p>
            </p:txBody>
          </p:sp>
          <p:sp>
            <p:nvSpPr>
              <p:cNvPr id="119" name="矩形 18">
                <a:extLst>
                  <a:ext uri="{FF2B5EF4-FFF2-40B4-BE49-F238E27FC236}">
                    <a16:creationId xmlns:a16="http://schemas.microsoft.com/office/drawing/2014/main" id="{50183D40-516F-904A-B43D-092455A14E92}"/>
                  </a:ext>
                </a:extLst>
              </p:cNvPr>
              <p:cNvSpPr/>
              <p:nvPr/>
            </p:nvSpPr>
            <p:spPr>
              <a:xfrm>
                <a:off x="2562516" y="11570671"/>
                <a:ext cx="497166" cy="636708"/>
              </a:xfrm>
              <a:prstGeom prst="rect">
                <a:avLst/>
              </a:prstGeom>
              <a:noFill/>
              <a:ln w="25400" cap="flat">
                <a:solidFill>
                  <a:srgbClr val="FF0000"/>
                </a:solidFill>
                <a:prstDash val="dash"/>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71435" tIns="71435" rIns="71435" bIns="71435" numCol="1" spcCol="38100" rtlCol="0" anchor="ctr">
                <a:spAutoFit/>
              </a:bodyPr>
              <a:lstStyle/>
              <a:p>
                <a:pPr marL="0" marR="0" indent="0" algn="ctr" defTabSz="821529" rtl="0" fontAlgn="auto" latinLnBrk="0" hangingPunct="0">
                  <a:lnSpc>
                    <a:spcPct val="100000"/>
                  </a:lnSpc>
                  <a:spcBef>
                    <a:spcPts val="0"/>
                  </a:spcBef>
                  <a:spcAft>
                    <a:spcPts val="0"/>
                  </a:spcAft>
                  <a:buClrTx/>
                  <a:buSzTx/>
                  <a:buFontTx/>
                  <a:buNone/>
                  <a:tabLst/>
                </a:pPr>
                <a:r>
                  <a:rPr lang="en-US" altLang="zh-CN" dirty="0">
                    <a:latin typeface="Arial" panose="020B0604020202020204" pitchFamily="34" charset="0"/>
                    <a:cs typeface="Arial" panose="020B0604020202020204" pitchFamily="34" charset="0"/>
                  </a:rPr>
                  <a:t>3</a:t>
                </a:r>
                <a:endParaRPr kumimoji="0" lang="zh-CN" altLang="en-US" sz="3200" b="0" i="0" u="none" strike="noStrike" cap="none" spc="0" normalizeH="0" baseline="0" dirty="0">
                  <a:ln>
                    <a:noFill/>
                  </a:ln>
                  <a:solidFill>
                    <a:srgbClr val="000000"/>
                  </a:solidFill>
                  <a:effectLst/>
                  <a:uFillTx/>
                  <a:latin typeface="Arial" panose="020B0604020202020204" pitchFamily="34" charset="0"/>
                  <a:cs typeface="Arial" panose="020B0604020202020204" pitchFamily="34" charset="0"/>
                  <a:sym typeface="Helvetica Neue"/>
                </a:endParaRPr>
              </a:p>
            </p:txBody>
          </p:sp>
          <p:sp>
            <p:nvSpPr>
              <p:cNvPr id="120" name="矩形 19">
                <a:extLst>
                  <a:ext uri="{FF2B5EF4-FFF2-40B4-BE49-F238E27FC236}">
                    <a16:creationId xmlns:a16="http://schemas.microsoft.com/office/drawing/2014/main" id="{1B89983E-D439-5746-BF65-2A4DD9229614}"/>
                  </a:ext>
                </a:extLst>
              </p:cNvPr>
              <p:cNvSpPr/>
              <p:nvPr/>
            </p:nvSpPr>
            <p:spPr>
              <a:xfrm>
                <a:off x="8390075" y="11596328"/>
                <a:ext cx="497166" cy="636708"/>
              </a:xfrm>
              <a:prstGeom prst="rect">
                <a:avLst/>
              </a:prstGeom>
              <a:noFill/>
              <a:ln w="25400" cap="flat">
                <a:solidFill>
                  <a:srgbClr val="FF0000"/>
                </a:solidFill>
                <a:prstDash val="dash"/>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71435" tIns="71435" rIns="71435" bIns="71435" numCol="1" spcCol="38100" rtlCol="0" anchor="ctr">
                <a:spAutoFit/>
              </a:bodyPr>
              <a:lstStyle/>
              <a:p>
                <a:pPr marL="0" marR="0" indent="0" algn="ctr" defTabSz="821529" rtl="0" fontAlgn="auto" latinLnBrk="0" hangingPunct="0">
                  <a:lnSpc>
                    <a:spcPct val="100000"/>
                  </a:lnSpc>
                  <a:spcBef>
                    <a:spcPts val="0"/>
                  </a:spcBef>
                  <a:spcAft>
                    <a:spcPts val="0"/>
                  </a:spcAft>
                  <a:buClrTx/>
                  <a:buSzTx/>
                  <a:buFontTx/>
                  <a:buNone/>
                  <a:tabLst/>
                </a:pPr>
                <a:r>
                  <a:rPr lang="en-US" altLang="zh-CN" dirty="0">
                    <a:latin typeface="Arial" panose="020B0604020202020204" pitchFamily="34" charset="0"/>
                    <a:cs typeface="Arial" panose="020B0604020202020204" pitchFamily="34" charset="0"/>
                  </a:rPr>
                  <a:t>2</a:t>
                </a:r>
                <a:endParaRPr kumimoji="0" lang="zh-CN" altLang="en-US" sz="3200" b="0" i="0" u="none" strike="noStrike" cap="none" spc="0" normalizeH="0" baseline="0" dirty="0">
                  <a:ln>
                    <a:noFill/>
                  </a:ln>
                  <a:solidFill>
                    <a:srgbClr val="000000"/>
                  </a:solidFill>
                  <a:effectLst/>
                  <a:uFillTx/>
                  <a:latin typeface="Arial" panose="020B0604020202020204" pitchFamily="34" charset="0"/>
                  <a:cs typeface="Arial" panose="020B0604020202020204" pitchFamily="34" charset="0"/>
                  <a:sym typeface="Helvetica Neue"/>
                </a:endParaRPr>
              </a:p>
            </p:txBody>
          </p:sp>
          <p:sp>
            <p:nvSpPr>
              <p:cNvPr id="59" name="矩形 19">
                <a:extLst>
                  <a:ext uri="{FF2B5EF4-FFF2-40B4-BE49-F238E27FC236}">
                    <a16:creationId xmlns:a16="http://schemas.microsoft.com/office/drawing/2014/main" id="{1B89983E-D439-5746-BF65-2A4DD9229614}"/>
                  </a:ext>
                </a:extLst>
              </p:cNvPr>
              <p:cNvSpPr/>
              <p:nvPr/>
            </p:nvSpPr>
            <p:spPr>
              <a:xfrm>
                <a:off x="9239614" y="10555849"/>
                <a:ext cx="497166" cy="452042"/>
              </a:xfrm>
              <a:prstGeom prst="rect">
                <a:avLst/>
              </a:prstGeom>
              <a:noFill/>
              <a:ln w="25400" cap="flat">
                <a:solidFill>
                  <a:srgbClr val="FF0000"/>
                </a:solid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71435" tIns="71435" rIns="71435" bIns="71435" numCol="1" spcCol="38100" rtlCol="0" anchor="ctr">
                <a:spAutoFit/>
              </a:bodyPr>
              <a:lstStyle/>
              <a:p>
                <a:pPr marL="0" marR="0" indent="0" algn="ctr" defTabSz="821529" rtl="0" fontAlgn="auto" latinLnBrk="0" hangingPunct="0">
                  <a:lnSpc>
                    <a:spcPct val="100000"/>
                  </a:lnSpc>
                  <a:spcBef>
                    <a:spcPts val="0"/>
                  </a:spcBef>
                  <a:spcAft>
                    <a:spcPts val="0"/>
                  </a:spcAft>
                  <a:buClrTx/>
                  <a:buSzTx/>
                  <a:buFontTx/>
                  <a:buNone/>
                  <a:tabLst/>
                </a:pPr>
                <a:r>
                  <a:rPr lang="en-US" altLang="zh-CN" sz="2000" dirty="0">
                    <a:latin typeface="Arial" panose="020B0604020202020204" pitchFamily="34" charset="0"/>
                    <a:cs typeface="Arial" panose="020B0604020202020204" pitchFamily="34" charset="0"/>
                  </a:rPr>
                  <a:t>A</a:t>
                </a:r>
                <a:endParaRPr kumimoji="0" lang="zh-CN" altLang="en-US" sz="2000" b="0" i="0" u="none" strike="noStrike" cap="none" spc="0" normalizeH="0" baseline="0" dirty="0">
                  <a:ln>
                    <a:noFill/>
                  </a:ln>
                  <a:solidFill>
                    <a:srgbClr val="000000"/>
                  </a:solidFill>
                  <a:effectLst/>
                  <a:uFillTx/>
                  <a:latin typeface="Arial" panose="020B0604020202020204" pitchFamily="34" charset="0"/>
                  <a:cs typeface="Arial" panose="020B0604020202020204" pitchFamily="34" charset="0"/>
                  <a:sym typeface="Helvetica Neue"/>
                </a:endParaRPr>
              </a:p>
            </p:txBody>
          </p:sp>
        </p:grpSp>
      </p:grpSp>
      <p:grpSp>
        <p:nvGrpSpPr>
          <p:cNvPr id="5" name="组合 4"/>
          <p:cNvGrpSpPr/>
          <p:nvPr/>
        </p:nvGrpSpPr>
        <p:grpSpPr>
          <a:xfrm>
            <a:off x="7363739" y="7542242"/>
            <a:ext cx="7294652" cy="5640358"/>
            <a:chOff x="15993250" y="6816028"/>
            <a:chExt cx="8142109" cy="6295627"/>
          </a:xfrm>
        </p:grpSpPr>
        <p:grpSp>
          <p:nvGrpSpPr>
            <p:cNvPr id="2" name="组合 1"/>
            <p:cNvGrpSpPr/>
            <p:nvPr/>
          </p:nvGrpSpPr>
          <p:grpSpPr>
            <a:xfrm>
              <a:off x="17361744" y="11828465"/>
              <a:ext cx="2495720" cy="1283190"/>
              <a:chOff x="16585892" y="11828465"/>
              <a:chExt cx="2495720" cy="1283190"/>
            </a:xfrm>
          </p:grpSpPr>
          <p:sp>
            <p:nvSpPr>
              <p:cNvPr id="64" name="矩形 63"/>
              <p:cNvSpPr/>
              <p:nvPr/>
            </p:nvSpPr>
            <p:spPr>
              <a:xfrm>
                <a:off x="16585892" y="11828465"/>
                <a:ext cx="2495720" cy="717279"/>
              </a:xfrm>
              <a:prstGeom prst="rect">
                <a:avLst/>
              </a:prstGeom>
              <a:noFill/>
              <a:ln w="9525">
                <a:noFill/>
              </a:ln>
            </p:spPr>
            <p:txBody>
              <a:bodyPr anchor="ctr"/>
              <a:lstStyle/>
              <a:p>
                <a:pPr lvl="0" algn="l" defTabSz="825500"/>
                <a:r>
                  <a:rPr lang="en-US" altLang="zh-CN" dirty="0">
                    <a:solidFill>
                      <a:schemeClr val="tx1"/>
                    </a:solidFill>
                  </a:rPr>
                  <a:t>  </a:t>
                </a:r>
                <a:r>
                  <a:rPr lang="en-US" altLang="zh-CN" sz="2400" dirty="0">
                    <a:solidFill>
                      <a:schemeClr val="tx1"/>
                    </a:solidFill>
                    <a:latin typeface="Arial" panose="020B0604020202020204" pitchFamily="34" charset="0"/>
                    <a:cs typeface="Arial" panose="020B0604020202020204" pitchFamily="34" charset="0"/>
                  </a:rPr>
                  <a:t>Detail  </a:t>
                </a:r>
                <a:r>
                  <a:rPr lang="en-US" altLang="zh-CN" sz="2400" dirty="0">
                    <a:solidFill>
                      <a:schemeClr val="tx1"/>
                    </a:solidFill>
                    <a:latin typeface="Arial" panose="020B0604020202020204" pitchFamily="34" charset="0"/>
                    <a:cs typeface="Arial" panose="020B0604020202020204" pitchFamily="34" charset="0"/>
                    <a:sym typeface="Bradley Hand ITC TT-Bold" charset="0"/>
                  </a:rPr>
                  <a:t>A</a:t>
                </a:r>
              </a:p>
            </p:txBody>
          </p:sp>
          <p:sp>
            <p:nvSpPr>
              <p:cNvPr id="70" name="矩形 69">
                <a:extLst>
                  <a:ext uri="{FF2B5EF4-FFF2-40B4-BE49-F238E27FC236}">
                    <a16:creationId xmlns:a16="http://schemas.microsoft.com/office/drawing/2014/main" id="{217F9AEB-E1AD-D24C-AE6F-F397A116ADE3}"/>
                  </a:ext>
                </a:extLst>
              </p:cNvPr>
              <p:cNvSpPr/>
              <p:nvPr/>
            </p:nvSpPr>
            <p:spPr>
              <a:xfrm>
                <a:off x="16996514" y="12209787"/>
                <a:ext cx="1734844" cy="901868"/>
              </a:xfrm>
              <a:prstGeom prst="rect">
                <a:avLst/>
              </a:prstGeom>
              <a:noFill/>
              <a:ln w="9525">
                <a:noFill/>
              </a:ln>
            </p:spPr>
            <p:txBody>
              <a:bodyPr anchor="ctr"/>
              <a:lstStyle/>
              <a:p>
                <a:pPr lvl="0" algn="l" defTabSz="825500"/>
                <a:r>
                  <a:rPr lang="en-US" altLang="zh-CN" dirty="0">
                    <a:solidFill>
                      <a:schemeClr val="tx1"/>
                    </a:solidFill>
                  </a:rPr>
                  <a:t>  </a:t>
                </a:r>
                <a:r>
                  <a:rPr lang="en-US" altLang="zh-CN" sz="2400" dirty="0">
                    <a:solidFill>
                      <a:schemeClr val="tx1"/>
                    </a:solidFill>
                    <a:latin typeface="Arial" panose="020B0604020202020204" pitchFamily="34" charset="0"/>
                    <a:cs typeface="Arial" panose="020B0604020202020204" pitchFamily="34" charset="0"/>
                  </a:rPr>
                  <a:t>Pic</a:t>
                </a:r>
                <a:r>
                  <a:rPr lang="zh-CN" altLang="en-US" sz="2400" dirty="0">
                    <a:solidFill>
                      <a:schemeClr val="tx1"/>
                    </a:solidFill>
                    <a:latin typeface="Arial" panose="020B0604020202020204" pitchFamily="34" charset="0"/>
                    <a:cs typeface="Arial" panose="020B0604020202020204" pitchFamily="34" charset="0"/>
                  </a:rPr>
                  <a:t> </a:t>
                </a:r>
                <a:r>
                  <a:rPr lang="en-US" altLang="zh-CN" sz="2400" dirty="0">
                    <a:solidFill>
                      <a:schemeClr val="tx1"/>
                    </a:solidFill>
                    <a:latin typeface="Arial" panose="020B0604020202020204" pitchFamily="34" charset="0"/>
                    <a:cs typeface="Arial" panose="020B0604020202020204" pitchFamily="34" charset="0"/>
                  </a:rPr>
                  <a:t>2</a:t>
                </a:r>
                <a:endParaRPr lang="zh-CN" altLang="en-US" sz="2400" dirty="0">
                  <a:solidFill>
                    <a:schemeClr val="tx1"/>
                  </a:solidFill>
                  <a:latin typeface="Arial" panose="020B0604020202020204" pitchFamily="34" charset="0"/>
                  <a:cs typeface="Arial" panose="020B0604020202020204" pitchFamily="34" charset="0"/>
                  <a:sym typeface="Bradley Hand ITC TT-Bold" charset="0"/>
                </a:endParaRPr>
              </a:p>
            </p:txBody>
          </p:sp>
        </p:grpSp>
        <p:grpSp>
          <p:nvGrpSpPr>
            <p:cNvPr id="4" name="组合 3"/>
            <p:cNvGrpSpPr/>
            <p:nvPr/>
          </p:nvGrpSpPr>
          <p:grpSpPr>
            <a:xfrm>
              <a:off x="15993250" y="6816028"/>
              <a:ext cx="5758388" cy="5175158"/>
              <a:chOff x="16570064" y="7231081"/>
              <a:chExt cx="4327667" cy="3889345"/>
            </a:xfrm>
          </p:grpSpPr>
          <p:pic>
            <p:nvPicPr>
              <p:cNvPr id="30" name="图片 29"/>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16570064" y="7752912"/>
                <a:ext cx="3932598" cy="3367514"/>
              </a:xfrm>
              <a:prstGeom prst="rect">
                <a:avLst/>
              </a:prstGeom>
            </p:spPr>
          </p:pic>
          <p:grpSp>
            <p:nvGrpSpPr>
              <p:cNvPr id="3" name="组合 2"/>
              <p:cNvGrpSpPr/>
              <p:nvPr/>
            </p:nvGrpSpPr>
            <p:grpSpPr>
              <a:xfrm>
                <a:off x="17193041" y="7231081"/>
                <a:ext cx="3704690" cy="3609685"/>
                <a:chOff x="17193041" y="7231081"/>
                <a:chExt cx="3704690" cy="3609685"/>
              </a:xfrm>
            </p:grpSpPr>
            <p:cxnSp>
              <p:nvCxnSpPr>
                <p:cNvPr id="21" name="直接箭头连接符 20"/>
                <p:cNvCxnSpPr/>
                <p:nvPr/>
              </p:nvCxnSpPr>
              <p:spPr>
                <a:xfrm>
                  <a:off x="17193041" y="8004968"/>
                  <a:ext cx="3600000" cy="10115"/>
                </a:xfrm>
                <a:prstGeom prst="straightConnector1">
                  <a:avLst/>
                </a:prstGeom>
                <a:noFill/>
                <a:ln w="38100" cap="flat">
                  <a:solidFill>
                    <a:srgbClr val="FF0000"/>
                  </a:solidFill>
                  <a:prstDash val="solid"/>
                  <a:round/>
                  <a:tailEnd type="triangle"/>
                </a:ln>
                <a:effectLst/>
                <a:sp3d/>
              </p:spPr>
              <p:style>
                <a:lnRef idx="0">
                  <a:scrgbClr r="0" g="0" b="0"/>
                </a:lnRef>
                <a:fillRef idx="0">
                  <a:scrgbClr r="0" g="0" b="0"/>
                </a:fillRef>
                <a:effectRef idx="0">
                  <a:scrgbClr r="0" g="0" b="0"/>
                </a:effectRef>
                <a:fontRef idx="none"/>
              </p:style>
            </p:cxnSp>
            <p:cxnSp>
              <p:nvCxnSpPr>
                <p:cNvPr id="67" name="直接箭头连接符 66"/>
                <p:cNvCxnSpPr/>
                <p:nvPr/>
              </p:nvCxnSpPr>
              <p:spPr>
                <a:xfrm rot="16200000" flipV="1">
                  <a:off x="18468900" y="9112766"/>
                  <a:ext cx="3456000" cy="0"/>
                </a:xfrm>
                <a:prstGeom prst="straightConnector1">
                  <a:avLst/>
                </a:prstGeom>
                <a:noFill/>
                <a:ln w="38100" cap="flat">
                  <a:solidFill>
                    <a:srgbClr val="FF0000"/>
                  </a:solidFill>
                  <a:prstDash val="solid"/>
                  <a:round/>
                  <a:tailEnd type="triangle"/>
                </a:ln>
                <a:effectLst/>
                <a:sp3d/>
              </p:spPr>
              <p:style>
                <a:lnRef idx="0">
                  <a:scrgbClr r="0" g="0" b="0"/>
                </a:lnRef>
                <a:fillRef idx="0">
                  <a:scrgbClr r="0" g="0" b="0"/>
                </a:fillRef>
                <a:effectRef idx="0">
                  <a:scrgbClr r="0" g="0" b="0"/>
                </a:effectRef>
                <a:fontRef idx="none"/>
              </p:style>
            </p:cxnSp>
            <p:sp>
              <p:nvSpPr>
                <p:cNvPr id="23" name="文本框 22"/>
                <p:cNvSpPr txBox="1"/>
                <p:nvPr/>
              </p:nvSpPr>
              <p:spPr>
                <a:xfrm>
                  <a:off x="20196900" y="7968901"/>
                  <a:ext cx="337712" cy="41036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1529" rtl="0" fontAlgn="auto" latinLnBrk="0" hangingPunct="0">
                    <a:lnSpc>
                      <a:spcPct val="100000"/>
                    </a:lnSpc>
                    <a:spcBef>
                      <a:spcPts val="0"/>
                    </a:spcBef>
                    <a:spcAft>
                      <a:spcPts val="0"/>
                    </a:spcAft>
                    <a:buClrTx/>
                    <a:buSzTx/>
                    <a:buFontTx/>
                    <a:buNone/>
                    <a:tabLst/>
                  </a:pPr>
                  <a:r>
                    <a:rPr kumimoji="0" lang="en-US" altLang="zh-CN" sz="2000" b="0" i="0" u="none" strike="noStrike" cap="none" spc="0" normalizeH="0" baseline="0" dirty="0">
                      <a:ln>
                        <a:noFill/>
                      </a:ln>
                      <a:solidFill>
                        <a:srgbClr val="000000"/>
                      </a:solidFill>
                      <a:effectLst/>
                      <a:uFillTx/>
                      <a:latin typeface="Arial" panose="020B0604020202020204" pitchFamily="34" charset="0"/>
                      <a:cs typeface="Arial" panose="020B0604020202020204" pitchFamily="34" charset="0"/>
                      <a:sym typeface="Helvetica Neue"/>
                    </a:rPr>
                    <a:t>0</a:t>
                  </a:r>
                  <a:endParaRPr kumimoji="0" lang="zh-CN" altLang="en-US" sz="2000" b="0" i="0" u="none" strike="noStrike" cap="none" spc="0" normalizeH="0" baseline="0" dirty="0">
                    <a:ln>
                      <a:noFill/>
                    </a:ln>
                    <a:solidFill>
                      <a:srgbClr val="000000"/>
                    </a:solidFill>
                    <a:effectLst/>
                    <a:uFillTx/>
                    <a:latin typeface="Arial" panose="020B0604020202020204" pitchFamily="34" charset="0"/>
                    <a:cs typeface="Arial" panose="020B0604020202020204" pitchFamily="34" charset="0"/>
                    <a:sym typeface="Helvetica Neue"/>
                  </a:endParaRPr>
                </a:p>
              </p:txBody>
            </p:sp>
            <p:sp>
              <p:nvSpPr>
                <p:cNvPr id="68" name="文本框 67"/>
                <p:cNvSpPr txBox="1"/>
                <p:nvPr/>
              </p:nvSpPr>
              <p:spPr>
                <a:xfrm>
                  <a:off x="20156155" y="7231081"/>
                  <a:ext cx="337712" cy="41036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1529" rtl="0" fontAlgn="auto" latinLnBrk="0" hangingPunct="0">
                    <a:lnSpc>
                      <a:spcPct val="100000"/>
                    </a:lnSpc>
                    <a:spcBef>
                      <a:spcPts val="0"/>
                    </a:spcBef>
                    <a:spcAft>
                      <a:spcPts val="0"/>
                    </a:spcAft>
                    <a:buClrTx/>
                    <a:buSzTx/>
                    <a:buFontTx/>
                    <a:buNone/>
                    <a:tabLst/>
                  </a:pPr>
                  <a:r>
                    <a:rPr lang="en-US" altLang="zh-CN" sz="2000" dirty="0">
                      <a:solidFill>
                        <a:srgbClr val="FF0000"/>
                      </a:solidFill>
                      <a:latin typeface="Arial" panose="020B0604020202020204" pitchFamily="34" charset="0"/>
                      <a:cs typeface="Arial" panose="020B0604020202020204" pitchFamily="34" charset="0"/>
                    </a:rPr>
                    <a:t>Y</a:t>
                  </a:r>
                  <a:endParaRPr kumimoji="0" lang="zh-CN" altLang="en-US" sz="2000" b="0" i="0" u="none" strike="noStrike" cap="none" spc="0" normalizeH="0" baseline="0" dirty="0">
                    <a:ln>
                      <a:noFill/>
                    </a:ln>
                    <a:solidFill>
                      <a:srgbClr val="FF0000"/>
                    </a:solidFill>
                    <a:effectLst/>
                    <a:uFillTx/>
                    <a:latin typeface="Arial" panose="020B0604020202020204" pitchFamily="34" charset="0"/>
                    <a:cs typeface="Arial" panose="020B0604020202020204" pitchFamily="34" charset="0"/>
                    <a:sym typeface="Helvetica Neue"/>
                  </a:endParaRPr>
                </a:p>
              </p:txBody>
            </p:sp>
            <p:sp>
              <p:nvSpPr>
                <p:cNvPr id="69" name="文本框 68"/>
                <p:cNvSpPr txBox="1"/>
                <p:nvPr/>
              </p:nvSpPr>
              <p:spPr>
                <a:xfrm>
                  <a:off x="20560019" y="8000951"/>
                  <a:ext cx="337712" cy="41036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1529" rtl="0" fontAlgn="auto" latinLnBrk="0" hangingPunct="0">
                    <a:lnSpc>
                      <a:spcPct val="100000"/>
                    </a:lnSpc>
                    <a:spcBef>
                      <a:spcPts val="0"/>
                    </a:spcBef>
                    <a:spcAft>
                      <a:spcPts val="0"/>
                    </a:spcAft>
                    <a:buClrTx/>
                    <a:buSzTx/>
                    <a:buFontTx/>
                    <a:buNone/>
                    <a:tabLst/>
                  </a:pPr>
                  <a:r>
                    <a:rPr lang="en-US" altLang="zh-CN" sz="2000" dirty="0">
                      <a:solidFill>
                        <a:srgbClr val="FF0000"/>
                      </a:solidFill>
                      <a:latin typeface="Arial" panose="020B0604020202020204" pitchFamily="34" charset="0"/>
                      <a:cs typeface="Arial" panose="020B0604020202020204" pitchFamily="34" charset="0"/>
                    </a:rPr>
                    <a:t>X</a:t>
                  </a:r>
                  <a:endParaRPr kumimoji="0" lang="zh-CN" altLang="en-US" sz="2000" b="0" i="0" u="none" strike="noStrike" cap="none" spc="0" normalizeH="0" baseline="0" dirty="0">
                    <a:ln>
                      <a:noFill/>
                    </a:ln>
                    <a:solidFill>
                      <a:srgbClr val="FF0000"/>
                    </a:solidFill>
                    <a:effectLst/>
                    <a:uFillTx/>
                    <a:latin typeface="Arial" panose="020B0604020202020204" pitchFamily="34" charset="0"/>
                    <a:cs typeface="Arial" panose="020B0604020202020204" pitchFamily="34" charset="0"/>
                    <a:sym typeface="Helvetica Neue"/>
                  </a:endParaRPr>
                </a:p>
              </p:txBody>
            </p:sp>
            <p:cxnSp>
              <p:nvCxnSpPr>
                <p:cNvPr id="25" name="直接箭头连接符 24"/>
                <p:cNvCxnSpPr/>
                <p:nvPr/>
              </p:nvCxnSpPr>
              <p:spPr>
                <a:xfrm>
                  <a:off x="19076842" y="8016191"/>
                  <a:ext cx="0" cy="1368000"/>
                </a:xfrm>
                <a:prstGeom prst="straightConnector1">
                  <a:avLst/>
                </a:prstGeom>
                <a:noFill/>
                <a:ln w="19050" cap="flat">
                  <a:solidFill>
                    <a:schemeClr val="tx1"/>
                  </a:solidFill>
                  <a:prstDash val="sysDash"/>
                  <a:round/>
                  <a:headEnd type="triangle" w="med" len="med"/>
                  <a:tailEnd type="triangle" w="med" len="med"/>
                </a:ln>
                <a:effectLst/>
                <a:sp3d/>
              </p:spPr>
              <p:style>
                <a:lnRef idx="0">
                  <a:scrgbClr r="0" g="0" b="0"/>
                </a:lnRef>
                <a:fillRef idx="0">
                  <a:scrgbClr r="0" g="0" b="0"/>
                </a:fillRef>
                <a:effectRef idx="0">
                  <a:scrgbClr r="0" g="0" b="0"/>
                </a:effectRef>
                <a:fontRef idx="none"/>
              </p:style>
            </p:cxnSp>
            <p:cxnSp>
              <p:nvCxnSpPr>
                <p:cNvPr id="75" name="直接箭头连接符 74"/>
                <p:cNvCxnSpPr/>
                <p:nvPr/>
              </p:nvCxnSpPr>
              <p:spPr>
                <a:xfrm rot="5400000">
                  <a:off x="19502455" y="8320032"/>
                  <a:ext cx="0" cy="1368000"/>
                </a:xfrm>
                <a:prstGeom prst="straightConnector1">
                  <a:avLst/>
                </a:prstGeom>
                <a:noFill/>
                <a:ln w="19050" cap="flat">
                  <a:solidFill>
                    <a:schemeClr val="tx1"/>
                  </a:solidFill>
                  <a:prstDash val="sysDash"/>
                  <a:round/>
                  <a:headEnd type="triangle" w="med" len="med"/>
                  <a:tailEnd type="triangle" w="med" len="med"/>
                </a:ln>
                <a:effectLst/>
                <a:sp3d/>
              </p:spPr>
              <p:style>
                <a:lnRef idx="0">
                  <a:scrgbClr r="0" g="0" b="0"/>
                </a:lnRef>
                <a:fillRef idx="0">
                  <a:scrgbClr r="0" g="0" b="0"/>
                </a:fillRef>
                <a:effectRef idx="0">
                  <a:scrgbClr r="0" g="0" b="0"/>
                </a:effectRef>
                <a:fontRef idx="none"/>
              </p:style>
            </p:cxnSp>
            <p:sp>
              <p:nvSpPr>
                <p:cNvPr id="10" name="文本框 9"/>
                <p:cNvSpPr txBox="1"/>
                <p:nvPr/>
              </p:nvSpPr>
              <p:spPr>
                <a:xfrm>
                  <a:off x="19109743" y="8930414"/>
                  <a:ext cx="1017979" cy="30870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r>
                    <a:rPr lang="en-US" altLang="zh-CN" sz="1600" dirty="0">
                      <a:latin typeface="Arial" panose="020B0604020202020204" pitchFamily="34" charset="0"/>
                      <a:cs typeface="Arial" panose="020B0604020202020204" pitchFamily="34" charset="0"/>
                    </a:rPr>
                    <a:t>-0.15mm</a:t>
                  </a:r>
                  <a:endParaRPr lang="zh-CN" altLang="en-US" sz="1600" dirty="0">
                    <a:latin typeface="Arial" panose="020B0604020202020204" pitchFamily="34" charset="0"/>
                    <a:cs typeface="Arial" panose="020B0604020202020204" pitchFamily="34" charset="0"/>
                  </a:endParaRPr>
                </a:p>
              </p:txBody>
            </p:sp>
            <p:cxnSp>
              <p:nvCxnSpPr>
                <p:cNvPr id="29" name="直接连接符 28"/>
                <p:cNvCxnSpPr/>
                <p:nvPr/>
              </p:nvCxnSpPr>
              <p:spPr>
                <a:xfrm>
                  <a:off x="18808741" y="8021753"/>
                  <a:ext cx="0" cy="1692000"/>
                </a:xfrm>
                <a:prstGeom prst="line">
                  <a:avLst/>
                </a:prstGeom>
                <a:noFill/>
                <a:ln w="19050" cap="flat">
                  <a:solidFill>
                    <a:srgbClr val="00FFFF"/>
                  </a:solidFill>
                  <a:prstDash val="dash"/>
                  <a:round/>
                </a:ln>
                <a:effectLst/>
                <a:sp3d/>
              </p:spPr>
              <p:style>
                <a:lnRef idx="0">
                  <a:scrgbClr r="0" g="0" b="0"/>
                </a:lnRef>
                <a:fillRef idx="0">
                  <a:scrgbClr r="0" g="0" b="0"/>
                </a:fillRef>
                <a:effectRef idx="0">
                  <a:scrgbClr r="0" g="0" b="0"/>
                </a:effectRef>
                <a:fontRef idx="none"/>
              </p:style>
            </p:cxnSp>
            <p:cxnSp>
              <p:nvCxnSpPr>
                <p:cNvPr id="81" name="直接连接符 80"/>
                <p:cNvCxnSpPr/>
                <p:nvPr/>
              </p:nvCxnSpPr>
              <p:spPr>
                <a:xfrm rot="5400000">
                  <a:off x="19336418" y="8524416"/>
                  <a:ext cx="0" cy="1692000"/>
                </a:xfrm>
                <a:prstGeom prst="line">
                  <a:avLst/>
                </a:prstGeom>
                <a:noFill/>
                <a:ln w="19050" cap="flat">
                  <a:solidFill>
                    <a:srgbClr val="00FFFF"/>
                  </a:solidFill>
                  <a:prstDash val="dash"/>
                  <a:round/>
                </a:ln>
                <a:effectLst/>
                <a:sp3d/>
              </p:spPr>
              <p:style>
                <a:lnRef idx="0">
                  <a:scrgbClr r="0" g="0" b="0"/>
                </a:lnRef>
                <a:fillRef idx="0">
                  <a:scrgbClr r="0" g="0" b="0"/>
                </a:fillRef>
                <a:effectRef idx="0">
                  <a:scrgbClr r="0" g="0" b="0"/>
                </a:effectRef>
                <a:fontRef idx="none"/>
              </p:style>
            </p:cxnSp>
          </p:grpSp>
        </p:grpSp>
        <p:sp>
          <p:nvSpPr>
            <p:cNvPr id="32" name="线形标注 1 31"/>
            <p:cNvSpPr/>
            <p:nvPr/>
          </p:nvSpPr>
          <p:spPr>
            <a:xfrm>
              <a:off x="20964169" y="9530946"/>
              <a:ext cx="3171190" cy="967240"/>
            </a:xfrm>
            <a:prstGeom prst="borderCallout1">
              <a:avLst>
                <a:gd name="adj1" fmla="val 8859"/>
                <a:gd name="adj2" fmla="val 142"/>
                <a:gd name="adj3" fmla="val -28520"/>
                <a:gd name="adj4" fmla="val -26507"/>
              </a:avLst>
            </a:prstGeom>
            <a:solidFill>
              <a:srgbClr val="FFFFFF"/>
            </a:solidFill>
            <a:ln w="25400" cap="flat">
              <a:solidFill>
                <a:schemeClr val="accent1"/>
              </a:solidFill>
              <a:prstDash val="solid"/>
              <a:round/>
              <a:headEnd type="none" w="med" len="med"/>
              <a:tailEnd type="triangle" w="med" len="me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71435" tIns="71435" rIns="71435" bIns="71435" numCol="1" spcCol="38100" rtlCol="0" anchor="ctr">
              <a:spAutoFit/>
            </a:bodyPr>
            <a:lstStyle/>
            <a:p>
              <a:pPr marL="0" marR="0" indent="0" algn="ctr" defTabSz="821529" rtl="0" fontAlgn="auto" latinLnBrk="0" hangingPunct="0">
                <a:lnSpc>
                  <a:spcPct val="100000"/>
                </a:lnSpc>
                <a:spcBef>
                  <a:spcPts val="0"/>
                </a:spcBef>
                <a:spcAft>
                  <a:spcPts val="0"/>
                </a:spcAft>
                <a:buClrTx/>
                <a:buSzTx/>
                <a:buFontTx/>
                <a:buNone/>
                <a:tabLst/>
              </a:pPr>
              <a:r>
                <a:rPr kumimoji="0" lang="zh-CN" altLang="en-US" sz="2200" b="0" i="0" u="none" strike="noStrike" cap="none" spc="0" normalizeH="0" baseline="0" dirty="0">
                  <a:ln>
                    <a:noFill/>
                  </a:ln>
                  <a:solidFill>
                    <a:srgbClr val="000000"/>
                  </a:solidFill>
                  <a:effectLst/>
                  <a:uFillTx/>
                  <a:latin typeface="Arial" panose="020B0604020202020204" pitchFamily="34" charset="0"/>
                  <a:cs typeface="Arial" panose="020B0604020202020204" pitchFamily="34" charset="0"/>
                  <a:sym typeface="Helvetica Neue"/>
                </a:rPr>
                <a:t>测试范围根据产品</a:t>
              </a:r>
              <a:r>
                <a:rPr kumimoji="0" lang="en-US" altLang="zh-CN" sz="2200" b="0" i="0" u="none" strike="noStrike" cap="none" spc="0" normalizeH="0" baseline="0" dirty="0">
                  <a:ln>
                    <a:noFill/>
                  </a:ln>
                  <a:solidFill>
                    <a:srgbClr val="000000"/>
                  </a:solidFill>
                  <a:effectLst/>
                  <a:uFillTx/>
                  <a:latin typeface="Arial" panose="020B0604020202020204" pitchFamily="34" charset="0"/>
                  <a:cs typeface="Arial" panose="020B0604020202020204" pitchFamily="34" charset="0"/>
                  <a:sym typeface="Helvetica Neue"/>
                </a:rPr>
                <a:t>R</a:t>
              </a:r>
              <a:r>
                <a:rPr kumimoji="0" lang="zh-CN" altLang="en-US" sz="2200" b="0" i="0" u="none" strike="noStrike" cap="none" spc="0" normalizeH="0" baseline="0" dirty="0">
                  <a:ln>
                    <a:noFill/>
                  </a:ln>
                  <a:solidFill>
                    <a:srgbClr val="000000"/>
                  </a:solidFill>
                  <a:effectLst/>
                  <a:uFillTx/>
                  <a:latin typeface="Arial" panose="020B0604020202020204" pitchFamily="34" charset="0"/>
                  <a:cs typeface="Arial" panose="020B0604020202020204" pitchFamily="34" charset="0"/>
                  <a:sym typeface="Helvetica Neue"/>
                </a:rPr>
                <a:t>角的实际规格决定</a:t>
              </a:r>
            </a:p>
          </p:txBody>
        </p:sp>
      </p:grpSp>
      <p:grpSp>
        <p:nvGrpSpPr>
          <p:cNvPr id="36" name="组合 35"/>
          <p:cNvGrpSpPr/>
          <p:nvPr/>
        </p:nvGrpSpPr>
        <p:grpSpPr>
          <a:xfrm>
            <a:off x="2467176" y="9533871"/>
            <a:ext cx="3177976" cy="3416142"/>
            <a:chOff x="5521641" y="7847901"/>
            <a:chExt cx="4673327" cy="5023557"/>
          </a:xfrm>
        </p:grpSpPr>
        <p:sp>
          <p:nvSpPr>
            <p:cNvPr id="37" name="矩形 36">
              <a:extLst>
                <a:ext uri="{FF2B5EF4-FFF2-40B4-BE49-F238E27FC236}">
                  <a16:creationId xmlns:a16="http://schemas.microsoft.com/office/drawing/2014/main" id="{B085CECE-8BCD-804A-9026-5266D6342280}"/>
                </a:ext>
              </a:extLst>
            </p:cNvPr>
            <p:cNvSpPr/>
            <p:nvPr/>
          </p:nvSpPr>
          <p:spPr>
            <a:xfrm>
              <a:off x="8471468" y="12435190"/>
              <a:ext cx="1723500" cy="423455"/>
            </a:xfrm>
            <a:prstGeom prst="rect">
              <a:avLst/>
            </a:prstGeom>
            <a:noFill/>
            <a:ln w="9525">
              <a:noFill/>
            </a:ln>
          </p:spPr>
          <p:txBody>
            <a:bodyPr anchor="ctr"/>
            <a:lstStyle/>
            <a:p>
              <a:pPr lvl="0" algn="l" defTabSz="825500"/>
              <a:r>
                <a:rPr lang="en-US" altLang="zh-CN" dirty="0">
                  <a:solidFill>
                    <a:schemeClr val="tx1"/>
                  </a:solidFill>
                  <a:latin typeface="Arial" panose="020B0604020202020204" pitchFamily="34" charset="0"/>
                  <a:cs typeface="Arial" panose="020B0604020202020204" pitchFamily="34" charset="0"/>
                </a:rPr>
                <a:t>  </a:t>
              </a:r>
              <a:r>
                <a:rPr lang="en-US" altLang="zh-CN" sz="2400" dirty="0">
                  <a:solidFill>
                    <a:schemeClr val="tx1"/>
                  </a:solidFill>
                  <a:latin typeface="Arial" panose="020B0604020202020204" pitchFamily="34" charset="0"/>
                  <a:cs typeface="Arial" panose="020B0604020202020204" pitchFamily="34" charset="0"/>
                </a:rPr>
                <a:t>Pic</a:t>
              </a:r>
              <a:r>
                <a:rPr lang="zh-CN" altLang="en-US" sz="2400" dirty="0">
                  <a:solidFill>
                    <a:schemeClr val="tx1"/>
                  </a:solidFill>
                  <a:latin typeface="Arial" panose="020B0604020202020204" pitchFamily="34" charset="0"/>
                  <a:cs typeface="Arial" panose="020B0604020202020204" pitchFamily="34" charset="0"/>
                </a:rPr>
                <a:t> </a:t>
              </a:r>
              <a:r>
                <a:rPr lang="en-US" altLang="zh-CN" sz="2400" dirty="0">
                  <a:solidFill>
                    <a:schemeClr val="tx1"/>
                  </a:solidFill>
                  <a:latin typeface="Arial" panose="020B0604020202020204" pitchFamily="34" charset="0"/>
                  <a:cs typeface="Arial" panose="020B0604020202020204" pitchFamily="34" charset="0"/>
                </a:rPr>
                <a:t>1</a:t>
              </a:r>
              <a:endParaRPr lang="zh-CN" altLang="en-US" sz="2400" dirty="0">
                <a:solidFill>
                  <a:schemeClr val="tx1"/>
                </a:solidFill>
                <a:latin typeface="Arial" panose="020B0604020202020204" pitchFamily="34" charset="0"/>
                <a:cs typeface="Arial" panose="020B0604020202020204" pitchFamily="34" charset="0"/>
                <a:sym typeface="Bradley Hand ITC TT-Bold" charset="0"/>
              </a:endParaRPr>
            </a:p>
          </p:txBody>
        </p:sp>
        <p:grpSp>
          <p:nvGrpSpPr>
            <p:cNvPr id="38" name="组合 37"/>
            <p:cNvGrpSpPr/>
            <p:nvPr/>
          </p:nvGrpSpPr>
          <p:grpSpPr>
            <a:xfrm>
              <a:off x="5521641" y="7847901"/>
              <a:ext cx="2808375" cy="5023557"/>
              <a:chOff x="5395951" y="7589312"/>
              <a:chExt cx="2905052" cy="5196490"/>
            </a:xfrm>
          </p:grpSpPr>
          <p:pic>
            <p:nvPicPr>
              <p:cNvPr id="40" name="图片 39"/>
              <p:cNvPicPr>
                <a:picLocks noChangeAspect="1"/>
              </p:cNvPicPr>
              <p:nvPr/>
            </p:nvPicPr>
            <p:blipFill>
              <a:blip r:embed="rId5" cstate="email">
                <a:clrChange>
                  <a:clrFrom>
                    <a:srgbClr val="FFFFFF"/>
                  </a:clrFrom>
                  <a:clrTo>
                    <a:srgbClr val="FFFFFF">
                      <a:alpha val="0"/>
                    </a:srgbClr>
                  </a:clrTo>
                </a:clrChange>
                <a:extLst>
                  <a:ext uri="{28A0092B-C50C-407E-A947-70E740481C1C}">
                    <a14:useLocalDpi xmlns:a14="http://schemas.microsoft.com/office/drawing/2010/main"/>
                  </a:ext>
                </a:extLst>
              </a:blip>
              <a:stretch>
                <a:fillRect/>
              </a:stretch>
            </p:blipFill>
            <p:spPr>
              <a:xfrm rot="5400000">
                <a:off x="4535107" y="9194774"/>
                <a:ext cx="4733391" cy="1959698"/>
              </a:xfrm>
              <a:prstGeom prst="rect">
                <a:avLst/>
              </a:prstGeom>
            </p:spPr>
          </p:pic>
          <p:grpSp>
            <p:nvGrpSpPr>
              <p:cNvPr id="41" name="组合 4">
                <a:extLst>
                  <a:ext uri="{FF2B5EF4-FFF2-40B4-BE49-F238E27FC236}">
                    <a16:creationId xmlns:a16="http://schemas.microsoft.com/office/drawing/2014/main" id="{EF665D2F-62D9-1A48-8B07-60DC3748C8AE}"/>
                  </a:ext>
                </a:extLst>
              </p:cNvPr>
              <p:cNvGrpSpPr/>
              <p:nvPr/>
            </p:nvGrpSpPr>
            <p:grpSpPr>
              <a:xfrm>
                <a:off x="5395951" y="7589312"/>
                <a:ext cx="2905052" cy="5196490"/>
                <a:chOff x="5098347" y="9881934"/>
                <a:chExt cx="1589867" cy="3642992"/>
              </a:xfrm>
            </p:grpSpPr>
            <p:sp>
              <p:nvSpPr>
                <p:cNvPr id="42" name="矩形 3">
                  <a:extLst>
                    <a:ext uri="{FF2B5EF4-FFF2-40B4-BE49-F238E27FC236}">
                      <a16:creationId xmlns:a16="http://schemas.microsoft.com/office/drawing/2014/main" id="{5A6C6558-35FA-C948-82F7-9D1D68DD2BB2}"/>
                    </a:ext>
                  </a:extLst>
                </p:cNvPr>
                <p:cNvSpPr/>
                <p:nvPr/>
              </p:nvSpPr>
              <p:spPr>
                <a:xfrm>
                  <a:off x="5098347" y="9881934"/>
                  <a:ext cx="531566" cy="630540"/>
                </a:xfrm>
                <a:prstGeom prst="rect">
                  <a:avLst/>
                </a:prstGeom>
                <a:noFill/>
                <a:ln w="25400" cap="flat">
                  <a:solidFill>
                    <a:srgbClr val="FF0000"/>
                  </a:solidFill>
                  <a:prstDash val="dash"/>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71435" tIns="71435" rIns="71435" bIns="71435" numCol="1" spcCol="38100" rtlCol="0" anchor="ctr">
                  <a:spAutoFit/>
                </a:bodyPr>
                <a:lstStyle/>
                <a:p>
                  <a:pPr marL="0" marR="0" indent="0" algn="ctr" defTabSz="821529" rtl="0" fontAlgn="auto" latinLnBrk="0" hangingPunct="0">
                    <a:lnSpc>
                      <a:spcPct val="100000"/>
                    </a:lnSpc>
                    <a:spcBef>
                      <a:spcPts val="0"/>
                    </a:spcBef>
                    <a:spcAft>
                      <a:spcPts val="0"/>
                    </a:spcAft>
                    <a:buClrTx/>
                    <a:buSzTx/>
                    <a:buFontTx/>
                    <a:buNone/>
                    <a:tabLst/>
                  </a:pPr>
                  <a:r>
                    <a:rPr lang="en-US" altLang="zh-CN" dirty="0">
                      <a:latin typeface="Arial" panose="020B0604020202020204" pitchFamily="34" charset="0"/>
                      <a:cs typeface="Arial" panose="020B0604020202020204" pitchFamily="34" charset="0"/>
                    </a:rPr>
                    <a:t>8</a:t>
                  </a:r>
                  <a:endParaRPr kumimoji="0" lang="zh-CN" altLang="en-US" b="0" i="0" u="none" strike="noStrike" cap="none" spc="0" normalizeH="0" baseline="0" dirty="0">
                    <a:ln>
                      <a:noFill/>
                    </a:ln>
                    <a:solidFill>
                      <a:srgbClr val="000000"/>
                    </a:solidFill>
                    <a:effectLst/>
                    <a:uFillTx/>
                    <a:latin typeface="Arial" panose="020B0604020202020204" pitchFamily="34" charset="0"/>
                    <a:cs typeface="Arial" panose="020B0604020202020204" pitchFamily="34" charset="0"/>
                    <a:sym typeface="Helvetica Neue"/>
                  </a:endParaRPr>
                </a:p>
              </p:txBody>
            </p:sp>
            <p:sp>
              <p:nvSpPr>
                <p:cNvPr id="43" name="矩形 16">
                  <a:extLst>
                    <a:ext uri="{FF2B5EF4-FFF2-40B4-BE49-F238E27FC236}">
                      <a16:creationId xmlns:a16="http://schemas.microsoft.com/office/drawing/2014/main" id="{D969D40B-54FF-D048-AD51-9806F61FA8F4}"/>
                    </a:ext>
                  </a:extLst>
                </p:cNvPr>
                <p:cNvSpPr/>
                <p:nvPr/>
              </p:nvSpPr>
              <p:spPr>
                <a:xfrm>
                  <a:off x="6193352" y="9884527"/>
                  <a:ext cx="494862" cy="630540"/>
                </a:xfrm>
                <a:prstGeom prst="rect">
                  <a:avLst/>
                </a:prstGeom>
                <a:noFill/>
                <a:ln w="25400" cap="flat">
                  <a:solidFill>
                    <a:srgbClr val="FF0000"/>
                  </a:solidFill>
                  <a:prstDash val="dash"/>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71435" tIns="71435" rIns="71435" bIns="71435" numCol="1" spcCol="38100" rtlCol="0" anchor="ctr">
                  <a:spAutoFit/>
                </a:bodyPr>
                <a:lstStyle/>
                <a:p>
                  <a:pPr marL="0" marR="0" indent="0" algn="ctr" defTabSz="821529" rtl="0" fontAlgn="auto" latinLnBrk="0" hangingPunct="0">
                    <a:lnSpc>
                      <a:spcPct val="100000"/>
                    </a:lnSpc>
                    <a:spcBef>
                      <a:spcPts val="0"/>
                    </a:spcBef>
                    <a:spcAft>
                      <a:spcPts val="0"/>
                    </a:spcAft>
                    <a:buClrTx/>
                    <a:buSzTx/>
                    <a:buFontTx/>
                    <a:buNone/>
                    <a:tabLst/>
                  </a:pPr>
                  <a:r>
                    <a:rPr lang="en-US" altLang="zh-CN" dirty="0">
                      <a:latin typeface="Arial" panose="020B0604020202020204" pitchFamily="34" charset="0"/>
                      <a:cs typeface="Arial" panose="020B0604020202020204" pitchFamily="34" charset="0"/>
                    </a:rPr>
                    <a:t>5</a:t>
                  </a:r>
                  <a:endParaRPr kumimoji="0" lang="zh-CN" altLang="en-US" sz="3200" b="0" i="0" u="none" strike="noStrike" cap="none" spc="0" normalizeH="0" baseline="0" dirty="0">
                    <a:ln>
                      <a:noFill/>
                    </a:ln>
                    <a:solidFill>
                      <a:srgbClr val="000000"/>
                    </a:solidFill>
                    <a:effectLst/>
                    <a:uFillTx/>
                    <a:latin typeface="Arial" panose="020B0604020202020204" pitchFamily="34" charset="0"/>
                    <a:cs typeface="Arial" panose="020B0604020202020204" pitchFamily="34" charset="0"/>
                    <a:sym typeface="Helvetica Neue"/>
                  </a:endParaRPr>
                </a:p>
              </p:txBody>
            </p:sp>
            <p:sp>
              <p:nvSpPr>
                <p:cNvPr id="44" name="矩形 18">
                  <a:extLst>
                    <a:ext uri="{FF2B5EF4-FFF2-40B4-BE49-F238E27FC236}">
                      <a16:creationId xmlns:a16="http://schemas.microsoft.com/office/drawing/2014/main" id="{50183D40-516F-904A-B43D-092455A14E92}"/>
                    </a:ext>
                  </a:extLst>
                </p:cNvPr>
                <p:cNvSpPr/>
                <p:nvPr/>
              </p:nvSpPr>
              <p:spPr>
                <a:xfrm>
                  <a:off x="5182240" y="12894386"/>
                  <a:ext cx="522967" cy="630540"/>
                </a:xfrm>
                <a:prstGeom prst="rect">
                  <a:avLst/>
                </a:prstGeom>
                <a:noFill/>
                <a:ln w="25400" cap="flat">
                  <a:solidFill>
                    <a:srgbClr val="FF0000"/>
                  </a:solidFill>
                  <a:prstDash val="dash"/>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71435" tIns="71435" rIns="71435" bIns="71435" numCol="1" spcCol="38100" rtlCol="0" anchor="ctr">
                  <a:spAutoFit/>
                </a:bodyPr>
                <a:lstStyle/>
                <a:p>
                  <a:pPr marL="0" marR="0" indent="0" algn="ctr" defTabSz="821529" rtl="0" fontAlgn="auto" latinLnBrk="0" hangingPunct="0">
                    <a:lnSpc>
                      <a:spcPct val="100000"/>
                    </a:lnSpc>
                    <a:spcBef>
                      <a:spcPts val="0"/>
                    </a:spcBef>
                    <a:spcAft>
                      <a:spcPts val="0"/>
                    </a:spcAft>
                    <a:buClrTx/>
                    <a:buSzTx/>
                    <a:buFontTx/>
                    <a:buNone/>
                    <a:tabLst/>
                  </a:pPr>
                  <a:r>
                    <a:rPr lang="en-US" altLang="zh-CN" dirty="0">
                      <a:latin typeface="Arial" panose="020B0604020202020204" pitchFamily="34" charset="0"/>
                      <a:cs typeface="Arial" panose="020B0604020202020204" pitchFamily="34" charset="0"/>
                    </a:rPr>
                    <a:t>7</a:t>
                  </a:r>
                  <a:endParaRPr kumimoji="0" lang="zh-CN" altLang="en-US" sz="3200" b="0" i="0" u="none" strike="noStrike" cap="none" spc="0" normalizeH="0" baseline="0" dirty="0">
                    <a:ln>
                      <a:noFill/>
                    </a:ln>
                    <a:solidFill>
                      <a:srgbClr val="000000"/>
                    </a:solidFill>
                    <a:effectLst/>
                    <a:uFillTx/>
                    <a:latin typeface="Arial" panose="020B0604020202020204" pitchFamily="34" charset="0"/>
                    <a:cs typeface="Arial" panose="020B0604020202020204" pitchFamily="34" charset="0"/>
                    <a:sym typeface="Helvetica Neue"/>
                  </a:endParaRPr>
                </a:p>
              </p:txBody>
            </p:sp>
            <p:sp>
              <p:nvSpPr>
                <p:cNvPr id="45" name="矩形 19">
                  <a:extLst>
                    <a:ext uri="{FF2B5EF4-FFF2-40B4-BE49-F238E27FC236}">
                      <a16:creationId xmlns:a16="http://schemas.microsoft.com/office/drawing/2014/main" id="{1B89983E-D439-5746-BF65-2A4DD9229614}"/>
                    </a:ext>
                  </a:extLst>
                </p:cNvPr>
                <p:cNvSpPr/>
                <p:nvPr/>
              </p:nvSpPr>
              <p:spPr>
                <a:xfrm>
                  <a:off x="6137444" y="12892948"/>
                  <a:ext cx="522967" cy="630540"/>
                </a:xfrm>
                <a:prstGeom prst="rect">
                  <a:avLst/>
                </a:prstGeom>
                <a:noFill/>
                <a:ln w="25400" cap="flat">
                  <a:solidFill>
                    <a:srgbClr val="FF0000"/>
                  </a:solidFill>
                  <a:prstDash val="dash"/>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71435" tIns="71435" rIns="71435" bIns="71435" numCol="1" spcCol="38100" rtlCol="0" anchor="ctr">
                  <a:spAutoFit/>
                </a:bodyPr>
                <a:lstStyle/>
                <a:p>
                  <a:pPr marL="0" marR="0" indent="0" algn="ctr" defTabSz="821529" rtl="0" fontAlgn="auto" latinLnBrk="0" hangingPunct="0">
                    <a:lnSpc>
                      <a:spcPct val="100000"/>
                    </a:lnSpc>
                    <a:spcBef>
                      <a:spcPts val="0"/>
                    </a:spcBef>
                    <a:spcAft>
                      <a:spcPts val="0"/>
                    </a:spcAft>
                    <a:buClrTx/>
                    <a:buSzTx/>
                    <a:buFontTx/>
                    <a:buNone/>
                    <a:tabLst/>
                  </a:pPr>
                  <a:r>
                    <a:rPr lang="en-US" altLang="zh-CN" dirty="0">
                      <a:latin typeface="Arial" panose="020B0604020202020204" pitchFamily="34" charset="0"/>
                      <a:cs typeface="Arial" panose="020B0604020202020204" pitchFamily="34" charset="0"/>
                    </a:rPr>
                    <a:t>6</a:t>
                  </a:r>
                  <a:endParaRPr kumimoji="0" lang="zh-CN" altLang="en-US" sz="3200" b="0" i="0" u="none" strike="noStrike" cap="none" spc="0" normalizeH="0" baseline="0" dirty="0">
                    <a:ln>
                      <a:noFill/>
                    </a:ln>
                    <a:solidFill>
                      <a:srgbClr val="000000"/>
                    </a:solidFill>
                    <a:effectLst/>
                    <a:uFillTx/>
                    <a:latin typeface="Arial" panose="020B0604020202020204" pitchFamily="34" charset="0"/>
                    <a:cs typeface="Arial" panose="020B0604020202020204" pitchFamily="34" charset="0"/>
                    <a:sym typeface="Helvetica Neue"/>
                  </a:endParaRPr>
                </a:p>
              </p:txBody>
            </p:sp>
          </p:grpSp>
        </p:grpSp>
      </p:grpSp>
      <p:graphicFrame>
        <p:nvGraphicFramePr>
          <p:cNvPr id="48" name="表格 47"/>
          <p:cNvGraphicFramePr>
            <a:graphicFrameLocks noGrp="1"/>
          </p:cNvGraphicFramePr>
          <p:nvPr>
            <p:extLst>
              <p:ext uri="{D42A27DB-BD31-4B8C-83A1-F6EECF244321}">
                <p14:modId xmlns:p14="http://schemas.microsoft.com/office/powerpoint/2010/main" val="2197946018"/>
              </p:ext>
            </p:extLst>
          </p:nvPr>
        </p:nvGraphicFramePr>
        <p:xfrm>
          <a:off x="19265267" y="4385000"/>
          <a:ext cx="3813490" cy="5918316"/>
        </p:xfrm>
        <a:graphic>
          <a:graphicData uri="http://schemas.openxmlformats.org/drawingml/2006/table">
            <a:tbl>
              <a:tblPr/>
              <a:tblGrid>
                <a:gridCol w="357300">
                  <a:extLst>
                    <a:ext uri="{9D8B030D-6E8A-4147-A177-3AD203B41FA5}">
                      <a16:colId xmlns:a16="http://schemas.microsoft.com/office/drawing/2014/main" val="20000"/>
                    </a:ext>
                  </a:extLst>
                </a:gridCol>
                <a:gridCol w="1474969">
                  <a:extLst>
                    <a:ext uri="{9D8B030D-6E8A-4147-A177-3AD203B41FA5}">
                      <a16:colId xmlns:a16="http://schemas.microsoft.com/office/drawing/2014/main" val="20003"/>
                    </a:ext>
                  </a:extLst>
                </a:gridCol>
                <a:gridCol w="84721">
                  <a:extLst>
                    <a:ext uri="{9D8B030D-6E8A-4147-A177-3AD203B41FA5}">
                      <a16:colId xmlns:a16="http://schemas.microsoft.com/office/drawing/2014/main" val="20002"/>
                    </a:ext>
                  </a:extLst>
                </a:gridCol>
                <a:gridCol w="382979">
                  <a:extLst>
                    <a:ext uri="{9D8B030D-6E8A-4147-A177-3AD203B41FA5}">
                      <a16:colId xmlns:a16="http://schemas.microsoft.com/office/drawing/2014/main" val="20004"/>
                    </a:ext>
                  </a:extLst>
                </a:gridCol>
                <a:gridCol w="1513521">
                  <a:extLst>
                    <a:ext uri="{9D8B030D-6E8A-4147-A177-3AD203B41FA5}">
                      <a16:colId xmlns:a16="http://schemas.microsoft.com/office/drawing/2014/main" val="20005"/>
                    </a:ext>
                  </a:extLst>
                </a:gridCol>
              </a:tblGrid>
              <a:tr h="431388">
                <a:tc>
                  <a:txBody>
                    <a:bodyPr/>
                    <a:lstStyle/>
                    <a:p>
                      <a:pPr algn="ctr" fontAlgn="ctr"/>
                      <a:r>
                        <a:rPr lang="en-US" sz="1200" b="0" i="0" u="none" strike="noStrike" dirty="0">
                          <a:solidFill>
                            <a:srgbClr val="000000"/>
                          </a:solidFill>
                          <a:effectLst/>
                          <a:latin typeface="Arial" panose="020B0604020202020204" pitchFamily="34" charset="0"/>
                          <a:ea typeface="Arial Unicode MS" panose="020B0604020202020204" pitchFamily="34" charset="-122"/>
                          <a:cs typeface="Arial" panose="020B0604020202020204" pitchFamily="34" charset="0"/>
                        </a:rPr>
                        <a:t>No.</a:t>
                      </a:r>
                    </a:p>
                  </a:txBody>
                  <a:tcPr marL="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56C1FF"/>
                    </a:solidFill>
                  </a:tcPr>
                </a:tc>
                <a:tc>
                  <a:txBody>
                    <a:bodyPr/>
                    <a:lstStyle/>
                    <a:p>
                      <a:pPr marL="0" marR="0" indent="0" algn="ctr" defTabSz="821530" eaLnBrk="1" fontAlgn="ctr" latinLnBrk="0" hangingPunct="1">
                        <a:lnSpc>
                          <a:spcPct val="100000"/>
                        </a:lnSpc>
                        <a:spcBef>
                          <a:spcPts val="0"/>
                        </a:spcBef>
                        <a:spcAft>
                          <a:spcPts val="0"/>
                        </a:spcAft>
                        <a:buClrTx/>
                        <a:buSzTx/>
                        <a:buFontTx/>
                        <a:buNone/>
                        <a:tabLst/>
                        <a:defRPr/>
                      </a:pPr>
                      <a:r>
                        <a:rPr lang="en-US" altLang="zh-CN" sz="1300" u="none" strike="noStrike" dirty="0">
                          <a:effectLst/>
                          <a:latin typeface="Arial" panose="020B0604020202020204" pitchFamily="34" charset="0"/>
                          <a:cs typeface="Arial" panose="020B0604020202020204" pitchFamily="34" charset="0"/>
                        </a:rPr>
                        <a:t>FAI7-Radius</a:t>
                      </a:r>
                      <a:endParaRPr lang="en-US" altLang="zh-CN" sz="1300" b="0" i="0" u="none" strike="noStrike" dirty="0">
                        <a:solidFill>
                          <a:srgbClr val="000000"/>
                        </a:solidFill>
                        <a:effectLst/>
                        <a:latin typeface="Arial" panose="020B0604020202020204" pitchFamily="34" charset="0"/>
                        <a:ea typeface="宋体" panose="02010600030101010101" pitchFamily="2" charset="-122"/>
                        <a:cs typeface="Arial" panose="020B0604020202020204" pitchFamily="34" charset="0"/>
                      </a:endParaRPr>
                    </a:p>
                  </a:txBody>
                  <a:tcPr marL="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56C1FF"/>
                    </a:solidFill>
                  </a:tcPr>
                </a:tc>
                <a:tc>
                  <a:txBody>
                    <a:bodyPr/>
                    <a:lstStyle/>
                    <a:p>
                      <a:pPr marL="0" marR="0" lvl="0" indent="0" algn="ctr" defTabSz="821530" eaLnBrk="1" fontAlgn="ctr" latinLnBrk="0" hangingPunct="1">
                        <a:lnSpc>
                          <a:spcPct val="100000"/>
                        </a:lnSpc>
                        <a:spcBef>
                          <a:spcPts val="0"/>
                        </a:spcBef>
                        <a:spcAft>
                          <a:spcPts val="0"/>
                        </a:spcAft>
                        <a:buClrTx/>
                        <a:buSzTx/>
                        <a:buFontTx/>
                        <a:buNone/>
                        <a:tabLst/>
                        <a:defRPr/>
                      </a:pPr>
                      <a:endParaRPr lang="en-US" sz="1600" b="0" i="0" u="none" strike="noStrike" cap="none" spc="0" baseline="0" dirty="0">
                        <a:ln>
                          <a:noFill/>
                        </a:ln>
                        <a:solidFill>
                          <a:schemeClr val="tx1"/>
                        </a:solidFill>
                        <a:effectLst/>
                        <a:uFillTx/>
                        <a:latin typeface="Arial" panose="020B0604020202020204" pitchFamily="34" charset="0"/>
                        <a:ea typeface="Arial Unicode MS" panose="020B0604020202020204" pitchFamily="34" charset="-122"/>
                        <a:cs typeface="Arial" panose="020B0604020202020204" pitchFamily="34" charset="0"/>
                        <a:sym typeface="Helvetica Neue Light"/>
                      </a:endParaRPr>
                    </a:p>
                  </a:txBody>
                  <a:tcPr marL="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dirty="0">
                          <a:solidFill>
                            <a:srgbClr val="000000"/>
                          </a:solidFill>
                          <a:effectLst/>
                          <a:latin typeface="Arial" panose="020B0604020202020204" pitchFamily="34" charset="0"/>
                          <a:ea typeface="Arial Unicode MS" panose="020B0604020202020204" pitchFamily="34" charset="-122"/>
                          <a:cs typeface="Arial" panose="020B0604020202020204" pitchFamily="34" charset="0"/>
                        </a:rPr>
                        <a:t>No.</a:t>
                      </a:r>
                    </a:p>
                  </a:txBody>
                  <a:tcPr marL="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56C1FF"/>
                    </a:solidFill>
                  </a:tcPr>
                </a:tc>
                <a:tc>
                  <a:txBody>
                    <a:bodyPr/>
                    <a:lstStyle/>
                    <a:p>
                      <a:pPr marL="0" marR="0" lvl="0" indent="0" algn="ctr" defTabSz="821530" eaLnBrk="1" fontAlgn="ctr" latinLnBrk="0" hangingPunct="1">
                        <a:lnSpc>
                          <a:spcPct val="100000"/>
                        </a:lnSpc>
                        <a:spcBef>
                          <a:spcPts val="0"/>
                        </a:spcBef>
                        <a:spcAft>
                          <a:spcPts val="0"/>
                        </a:spcAft>
                        <a:buClrTx/>
                        <a:buSzTx/>
                        <a:buFontTx/>
                        <a:buNone/>
                        <a:tabLst/>
                        <a:defRPr/>
                      </a:pPr>
                      <a:r>
                        <a:rPr lang="en-US" altLang="zh-CN" sz="1300" b="0" i="0" u="none" strike="noStrike" cap="none" spc="0" baseline="0" dirty="0">
                          <a:ln>
                            <a:noFill/>
                          </a:ln>
                          <a:solidFill>
                            <a:schemeClr val="tx1"/>
                          </a:solidFill>
                          <a:effectLst/>
                          <a:uFillTx/>
                          <a:latin typeface="Arial" panose="020B0604020202020204" pitchFamily="34" charset="0"/>
                          <a:ea typeface="+mn-ea"/>
                          <a:cs typeface="Arial" panose="020B0604020202020204" pitchFamily="34" charset="0"/>
                          <a:sym typeface="Helvetica Neue Light"/>
                        </a:rPr>
                        <a:t>FAI7-Radius</a:t>
                      </a:r>
                    </a:p>
                  </a:txBody>
                  <a:tcPr marL="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56C1FF"/>
                    </a:solidFill>
                  </a:tcPr>
                </a:tc>
                <a:extLst>
                  <a:ext uri="{0D108BD9-81ED-4DB2-BD59-A6C34878D82A}">
                    <a16:rowId xmlns:a16="http://schemas.microsoft.com/office/drawing/2014/main" val="10000"/>
                  </a:ext>
                </a:extLst>
              </a:tr>
              <a:tr h="228622">
                <a:tc>
                  <a:txBody>
                    <a:bodyPr/>
                    <a:lstStyle/>
                    <a:p>
                      <a:pPr algn="ctr" fontAlgn="ctr"/>
                      <a:r>
                        <a:rPr lang="en-US" altLang="zh-CN" sz="1100" b="0" i="0" u="none" strike="noStrike" cap="none" spc="0" baseline="0" dirty="0">
                          <a:ln>
                            <a:noFill/>
                          </a:ln>
                          <a:solidFill>
                            <a:schemeClr val="tx1"/>
                          </a:solidFill>
                          <a:effectLst/>
                          <a:uFillTx/>
                          <a:latin typeface="Arial" panose="020B0604020202020204" pitchFamily="34" charset="0"/>
                          <a:ea typeface="+mn-ea"/>
                          <a:cs typeface="Arial" panose="020B0604020202020204" pitchFamily="34" charset="0"/>
                          <a:sym typeface="Helvetica Neue Light"/>
                        </a:rPr>
                        <a:t>1</a:t>
                      </a:r>
                    </a:p>
                  </a:txBody>
                  <a:tcPr marL="6399" marR="6399" marT="6399"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indent="0" algn="ctr" defTabSz="821530" fontAlgn="ctr" latinLnBrk="0">
                        <a:lnSpc>
                          <a:spcPct val="100000"/>
                        </a:lnSpc>
                        <a:spcBef>
                          <a:spcPts val="0"/>
                        </a:spcBef>
                        <a:spcAft>
                          <a:spcPts val="0"/>
                        </a:spcAft>
                        <a:buClrTx/>
                        <a:buSzTx/>
                        <a:buFontTx/>
                        <a:buNone/>
                        <a:tabLst/>
                      </a:pPr>
                      <a:r>
                        <a:rPr lang="en-US" altLang="zh-CN" sz="1100" b="0" i="0" u="none" strike="noStrike" cap="none" spc="0" baseline="0" dirty="0">
                          <a:ln>
                            <a:noFill/>
                          </a:ln>
                          <a:solidFill>
                            <a:schemeClr val="tx1"/>
                          </a:solidFill>
                          <a:effectLst/>
                          <a:uFillTx/>
                          <a:latin typeface="Arial" panose="020B0604020202020204" pitchFamily="34" charset="0"/>
                          <a:ea typeface="+mn-ea"/>
                          <a:cs typeface="Arial" panose="020B0604020202020204" pitchFamily="34" charset="0"/>
                          <a:sym typeface="Helvetica Neue Light"/>
                        </a:rPr>
                        <a:t>Max 0.2</a:t>
                      </a:r>
                    </a:p>
                  </a:txBody>
                  <a:tcPr marL="8681" marR="8681" marT="8681"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rowSpan="24">
                  <a:txBody>
                    <a:bodyPr/>
                    <a:lstStyle/>
                    <a:p>
                      <a:pPr marL="0" marR="0" indent="0" algn="ctr" defTabSz="821530" eaLnBrk="1" fontAlgn="ctr" latinLnBrk="0" hangingPunct="1">
                        <a:lnSpc>
                          <a:spcPct val="100000"/>
                        </a:lnSpc>
                        <a:spcBef>
                          <a:spcPts val="0"/>
                        </a:spcBef>
                        <a:spcAft>
                          <a:spcPts val="0"/>
                        </a:spcAft>
                        <a:buClrTx/>
                        <a:buSzTx/>
                        <a:buFontTx/>
                        <a:buNone/>
                        <a:tabLst/>
                        <a:defRPr/>
                      </a:pPr>
                      <a:endParaRPr lang="en-US" altLang="zh-CN" sz="1100" b="0" i="0" u="none" strike="noStrike" cap="none" spc="0" baseline="0" dirty="0">
                        <a:ln>
                          <a:noFill/>
                        </a:ln>
                        <a:solidFill>
                          <a:schemeClr val="tx1"/>
                        </a:solidFill>
                        <a:effectLst/>
                        <a:uFillTx/>
                        <a:latin typeface="Arial" panose="020B0604020202020204" pitchFamily="34" charset="0"/>
                        <a:ea typeface="+mn-ea"/>
                        <a:cs typeface="Arial" panose="020B0604020202020204" pitchFamily="34" charset="0"/>
                        <a:sym typeface="Helvetica Neue Light"/>
                      </a:endParaRPr>
                    </a:p>
                  </a:txBody>
                  <a:tcPr marL="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fontAlgn="ctr"/>
                      <a:r>
                        <a:rPr lang="en-US" altLang="zh-CN" sz="1100" b="0" i="0" u="none" strike="noStrike" cap="none" spc="0" baseline="0" dirty="0">
                          <a:ln>
                            <a:noFill/>
                          </a:ln>
                          <a:solidFill>
                            <a:schemeClr val="tx1"/>
                          </a:solidFill>
                          <a:effectLst/>
                          <a:uFillTx/>
                          <a:latin typeface="Arial" panose="020B0604020202020204" pitchFamily="34" charset="0"/>
                          <a:ea typeface="+mn-ea"/>
                          <a:cs typeface="Arial" panose="020B0604020202020204" pitchFamily="34" charset="0"/>
                          <a:sym typeface="Helvetica Neue Light"/>
                        </a:rPr>
                        <a:t>26</a:t>
                      </a:r>
                    </a:p>
                  </a:txBody>
                  <a:tcPr marL="6399" marR="6399" marT="6399"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indent="0" algn="ctr" defTabSz="821530" fontAlgn="ctr" latinLnBrk="0">
                        <a:lnSpc>
                          <a:spcPct val="100000"/>
                        </a:lnSpc>
                        <a:spcBef>
                          <a:spcPts val="0"/>
                        </a:spcBef>
                        <a:spcAft>
                          <a:spcPts val="0"/>
                        </a:spcAft>
                        <a:buClrTx/>
                        <a:buSzTx/>
                        <a:buFontTx/>
                        <a:buNone/>
                        <a:tabLst/>
                      </a:pPr>
                      <a:r>
                        <a:rPr lang="en-US" altLang="zh-CN" sz="1100" b="0" i="0" u="none" strike="noStrike" cap="none" spc="0" baseline="0" dirty="0">
                          <a:ln>
                            <a:noFill/>
                          </a:ln>
                          <a:solidFill>
                            <a:schemeClr val="tx1"/>
                          </a:solidFill>
                          <a:effectLst/>
                          <a:uFillTx/>
                          <a:latin typeface="Arial" panose="020B0604020202020204" pitchFamily="34" charset="0"/>
                          <a:ea typeface="+mn-ea"/>
                          <a:cs typeface="Arial" panose="020B0604020202020204" pitchFamily="34" charset="0"/>
                          <a:sym typeface="Helvetica Neue Light"/>
                        </a:rPr>
                        <a:t>Max 0.2</a:t>
                      </a:r>
                    </a:p>
                  </a:txBody>
                  <a:tcPr marL="8681" marR="8681" marT="8681"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10530863"/>
                  </a:ext>
                </a:extLst>
              </a:tr>
              <a:tr h="228622">
                <a:tc>
                  <a:txBody>
                    <a:bodyPr/>
                    <a:lstStyle/>
                    <a:p>
                      <a:pPr algn="ctr" fontAlgn="ctr"/>
                      <a:r>
                        <a:rPr lang="en-US" altLang="zh-CN" sz="1100" b="0" i="0" u="none" strike="noStrike" cap="none" spc="0" baseline="0" dirty="0">
                          <a:ln>
                            <a:noFill/>
                          </a:ln>
                          <a:solidFill>
                            <a:schemeClr val="tx1"/>
                          </a:solidFill>
                          <a:effectLst/>
                          <a:uFillTx/>
                          <a:latin typeface="Arial" panose="020B0604020202020204" pitchFamily="34" charset="0"/>
                          <a:ea typeface="+mn-ea"/>
                          <a:cs typeface="Arial" panose="020B0604020202020204" pitchFamily="34" charset="0"/>
                          <a:sym typeface="Helvetica Neue Light"/>
                        </a:rPr>
                        <a:t>2</a:t>
                      </a:r>
                    </a:p>
                  </a:txBody>
                  <a:tcPr marL="6399" marR="6399" marT="6399"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indent="0" algn="ctr" defTabSz="821530" fontAlgn="ctr" latinLnBrk="0">
                        <a:lnSpc>
                          <a:spcPct val="100000"/>
                        </a:lnSpc>
                        <a:spcBef>
                          <a:spcPts val="0"/>
                        </a:spcBef>
                        <a:spcAft>
                          <a:spcPts val="0"/>
                        </a:spcAft>
                        <a:buClrTx/>
                        <a:buSzTx/>
                        <a:buFontTx/>
                        <a:buNone/>
                        <a:tabLst/>
                      </a:pPr>
                      <a:r>
                        <a:rPr lang="en-US" altLang="zh-CN" sz="1100" b="0" i="0" u="none" strike="noStrike" cap="none" spc="0" baseline="0">
                          <a:ln>
                            <a:noFill/>
                          </a:ln>
                          <a:solidFill>
                            <a:schemeClr val="tx1"/>
                          </a:solidFill>
                          <a:effectLst/>
                          <a:uFillTx/>
                          <a:latin typeface="Arial" panose="020B0604020202020204" pitchFamily="34" charset="0"/>
                          <a:ea typeface="+mn-ea"/>
                          <a:cs typeface="Arial" panose="020B0604020202020204" pitchFamily="34" charset="0"/>
                          <a:sym typeface="Helvetica Neue Light"/>
                        </a:rPr>
                        <a:t>Max 0.2</a:t>
                      </a:r>
                      <a:endParaRPr lang="en-US" altLang="zh-CN" sz="1100" b="0" i="0" u="none" strike="noStrike" cap="none" spc="0" baseline="0" dirty="0">
                        <a:ln>
                          <a:noFill/>
                        </a:ln>
                        <a:solidFill>
                          <a:schemeClr val="tx1"/>
                        </a:solidFill>
                        <a:effectLst/>
                        <a:uFillTx/>
                        <a:latin typeface="Arial" panose="020B0604020202020204" pitchFamily="34" charset="0"/>
                        <a:ea typeface="+mn-ea"/>
                        <a:cs typeface="Arial" panose="020B0604020202020204" pitchFamily="34" charset="0"/>
                        <a:sym typeface="Helvetica Neue Light"/>
                      </a:endParaRPr>
                    </a:p>
                  </a:txBody>
                  <a:tcPr marL="8681" marR="8681" marT="8681"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vMerge="1">
                  <a:txBody>
                    <a:bodyPr/>
                    <a:lstStyle/>
                    <a:p>
                      <a:endParaRPr lang="zh-CN" altLang="en-US"/>
                    </a:p>
                  </a:txBody>
                  <a:tcPr/>
                </a:tc>
                <a:tc>
                  <a:txBody>
                    <a:bodyPr/>
                    <a:lstStyle/>
                    <a:p>
                      <a:pPr marL="0" marR="0" lvl="0" indent="0" algn="ctr" defTabSz="821530" eaLnBrk="1" fontAlgn="ctr" latinLnBrk="0" hangingPunct="1">
                        <a:lnSpc>
                          <a:spcPct val="100000"/>
                        </a:lnSpc>
                        <a:spcBef>
                          <a:spcPts val="0"/>
                        </a:spcBef>
                        <a:spcAft>
                          <a:spcPts val="0"/>
                        </a:spcAft>
                        <a:buClrTx/>
                        <a:buSzTx/>
                        <a:buFontTx/>
                        <a:buNone/>
                        <a:tabLst/>
                        <a:defRPr/>
                      </a:pPr>
                      <a:r>
                        <a:rPr kumimoji="0" lang="en-US" altLang="zh-CN" sz="1100" b="0" i="0" u="none" strike="noStrike" kern="0" cap="none" spc="0" normalizeH="0" baseline="0" dirty="0">
                          <a:ln>
                            <a:noFill/>
                          </a:ln>
                          <a:solidFill>
                            <a:srgbClr val="000000"/>
                          </a:solidFill>
                          <a:effectLst/>
                          <a:uLnTx/>
                          <a:uFillTx/>
                          <a:latin typeface="Arial" panose="020B0604020202020204" pitchFamily="34" charset="0"/>
                          <a:ea typeface="Helvetica Neue"/>
                          <a:cs typeface="Arial" panose="020B0604020202020204" pitchFamily="34" charset="0"/>
                          <a:sym typeface="Helvetica Neue Light"/>
                        </a:rPr>
                        <a:t>27</a:t>
                      </a:r>
                    </a:p>
                  </a:txBody>
                  <a:tcPr marL="7022" marR="7022" marT="7022"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indent="0" algn="ctr" defTabSz="821530" fontAlgn="ctr" latinLnBrk="0">
                        <a:lnSpc>
                          <a:spcPct val="100000"/>
                        </a:lnSpc>
                        <a:spcBef>
                          <a:spcPts val="0"/>
                        </a:spcBef>
                        <a:spcAft>
                          <a:spcPts val="0"/>
                        </a:spcAft>
                        <a:buClrTx/>
                        <a:buSzTx/>
                        <a:buFontTx/>
                        <a:buNone/>
                        <a:tabLst/>
                      </a:pPr>
                      <a:r>
                        <a:rPr lang="en-US" altLang="zh-CN" sz="1100" b="0" i="0" u="none" strike="noStrike" cap="none" spc="0" baseline="0">
                          <a:ln>
                            <a:noFill/>
                          </a:ln>
                          <a:solidFill>
                            <a:schemeClr val="tx1"/>
                          </a:solidFill>
                          <a:effectLst/>
                          <a:uFillTx/>
                          <a:latin typeface="Arial" panose="020B0604020202020204" pitchFamily="34" charset="0"/>
                          <a:ea typeface="+mn-ea"/>
                          <a:cs typeface="Arial" panose="020B0604020202020204" pitchFamily="34" charset="0"/>
                          <a:sym typeface="Helvetica Neue Light"/>
                        </a:rPr>
                        <a:t>Max 0.2</a:t>
                      </a:r>
                      <a:endParaRPr lang="en-US" altLang="zh-CN" sz="1100" b="0" i="0" u="none" strike="noStrike" cap="none" spc="0" baseline="0" dirty="0">
                        <a:ln>
                          <a:noFill/>
                        </a:ln>
                        <a:solidFill>
                          <a:schemeClr val="tx1"/>
                        </a:solidFill>
                        <a:effectLst/>
                        <a:uFillTx/>
                        <a:latin typeface="Arial" panose="020B0604020202020204" pitchFamily="34" charset="0"/>
                        <a:ea typeface="+mn-ea"/>
                        <a:cs typeface="Arial" panose="020B0604020202020204" pitchFamily="34" charset="0"/>
                        <a:sym typeface="Helvetica Neue Light"/>
                      </a:endParaRPr>
                    </a:p>
                  </a:txBody>
                  <a:tcPr marL="8681" marR="8681" marT="8681"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228622">
                <a:tc>
                  <a:txBody>
                    <a:bodyPr/>
                    <a:lstStyle/>
                    <a:p>
                      <a:pPr algn="ctr" fontAlgn="ctr"/>
                      <a:r>
                        <a:rPr lang="en-US" altLang="zh-CN" sz="1100" b="0" i="0" u="none" strike="noStrike" cap="none" spc="0" baseline="0" dirty="0">
                          <a:ln>
                            <a:noFill/>
                          </a:ln>
                          <a:solidFill>
                            <a:schemeClr val="tx1"/>
                          </a:solidFill>
                          <a:effectLst/>
                          <a:uFillTx/>
                          <a:latin typeface="Arial" panose="020B0604020202020204" pitchFamily="34" charset="0"/>
                          <a:ea typeface="+mn-ea"/>
                          <a:cs typeface="Arial" panose="020B0604020202020204" pitchFamily="34" charset="0"/>
                          <a:sym typeface="Helvetica Neue Light"/>
                        </a:rPr>
                        <a:t>3</a:t>
                      </a:r>
                    </a:p>
                  </a:txBody>
                  <a:tcPr marL="6399" marR="6399" marT="6399"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indent="0" algn="ctr" defTabSz="821530" fontAlgn="ctr" latinLnBrk="0">
                        <a:lnSpc>
                          <a:spcPct val="100000"/>
                        </a:lnSpc>
                        <a:spcBef>
                          <a:spcPts val="0"/>
                        </a:spcBef>
                        <a:spcAft>
                          <a:spcPts val="0"/>
                        </a:spcAft>
                        <a:buClrTx/>
                        <a:buSzTx/>
                        <a:buFontTx/>
                        <a:buNone/>
                        <a:tabLst/>
                      </a:pPr>
                      <a:r>
                        <a:rPr lang="en-US" altLang="zh-CN" sz="1100" b="0" i="0" u="none" strike="noStrike" cap="none" spc="0" baseline="0">
                          <a:ln>
                            <a:noFill/>
                          </a:ln>
                          <a:solidFill>
                            <a:schemeClr val="tx1"/>
                          </a:solidFill>
                          <a:effectLst/>
                          <a:uFillTx/>
                          <a:latin typeface="Arial" panose="020B0604020202020204" pitchFamily="34" charset="0"/>
                          <a:ea typeface="+mn-ea"/>
                          <a:cs typeface="Arial" panose="020B0604020202020204" pitchFamily="34" charset="0"/>
                          <a:sym typeface="Helvetica Neue Light"/>
                        </a:rPr>
                        <a:t>Max 0.2</a:t>
                      </a:r>
                      <a:endParaRPr lang="en-US" altLang="zh-CN" sz="1100" b="0" i="0" u="none" strike="noStrike" cap="none" spc="0" baseline="0" dirty="0">
                        <a:ln>
                          <a:noFill/>
                        </a:ln>
                        <a:solidFill>
                          <a:schemeClr val="tx1"/>
                        </a:solidFill>
                        <a:effectLst/>
                        <a:uFillTx/>
                        <a:latin typeface="Arial" panose="020B0604020202020204" pitchFamily="34" charset="0"/>
                        <a:ea typeface="+mn-ea"/>
                        <a:cs typeface="Arial" panose="020B0604020202020204" pitchFamily="34" charset="0"/>
                        <a:sym typeface="Helvetica Neue Light"/>
                      </a:endParaRPr>
                    </a:p>
                  </a:txBody>
                  <a:tcPr marL="8681" marR="8681" marT="8681"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vMerge="1">
                  <a:txBody>
                    <a:bodyPr/>
                    <a:lstStyle/>
                    <a:p>
                      <a:endParaRPr lang="zh-CN" altLang="en-US"/>
                    </a:p>
                  </a:txBody>
                  <a:tcPr/>
                </a:tc>
                <a:tc>
                  <a:txBody>
                    <a:bodyPr/>
                    <a:lstStyle/>
                    <a:p>
                      <a:pPr marL="0" marR="0" lvl="0" indent="0" algn="ctr" defTabSz="821530" eaLnBrk="1" fontAlgn="ctr" latinLnBrk="0" hangingPunct="1">
                        <a:lnSpc>
                          <a:spcPct val="100000"/>
                        </a:lnSpc>
                        <a:spcBef>
                          <a:spcPts val="0"/>
                        </a:spcBef>
                        <a:spcAft>
                          <a:spcPts val="0"/>
                        </a:spcAft>
                        <a:buClrTx/>
                        <a:buSzTx/>
                        <a:buFontTx/>
                        <a:buNone/>
                        <a:tabLst/>
                        <a:defRPr/>
                      </a:pPr>
                      <a:r>
                        <a:rPr kumimoji="0" lang="en-US" altLang="zh-CN" sz="1100" b="0" i="0" u="none" strike="noStrike" kern="0" cap="none" spc="0" normalizeH="0" baseline="0" dirty="0">
                          <a:ln>
                            <a:noFill/>
                          </a:ln>
                          <a:solidFill>
                            <a:srgbClr val="000000"/>
                          </a:solidFill>
                          <a:effectLst/>
                          <a:uLnTx/>
                          <a:uFillTx/>
                          <a:latin typeface="Arial" panose="020B0604020202020204" pitchFamily="34" charset="0"/>
                          <a:ea typeface="Helvetica Neue"/>
                          <a:cs typeface="Arial" panose="020B0604020202020204" pitchFamily="34" charset="0"/>
                          <a:sym typeface="Helvetica Neue Light"/>
                        </a:rPr>
                        <a:t>28</a:t>
                      </a:r>
                    </a:p>
                  </a:txBody>
                  <a:tcPr marL="9525" marR="9525" marT="9525"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indent="0" algn="ctr" defTabSz="821530" fontAlgn="ctr" latinLnBrk="0">
                        <a:lnSpc>
                          <a:spcPct val="100000"/>
                        </a:lnSpc>
                        <a:spcBef>
                          <a:spcPts val="0"/>
                        </a:spcBef>
                        <a:spcAft>
                          <a:spcPts val="0"/>
                        </a:spcAft>
                        <a:buClrTx/>
                        <a:buSzTx/>
                        <a:buFontTx/>
                        <a:buNone/>
                        <a:tabLst/>
                      </a:pPr>
                      <a:r>
                        <a:rPr lang="en-US" altLang="zh-CN" sz="1100" b="0" i="0" u="none" strike="noStrike" cap="none" spc="0" baseline="0" dirty="0">
                          <a:ln>
                            <a:noFill/>
                          </a:ln>
                          <a:solidFill>
                            <a:schemeClr val="tx1"/>
                          </a:solidFill>
                          <a:effectLst/>
                          <a:uFillTx/>
                          <a:latin typeface="Arial" panose="020B0604020202020204" pitchFamily="34" charset="0"/>
                          <a:ea typeface="+mn-ea"/>
                          <a:cs typeface="Arial" panose="020B0604020202020204" pitchFamily="34" charset="0"/>
                          <a:sym typeface="Helvetica Neue Light"/>
                        </a:rPr>
                        <a:t>Max 0.2</a:t>
                      </a:r>
                    </a:p>
                  </a:txBody>
                  <a:tcPr marL="8681" marR="8681" marT="8681"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228622">
                <a:tc>
                  <a:txBody>
                    <a:bodyPr/>
                    <a:lstStyle/>
                    <a:p>
                      <a:pPr algn="ctr" fontAlgn="ctr"/>
                      <a:r>
                        <a:rPr lang="en-US" altLang="zh-CN" sz="1100" b="0" i="0" u="none" strike="noStrike" cap="none" spc="0" baseline="0" dirty="0">
                          <a:ln>
                            <a:noFill/>
                          </a:ln>
                          <a:solidFill>
                            <a:schemeClr val="tx1"/>
                          </a:solidFill>
                          <a:effectLst/>
                          <a:uFillTx/>
                          <a:latin typeface="Arial" panose="020B0604020202020204" pitchFamily="34" charset="0"/>
                          <a:ea typeface="+mn-ea"/>
                          <a:cs typeface="Arial" panose="020B0604020202020204" pitchFamily="34" charset="0"/>
                          <a:sym typeface="Helvetica Neue Light"/>
                        </a:rPr>
                        <a:t>4</a:t>
                      </a:r>
                    </a:p>
                  </a:txBody>
                  <a:tcPr marL="6399" marR="6399" marT="6399"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indent="0" algn="ctr" defTabSz="821530" fontAlgn="ctr" latinLnBrk="0">
                        <a:lnSpc>
                          <a:spcPct val="100000"/>
                        </a:lnSpc>
                        <a:spcBef>
                          <a:spcPts val="0"/>
                        </a:spcBef>
                        <a:spcAft>
                          <a:spcPts val="0"/>
                        </a:spcAft>
                        <a:buClrTx/>
                        <a:buSzTx/>
                        <a:buFontTx/>
                        <a:buNone/>
                        <a:tabLst/>
                      </a:pPr>
                      <a:r>
                        <a:rPr lang="en-US" altLang="zh-CN" sz="1100" b="0" i="0" u="none" strike="noStrike" cap="none" spc="0" baseline="0">
                          <a:ln>
                            <a:noFill/>
                          </a:ln>
                          <a:solidFill>
                            <a:schemeClr val="tx1"/>
                          </a:solidFill>
                          <a:effectLst/>
                          <a:uFillTx/>
                          <a:latin typeface="Arial" panose="020B0604020202020204" pitchFamily="34" charset="0"/>
                          <a:ea typeface="+mn-ea"/>
                          <a:cs typeface="Arial" panose="020B0604020202020204" pitchFamily="34" charset="0"/>
                          <a:sym typeface="Helvetica Neue Light"/>
                        </a:rPr>
                        <a:t>Max 0.2</a:t>
                      </a:r>
                      <a:endParaRPr lang="en-US" altLang="zh-CN" sz="1100" b="0" i="0" u="none" strike="noStrike" cap="none" spc="0" baseline="0" dirty="0">
                        <a:ln>
                          <a:noFill/>
                        </a:ln>
                        <a:solidFill>
                          <a:schemeClr val="tx1"/>
                        </a:solidFill>
                        <a:effectLst/>
                        <a:uFillTx/>
                        <a:latin typeface="Arial" panose="020B0604020202020204" pitchFamily="34" charset="0"/>
                        <a:ea typeface="+mn-ea"/>
                        <a:cs typeface="Arial" panose="020B0604020202020204" pitchFamily="34" charset="0"/>
                        <a:sym typeface="Helvetica Neue Light"/>
                      </a:endParaRPr>
                    </a:p>
                  </a:txBody>
                  <a:tcPr marL="8681" marR="8681" marT="8681"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vMerge="1">
                  <a:txBody>
                    <a:bodyPr/>
                    <a:lstStyle/>
                    <a:p>
                      <a:endParaRPr lang="zh-CN" altLang="en-US"/>
                    </a:p>
                  </a:txBody>
                  <a:tcPr/>
                </a:tc>
                <a:tc>
                  <a:txBody>
                    <a:bodyPr/>
                    <a:lstStyle/>
                    <a:p>
                      <a:pPr marL="0" marR="0" lvl="0" indent="0" algn="ctr" defTabSz="821530" eaLnBrk="1" fontAlgn="ctr" latinLnBrk="0" hangingPunct="1">
                        <a:lnSpc>
                          <a:spcPct val="100000"/>
                        </a:lnSpc>
                        <a:spcBef>
                          <a:spcPts val="0"/>
                        </a:spcBef>
                        <a:spcAft>
                          <a:spcPts val="0"/>
                        </a:spcAft>
                        <a:buClrTx/>
                        <a:buSzTx/>
                        <a:buFontTx/>
                        <a:buNone/>
                        <a:tabLst/>
                        <a:defRPr/>
                      </a:pPr>
                      <a:r>
                        <a:rPr kumimoji="0" lang="en-US" altLang="zh-CN" sz="1100" b="0" i="0" u="none" strike="noStrike" kern="0" cap="none" spc="0" normalizeH="0" baseline="0" dirty="0">
                          <a:ln>
                            <a:noFill/>
                          </a:ln>
                          <a:solidFill>
                            <a:srgbClr val="000000"/>
                          </a:solidFill>
                          <a:effectLst/>
                          <a:uLnTx/>
                          <a:uFillTx/>
                          <a:latin typeface="Arial" panose="020B0604020202020204" pitchFamily="34" charset="0"/>
                          <a:ea typeface="Helvetica Neue"/>
                          <a:cs typeface="Arial" panose="020B0604020202020204" pitchFamily="34" charset="0"/>
                          <a:sym typeface="Helvetica Neue Light"/>
                        </a:rPr>
                        <a:t>29</a:t>
                      </a:r>
                    </a:p>
                  </a:txBody>
                  <a:tcPr marL="9525" marR="9525" marT="9525"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solidFill>
                  </a:tcPr>
                </a:tc>
                <a:tc>
                  <a:txBody>
                    <a:bodyPr/>
                    <a:lstStyle/>
                    <a:p>
                      <a:pPr marL="0" marR="0" indent="0" algn="ctr" defTabSz="821530" fontAlgn="ctr" latinLnBrk="0">
                        <a:lnSpc>
                          <a:spcPct val="100000"/>
                        </a:lnSpc>
                        <a:spcBef>
                          <a:spcPts val="0"/>
                        </a:spcBef>
                        <a:spcAft>
                          <a:spcPts val="0"/>
                        </a:spcAft>
                        <a:buClrTx/>
                        <a:buSzTx/>
                        <a:buFontTx/>
                        <a:buNone/>
                        <a:tabLst/>
                      </a:pPr>
                      <a:r>
                        <a:rPr lang="en-US" altLang="zh-CN" sz="1100" b="0" i="0" u="none" strike="noStrike" cap="none" spc="0" baseline="0" dirty="0">
                          <a:ln>
                            <a:noFill/>
                          </a:ln>
                          <a:solidFill>
                            <a:schemeClr val="tx1"/>
                          </a:solidFill>
                          <a:effectLst/>
                          <a:uFillTx/>
                          <a:latin typeface="Arial" panose="020B0604020202020204" pitchFamily="34" charset="0"/>
                          <a:ea typeface="+mn-ea"/>
                          <a:cs typeface="Arial" panose="020B0604020202020204" pitchFamily="34" charset="0"/>
                          <a:sym typeface="Helvetica Neue Light"/>
                        </a:rPr>
                        <a:t>Max 0.2</a:t>
                      </a:r>
                    </a:p>
                  </a:txBody>
                  <a:tcPr marL="8681" marR="8681" marT="8681"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228622">
                <a:tc>
                  <a:txBody>
                    <a:bodyPr/>
                    <a:lstStyle/>
                    <a:p>
                      <a:pPr algn="ctr" fontAlgn="ctr"/>
                      <a:r>
                        <a:rPr lang="en-US" altLang="zh-CN" sz="1100" b="0" i="0" u="none" strike="noStrike" cap="none" spc="0" baseline="0" dirty="0">
                          <a:ln>
                            <a:noFill/>
                          </a:ln>
                          <a:solidFill>
                            <a:schemeClr val="tx1"/>
                          </a:solidFill>
                          <a:effectLst/>
                          <a:uFillTx/>
                          <a:latin typeface="Arial" panose="020B0604020202020204" pitchFamily="34" charset="0"/>
                          <a:ea typeface="+mn-ea"/>
                          <a:cs typeface="Arial" panose="020B0604020202020204" pitchFamily="34" charset="0"/>
                          <a:sym typeface="Helvetica Neue Light"/>
                        </a:rPr>
                        <a:t>5</a:t>
                      </a:r>
                    </a:p>
                  </a:txBody>
                  <a:tcPr marL="6399" marR="6399" marT="6399"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indent="0" algn="ctr" defTabSz="821530" fontAlgn="ctr" latinLnBrk="0">
                        <a:lnSpc>
                          <a:spcPct val="100000"/>
                        </a:lnSpc>
                        <a:spcBef>
                          <a:spcPts val="0"/>
                        </a:spcBef>
                        <a:spcAft>
                          <a:spcPts val="0"/>
                        </a:spcAft>
                        <a:buClrTx/>
                        <a:buSzTx/>
                        <a:buFontTx/>
                        <a:buNone/>
                        <a:tabLst/>
                      </a:pPr>
                      <a:r>
                        <a:rPr lang="en-US" altLang="zh-CN" sz="1100" b="0" i="0" u="none" strike="noStrike" cap="none" spc="0" baseline="0">
                          <a:ln>
                            <a:noFill/>
                          </a:ln>
                          <a:solidFill>
                            <a:schemeClr val="tx1"/>
                          </a:solidFill>
                          <a:effectLst/>
                          <a:uFillTx/>
                          <a:latin typeface="Arial" panose="020B0604020202020204" pitchFamily="34" charset="0"/>
                          <a:ea typeface="+mn-ea"/>
                          <a:cs typeface="Arial" panose="020B0604020202020204" pitchFamily="34" charset="0"/>
                          <a:sym typeface="Helvetica Neue Light"/>
                        </a:rPr>
                        <a:t>Max 0.2</a:t>
                      </a:r>
                      <a:endParaRPr lang="en-US" altLang="zh-CN" sz="1100" b="0" i="0" u="none" strike="noStrike" cap="none" spc="0" baseline="0" dirty="0">
                        <a:ln>
                          <a:noFill/>
                        </a:ln>
                        <a:solidFill>
                          <a:schemeClr val="tx1"/>
                        </a:solidFill>
                        <a:effectLst/>
                        <a:uFillTx/>
                        <a:latin typeface="Arial" panose="020B0604020202020204" pitchFamily="34" charset="0"/>
                        <a:ea typeface="+mn-ea"/>
                        <a:cs typeface="Arial" panose="020B0604020202020204" pitchFamily="34" charset="0"/>
                        <a:sym typeface="Helvetica Neue Light"/>
                      </a:endParaRPr>
                    </a:p>
                  </a:txBody>
                  <a:tcPr marL="8681" marR="8681" marT="8681"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vMerge="1">
                  <a:txBody>
                    <a:bodyPr/>
                    <a:lstStyle/>
                    <a:p>
                      <a:endParaRPr lang="zh-CN" altLang="en-US"/>
                    </a:p>
                  </a:txBody>
                  <a:tcPr/>
                </a:tc>
                <a:tc>
                  <a:txBody>
                    <a:bodyPr/>
                    <a:lstStyle/>
                    <a:p>
                      <a:pPr marL="0" marR="0" lvl="0" indent="0" algn="ctr" defTabSz="821530" eaLnBrk="1" fontAlgn="ctr" latinLnBrk="0" hangingPunct="1">
                        <a:lnSpc>
                          <a:spcPct val="100000"/>
                        </a:lnSpc>
                        <a:spcBef>
                          <a:spcPts val="0"/>
                        </a:spcBef>
                        <a:spcAft>
                          <a:spcPts val="0"/>
                        </a:spcAft>
                        <a:buClrTx/>
                        <a:buSzTx/>
                        <a:buFontTx/>
                        <a:buNone/>
                        <a:tabLst/>
                        <a:defRPr/>
                      </a:pPr>
                      <a:r>
                        <a:rPr kumimoji="0" lang="en-US" altLang="zh-CN" sz="1100" b="0" i="0" u="none" strike="noStrike" kern="0" cap="none" spc="0" normalizeH="0" baseline="0" dirty="0">
                          <a:ln>
                            <a:noFill/>
                          </a:ln>
                          <a:solidFill>
                            <a:srgbClr val="000000"/>
                          </a:solidFill>
                          <a:effectLst/>
                          <a:uLnTx/>
                          <a:uFillTx/>
                          <a:latin typeface="Arial" panose="020B0604020202020204" pitchFamily="34" charset="0"/>
                          <a:ea typeface="Helvetica Neue"/>
                          <a:cs typeface="Arial" panose="020B0604020202020204" pitchFamily="34" charset="0"/>
                          <a:sym typeface="Helvetica Neue Light"/>
                        </a:rPr>
                        <a:t>30</a:t>
                      </a:r>
                    </a:p>
                  </a:txBody>
                  <a:tcPr marL="9525" marR="9525" marT="9525"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solidFill>
                  </a:tcPr>
                </a:tc>
                <a:tc>
                  <a:txBody>
                    <a:bodyPr/>
                    <a:lstStyle/>
                    <a:p>
                      <a:pPr marL="0" marR="0" indent="0" algn="ctr" defTabSz="821530" fontAlgn="ctr" latinLnBrk="0">
                        <a:lnSpc>
                          <a:spcPct val="100000"/>
                        </a:lnSpc>
                        <a:spcBef>
                          <a:spcPts val="0"/>
                        </a:spcBef>
                        <a:spcAft>
                          <a:spcPts val="0"/>
                        </a:spcAft>
                        <a:buClrTx/>
                        <a:buSzTx/>
                        <a:buFontTx/>
                        <a:buNone/>
                        <a:tabLst/>
                      </a:pPr>
                      <a:r>
                        <a:rPr lang="en-US" altLang="zh-CN" sz="1100" b="0" i="0" u="none" strike="noStrike" cap="none" spc="0" baseline="0" dirty="0">
                          <a:ln>
                            <a:noFill/>
                          </a:ln>
                          <a:solidFill>
                            <a:schemeClr val="tx1"/>
                          </a:solidFill>
                          <a:effectLst/>
                          <a:uFillTx/>
                          <a:latin typeface="Arial" panose="020B0604020202020204" pitchFamily="34" charset="0"/>
                          <a:ea typeface="+mn-ea"/>
                          <a:cs typeface="Arial" panose="020B0604020202020204" pitchFamily="34" charset="0"/>
                          <a:sym typeface="Helvetica Neue Light"/>
                        </a:rPr>
                        <a:t>Max 0.2</a:t>
                      </a:r>
                    </a:p>
                  </a:txBody>
                  <a:tcPr marL="8681" marR="8681" marT="8681"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14"/>
                  </a:ext>
                </a:extLst>
              </a:tr>
              <a:tr h="228622">
                <a:tc>
                  <a:txBody>
                    <a:bodyPr/>
                    <a:lstStyle/>
                    <a:p>
                      <a:pPr algn="ctr" fontAlgn="ctr"/>
                      <a:r>
                        <a:rPr lang="en-US" altLang="zh-CN" sz="1100" b="0" i="0" u="none" strike="noStrike" cap="none" spc="0" baseline="0" dirty="0">
                          <a:ln>
                            <a:noFill/>
                          </a:ln>
                          <a:solidFill>
                            <a:schemeClr val="tx1"/>
                          </a:solidFill>
                          <a:effectLst/>
                          <a:uFillTx/>
                          <a:latin typeface="Arial" panose="020B0604020202020204" pitchFamily="34" charset="0"/>
                          <a:ea typeface="+mn-ea"/>
                          <a:cs typeface="Arial" panose="020B0604020202020204" pitchFamily="34" charset="0"/>
                          <a:sym typeface="Helvetica Neue Light"/>
                        </a:rPr>
                        <a:t>6</a:t>
                      </a:r>
                    </a:p>
                  </a:txBody>
                  <a:tcPr marL="6399" marR="6399" marT="6399"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indent="0" algn="ctr" defTabSz="821530" fontAlgn="ctr" latinLnBrk="0">
                        <a:lnSpc>
                          <a:spcPct val="100000"/>
                        </a:lnSpc>
                        <a:spcBef>
                          <a:spcPts val="0"/>
                        </a:spcBef>
                        <a:spcAft>
                          <a:spcPts val="0"/>
                        </a:spcAft>
                        <a:buClrTx/>
                        <a:buSzTx/>
                        <a:buFontTx/>
                        <a:buNone/>
                        <a:tabLst/>
                      </a:pPr>
                      <a:r>
                        <a:rPr lang="en-US" altLang="zh-CN" sz="1100" b="0" i="0" u="none" strike="noStrike" cap="none" spc="0" baseline="0">
                          <a:ln>
                            <a:noFill/>
                          </a:ln>
                          <a:solidFill>
                            <a:schemeClr val="tx1"/>
                          </a:solidFill>
                          <a:effectLst/>
                          <a:uFillTx/>
                          <a:latin typeface="Arial" panose="020B0604020202020204" pitchFamily="34" charset="0"/>
                          <a:ea typeface="+mn-ea"/>
                          <a:cs typeface="Arial" panose="020B0604020202020204" pitchFamily="34" charset="0"/>
                          <a:sym typeface="Helvetica Neue Light"/>
                        </a:rPr>
                        <a:t>Max 0.2</a:t>
                      </a:r>
                      <a:endParaRPr lang="en-US" altLang="zh-CN" sz="1100" b="0" i="0" u="none" strike="noStrike" cap="none" spc="0" baseline="0" dirty="0">
                        <a:ln>
                          <a:noFill/>
                        </a:ln>
                        <a:solidFill>
                          <a:schemeClr val="tx1"/>
                        </a:solidFill>
                        <a:effectLst/>
                        <a:uFillTx/>
                        <a:latin typeface="Arial" panose="020B0604020202020204" pitchFamily="34" charset="0"/>
                        <a:ea typeface="+mn-ea"/>
                        <a:cs typeface="Arial" panose="020B0604020202020204" pitchFamily="34" charset="0"/>
                        <a:sym typeface="Helvetica Neue Light"/>
                      </a:endParaRPr>
                    </a:p>
                  </a:txBody>
                  <a:tcPr marL="8681" marR="8681" marT="8681"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vMerge="1">
                  <a:txBody>
                    <a:bodyPr/>
                    <a:lstStyle/>
                    <a:p>
                      <a:endParaRPr lang="zh-CN" altLang="en-US"/>
                    </a:p>
                  </a:txBody>
                  <a:tcPr/>
                </a:tc>
                <a:tc>
                  <a:txBody>
                    <a:bodyPr/>
                    <a:lstStyle/>
                    <a:p>
                      <a:pPr marL="0" marR="0" lvl="0" indent="0" algn="ctr" defTabSz="821530" eaLnBrk="1" fontAlgn="ctr" latinLnBrk="0" hangingPunct="1">
                        <a:lnSpc>
                          <a:spcPct val="100000"/>
                        </a:lnSpc>
                        <a:spcBef>
                          <a:spcPts val="0"/>
                        </a:spcBef>
                        <a:spcAft>
                          <a:spcPts val="0"/>
                        </a:spcAft>
                        <a:buClrTx/>
                        <a:buSzTx/>
                        <a:buFontTx/>
                        <a:buNone/>
                        <a:tabLst/>
                        <a:defRPr/>
                      </a:pPr>
                      <a:r>
                        <a:rPr kumimoji="0" lang="en-US" altLang="zh-CN" sz="1100" b="0" i="0" u="none" strike="noStrike" kern="0" cap="none" spc="0" normalizeH="0" baseline="0" dirty="0">
                          <a:ln>
                            <a:noFill/>
                          </a:ln>
                          <a:solidFill>
                            <a:srgbClr val="000000"/>
                          </a:solidFill>
                          <a:effectLst/>
                          <a:uLnTx/>
                          <a:uFillTx/>
                          <a:latin typeface="Arial" panose="020B0604020202020204" pitchFamily="34" charset="0"/>
                          <a:ea typeface="Helvetica Neue"/>
                          <a:cs typeface="Arial" panose="020B0604020202020204" pitchFamily="34" charset="0"/>
                          <a:sym typeface="Helvetica Neue Light"/>
                        </a:rPr>
                        <a:t>31</a:t>
                      </a:r>
                    </a:p>
                  </a:txBody>
                  <a:tcPr marL="9525" marR="9525" marT="9525"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solidFill>
                  </a:tcPr>
                </a:tc>
                <a:tc>
                  <a:txBody>
                    <a:bodyPr/>
                    <a:lstStyle/>
                    <a:p>
                      <a:pPr marL="0" marR="0" indent="0" algn="ctr" defTabSz="821530" fontAlgn="ctr" latinLnBrk="0">
                        <a:lnSpc>
                          <a:spcPct val="100000"/>
                        </a:lnSpc>
                        <a:spcBef>
                          <a:spcPts val="0"/>
                        </a:spcBef>
                        <a:spcAft>
                          <a:spcPts val="0"/>
                        </a:spcAft>
                        <a:buClrTx/>
                        <a:buSzTx/>
                        <a:buFontTx/>
                        <a:buNone/>
                        <a:tabLst/>
                      </a:pPr>
                      <a:r>
                        <a:rPr lang="en-US" altLang="zh-CN" sz="1100" b="0" i="0" u="none" strike="noStrike" cap="none" spc="0" baseline="0" dirty="0">
                          <a:ln>
                            <a:noFill/>
                          </a:ln>
                          <a:solidFill>
                            <a:schemeClr val="tx1"/>
                          </a:solidFill>
                          <a:effectLst/>
                          <a:uFillTx/>
                          <a:latin typeface="Arial" panose="020B0604020202020204" pitchFamily="34" charset="0"/>
                          <a:ea typeface="+mn-ea"/>
                          <a:cs typeface="Arial" panose="020B0604020202020204" pitchFamily="34" charset="0"/>
                          <a:sym typeface="Helvetica Neue Light"/>
                        </a:rPr>
                        <a:t>Max 0.2</a:t>
                      </a:r>
                    </a:p>
                  </a:txBody>
                  <a:tcPr marL="8681" marR="8681" marT="8681"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15"/>
                  </a:ext>
                </a:extLst>
              </a:tr>
              <a:tr h="228622">
                <a:tc>
                  <a:txBody>
                    <a:bodyPr/>
                    <a:lstStyle/>
                    <a:p>
                      <a:pPr algn="ctr" fontAlgn="ctr"/>
                      <a:r>
                        <a:rPr lang="en-US" altLang="zh-CN" sz="1100" b="0" i="0" u="none" strike="noStrike" cap="none" spc="0" baseline="0" dirty="0">
                          <a:ln>
                            <a:noFill/>
                          </a:ln>
                          <a:solidFill>
                            <a:schemeClr val="tx1"/>
                          </a:solidFill>
                          <a:effectLst/>
                          <a:uFillTx/>
                          <a:latin typeface="Arial" panose="020B0604020202020204" pitchFamily="34" charset="0"/>
                          <a:ea typeface="+mn-ea"/>
                          <a:cs typeface="Arial" panose="020B0604020202020204" pitchFamily="34" charset="0"/>
                          <a:sym typeface="Helvetica Neue Light"/>
                        </a:rPr>
                        <a:t>7</a:t>
                      </a:r>
                    </a:p>
                  </a:txBody>
                  <a:tcPr marL="6399" marR="6399" marT="6399"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indent="0" algn="ctr" defTabSz="821530" fontAlgn="ctr" latinLnBrk="0">
                        <a:lnSpc>
                          <a:spcPct val="100000"/>
                        </a:lnSpc>
                        <a:spcBef>
                          <a:spcPts val="0"/>
                        </a:spcBef>
                        <a:spcAft>
                          <a:spcPts val="0"/>
                        </a:spcAft>
                        <a:buClrTx/>
                        <a:buSzTx/>
                        <a:buFontTx/>
                        <a:buNone/>
                        <a:tabLst/>
                      </a:pPr>
                      <a:r>
                        <a:rPr lang="en-US" altLang="zh-CN" sz="1100" b="0" i="0" u="none" strike="noStrike" cap="none" spc="0" baseline="0">
                          <a:ln>
                            <a:noFill/>
                          </a:ln>
                          <a:solidFill>
                            <a:schemeClr val="tx1"/>
                          </a:solidFill>
                          <a:effectLst/>
                          <a:uFillTx/>
                          <a:latin typeface="Arial" panose="020B0604020202020204" pitchFamily="34" charset="0"/>
                          <a:ea typeface="+mn-ea"/>
                          <a:cs typeface="Arial" panose="020B0604020202020204" pitchFamily="34" charset="0"/>
                          <a:sym typeface="Helvetica Neue Light"/>
                        </a:rPr>
                        <a:t>Max 0.2</a:t>
                      </a:r>
                      <a:endParaRPr lang="en-US" altLang="zh-CN" sz="1100" b="0" i="0" u="none" strike="noStrike" cap="none" spc="0" baseline="0" dirty="0">
                        <a:ln>
                          <a:noFill/>
                        </a:ln>
                        <a:solidFill>
                          <a:schemeClr val="tx1"/>
                        </a:solidFill>
                        <a:effectLst/>
                        <a:uFillTx/>
                        <a:latin typeface="Arial" panose="020B0604020202020204" pitchFamily="34" charset="0"/>
                        <a:ea typeface="+mn-ea"/>
                        <a:cs typeface="Arial" panose="020B0604020202020204" pitchFamily="34" charset="0"/>
                        <a:sym typeface="Helvetica Neue Light"/>
                      </a:endParaRPr>
                    </a:p>
                  </a:txBody>
                  <a:tcPr marL="8681" marR="8681" marT="8681"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vMerge="1">
                  <a:txBody>
                    <a:bodyPr/>
                    <a:lstStyle/>
                    <a:p>
                      <a:endParaRPr lang="zh-CN" altLang="en-US"/>
                    </a:p>
                  </a:txBody>
                  <a:tcPr/>
                </a:tc>
                <a:tc>
                  <a:txBody>
                    <a:bodyPr/>
                    <a:lstStyle/>
                    <a:p>
                      <a:pPr marL="0" marR="0" lvl="0" indent="0" algn="ctr" defTabSz="821530" eaLnBrk="1" fontAlgn="ctr" latinLnBrk="0" hangingPunct="1">
                        <a:lnSpc>
                          <a:spcPct val="100000"/>
                        </a:lnSpc>
                        <a:spcBef>
                          <a:spcPts val="0"/>
                        </a:spcBef>
                        <a:spcAft>
                          <a:spcPts val="0"/>
                        </a:spcAft>
                        <a:buClrTx/>
                        <a:buSzTx/>
                        <a:buFontTx/>
                        <a:buNone/>
                        <a:tabLst/>
                        <a:defRPr/>
                      </a:pPr>
                      <a:r>
                        <a:rPr kumimoji="0" lang="en-US" altLang="zh-CN" sz="1100" b="0" i="0" u="none" strike="noStrike" kern="0" cap="none" spc="0" normalizeH="0" baseline="0" dirty="0">
                          <a:ln>
                            <a:noFill/>
                          </a:ln>
                          <a:solidFill>
                            <a:srgbClr val="000000"/>
                          </a:solidFill>
                          <a:effectLst/>
                          <a:uLnTx/>
                          <a:uFillTx/>
                          <a:latin typeface="Arial" panose="020B0604020202020204" pitchFamily="34" charset="0"/>
                          <a:ea typeface="Helvetica Neue"/>
                          <a:cs typeface="Arial" panose="020B0604020202020204" pitchFamily="34" charset="0"/>
                          <a:sym typeface="Helvetica Neue Light"/>
                        </a:rPr>
                        <a:t>32</a:t>
                      </a:r>
                    </a:p>
                  </a:txBody>
                  <a:tcPr marL="9525" marR="9525" marT="9525"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indent="0" algn="ctr" defTabSz="821530" fontAlgn="ctr" latinLnBrk="0">
                        <a:lnSpc>
                          <a:spcPct val="100000"/>
                        </a:lnSpc>
                        <a:spcBef>
                          <a:spcPts val="0"/>
                        </a:spcBef>
                        <a:spcAft>
                          <a:spcPts val="0"/>
                        </a:spcAft>
                        <a:buClrTx/>
                        <a:buSzTx/>
                        <a:buFontTx/>
                        <a:buNone/>
                        <a:tabLst/>
                      </a:pPr>
                      <a:r>
                        <a:rPr lang="en-US" altLang="zh-CN" sz="1100" b="0" i="0" u="none" strike="noStrike" cap="none" spc="0" baseline="0">
                          <a:ln>
                            <a:noFill/>
                          </a:ln>
                          <a:solidFill>
                            <a:schemeClr val="tx1"/>
                          </a:solidFill>
                          <a:effectLst/>
                          <a:uFillTx/>
                          <a:latin typeface="Arial" panose="020B0604020202020204" pitchFamily="34" charset="0"/>
                          <a:ea typeface="+mn-ea"/>
                          <a:cs typeface="Arial" panose="020B0604020202020204" pitchFamily="34" charset="0"/>
                          <a:sym typeface="Helvetica Neue Light"/>
                        </a:rPr>
                        <a:t>Max 0.2</a:t>
                      </a:r>
                      <a:endParaRPr lang="en-US" altLang="zh-CN" sz="1100" b="0" i="0" u="none" strike="noStrike" cap="none" spc="0" baseline="0" dirty="0">
                        <a:ln>
                          <a:noFill/>
                        </a:ln>
                        <a:solidFill>
                          <a:schemeClr val="tx1"/>
                        </a:solidFill>
                        <a:effectLst/>
                        <a:uFillTx/>
                        <a:latin typeface="Arial" panose="020B0604020202020204" pitchFamily="34" charset="0"/>
                        <a:ea typeface="+mn-ea"/>
                        <a:cs typeface="Arial" panose="020B0604020202020204" pitchFamily="34" charset="0"/>
                        <a:sym typeface="Helvetica Neue Light"/>
                      </a:endParaRPr>
                    </a:p>
                  </a:txBody>
                  <a:tcPr marL="8681" marR="8681" marT="8681"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6"/>
                  </a:ext>
                </a:extLst>
              </a:tr>
              <a:tr h="228622">
                <a:tc>
                  <a:txBody>
                    <a:bodyPr/>
                    <a:lstStyle/>
                    <a:p>
                      <a:pPr algn="ctr" fontAlgn="ctr"/>
                      <a:r>
                        <a:rPr lang="en-US" altLang="zh-CN" sz="1100" b="0" i="0" u="none" strike="noStrike" cap="none" spc="0" baseline="0" dirty="0">
                          <a:ln>
                            <a:noFill/>
                          </a:ln>
                          <a:solidFill>
                            <a:schemeClr val="tx1"/>
                          </a:solidFill>
                          <a:effectLst/>
                          <a:uFillTx/>
                          <a:latin typeface="Arial" panose="020B0604020202020204" pitchFamily="34" charset="0"/>
                          <a:ea typeface="+mn-ea"/>
                          <a:cs typeface="Arial" panose="020B0604020202020204" pitchFamily="34" charset="0"/>
                          <a:sym typeface="Helvetica Neue Light"/>
                        </a:rPr>
                        <a:t>8</a:t>
                      </a:r>
                    </a:p>
                  </a:txBody>
                  <a:tcPr marL="6399" marR="6399" marT="6399"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indent="0" algn="ctr" defTabSz="821530" fontAlgn="ctr" latinLnBrk="0">
                        <a:lnSpc>
                          <a:spcPct val="100000"/>
                        </a:lnSpc>
                        <a:spcBef>
                          <a:spcPts val="0"/>
                        </a:spcBef>
                        <a:spcAft>
                          <a:spcPts val="0"/>
                        </a:spcAft>
                        <a:buClrTx/>
                        <a:buSzTx/>
                        <a:buFontTx/>
                        <a:buNone/>
                        <a:tabLst/>
                      </a:pPr>
                      <a:r>
                        <a:rPr lang="en-US" altLang="zh-CN" sz="1100" b="0" i="0" u="none" strike="noStrike" cap="none" spc="0" baseline="0">
                          <a:ln>
                            <a:noFill/>
                          </a:ln>
                          <a:solidFill>
                            <a:schemeClr val="tx1"/>
                          </a:solidFill>
                          <a:effectLst/>
                          <a:uFillTx/>
                          <a:latin typeface="Arial" panose="020B0604020202020204" pitchFamily="34" charset="0"/>
                          <a:ea typeface="+mn-ea"/>
                          <a:cs typeface="Arial" panose="020B0604020202020204" pitchFamily="34" charset="0"/>
                          <a:sym typeface="Helvetica Neue Light"/>
                        </a:rPr>
                        <a:t>Max 0.2</a:t>
                      </a:r>
                      <a:endParaRPr lang="en-US" altLang="zh-CN" sz="1100" b="0" i="0" u="none" strike="noStrike" cap="none" spc="0" baseline="0" dirty="0">
                        <a:ln>
                          <a:noFill/>
                        </a:ln>
                        <a:solidFill>
                          <a:schemeClr val="tx1"/>
                        </a:solidFill>
                        <a:effectLst/>
                        <a:uFillTx/>
                        <a:latin typeface="Arial" panose="020B0604020202020204" pitchFamily="34" charset="0"/>
                        <a:ea typeface="+mn-ea"/>
                        <a:cs typeface="Arial" panose="020B0604020202020204" pitchFamily="34" charset="0"/>
                        <a:sym typeface="Helvetica Neue Light"/>
                      </a:endParaRPr>
                    </a:p>
                  </a:txBody>
                  <a:tcPr marL="8681" marR="8681" marT="8681"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vMerge="1">
                  <a:txBody>
                    <a:bodyPr/>
                    <a:lstStyle/>
                    <a:p>
                      <a:endParaRPr lang="zh-CN" altLang="en-US"/>
                    </a:p>
                  </a:txBody>
                  <a:tcPr/>
                </a:tc>
                <a:tc>
                  <a:txBody>
                    <a:bodyPr/>
                    <a:lstStyle/>
                    <a:p>
                      <a:pPr marL="0" marR="0" lvl="0" indent="0" algn="ctr" defTabSz="821530" eaLnBrk="1" fontAlgn="ctr" latinLnBrk="0" hangingPunct="1">
                        <a:lnSpc>
                          <a:spcPct val="100000"/>
                        </a:lnSpc>
                        <a:spcBef>
                          <a:spcPts val="0"/>
                        </a:spcBef>
                        <a:spcAft>
                          <a:spcPts val="0"/>
                        </a:spcAft>
                        <a:buClrTx/>
                        <a:buSzTx/>
                        <a:buFontTx/>
                        <a:buNone/>
                        <a:tabLst/>
                        <a:defRPr/>
                      </a:pPr>
                      <a:r>
                        <a:rPr kumimoji="0" lang="en-US" altLang="zh-CN" sz="1100" b="0" i="0" u="none" strike="noStrike" kern="0" cap="none" spc="0" normalizeH="0" baseline="0" dirty="0">
                          <a:ln>
                            <a:noFill/>
                          </a:ln>
                          <a:solidFill>
                            <a:srgbClr val="000000"/>
                          </a:solidFill>
                          <a:effectLst/>
                          <a:uLnTx/>
                          <a:uFillTx/>
                          <a:latin typeface="Arial" panose="020B0604020202020204" pitchFamily="34" charset="0"/>
                          <a:ea typeface="Helvetica Neue"/>
                          <a:cs typeface="Arial" panose="020B0604020202020204" pitchFamily="34" charset="0"/>
                          <a:sym typeface="Helvetica Neue Light"/>
                        </a:rPr>
                        <a:t>33</a:t>
                      </a:r>
                    </a:p>
                  </a:txBody>
                  <a:tcPr marL="9525" marR="9525" marT="9525"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solidFill>
                  </a:tcPr>
                </a:tc>
                <a:tc>
                  <a:txBody>
                    <a:bodyPr/>
                    <a:lstStyle/>
                    <a:p>
                      <a:pPr marL="0" marR="0" indent="0" algn="ctr" defTabSz="821530" fontAlgn="ctr" latinLnBrk="0">
                        <a:lnSpc>
                          <a:spcPct val="100000"/>
                        </a:lnSpc>
                        <a:spcBef>
                          <a:spcPts val="0"/>
                        </a:spcBef>
                        <a:spcAft>
                          <a:spcPts val="0"/>
                        </a:spcAft>
                        <a:buClrTx/>
                        <a:buSzTx/>
                        <a:buFontTx/>
                        <a:buNone/>
                        <a:tabLst/>
                      </a:pPr>
                      <a:r>
                        <a:rPr lang="en-US" altLang="zh-CN" sz="1100" b="0" i="0" u="none" strike="noStrike" cap="none" spc="0" baseline="0" dirty="0">
                          <a:ln>
                            <a:noFill/>
                          </a:ln>
                          <a:solidFill>
                            <a:schemeClr val="tx1"/>
                          </a:solidFill>
                          <a:effectLst/>
                          <a:uFillTx/>
                          <a:latin typeface="Arial" panose="020B0604020202020204" pitchFamily="34" charset="0"/>
                          <a:ea typeface="+mn-ea"/>
                          <a:cs typeface="Arial" panose="020B0604020202020204" pitchFamily="34" charset="0"/>
                          <a:sym typeface="Helvetica Neue Light"/>
                        </a:rPr>
                        <a:t>Max 0.2</a:t>
                      </a:r>
                    </a:p>
                  </a:txBody>
                  <a:tcPr marL="8681" marR="8681" marT="8681"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17"/>
                  </a:ext>
                </a:extLst>
              </a:tr>
              <a:tr h="228622">
                <a:tc>
                  <a:txBody>
                    <a:bodyPr/>
                    <a:lstStyle/>
                    <a:p>
                      <a:pPr algn="ctr" fontAlgn="ctr"/>
                      <a:r>
                        <a:rPr lang="en-US" altLang="zh-CN" sz="1100" b="0" i="0" u="none" strike="noStrike" cap="none" spc="0" baseline="0" dirty="0">
                          <a:ln>
                            <a:noFill/>
                          </a:ln>
                          <a:solidFill>
                            <a:schemeClr val="tx1"/>
                          </a:solidFill>
                          <a:effectLst/>
                          <a:uFillTx/>
                          <a:latin typeface="Arial" panose="020B0604020202020204" pitchFamily="34" charset="0"/>
                          <a:ea typeface="+mn-ea"/>
                          <a:cs typeface="Arial" panose="020B0604020202020204" pitchFamily="34" charset="0"/>
                          <a:sym typeface="Helvetica Neue Light"/>
                        </a:rPr>
                        <a:t>9</a:t>
                      </a:r>
                    </a:p>
                  </a:txBody>
                  <a:tcPr marL="6399" marR="6399" marT="6399"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indent="0" algn="ctr" defTabSz="821530" fontAlgn="ctr" latinLnBrk="0">
                        <a:lnSpc>
                          <a:spcPct val="100000"/>
                        </a:lnSpc>
                        <a:spcBef>
                          <a:spcPts val="0"/>
                        </a:spcBef>
                        <a:spcAft>
                          <a:spcPts val="0"/>
                        </a:spcAft>
                        <a:buClrTx/>
                        <a:buSzTx/>
                        <a:buFontTx/>
                        <a:buNone/>
                        <a:tabLst/>
                      </a:pPr>
                      <a:r>
                        <a:rPr lang="en-US" altLang="zh-CN" sz="1100" b="0" i="0" u="none" strike="noStrike" cap="none" spc="0" baseline="0">
                          <a:ln>
                            <a:noFill/>
                          </a:ln>
                          <a:solidFill>
                            <a:schemeClr val="tx1"/>
                          </a:solidFill>
                          <a:effectLst/>
                          <a:uFillTx/>
                          <a:latin typeface="Arial" panose="020B0604020202020204" pitchFamily="34" charset="0"/>
                          <a:ea typeface="+mn-ea"/>
                          <a:cs typeface="Arial" panose="020B0604020202020204" pitchFamily="34" charset="0"/>
                          <a:sym typeface="Helvetica Neue Light"/>
                        </a:rPr>
                        <a:t>Max 0.2</a:t>
                      </a:r>
                      <a:endParaRPr lang="en-US" altLang="zh-CN" sz="1100" b="0" i="0" u="none" strike="noStrike" cap="none" spc="0" baseline="0" dirty="0">
                        <a:ln>
                          <a:noFill/>
                        </a:ln>
                        <a:solidFill>
                          <a:schemeClr val="tx1"/>
                        </a:solidFill>
                        <a:effectLst/>
                        <a:uFillTx/>
                        <a:latin typeface="Arial" panose="020B0604020202020204" pitchFamily="34" charset="0"/>
                        <a:ea typeface="+mn-ea"/>
                        <a:cs typeface="Arial" panose="020B0604020202020204" pitchFamily="34" charset="0"/>
                        <a:sym typeface="Helvetica Neue Light"/>
                      </a:endParaRPr>
                    </a:p>
                  </a:txBody>
                  <a:tcPr marL="8681" marR="8681" marT="8681"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vMerge="1">
                  <a:txBody>
                    <a:bodyPr/>
                    <a:lstStyle/>
                    <a:p>
                      <a:endParaRPr lang="zh-CN" altLang="en-US"/>
                    </a:p>
                  </a:txBody>
                  <a:tcPr/>
                </a:tc>
                <a:tc>
                  <a:txBody>
                    <a:bodyPr/>
                    <a:lstStyle/>
                    <a:p>
                      <a:pPr marL="0" marR="0" lvl="0" indent="0" algn="ctr" defTabSz="821530" eaLnBrk="1" fontAlgn="ctr" latinLnBrk="0" hangingPunct="1">
                        <a:lnSpc>
                          <a:spcPct val="100000"/>
                        </a:lnSpc>
                        <a:spcBef>
                          <a:spcPts val="0"/>
                        </a:spcBef>
                        <a:spcAft>
                          <a:spcPts val="0"/>
                        </a:spcAft>
                        <a:buClrTx/>
                        <a:buSzTx/>
                        <a:buFontTx/>
                        <a:buNone/>
                        <a:tabLst/>
                        <a:defRPr/>
                      </a:pPr>
                      <a:r>
                        <a:rPr kumimoji="0" lang="en-US" altLang="zh-CN" sz="1100" b="0" i="0" u="none" strike="noStrike" kern="0" cap="none" spc="0" normalizeH="0" baseline="0" dirty="0">
                          <a:ln>
                            <a:noFill/>
                          </a:ln>
                          <a:solidFill>
                            <a:srgbClr val="000000"/>
                          </a:solidFill>
                          <a:effectLst/>
                          <a:uLnTx/>
                          <a:uFillTx/>
                          <a:latin typeface="Arial" panose="020B0604020202020204" pitchFamily="34" charset="0"/>
                          <a:ea typeface="Helvetica Neue"/>
                          <a:cs typeface="Arial" panose="020B0604020202020204" pitchFamily="34" charset="0"/>
                          <a:sym typeface="Helvetica Neue Light"/>
                        </a:rPr>
                        <a:t>34</a:t>
                      </a:r>
                    </a:p>
                  </a:txBody>
                  <a:tcPr marL="9525" marR="9525" marT="9525"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solidFill>
                  </a:tcPr>
                </a:tc>
                <a:tc>
                  <a:txBody>
                    <a:bodyPr/>
                    <a:lstStyle/>
                    <a:p>
                      <a:pPr marL="0" marR="0" indent="0" algn="ctr" defTabSz="821530" fontAlgn="ctr" latinLnBrk="0">
                        <a:lnSpc>
                          <a:spcPct val="100000"/>
                        </a:lnSpc>
                        <a:spcBef>
                          <a:spcPts val="0"/>
                        </a:spcBef>
                        <a:spcAft>
                          <a:spcPts val="0"/>
                        </a:spcAft>
                        <a:buClrTx/>
                        <a:buSzTx/>
                        <a:buFontTx/>
                        <a:buNone/>
                        <a:tabLst/>
                      </a:pPr>
                      <a:r>
                        <a:rPr lang="en-US" altLang="zh-CN" sz="1100" b="0" i="0" u="none" strike="noStrike" cap="none" spc="0" baseline="0">
                          <a:ln>
                            <a:noFill/>
                          </a:ln>
                          <a:solidFill>
                            <a:schemeClr val="tx1"/>
                          </a:solidFill>
                          <a:effectLst/>
                          <a:uFillTx/>
                          <a:latin typeface="Arial" panose="020B0604020202020204" pitchFamily="34" charset="0"/>
                          <a:ea typeface="+mn-ea"/>
                          <a:cs typeface="Arial" panose="020B0604020202020204" pitchFamily="34" charset="0"/>
                          <a:sym typeface="Helvetica Neue Light"/>
                        </a:rPr>
                        <a:t>Max 0.2</a:t>
                      </a:r>
                      <a:endParaRPr lang="en-US" altLang="zh-CN" sz="1100" b="0" i="0" u="none" strike="noStrike" cap="none" spc="0" baseline="0" dirty="0">
                        <a:ln>
                          <a:noFill/>
                        </a:ln>
                        <a:solidFill>
                          <a:schemeClr val="tx1"/>
                        </a:solidFill>
                        <a:effectLst/>
                        <a:uFillTx/>
                        <a:latin typeface="Arial" panose="020B0604020202020204" pitchFamily="34" charset="0"/>
                        <a:ea typeface="+mn-ea"/>
                        <a:cs typeface="Arial" panose="020B0604020202020204" pitchFamily="34" charset="0"/>
                        <a:sym typeface="Helvetica Neue Light"/>
                      </a:endParaRPr>
                    </a:p>
                  </a:txBody>
                  <a:tcPr marL="8681" marR="8681" marT="8681"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18"/>
                  </a:ext>
                </a:extLst>
              </a:tr>
              <a:tr h="228622">
                <a:tc>
                  <a:txBody>
                    <a:bodyPr/>
                    <a:lstStyle/>
                    <a:p>
                      <a:pPr algn="ctr" fontAlgn="ctr"/>
                      <a:r>
                        <a:rPr lang="en-US" altLang="zh-CN" sz="1100" b="0" i="0" u="none" strike="noStrike" cap="none" spc="0" baseline="0" dirty="0">
                          <a:ln>
                            <a:noFill/>
                          </a:ln>
                          <a:solidFill>
                            <a:schemeClr val="tx1"/>
                          </a:solidFill>
                          <a:effectLst/>
                          <a:uFillTx/>
                          <a:latin typeface="Arial" panose="020B0604020202020204" pitchFamily="34" charset="0"/>
                          <a:ea typeface="+mn-ea"/>
                          <a:cs typeface="Arial" panose="020B0604020202020204" pitchFamily="34" charset="0"/>
                          <a:sym typeface="Helvetica Neue Light"/>
                        </a:rPr>
                        <a:t>10</a:t>
                      </a:r>
                    </a:p>
                  </a:txBody>
                  <a:tcPr marL="6399" marR="6399" marT="6399"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solidFill>
                  </a:tcPr>
                </a:tc>
                <a:tc>
                  <a:txBody>
                    <a:bodyPr/>
                    <a:lstStyle/>
                    <a:p>
                      <a:pPr marL="0" marR="0" indent="0" algn="ctr" defTabSz="821530" fontAlgn="ctr" latinLnBrk="0">
                        <a:lnSpc>
                          <a:spcPct val="100000"/>
                        </a:lnSpc>
                        <a:spcBef>
                          <a:spcPts val="0"/>
                        </a:spcBef>
                        <a:spcAft>
                          <a:spcPts val="0"/>
                        </a:spcAft>
                        <a:buClrTx/>
                        <a:buSzTx/>
                        <a:buFontTx/>
                        <a:buNone/>
                        <a:tabLst/>
                      </a:pPr>
                      <a:r>
                        <a:rPr lang="en-US" altLang="zh-CN" sz="1100" b="0" i="0" u="none" strike="noStrike" cap="none" spc="0" baseline="0">
                          <a:ln>
                            <a:noFill/>
                          </a:ln>
                          <a:solidFill>
                            <a:schemeClr val="tx1"/>
                          </a:solidFill>
                          <a:effectLst/>
                          <a:uFillTx/>
                          <a:latin typeface="Arial" panose="020B0604020202020204" pitchFamily="34" charset="0"/>
                          <a:ea typeface="+mn-ea"/>
                          <a:cs typeface="Arial" panose="020B0604020202020204" pitchFamily="34" charset="0"/>
                          <a:sym typeface="Helvetica Neue Light"/>
                        </a:rPr>
                        <a:t>Max 0.2</a:t>
                      </a:r>
                      <a:endParaRPr lang="en-US" altLang="zh-CN" sz="1100" b="0" i="0" u="none" strike="noStrike" cap="none" spc="0" baseline="0" dirty="0">
                        <a:ln>
                          <a:noFill/>
                        </a:ln>
                        <a:solidFill>
                          <a:schemeClr val="tx1"/>
                        </a:solidFill>
                        <a:effectLst/>
                        <a:uFillTx/>
                        <a:latin typeface="Arial" panose="020B0604020202020204" pitchFamily="34" charset="0"/>
                        <a:ea typeface="+mn-ea"/>
                        <a:cs typeface="Arial" panose="020B0604020202020204" pitchFamily="34" charset="0"/>
                        <a:sym typeface="Helvetica Neue Light"/>
                      </a:endParaRPr>
                    </a:p>
                  </a:txBody>
                  <a:tcPr marL="8681" marR="8681" marT="8681"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solidFill>
                  </a:tcPr>
                </a:tc>
                <a:tc vMerge="1">
                  <a:txBody>
                    <a:bodyPr/>
                    <a:lstStyle/>
                    <a:p>
                      <a:endParaRPr lang="zh-CN" altLang="en-US"/>
                    </a:p>
                  </a:txBody>
                  <a:tcPr/>
                </a:tc>
                <a:tc>
                  <a:txBody>
                    <a:bodyPr/>
                    <a:lstStyle/>
                    <a:p>
                      <a:pPr marL="0" marR="0" lvl="0" indent="0" algn="ctr" defTabSz="821530" eaLnBrk="1" fontAlgn="ctr" latinLnBrk="0" hangingPunct="1">
                        <a:lnSpc>
                          <a:spcPct val="100000"/>
                        </a:lnSpc>
                        <a:spcBef>
                          <a:spcPts val="0"/>
                        </a:spcBef>
                        <a:spcAft>
                          <a:spcPts val="0"/>
                        </a:spcAft>
                        <a:buClrTx/>
                        <a:buSzTx/>
                        <a:buFontTx/>
                        <a:buNone/>
                        <a:tabLst/>
                        <a:defRPr/>
                      </a:pPr>
                      <a:r>
                        <a:rPr kumimoji="0" lang="en-US" altLang="zh-CN" sz="1100" b="0" i="0" u="none" strike="noStrike" kern="0" cap="none" spc="0" normalizeH="0" baseline="0" dirty="0">
                          <a:ln>
                            <a:noFill/>
                          </a:ln>
                          <a:solidFill>
                            <a:srgbClr val="000000"/>
                          </a:solidFill>
                          <a:effectLst/>
                          <a:uLnTx/>
                          <a:uFillTx/>
                          <a:latin typeface="Arial" panose="020B0604020202020204" pitchFamily="34" charset="0"/>
                          <a:ea typeface="Helvetica Neue"/>
                          <a:cs typeface="Arial" panose="020B0604020202020204" pitchFamily="34" charset="0"/>
                          <a:sym typeface="Helvetica Neue Light"/>
                        </a:rPr>
                        <a:t>35</a:t>
                      </a:r>
                    </a:p>
                  </a:txBody>
                  <a:tcPr marL="9525" marR="9525" marT="9525"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solidFill>
                  </a:tcPr>
                </a:tc>
                <a:tc>
                  <a:txBody>
                    <a:bodyPr/>
                    <a:lstStyle/>
                    <a:p>
                      <a:pPr marL="0" marR="0" indent="0" algn="ctr" defTabSz="821530" fontAlgn="ctr" latinLnBrk="0">
                        <a:lnSpc>
                          <a:spcPct val="100000"/>
                        </a:lnSpc>
                        <a:spcBef>
                          <a:spcPts val="0"/>
                        </a:spcBef>
                        <a:spcAft>
                          <a:spcPts val="0"/>
                        </a:spcAft>
                        <a:buClrTx/>
                        <a:buSzTx/>
                        <a:buFontTx/>
                        <a:buNone/>
                        <a:tabLst/>
                      </a:pPr>
                      <a:r>
                        <a:rPr lang="en-US" altLang="zh-CN" sz="1100" b="0" i="0" u="none" strike="noStrike" cap="none" spc="0" baseline="0">
                          <a:ln>
                            <a:noFill/>
                          </a:ln>
                          <a:solidFill>
                            <a:schemeClr val="tx1"/>
                          </a:solidFill>
                          <a:effectLst/>
                          <a:uFillTx/>
                          <a:latin typeface="Arial" panose="020B0604020202020204" pitchFamily="34" charset="0"/>
                          <a:ea typeface="+mn-ea"/>
                          <a:cs typeface="Arial" panose="020B0604020202020204" pitchFamily="34" charset="0"/>
                          <a:sym typeface="Helvetica Neue Light"/>
                        </a:rPr>
                        <a:t>Max 0.2</a:t>
                      </a:r>
                      <a:endParaRPr lang="en-US" altLang="zh-CN" sz="1100" b="0" i="0" u="none" strike="noStrike" cap="none" spc="0" baseline="0" dirty="0">
                        <a:ln>
                          <a:noFill/>
                        </a:ln>
                        <a:solidFill>
                          <a:schemeClr val="tx1"/>
                        </a:solidFill>
                        <a:effectLst/>
                        <a:uFillTx/>
                        <a:latin typeface="Arial" panose="020B0604020202020204" pitchFamily="34" charset="0"/>
                        <a:ea typeface="+mn-ea"/>
                        <a:cs typeface="Arial" panose="020B0604020202020204" pitchFamily="34" charset="0"/>
                        <a:sym typeface="Helvetica Neue Light"/>
                      </a:endParaRPr>
                    </a:p>
                  </a:txBody>
                  <a:tcPr marL="8681" marR="8681" marT="8681"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19"/>
                  </a:ext>
                </a:extLst>
              </a:tr>
              <a:tr h="228622">
                <a:tc>
                  <a:txBody>
                    <a:bodyPr/>
                    <a:lstStyle/>
                    <a:p>
                      <a:pPr algn="ctr" fontAlgn="ctr"/>
                      <a:r>
                        <a:rPr lang="en-US" altLang="zh-CN" sz="1100" b="0" i="0" u="none" strike="noStrike" cap="none" spc="0" baseline="0" dirty="0">
                          <a:ln>
                            <a:noFill/>
                          </a:ln>
                          <a:solidFill>
                            <a:schemeClr val="tx1"/>
                          </a:solidFill>
                          <a:effectLst/>
                          <a:uFillTx/>
                          <a:latin typeface="Arial" panose="020B0604020202020204" pitchFamily="34" charset="0"/>
                          <a:ea typeface="+mn-ea"/>
                          <a:cs typeface="Arial" panose="020B0604020202020204" pitchFamily="34" charset="0"/>
                          <a:sym typeface="Helvetica Neue Light"/>
                        </a:rPr>
                        <a:t>11</a:t>
                      </a:r>
                    </a:p>
                  </a:txBody>
                  <a:tcPr marL="6399" marR="6399" marT="6399"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solidFill>
                  </a:tcPr>
                </a:tc>
                <a:tc>
                  <a:txBody>
                    <a:bodyPr/>
                    <a:lstStyle/>
                    <a:p>
                      <a:pPr marL="0" marR="0" indent="0" algn="ctr" defTabSz="821530" fontAlgn="ctr" latinLnBrk="0">
                        <a:lnSpc>
                          <a:spcPct val="100000"/>
                        </a:lnSpc>
                        <a:spcBef>
                          <a:spcPts val="0"/>
                        </a:spcBef>
                        <a:spcAft>
                          <a:spcPts val="0"/>
                        </a:spcAft>
                        <a:buClrTx/>
                        <a:buSzTx/>
                        <a:buFontTx/>
                        <a:buNone/>
                        <a:tabLst/>
                      </a:pPr>
                      <a:r>
                        <a:rPr lang="en-US" altLang="zh-CN" sz="1100" b="0" i="0" u="none" strike="noStrike" cap="none" spc="0" baseline="0">
                          <a:ln>
                            <a:noFill/>
                          </a:ln>
                          <a:solidFill>
                            <a:schemeClr val="tx1"/>
                          </a:solidFill>
                          <a:effectLst/>
                          <a:uFillTx/>
                          <a:latin typeface="Arial" panose="020B0604020202020204" pitchFamily="34" charset="0"/>
                          <a:ea typeface="+mn-ea"/>
                          <a:cs typeface="Arial" panose="020B0604020202020204" pitchFamily="34" charset="0"/>
                          <a:sym typeface="Helvetica Neue Light"/>
                        </a:rPr>
                        <a:t>Max 0.2</a:t>
                      </a:r>
                      <a:endParaRPr lang="en-US" altLang="zh-CN" sz="1100" b="0" i="0" u="none" strike="noStrike" cap="none" spc="0" baseline="0" dirty="0">
                        <a:ln>
                          <a:noFill/>
                        </a:ln>
                        <a:solidFill>
                          <a:schemeClr val="tx1"/>
                        </a:solidFill>
                        <a:effectLst/>
                        <a:uFillTx/>
                        <a:latin typeface="Arial" panose="020B0604020202020204" pitchFamily="34" charset="0"/>
                        <a:ea typeface="+mn-ea"/>
                        <a:cs typeface="Arial" panose="020B0604020202020204" pitchFamily="34" charset="0"/>
                        <a:sym typeface="Helvetica Neue Light"/>
                      </a:endParaRPr>
                    </a:p>
                  </a:txBody>
                  <a:tcPr marL="8681" marR="8681" marT="8681"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solidFill>
                  </a:tcPr>
                </a:tc>
                <a:tc vMerge="1">
                  <a:txBody>
                    <a:bodyPr/>
                    <a:lstStyle/>
                    <a:p>
                      <a:endParaRPr lang="zh-CN" altLang="en-US"/>
                    </a:p>
                  </a:txBody>
                  <a:tcPr/>
                </a:tc>
                <a:tc>
                  <a:txBody>
                    <a:bodyPr/>
                    <a:lstStyle/>
                    <a:p>
                      <a:pPr marL="0" marR="0" lvl="0" indent="0" algn="ctr" defTabSz="821530" eaLnBrk="1" fontAlgn="ctr" latinLnBrk="0" hangingPunct="1">
                        <a:lnSpc>
                          <a:spcPct val="100000"/>
                        </a:lnSpc>
                        <a:spcBef>
                          <a:spcPts val="0"/>
                        </a:spcBef>
                        <a:spcAft>
                          <a:spcPts val="0"/>
                        </a:spcAft>
                        <a:buClrTx/>
                        <a:buSzTx/>
                        <a:buFontTx/>
                        <a:buNone/>
                        <a:tabLst/>
                        <a:defRPr/>
                      </a:pPr>
                      <a:r>
                        <a:rPr kumimoji="0" lang="en-US" altLang="zh-CN" sz="1100" b="0" i="0" u="none" strike="noStrike" kern="0" cap="none" spc="0" normalizeH="0" baseline="0" dirty="0">
                          <a:ln>
                            <a:noFill/>
                          </a:ln>
                          <a:solidFill>
                            <a:srgbClr val="000000"/>
                          </a:solidFill>
                          <a:effectLst/>
                          <a:uLnTx/>
                          <a:uFillTx/>
                          <a:latin typeface="Arial" panose="020B0604020202020204" pitchFamily="34" charset="0"/>
                          <a:ea typeface="Helvetica Neue"/>
                          <a:cs typeface="Arial" panose="020B0604020202020204" pitchFamily="34" charset="0"/>
                          <a:sym typeface="Helvetica Neue Light"/>
                        </a:rPr>
                        <a:t>38</a:t>
                      </a:r>
                    </a:p>
                  </a:txBody>
                  <a:tcPr marL="9525" marR="9525" marT="9525"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solidFill>
                  </a:tcPr>
                </a:tc>
                <a:tc>
                  <a:txBody>
                    <a:bodyPr/>
                    <a:lstStyle/>
                    <a:p>
                      <a:pPr marL="0" marR="0" indent="0" algn="ctr" defTabSz="821530" fontAlgn="ctr" latinLnBrk="0">
                        <a:lnSpc>
                          <a:spcPct val="100000"/>
                        </a:lnSpc>
                        <a:spcBef>
                          <a:spcPts val="0"/>
                        </a:spcBef>
                        <a:spcAft>
                          <a:spcPts val="0"/>
                        </a:spcAft>
                        <a:buClrTx/>
                        <a:buSzTx/>
                        <a:buFontTx/>
                        <a:buNone/>
                        <a:tabLst/>
                      </a:pPr>
                      <a:r>
                        <a:rPr lang="en-US" altLang="zh-CN" sz="1100" b="0" i="0" u="none" strike="noStrike" cap="none" spc="0" baseline="0" dirty="0">
                          <a:ln>
                            <a:noFill/>
                          </a:ln>
                          <a:solidFill>
                            <a:schemeClr val="tx1"/>
                          </a:solidFill>
                          <a:effectLst/>
                          <a:uFillTx/>
                          <a:latin typeface="Arial" panose="020B0604020202020204" pitchFamily="34" charset="0"/>
                          <a:ea typeface="+mn-ea"/>
                          <a:cs typeface="Arial" panose="020B0604020202020204" pitchFamily="34" charset="0"/>
                          <a:sym typeface="Helvetica Neue Light"/>
                        </a:rPr>
                        <a:t>Max 0.2</a:t>
                      </a:r>
                    </a:p>
                  </a:txBody>
                  <a:tcPr marL="8681" marR="8681" marT="8681"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20"/>
                  </a:ext>
                </a:extLst>
              </a:tr>
              <a:tr h="228622">
                <a:tc>
                  <a:txBody>
                    <a:bodyPr/>
                    <a:lstStyle/>
                    <a:p>
                      <a:pPr algn="ctr" fontAlgn="ctr"/>
                      <a:r>
                        <a:rPr lang="en-US" altLang="zh-CN" sz="1100" b="0" i="0" u="none" strike="noStrike" cap="none" spc="0" baseline="0" dirty="0">
                          <a:ln>
                            <a:noFill/>
                          </a:ln>
                          <a:solidFill>
                            <a:schemeClr val="tx1"/>
                          </a:solidFill>
                          <a:effectLst/>
                          <a:uFillTx/>
                          <a:latin typeface="Arial" panose="020B0604020202020204" pitchFamily="34" charset="0"/>
                          <a:ea typeface="+mn-ea"/>
                          <a:cs typeface="Arial" panose="020B0604020202020204" pitchFamily="34" charset="0"/>
                          <a:sym typeface="Helvetica Neue Light"/>
                        </a:rPr>
                        <a:t>13</a:t>
                      </a:r>
                    </a:p>
                  </a:txBody>
                  <a:tcPr marL="6399" marR="6399" marT="6399"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solidFill>
                  </a:tcPr>
                </a:tc>
                <a:tc>
                  <a:txBody>
                    <a:bodyPr/>
                    <a:lstStyle/>
                    <a:p>
                      <a:pPr marL="0" marR="0" indent="0" algn="ctr" defTabSz="821530" fontAlgn="ctr" latinLnBrk="0">
                        <a:lnSpc>
                          <a:spcPct val="100000"/>
                        </a:lnSpc>
                        <a:spcBef>
                          <a:spcPts val="0"/>
                        </a:spcBef>
                        <a:spcAft>
                          <a:spcPts val="0"/>
                        </a:spcAft>
                        <a:buClrTx/>
                        <a:buSzTx/>
                        <a:buFontTx/>
                        <a:buNone/>
                        <a:tabLst/>
                      </a:pPr>
                      <a:r>
                        <a:rPr lang="en-US" altLang="zh-CN" sz="1100" b="0" i="0" u="none" strike="noStrike" cap="none" spc="0" baseline="0">
                          <a:ln>
                            <a:noFill/>
                          </a:ln>
                          <a:solidFill>
                            <a:schemeClr val="tx1"/>
                          </a:solidFill>
                          <a:effectLst/>
                          <a:uFillTx/>
                          <a:latin typeface="Arial" panose="020B0604020202020204" pitchFamily="34" charset="0"/>
                          <a:ea typeface="+mn-ea"/>
                          <a:cs typeface="Arial" panose="020B0604020202020204" pitchFamily="34" charset="0"/>
                          <a:sym typeface="Helvetica Neue Light"/>
                        </a:rPr>
                        <a:t>Max 0.2</a:t>
                      </a:r>
                      <a:endParaRPr lang="en-US" altLang="zh-CN" sz="1100" b="0" i="0" u="none" strike="noStrike" cap="none" spc="0" baseline="0" dirty="0">
                        <a:ln>
                          <a:noFill/>
                        </a:ln>
                        <a:solidFill>
                          <a:schemeClr val="tx1"/>
                        </a:solidFill>
                        <a:effectLst/>
                        <a:uFillTx/>
                        <a:latin typeface="Arial" panose="020B0604020202020204" pitchFamily="34" charset="0"/>
                        <a:ea typeface="+mn-ea"/>
                        <a:cs typeface="Arial" panose="020B0604020202020204" pitchFamily="34" charset="0"/>
                        <a:sym typeface="Helvetica Neue Light"/>
                      </a:endParaRPr>
                    </a:p>
                  </a:txBody>
                  <a:tcPr marL="8681" marR="8681" marT="8681"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solidFill>
                  </a:tcPr>
                </a:tc>
                <a:tc vMerge="1">
                  <a:txBody>
                    <a:bodyPr/>
                    <a:lstStyle/>
                    <a:p>
                      <a:pPr marL="0" marR="0" indent="0" algn="ctr" defTabSz="821530" eaLnBrk="1" fontAlgn="ctr" latinLnBrk="0" hangingPunct="1">
                        <a:lnSpc>
                          <a:spcPct val="100000"/>
                        </a:lnSpc>
                        <a:spcBef>
                          <a:spcPts val="0"/>
                        </a:spcBef>
                        <a:spcAft>
                          <a:spcPts val="0"/>
                        </a:spcAft>
                        <a:buClrTx/>
                        <a:buSzTx/>
                        <a:buFontTx/>
                        <a:buNone/>
                        <a:tabLst/>
                        <a:defRPr/>
                      </a:pPr>
                      <a:endParaRPr lang="en-US" altLang="zh-CN" sz="2000" b="0" i="0" u="none" strike="noStrike" cap="none" spc="0" baseline="0" dirty="0">
                        <a:ln>
                          <a:noFill/>
                        </a:ln>
                        <a:solidFill>
                          <a:schemeClr val="tx1"/>
                        </a:solidFill>
                        <a:effectLst/>
                        <a:uFillTx/>
                        <a:latin typeface="Arial" panose="020B0604020202020204" pitchFamily="34" charset="0"/>
                        <a:ea typeface="Arial Unicode MS" panose="020B0604020202020204" pitchFamily="34" charset="-122"/>
                        <a:cs typeface="Arial" panose="020B0604020202020204" pitchFamily="34" charset="0"/>
                        <a:sym typeface="Helvetica Neue Light"/>
                      </a:endParaRPr>
                    </a:p>
                  </a:txBody>
                  <a:tcPr marL="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lvl="0" indent="0" algn="ctr" defTabSz="821530" eaLnBrk="1" fontAlgn="ctr" latinLnBrk="0" hangingPunct="1">
                        <a:lnSpc>
                          <a:spcPct val="100000"/>
                        </a:lnSpc>
                        <a:spcBef>
                          <a:spcPts val="0"/>
                        </a:spcBef>
                        <a:spcAft>
                          <a:spcPts val="0"/>
                        </a:spcAft>
                        <a:buClrTx/>
                        <a:buSzTx/>
                        <a:buFontTx/>
                        <a:buNone/>
                        <a:tabLst/>
                        <a:defRPr/>
                      </a:pPr>
                      <a:r>
                        <a:rPr kumimoji="0" lang="en-US" altLang="zh-CN" sz="1100" b="0" i="0" u="none" strike="noStrike" kern="0" cap="none" spc="0" normalizeH="0" baseline="0" dirty="0">
                          <a:ln>
                            <a:noFill/>
                          </a:ln>
                          <a:solidFill>
                            <a:srgbClr val="000000"/>
                          </a:solidFill>
                          <a:effectLst/>
                          <a:uLnTx/>
                          <a:uFillTx/>
                          <a:latin typeface="Arial" panose="020B0604020202020204" pitchFamily="34" charset="0"/>
                          <a:ea typeface="Helvetica Neue"/>
                          <a:cs typeface="Arial" panose="020B0604020202020204" pitchFamily="34" charset="0"/>
                          <a:sym typeface="Helvetica Neue Light"/>
                        </a:rPr>
                        <a:t>39</a:t>
                      </a:r>
                    </a:p>
                  </a:txBody>
                  <a:tcPr marL="9525" marR="9525" marT="9525"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indent="0" algn="ctr" defTabSz="821530" fontAlgn="ctr" latinLnBrk="0">
                        <a:lnSpc>
                          <a:spcPct val="100000"/>
                        </a:lnSpc>
                        <a:spcBef>
                          <a:spcPts val="0"/>
                        </a:spcBef>
                        <a:spcAft>
                          <a:spcPts val="0"/>
                        </a:spcAft>
                        <a:buClrTx/>
                        <a:buSzTx/>
                        <a:buFontTx/>
                        <a:buNone/>
                        <a:tabLst/>
                      </a:pPr>
                      <a:r>
                        <a:rPr lang="en-US" altLang="zh-CN" sz="1100" b="0" i="0" u="none" strike="noStrike" cap="none" spc="0" baseline="0">
                          <a:ln>
                            <a:noFill/>
                          </a:ln>
                          <a:solidFill>
                            <a:schemeClr val="tx1"/>
                          </a:solidFill>
                          <a:effectLst/>
                          <a:uFillTx/>
                          <a:latin typeface="Arial" panose="020B0604020202020204" pitchFamily="34" charset="0"/>
                          <a:ea typeface="+mn-ea"/>
                          <a:cs typeface="Arial" panose="020B0604020202020204" pitchFamily="34" charset="0"/>
                          <a:sym typeface="Helvetica Neue Light"/>
                        </a:rPr>
                        <a:t>Max 0.2</a:t>
                      </a:r>
                      <a:endParaRPr lang="en-US" altLang="zh-CN" sz="1100" b="0" i="0" u="none" strike="noStrike" cap="none" spc="0" baseline="0" dirty="0">
                        <a:ln>
                          <a:noFill/>
                        </a:ln>
                        <a:solidFill>
                          <a:schemeClr val="tx1"/>
                        </a:solidFill>
                        <a:effectLst/>
                        <a:uFillTx/>
                        <a:latin typeface="Arial" panose="020B0604020202020204" pitchFamily="34" charset="0"/>
                        <a:ea typeface="+mn-ea"/>
                        <a:cs typeface="Arial" panose="020B0604020202020204" pitchFamily="34" charset="0"/>
                        <a:sym typeface="Helvetica Neue Light"/>
                      </a:endParaRPr>
                    </a:p>
                  </a:txBody>
                  <a:tcPr marL="8681" marR="8681" marT="8681"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21"/>
                  </a:ext>
                </a:extLst>
              </a:tr>
              <a:tr h="228622">
                <a:tc>
                  <a:txBody>
                    <a:bodyPr/>
                    <a:lstStyle/>
                    <a:p>
                      <a:pPr algn="ctr" fontAlgn="ctr"/>
                      <a:r>
                        <a:rPr lang="en-US" altLang="zh-CN" sz="1100" b="0" i="0" u="none" strike="noStrike" cap="none" spc="0" baseline="0" dirty="0">
                          <a:ln>
                            <a:noFill/>
                          </a:ln>
                          <a:solidFill>
                            <a:schemeClr val="tx1"/>
                          </a:solidFill>
                          <a:effectLst/>
                          <a:uFillTx/>
                          <a:latin typeface="Arial" panose="020B0604020202020204" pitchFamily="34" charset="0"/>
                          <a:ea typeface="+mn-ea"/>
                          <a:cs typeface="Arial" panose="020B0604020202020204" pitchFamily="34" charset="0"/>
                          <a:sym typeface="Helvetica Neue Light"/>
                        </a:rPr>
                        <a:t>14</a:t>
                      </a:r>
                    </a:p>
                  </a:txBody>
                  <a:tcPr marL="6399" marR="6399" marT="6399"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solidFill>
                  </a:tcPr>
                </a:tc>
                <a:tc>
                  <a:txBody>
                    <a:bodyPr/>
                    <a:lstStyle/>
                    <a:p>
                      <a:pPr marL="0" marR="0" indent="0" algn="ctr" defTabSz="821530" fontAlgn="ctr" latinLnBrk="0">
                        <a:lnSpc>
                          <a:spcPct val="100000"/>
                        </a:lnSpc>
                        <a:spcBef>
                          <a:spcPts val="0"/>
                        </a:spcBef>
                        <a:spcAft>
                          <a:spcPts val="0"/>
                        </a:spcAft>
                        <a:buClrTx/>
                        <a:buSzTx/>
                        <a:buFontTx/>
                        <a:buNone/>
                        <a:tabLst/>
                      </a:pPr>
                      <a:r>
                        <a:rPr lang="en-US" altLang="zh-CN" sz="1100" b="0" i="0" u="none" strike="noStrike" cap="none" spc="0" baseline="0">
                          <a:ln>
                            <a:noFill/>
                          </a:ln>
                          <a:solidFill>
                            <a:schemeClr val="tx1"/>
                          </a:solidFill>
                          <a:effectLst/>
                          <a:uFillTx/>
                          <a:latin typeface="Arial" panose="020B0604020202020204" pitchFamily="34" charset="0"/>
                          <a:ea typeface="+mn-ea"/>
                          <a:cs typeface="Arial" panose="020B0604020202020204" pitchFamily="34" charset="0"/>
                          <a:sym typeface="Helvetica Neue Light"/>
                        </a:rPr>
                        <a:t>Max 0.2</a:t>
                      </a:r>
                      <a:endParaRPr lang="en-US" altLang="zh-CN" sz="1100" b="0" i="0" u="none" strike="noStrike" cap="none" spc="0" baseline="0" dirty="0">
                        <a:ln>
                          <a:noFill/>
                        </a:ln>
                        <a:solidFill>
                          <a:schemeClr val="tx1"/>
                        </a:solidFill>
                        <a:effectLst/>
                        <a:uFillTx/>
                        <a:latin typeface="Arial" panose="020B0604020202020204" pitchFamily="34" charset="0"/>
                        <a:ea typeface="+mn-ea"/>
                        <a:cs typeface="Arial" panose="020B0604020202020204" pitchFamily="34" charset="0"/>
                        <a:sym typeface="Helvetica Neue Light"/>
                      </a:endParaRPr>
                    </a:p>
                  </a:txBody>
                  <a:tcPr marL="8681" marR="8681" marT="8681"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solidFill>
                  </a:tcPr>
                </a:tc>
                <a:tc vMerge="1">
                  <a:txBody>
                    <a:bodyPr/>
                    <a:lstStyle/>
                    <a:p>
                      <a:pPr marL="0" marR="0" indent="0" algn="ctr" defTabSz="821530" eaLnBrk="1" fontAlgn="ctr" latinLnBrk="0" hangingPunct="1">
                        <a:lnSpc>
                          <a:spcPct val="100000"/>
                        </a:lnSpc>
                        <a:spcBef>
                          <a:spcPts val="0"/>
                        </a:spcBef>
                        <a:spcAft>
                          <a:spcPts val="0"/>
                        </a:spcAft>
                        <a:buClrTx/>
                        <a:buSzTx/>
                        <a:buFontTx/>
                        <a:buNone/>
                        <a:tabLst/>
                        <a:defRPr/>
                      </a:pPr>
                      <a:endParaRPr lang="en-US" altLang="zh-CN" sz="2000" b="0" i="0" u="none" strike="noStrike" cap="none" spc="0" baseline="0" dirty="0">
                        <a:ln>
                          <a:noFill/>
                        </a:ln>
                        <a:solidFill>
                          <a:schemeClr val="tx1"/>
                        </a:solidFill>
                        <a:effectLst/>
                        <a:uFillTx/>
                        <a:latin typeface="Arial" panose="020B0604020202020204" pitchFamily="34" charset="0"/>
                        <a:ea typeface="Arial Unicode MS" panose="020B0604020202020204" pitchFamily="34" charset="-122"/>
                        <a:cs typeface="Arial" panose="020B0604020202020204" pitchFamily="34" charset="0"/>
                        <a:sym typeface="Helvetica Neue Light"/>
                      </a:endParaRPr>
                    </a:p>
                  </a:txBody>
                  <a:tcPr marL="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lvl="0" indent="0" algn="ctr" defTabSz="821530" eaLnBrk="1" fontAlgn="ctr" latinLnBrk="0" hangingPunct="1">
                        <a:lnSpc>
                          <a:spcPct val="100000"/>
                        </a:lnSpc>
                        <a:spcBef>
                          <a:spcPts val="0"/>
                        </a:spcBef>
                        <a:spcAft>
                          <a:spcPts val="0"/>
                        </a:spcAft>
                        <a:buClrTx/>
                        <a:buSzTx/>
                        <a:buFontTx/>
                        <a:buNone/>
                        <a:tabLst/>
                        <a:defRPr/>
                      </a:pPr>
                      <a:r>
                        <a:rPr kumimoji="0" lang="en-US" altLang="zh-CN" sz="1100" b="0" i="0" u="none" strike="noStrike" kern="0" cap="none" spc="0" normalizeH="0" baseline="0" dirty="0">
                          <a:ln>
                            <a:noFill/>
                          </a:ln>
                          <a:solidFill>
                            <a:srgbClr val="000000"/>
                          </a:solidFill>
                          <a:effectLst/>
                          <a:uLnTx/>
                          <a:uFillTx/>
                          <a:latin typeface="Arial" panose="020B0604020202020204" pitchFamily="34" charset="0"/>
                          <a:ea typeface="Helvetica Neue"/>
                          <a:cs typeface="Arial" panose="020B0604020202020204" pitchFamily="34" charset="0"/>
                          <a:sym typeface="Helvetica Neue Light"/>
                        </a:rPr>
                        <a:t>40</a:t>
                      </a:r>
                    </a:p>
                  </a:txBody>
                  <a:tcPr marL="9525" marR="9525" marT="9525"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indent="0" algn="ctr" defTabSz="821530" fontAlgn="ctr" latinLnBrk="0">
                        <a:lnSpc>
                          <a:spcPct val="100000"/>
                        </a:lnSpc>
                        <a:spcBef>
                          <a:spcPts val="0"/>
                        </a:spcBef>
                        <a:spcAft>
                          <a:spcPts val="0"/>
                        </a:spcAft>
                        <a:buClrTx/>
                        <a:buSzTx/>
                        <a:buFontTx/>
                        <a:buNone/>
                        <a:tabLst/>
                      </a:pPr>
                      <a:r>
                        <a:rPr lang="en-US" altLang="zh-CN" sz="1100" b="0" i="0" u="none" strike="noStrike" cap="none" spc="0" baseline="0">
                          <a:ln>
                            <a:noFill/>
                          </a:ln>
                          <a:solidFill>
                            <a:schemeClr val="tx1"/>
                          </a:solidFill>
                          <a:effectLst/>
                          <a:uFillTx/>
                          <a:latin typeface="Arial" panose="020B0604020202020204" pitchFamily="34" charset="0"/>
                          <a:ea typeface="+mn-ea"/>
                          <a:cs typeface="Arial" panose="020B0604020202020204" pitchFamily="34" charset="0"/>
                          <a:sym typeface="Helvetica Neue Light"/>
                        </a:rPr>
                        <a:t>Max 0.2</a:t>
                      </a:r>
                      <a:endParaRPr lang="en-US" altLang="zh-CN" sz="1100" b="0" i="0" u="none" strike="noStrike" cap="none" spc="0" baseline="0" dirty="0">
                        <a:ln>
                          <a:noFill/>
                        </a:ln>
                        <a:solidFill>
                          <a:schemeClr val="tx1"/>
                        </a:solidFill>
                        <a:effectLst/>
                        <a:uFillTx/>
                        <a:latin typeface="Arial" panose="020B0604020202020204" pitchFamily="34" charset="0"/>
                        <a:ea typeface="+mn-ea"/>
                        <a:cs typeface="Arial" panose="020B0604020202020204" pitchFamily="34" charset="0"/>
                        <a:sym typeface="Helvetica Neue Light"/>
                      </a:endParaRPr>
                    </a:p>
                  </a:txBody>
                  <a:tcPr marL="8681" marR="8681" marT="8681"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22"/>
                  </a:ext>
                </a:extLst>
              </a:tr>
              <a:tr h="228622">
                <a:tc>
                  <a:txBody>
                    <a:bodyPr/>
                    <a:lstStyle/>
                    <a:p>
                      <a:pPr algn="ctr" fontAlgn="ctr"/>
                      <a:r>
                        <a:rPr lang="en-US" altLang="zh-CN" sz="1100" b="0" i="0" u="none" strike="noStrike" cap="none" spc="0" baseline="0" dirty="0">
                          <a:ln>
                            <a:noFill/>
                          </a:ln>
                          <a:solidFill>
                            <a:schemeClr val="tx1"/>
                          </a:solidFill>
                          <a:effectLst/>
                          <a:uFillTx/>
                          <a:latin typeface="Arial" panose="020B0604020202020204" pitchFamily="34" charset="0"/>
                          <a:ea typeface="+mn-ea"/>
                          <a:cs typeface="Arial" panose="020B0604020202020204" pitchFamily="34" charset="0"/>
                          <a:sym typeface="Helvetica Neue Light"/>
                        </a:rPr>
                        <a:t>15</a:t>
                      </a:r>
                    </a:p>
                  </a:txBody>
                  <a:tcPr marL="6399" marR="6399" marT="6399"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solidFill>
                  </a:tcPr>
                </a:tc>
                <a:tc>
                  <a:txBody>
                    <a:bodyPr/>
                    <a:lstStyle/>
                    <a:p>
                      <a:pPr marL="0" marR="0" indent="0" algn="ctr" defTabSz="821530" fontAlgn="ctr" latinLnBrk="0">
                        <a:lnSpc>
                          <a:spcPct val="100000"/>
                        </a:lnSpc>
                        <a:spcBef>
                          <a:spcPts val="0"/>
                        </a:spcBef>
                        <a:spcAft>
                          <a:spcPts val="0"/>
                        </a:spcAft>
                        <a:buClrTx/>
                        <a:buSzTx/>
                        <a:buFontTx/>
                        <a:buNone/>
                        <a:tabLst/>
                      </a:pPr>
                      <a:r>
                        <a:rPr lang="en-US" altLang="zh-CN" sz="1100" b="0" i="0" u="none" strike="noStrike" cap="none" spc="0" baseline="0">
                          <a:ln>
                            <a:noFill/>
                          </a:ln>
                          <a:solidFill>
                            <a:schemeClr val="tx1"/>
                          </a:solidFill>
                          <a:effectLst/>
                          <a:uFillTx/>
                          <a:latin typeface="Arial" panose="020B0604020202020204" pitchFamily="34" charset="0"/>
                          <a:ea typeface="+mn-ea"/>
                          <a:cs typeface="Arial" panose="020B0604020202020204" pitchFamily="34" charset="0"/>
                          <a:sym typeface="Helvetica Neue Light"/>
                        </a:rPr>
                        <a:t>Max 0.2</a:t>
                      </a:r>
                      <a:endParaRPr lang="en-US" altLang="zh-CN" sz="1100" b="0" i="0" u="none" strike="noStrike" cap="none" spc="0" baseline="0" dirty="0">
                        <a:ln>
                          <a:noFill/>
                        </a:ln>
                        <a:solidFill>
                          <a:schemeClr val="tx1"/>
                        </a:solidFill>
                        <a:effectLst/>
                        <a:uFillTx/>
                        <a:latin typeface="Arial" panose="020B0604020202020204" pitchFamily="34" charset="0"/>
                        <a:ea typeface="+mn-ea"/>
                        <a:cs typeface="Arial" panose="020B0604020202020204" pitchFamily="34" charset="0"/>
                        <a:sym typeface="Helvetica Neue Light"/>
                      </a:endParaRPr>
                    </a:p>
                  </a:txBody>
                  <a:tcPr marL="8681" marR="8681" marT="8681"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solidFill>
                  </a:tcPr>
                </a:tc>
                <a:tc vMerge="1">
                  <a:txBody>
                    <a:bodyPr/>
                    <a:lstStyle/>
                    <a:p>
                      <a:pPr marL="0" marR="0" indent="0" algn="ctr" defTabSz="821530" eaLnBrk="1" fontAlgn="ctr" latinLnBrk="0" hangingPunct="1">
                        <a:lnSpc>
                          <a:spcPct val="100000"/>
                        </a:lnSpc>
                        <a:spcBef>
                          <a:spcPts val="0"/>
                        </a:spcBef>
                        <a:spcAft>
                          <a:spcPts val="0"/>
                        </a:spcAft>
                        <a:buClrTx/>
                        <a:buSzTx/>
                        <a:buFontTx/>
                        <a:buNone/>
                        <a:tabLst/>
                        <a:defRPr/>
                      </a:pPr>
                      <a:endParaRPr lang="en-US" altLang="zh-CN" sz="2000" b="0" i="0" u="none" strike="noStrike" cap="none" spc="0" baseline="0" dirty="0">
                        <a:ln>
                          <a:noFill/>
                        </a:ln>
                        <a:solidFill>
                          <a:schemeClr val="tx1"/>
                        </a:solidFill>
                        <a:effectLst/>
                        <a:uFillTx/>
                        <a:latin typeface="Arial" panose="020B0604020202020204" pitchFamily="34" charset="0"/>
                        <a:ea typeface="Arial Unicode MS" panose="020B0604020202020204" pitchFamily="34" charset="-122"/>
                        <a:cs typeface="Arial" panose="020B0604020202020204" pitchFamily="34" charset="0"/>
                        <a:sym typeface="Helvetica Neue Light"/>
                      </a:endParaRPr>
                    </a:p>
                  </a:txBody>
                  <a:tcPr marL="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lvl="0" indent="0" algn="ctr" defTabSz="821530" eaLnBrk="1" fontAlgn="ctr" latinLnBrk="0" hangingPunct="1">
                        <a:lnSpc>
                          <a:spcPct val="100000"/>
                        </a:lnSpc>
                        <a:spcBef>
                          <a:spcPts val="0"/>
                        </a:spcBef>
                        <a:spcAft>
                          <a:spcPts val="0"/>
                        </a:spcAft>
                        <a:buClrTx/>
                        <a:buSzTx/>
                        <a:buFontTx/>
                        <a:buNone/>
                        <a:tabLst/>
                        <a:defRPr/>
                      </a:pPr>
                      <a:r>
                        <a:rPr kumimoji="0" lang="en-US" altLang="zh-CN" sz="1100" b="0" i="0" u="none" strike="noStrike" kern="0" cap="none" spc="0" normalizeH="0" baseline="0" dirty="0">
                          <a:ln>
                            <a:noFill/>
                          </a:ln>
                          <a:solidFill>
                            <a:srgbClr val="000000"/>
                          </a:solidFill>
                          <a:effectLst/>
                          <a:uLnTx/>
                          <a:uFillTx/>
                          <a:latin typeface="Arial" panose="020B0604020202020204" pitchFamily="34" charset="0"/>
                          <a:ea typeface="Helvetica Neue"/>
                          <a:cs typeface="Arial" panose="020B0604020202020204" pitchFamily="34" charset="0"/>
                          <a:sym typeface="Helvetica Neue Light"/>
                        </a:rPr>
                        <a:t>41</a:t>
                      </a:r>
                    </a:p>
                  </a:txBody>
                  <a:tcPr marL="9525" marR="9525" marT="9525"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indent="0" algn="ctr" defTabSz="821530" fontAlgn="ctr" latinLnBrk="0">
                        <a:lnSpc>
                          <a:spcPct val="100000"/>
                        </a:lnSpc>
                        <a:spcBef>
                          <a:spcPts val="0"/>
                        </a:spcBef>
                        <a:spcAft>
                          <a:spcPts val="0"/>
                        </a:spcAft>
                        <a:buClrTx/>
                        <a:buSzTx/>
                        <a:buFontTx/>
                        <a:buNone/>
                        <a:tabLst/>
                      </a:pPr>
                      <a:r>
                        <a:rPr lang="en-US" altLang="zh-CN" sz="1100" b="0" i="0" u="none" strike="noStrike" cap="none" spc="0" baseline="0">
                          <a:ln>
                            <a:noFill/>
                          </a:ln>
                          <a:solidFill>
                            <a:schemeClr val="tx1"/>
                          </a:solidFill>
                          <a:effectLst/>
                          <a:uFillTx/>
                          <a:latin typeface="Arial" panose="020B0604020202020204" pitchFamily="34" charset="0"/>
                          <a:ea typeface="+mn-ea"/>
                          <a:cs typeface="Arial" panose="020B0604020202020204" pitchFamily="34" charset="0"/>
                          <a:sym typeface="Helvetica Neue Light"/>
                        </a:rPr>
                        <a:t>Max 0.2</a:t>
                      </a:r>
                      <a:endParaRPr lang="en-US" altLang="zh-CN" sz="1100" b="0" i="0" u="none" strike="noStrike" cap="none" spc="0" baseline="0" dirty="0">
                        <a:ln>
                          <a:noFill/>
                        </a:ln>
                        <a:solidFill>
                          <a:schemeClr val="tx1"/>
                        </a:solidFill>
                        <a:effectLst/>
                        <a:uFillTx/>
                        <a:latin typeface="Arial" panose="020B0604020202020204" pitchFamily="34" charset="0"/>
                        <a:ea typeface="+mn-ea"/>
                        <a:cs typeface="Arial" panose="020B0604020202020204" pitchFamily="34" charset="0"/>
                        <a:sym typeface="Helvetica Neue Light"/>
                      </a:endParaRPr>
                    </a:p>
                  </a:txBody>
                  <a:tcPr marL="8681" marR="8681" marT="8681"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23"/>
                  </a:ext>
                </a:extLst>
              </a:tr>
              <a:tr h="228622">
                <a:tc>
                  <a:txBody>
                    <a:bodyPr/>
                    <a:lstStyle/>
                    <a:p>
                      <a:pPr algn="ctr" fontAlgn="ctr"/>
                      <a:r>
                        <a:rPr lang="en-US" altLang="zh-CN" sz="1100" b="0" i="0" u="none" strike="noStrike" cap="none" spc="0" baseline="0" dirty="0">
                          <a:ln>
                            <a:noFill/>
                          </a:ln>
                          <a:solidFill>
                            <a:schemeClr val="tx1"/>
                          </a:solidFill>
                          <a:effectLst/>
                          <a:uFillTx/>
                          <a:latin typeface="Arial" panose="020B0604020202020204" pitchFamily="34" charset="0"/>
                          <a:ea typeface="+mn-ea"/>
                          <a:cs typeface="Arial" panose="020B0604020202020204" pitchFamily="34" charset="0"/>
                          <a:sym typeface="Helvetica Neue Light"/>
                        </a:rPr>
                        <a:t>16</a:t>
                      </a:r>
                    </a:p>
                  </a:txBody>
                  <a:tcPr marL="6399" marR="6399" marT="6399"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indent="0" algn="ctr" defTabSz="821530" fontAlgn="ctr" latinLnBrk="0">
                        <a:lnSpc>
                          <a:spcPct val="100000"/>
                        </a:lnSpc>
                        <a:spcBef>
                          <a:spcPts val="0"/>
                        </a:spcBef>
                        <a:spcAft>
                          <a:spcPts val="0"/>
                        </a:spcAft>
                        <a:buClrTx/>
                        <a:buSzTx/>
                        <a:buFontTx/>
                        <a:buNone/>
                        <a:tabLst/>
                      </a:pPr>
                      <a:r>
                        <a:rPr lang="en-US" altLang="zh-CN" sz="1100" b="0" i="0" u="none" strike="noStrike" cap="none" spc="0" baseline="0">
                          <a:ln>
                            <a:noFill/>
                          </a:ln>
                          <a:solidFill>
                            <a:schemeClr val="tx1"/>
                          </a:solidFill>
                          <a:effectLst/>
                          <a:uFillTx/>
                          <a:latin typeface="Arial" panose="020B0604020202020204" pitchFamily="34" charset="0"/>
                          <a:ea typeface="+mn-ea"/>
                          <a:cs typeface="Arial" panose="020B0604020202020204" pitchFamily="34" charset="0"/>
                          <a:sym typeface="Helvetica Neue Light"/>
                        </a:rPr>
                        <a:t>Max 0.2</a:t>
                      </a:r>
                      <a:endParaRPr lang="en-US" altLang="zh-CN" sz="1100" b="0" i="0" u="none" strike="noStrike" cap="none" spc="0" baseline="0" dirty="0">
                        <a:ln>
                          <a:noFill/>
                        </a:ln>
                        <a:solidFill>
                          <a:schemeClr val="tx1"/>
                        </a:solidFill>
                        <a:effectLst/>
                        <a:uFillTx/>
                        <a:latin typeface="Arial" panose="020B0604020202020204" pitchFamily="34" charset="0"/>
                        <a:ea typeface="+mn-ea"/>
                        <a:cs typeface="Arial" panose="020B0604020202020204" pitchFamily="34" charset="0"/>
                        <a:sym typeface="Helvetica Neue Light"/>
                      </a:endParaRPr>
                    </a:p>
                  </a:txBody>
                  <a:tcPr marL="8681" marR="8681" marT="8681"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vMerge="1">
                  <a:txBody>
                    <a:bodyPr/>
                    <a:lstStyle/>
                    <a:p>
                      <a:pPr marL="0" marR="0" indent="0" algn="ctr" defTabSz="821530" eaLnBrk="1" fontAlgn="ctr" latinLnBrk="0" hangingPunct="1">
                        <a:lnSpc>
                          <a:spcPct val="100000"/>
                        </a:lnSpc>
                        <a:spcBef>
                          <a:spcPts val="0"/>
                        </a:spcBef>
                        <a:spcAft>
                          <a:spcPts val="0"/>
                        </a:spcAft>
                        <a:buClrTx/>
                        <a:buSzTx/>
                        <a:buFontTx/>
                        <a:buNone/>
                        <a:tabLst/>
                        <a:defRPr/>
                      </a:pPr>
                      <a:endParaRPr lang="en-US" altLang="zh-CN" sz="2000" b="0" i="0" u="none" strike="noStrike" cap="none" spc="0" baseline="0" dirty="0">
                        <a:ln>
                          <a:noFill/>
                        </a:ln>
                        <a:solidFill>
                          <a:schemeClr val="tx1"/>
                        </a:solidFill>
                        <a:effectLst/>
                        <a:uFillTx/>
                        <a:latin typeface="Arial" panose="020B0604020202020204" pitchFamily="34" charset="0"/>
                        <a:ea typeface="Arial Unicode MS" panose="020B0604020202020204" pitchFamily="34" charset="-122"/>
                        <a:cs typeface="Arial" panose="020B0604020202020204" pitchFamily="34" charset="0"/>
                        <a:sym typeface="Helvetica Neue Light"/>
                      </a:endParaRPr>
                    </a:p>
                  </a:txBody>
                  <a:tcPr marL="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lvl="0" indent="0" algn="ctr" defTabSz="821530" eaLnBrk="1" fontAlgn="ctr" latinLnBrk="0" hangingPunct="1">
                        <a:lnSpc>
                          <a:spcPct val="100000"/>
                        </a:lnSpc>
                        <a:spcBef>
                          <a:spcPts val="0"/>
                        </a:spcBef>
                        <a:spcAft>
                          <a:spcPts val="0"/>
                        </a:spcAft>
                        <a:buClrTx/>
                        <a:buSzTx/>
                        <a:buFontTx/>
                        <a:buNone/>
                        <a:tabLst/>
                        <a:defRPr/>
                      </a:pPr>
                      <a:r>
                        <a:rPr kumimoji="0" lang="en-US" altLang="zh-CN" sz="1100" b="0" i="0" u="none" strike="noStrike" kern="0" cap="none" spc="0" normalizeH="0" baseline="0" dirty="0">
                          <a:ln>
                            <a:noFill/>
                          </a:ln>
                          <a:solidFill>
                            <a:srgbClr val="000000"/>
                          </a:solidFill>
                          <a:effectLst/>
                          <a:uLnTx/>
                          <a:uFillTx/>
                          <a:latin typeface="Arial" panose="020B0604020202020204" pitchFamily="34" charset="0"/>
                          <a:ea typeface="Helvetica Neue"/>
                          <a:cs typeface="Arial" panose="020B0604020202020204" pitchFamily="34" charset="0"/>
                          <a:sym typeface="Helvetica Neue Light"/>
                        </a:rPr>
                        <a:t>42</a:t>
                      </a:r>
                    </a:p>
                  </a:txBody>
                  <a:tcPr marL="9525" marR="9525" marT="9525"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indent="0" algn="ctr" defTabSz="821530" fontAlgn="ctr" latinLnBrk="0">
                        <a:lnSpc>
                          <a:spcPct val="100000"/>
                        </a:lnSpc>
                        <a:spcBef>
                          <a:spcPts val="0"/>
                        </a:spcBef>
                        <a:spcAft>
                          <a:spcPts val="0"/>
                        </a:spcAft>
                        <a:buClrTx/>
                        <a:buSzTx/>
                        <a:buFontTx/>
                        <a:buNone/>
                        <a:tabLst/>
                      </a:pPr>
                      <a:r>
                        <a:rPr lang="en-US" altLang="zh-CN" sz="1100" b="0" i="0" u="none" strike="noStrike" cap="none" spc="0" baseline="0">
                          <a:ln>
                            <a:noFill/>
                          </a:ln>
                          <a:solidFill>
                            <a:schemeClr val="tx1"/>
                          </a:solidFill>
                          <a:effectLst/>
                          <a:uFillTx/>
                          <a:latin typeface="Arial" panose="020B0604020202020204" pitchFamily="34" charset="0"/>
                          <a:ea typeface="+mn-ea"/>
                          <a:cs typeface="Arial" panose="020B0604020202020204" pitchFamily="34" charset="0"/>
                          <a:sym typeface="Helvetica Neue Light"/>
                        </a:rPr>
                        <a:t>Max 0.2</a:t>
                      </a:r>
                      <a:endParaRPr lang="en-US" altLang="zh-CN" sz="1100" b="0" i="0" u="none" strike="noStrike" cap="none" spc="0" baseline="0" dirty="0">
                        <a:ln>
                          <a:noFill/>
                        </a:ln>
                        <a:solidFill>
                          <a:schemeClr val="tx1"/>
                        </a:solidFill>
                        <a:effectLst/>
                        <a:uFillTx/>
                        <a:latin typeface="Arial" panose="020B0604020202020204" pitchFamily="34" charset="0"/>
                        <a:ea typeface="+mn-ea"/>
                        <a:cs typeface="Arial" panose="020B0604020202020204" pitchFamily="34" charset="0"/>
                        <a:sym typeface="Helvetica Neue Light"/>
                      </a:endParaRPr>
                    </a:p>
                  </a:txBody>
                  <a:tcPr marL="8681" marR="8681" marT="8681"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24"/>
                  </a:ext>
                </a:extLst>
              </a:tr>
              <a:tr h="228622">
                <a:tc>
                  <a:txBody>
                    <a:bodyPr/>
                    <a:lstStyle/>
                    <a:p>
                      <a:pPr algn="ctr" fontAlgn="ctr"/>
                      <a:r>
                        <a:rPr lang="en-US" altLang="zh-CN" sz="1100" b="0" i="0" u="none" strike="noStrike" cap="none" spc="0" baseline="0" dirty="0">
                          <a:ln>
                            <a:noFill/>
                          </a:ln>
                          <a:solidFill>
                            <a:schemeClr val="tx1"/>
                          </a:solidFill>
                          <a:effectLst/>
                          <a:uFillTx/>
                          <a:latin typeface="Arial" panose="020B0604020202020204" pitchFamily="34" charset="0"/>
                          <a:ea typeface="+mn-ea"/>
                          <a:cs typeface="Arial" panose="020B0604020202020204" pitchFamily="34" charset="0"/>
                          <a:sym typeface="Helvetica Neue Light"/>
                        </a:rPr>
                        <a:t>17</a:t>
                      </a:r>
                    </a:p>
                  </a:txBody>
                  <a:tcPr marL="6399" marR="6399" marT="6399"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indent="0" algn="ctr" defTabSz="821530" fontAlgn="ctr" latinLnBrk="0">
                        <a:lnSpc>
                          <a:spcPct val="100000"/>
                        </a:lnSpc>
                        <a:spcBef>
                          <a:spcPts val="0"/>
                        </a:spcBef>
                        <a:spcAft>
                          <a:spcPts val="0"/>
                        </a:spcAft>
                        <a:buClrTx/>
                        <a:buSzTx/>
                        <a:buFontTx/>
                        <a:buNone/>
                        <a:tabLst/>
                      </a:pPr>
                      <a:r>
                        <a:rPr lang="en-US" altLang="zh-CN" sz="1100" b="0" i="0" u="none" strike="noStrike" cap="none" spc="0" baseline="0">
                          <a:ln>
                            <a:noFill/>
                          </a:ln>
                          <a:solidFill>
                            <a:schemeClr val="tx1"/>
                          </a:solidFill>
                          <a:effectLst/>
                          <a:uFillTx/>
                          <a:latin typeface="Arial" panose="020B0604020202020204" pitchFamily="34" charset="0"/>
                          <a:ea typeface="+mn-ea"/>
                          <a:cs typeface="Arial" panose="020B0604020202020204" pitchFamily="34" charset="0"/>
                          <a:sym typeface="Helvetica Neue Light"/>
                        </a:rPr>
                        <a:t>Max 0.2</a:t>
                      </a:r>
                      <a:endParaRPr lang="en-US" altLang="zh-CN" sz="1100" b="0" i="0" u="none" strike="noStrike" cap="none" spc="0" baseline="0" dirty="0">
                        <a:ln>
                          <a:noFill/>
                        </a:ln>
                        <a:solidFill>
                          <a:schemeClr val="tx1"/>
                        </a:solidFill>
                        <a:effectLst/>
                        <a:uFillTx/>
                        <a:latin typeface="Arial" panose="020B0604020202020204" pitchFamily="34" charset="0"/>
                        <a:ea typeface="+mn-ea"/>
                        <a:cs typeface="Arial" panose="020B0604020202020204" pitchFamily="34" charset="0"/>
                        <a:sym typeface="Helvetica Neue Light"/>
                      </a:endParaRPr>
                    </a:p>
                  </a:txBody>
                  <a:tcPr marL="8681" marR="8681" marT="8681"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vMerge="1">
                  <a:txBody>
                    <a:bodyPr/>
                    <a:lstStyle/>
                    <a:p>
                      <a:pPr marL="0" marR="0" indent="0" algn="ctr" defTabSz="821530" eaLnBrk="1" fontAlgn="ctr" latinLnBrk="0" hangingPunct="1">
                        <a:lnSpc>
                          <a:spcPct val="100000"/>
                        </a:lnSpc>
                        <a:spcBef>
                          <a:spcPts val="0"/>
                        </a:spcBef>
                        <a:spcAft>
                          <a:spcPts val="0"/>
                        </a:spcAft>
                        <a:buClrTx/>
                        <a:buSzTx/>
                        <a:buFontTx/>
                        <a:buNone/>
                        <a:tabLst/>
                        <a:defRPr/>
                      </a:pPr>
                      <a:endParaRPr lang="en-US" altLang="zh-CN" sz="2000" b="0" i="0" u="none" strike="noStrike" cap="none" spc="0" baseline="0" dirty="0">
                        <a:ln>
                          <a:noFill/>
                        </a:ln>
                        <a:solidFill>
                          <a:schemeClr val="tx1"/>
                        </a:solidFill>
                        <a:effectLst/>
                        <a:uFillTx/>
                        <a:latin typeface="Arial" panose="020B0604020202020204" pitchFamily="34" charset="0"/>
                        <a:ea typeface="Arial Unicode MS" panose="020B0604020202020204" pitchFamily="34" charset="-122"/>
                        <a:cs typeface="Arial" panose="020B0604020202020204" pitchFamily="34" charset="0"/>
                        <a:sym typeface="Helvetica Neue Light"/>
                      </a:endParaRPr>
                    </a:p>
                  </a:txBody>
                  <a:tcPr marL="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lvl="0" indent="0" algn="ctr" defTabSz="821530" eaLnBrk="1" fontAlgn="ctr" latinLnBrk="0" hangingPunct="1">
                        <a:lnSpc>
                          <a:spcPct val="100000"/>
                        </a:lnSpc>
                        <a:spcBef>
                          <a:spcPts val="0"/>
                        </a:spcBef>
                        <a:spcAft>
                          <a:spcPts val="0"/>
                        </a:spcAft>
                        <a:buClrTx/>
                        <a:buSzTx/>
                        <a:buFontTx/>
                        <a:buNone/>
                        <a:tabLst/>
                        <a:defRPr/>
                      </a:pPr>
                      <a:r>
                        <a:rPr kumimoji="0" lang="en-US" altLang="zh-CN" sz="1100" b="0" i="0" u="none" strike="noStrike" kern="0" cap="none" spc="0" normalizeH="0" baseline="0" dirty="0">
                          <a:ln>
                            <a:noFill/>
                          </a:ln>
                          <a:solidFill>
                            <a:srgbClr val="000000"/>
                          </a:solidFill>
                          <a:effectLst/>
                          <a:uLnTx/>
                          <a:uFillTx/>
                          <a:latin typeface="Arial" panose="020B0604020202020204" pitchFamily="34" charset="0"/>
                          <a:ea typeface="Helvetica Neue"/>
                          <a:cs typeface="Arial" panose="020B0604020202020204" pitchFamily="34" charset="0"/>
                          <a:sym typeface="Helvetica Neue Light"/>
                        </a:rPr>
                        <a:t>43</a:t>
                      </a:r>
                    </a:p>
                  </a:txBody>
                  <a:tcPr marL="9525" marR="9525" marT="9525"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indent="0" algn="ctr" defTabSz="821530" fontAlgn="ctr" latinLnBrk="0">
                        <a:lnSpc>
                          <a:spcPct val="100000"/>
                        </a:lnSpc>
                        <a:spcBef>
                          <a:spcPts val="0"/>
                        </a:spcBef>
                        <a:spcAft>
                          <a:spcPts val="0"/>
                        </a:spcAft>
                        <a:buClrTx/>
                        <a:buSzTx/>
                        <a:buFontTx/>
                        <a:buNone/>
                        <a:tabLst/>
                      </a:pPr>
                      <a:r>
                        <a:rPr lang="en-US" altLang="zh-CN" sz="1100" b="0" i="0" u="none" strike="noStrike" cap="none" spc="0" baseline="0">
                          <a:ln>
                            <a:noFill/>
                          </a:ln>
                          <a:solidFill>
                            <a:schemeClr val="tx1"/>
                          </a:solidFill>
                          <a:effectLst/>
                          <a:uFillTx/>
                          <a:latin typeface="Arial" panose="020B0604020202020204" pitchFamily="34" charset="0"/>
                          <a:ea typeface="+mn-ea"/>
                          <a:cs typeface="Arial" panose="020B0604020202020204" pitchFamily="34" charset="0"/>
                          <a:sym typeface="Helvetica Neue Light"/>
                        </a:rPr>
                        <a:t>Max 0.2</a:t>
                      </a:r>
                      <a:endParaRPr lang="en-US" altLang="zh-CN" sz="1100" b="0" i="0" u="none" strike="noStrike" cap="none" spc="0" baseline="0" dirty="0">
                        <a:ln>
                          <a:noFill/>
                        </a:ln>
                        <a:solidFill>
                          <a:schemeClr val="tx1"/>
                        </a:solidFill>
                        <a:effectLst/>
                        <a:uFillTx/>
                        <a:latin typeface="Arial" panose="020B0604020202020204" pitchFamily="34" charset="0"/>
                        <a:ea typeface="+mn-ea"/>
                        <a:cs typeface="Arial" panose="020B0604020202020204" pitchFamily="34" charset="0"/>
                        <a:sym typeface="Helvetica Neue Light"/>
                      </a:endParaRPr>
                    </a:p>
                  </a:txBody>
                  <a:tcPr marL="8681" marR="8681" marT="8681"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25"/>
                  </a:ext>
                </a:extLst>
              </a:tr>
              <a:tr h="228622">
                <a:tc>
                  <a:txBody>
                    <a:bodyPr/>
                    <a:lstStyle/>
                    <a:p>
                      <a:pPr algn="ctr" fontAlgn="ctr"/>
                      <a:r>
                        <a:rPr lang="en-US" altLang="zh-CN" sz="1100" b="0" i="0" u="none" strike="noStrike" cap="none" spc="0" baseline="0" dirty="0">
                          <a:ln>
                            <a:noFill/>
                          </a:ln>
                          <a:solidFill>
                            <a:schemeClr val="tx1"/>
                          </a:solidFill>
                          <a:effectLst/>
                          <a:uFillTx/>
                          <a:latin typeface="Arial" panose="020B0604020202020204" pitchFamily="34" charset="0"/>
                          <a:ea typeface="+mn-ea"/>
                          <a:cs typeface="Arial" panose="020B0604020202020204" pitchFamily="34" charset="0"/>
                          <a:sym typeface="Helvetica Neue Light"/>
                        </a:rPr>
                        <a:t>18</a:t>
                      </a:r>
                    </a:p>
                  </a:txBody>
                  <a:tcPr marL="6399" marR="6399" marT="6399"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solidFill>
                  </a:tcPr>
                </a:tc>
                <a:tc>
                  <a:txBody>
                    <a:bodyPr/>
                    <a:lstStyle/>
                    <a:p>
                      <a:pPr marL="0" marR="0" indent="0" algn="ctr" defTabSz="821530" fontAlgn="ctr" latinLnBrk="0">
                        <a:lnSpc>
                          <a:spcPct val="100000"/>
                        </a:lnSpc>
                        <a:spcBef>
                          <a:spcPts val="0"/>
                        </a:spcBef>
                        <a:spcAft>
                          <a:spcPts val="0"/>
                        </a:spcAft>
                        <a:buClrTx/>
                        <a:buSzTx/>
                        <a:buFontTx/>
                        <a:buNone/>
                        <a:tabLst/>
                      </a:pPr>
                      <a:r>
                        <a:rPr lang="en-US" altLang="zh-CN" sz="1100" b="0" i="0" u="none" strike="noStrike" cap="none" spc="0" baseline="0">
                          <a:ln>
                            <a:noFill/>
                          </a:ln>
                          <a:solidFill>
                            <a:schemeClr val="tx1"/>
                          </a:solidFill>
                          <a:effectLst/>
                          <a:uFillTx/>
                          <a:latin typeface="Arial" panose="020B0604020202020204" pitchFamily="34" charset="0"/>
                          <a:ea typeface="+mn-ea"/>
                          <a:cs typeface="Arial" panose="020B0604020202020204" pitchFamily="34" charset="0"/>
                          <a:sym typeface="Helvetica Neue Light"/>
                        </a:rPr>
                        <a:t>Max 0.2</a:t>
                      </a:r>
                      <a:endParaRPr lang="en-US" altLang="zh-CN" sz="1100" b="0" i="0" u="none" strike="noStrike" cap="none" spc="0" baseline="0" dirty="0">
                        <a:ln>
                          <a:noFill/>
                        </a:ln>
                        <a:solidFill>
                          <a:schemeClr val="tx1"/>
                        </a:solidFill>
                        <a:effectLst/>
                        <a:uFillTx/>
                        <a:latin typeface="Arial" panose="020B0604020202020204" pitchFamily="34" charset="0"/>
                        <a:ea typeface="+mn-ea"/>
                        <a:cs typeface="Arial" panose="020B0604020202020204" pitchFamily="34" charset="0"/>
                        <a:sym typeface="Helvetica Neue Light"/>
                      </a:endParaRPr>
                    </a:p>
                  </a:txBody>
                  <a:tcPr marL="8681" marR="8681" marT="8681"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solidFill>
                  </a:tcPr>
                </a:tc>
                <a:tc vMerge="1">
                  <a:txBody>
                    <a:bodyPr/>
                    <a:lstStyle/>
                    <a:p>
                      <a:pPr marL="0" marR="0" indent="0" algn="ctr" defTabSz="821530" eaLnBrk="1" fontAlgn="ctr" latinLnBrk="0" hangingPunct="1">
                        <a:lnSpc>
                          <a:spcPct val="100000"/>
                        </a:lnSpc>
                        <a:spcBef>
                          <a:spcPts val="0"/>
                        </a:spcBef>
                        <a:spcAft>
                          <a:spcPts val="0"/>
                        </a:spcAft>
                        <a:buClrTx/>
                        <a:buSzTx/>
                        <a:buFontTx/>
                        <a:buNone/>
                        <a:tabLst/>
                        <a:defRPr/>
                      </a:pPr>
                      <a:endParaRPr lang="en-US" altLang="zh-CN" sz="2000" b="0" i="0" u="none" strike="noStrike" cap="none" spc="0" baseline="0" dirty="0">
                        <a:ln>
                          <a:noFill/>
                        </a:ln>
                        <a:solidFill>
                          <a:schemeClr val="tx1"/>
                        </a:solidFill>
                        <a:effectLst/>
                        <a:uFillTx/>
                        <a:latin typeface="Arial" panose="020B0604020202020204" pitchFamily="34" charset="0"/>
                        <a:ea typeface="Arial Unicode MS" panose="020B0604020202020204" pitchFamily="34" charset="-122"/>
                        <a:cs typeface="Arial" panose="020B0604020202020204" pitchFamily="34" charset="0"/>
                        <a:sym typeface="Helvetica Neue Light"/>
                      </a:endParaRPr>
                    </a:p>
                  </a:txBody>
                  <a:tcPr marL="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lvl="0" indent="0" algn="ctr" defTabSz="821530" eaLnBrk="1" fontAlgn="ctr" latinLnBrk="0" hangingPunct="1">
                        <a:lnSpc>
                          <a:spcPct val="100000"/>
                        </a:lnSpc>
                        <a:spcBef>
                          <a:spcPts val="0"/>
                        </a:spcBef>
                        <a:spcAft>
                          <a:spcPts val="0"/>
                        </a:spcAft>
                        <a:buClrTx/>
                        <a:buSzTx/>
                        <a:buFontTx/>
                        <a:buNone/>
                        <a:tabLst/>
                        <a:defRPr/>
                      </a:pPr>
                      <a:r>
                        <a:rPr kumimoji="0" lang="en-US" altLang="zh-CN" sz="1100" b="0" i="0" u="none" strike="noStrike" kern="0" cap="none" spc="0" normalizeH="0" baseline="0" dirty="0">
                          <a:ln>
                            <a:noFill/>
                          </a:ln>
                          <a:solidFill>
                            <a:srgbClr val="000000"/>
                          </a:solidFill>
                          <a:effectLst/>
                          <a:uLnTx/>
                          <a:uFillTx/>
                          <a:latin typeface="Arial" panose="020B0604020202020204" pitchFamily="34" charset="0"/>
                          <a:ea typeface="Helvetica Neue"/>
                          <a:cs typeface="Arial" panose="020B0604020202020204" pitchFamily="34" charset="0"/>
                          <a:sym typeface="Helvetica Neue Light"/>
                        </a:rPr>
                        <a:t>44</a:t>
                      </a:r>
                    </a:p>
                  </a:txBody>
                  <a:tcPr marL="9525" marR="9525" marT="9525"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indent="0" algn="ctr" defTabSz="821530" fontAlgn="ctr" latinLnBrk="0">
                        <a:lnSpc>
                          <a:spcPct val="100000"/>
                        </a:lnSpc>
                        <a:spcBef>
                          <a:spcPts val="0"/>
                        </a:spcBef>
                        <a:spcAft>
                          <a:spcPts val="0"/>
                        </a:spcAft>
                        <a:buClrTx/>
                        <a:buSzTx/>
                        <a:buFontTx/>
                        <a:buNone/>
                        <a:tabLst/>
                      </a:pPr>
                      <a:r>
                        <a:rPr lang="en-US" altLang="zh-CN" sz="1100" b="0" i="0" u="none" strike="noStrike" cap="none" spc="0" baseline="0">
                          <a:ln>
                            <a:noFill/>
                          </a:ln>
                          <a:solidFill>
                            <a:schemeClr val="tx1"/>
                          </a:solidFill>
                          <a:effectLst/>
                          <a:uFillTx/>
                          <a:latin typeface="Arial" panose="020B0604020202020204" pitchFamily="34" charset="0"/>
                          <a:ea typeface="+mn-ea"/>
                          <a:cs typeface="Arial" panose="020B0604020202020204" pitchFamily="34" charset="0"/>
                          <a:sym typeface="Helvetica Neue Light"/>
                        </a:rPr>
                        <a:t>Max 0.2</a:t>
                      </a:r>
                      <a:endParaRPr lang="en-US" altLang="zh-CN" sz="1100" b="0" i="0" u="none" strike="noStrike" cap="none" spc="0" baseline="0" dirty="0">
                        <a:ln>
                          <a:noFill/>
                        </a:ln>
                        <a:solidFill>
                          <a:schemeClr val="tx1"/>
                        </a:solidFill>
                        <a:effectLst/>
                        <a:uFillTx/>
                        <a:latin typeface="Arial" panose="020B0604020202020204" pitchFamily="34" charset="0"/>
                        <a:ea typeface="+mn-ea"/>
                        <a:cs typeface="Arial" panose="020B0604020202020204" pitchFamily="34" charset="0"/>
                        <a:sym typeface="Helvetica Neue Light"/>
                      </a:endParaRPr>
                    </a:p>
                  </a:txBody>
                  <a:tcPr marL="8681" marR="8681" marT="8681"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26"/>
                  </a:ext>
                </a:extLst>
              </a:tr>
              <a:tr h="228622">
                <a:tc>
                  <a:txBody>
                    <a:bodyPr/>
                    <a:lstStyle/>
                    <a:p>
                      <a:pPr algn="ctr" fontAlgn="ctr"/>
                      <a:r>
                        <a:rPr lang="en-US" altLang="zh-CN" sz="1100" b="0" i="0" u="none" strike="noStrike" cap="none" spc="0" baseline="0" dirty="0">
                          <a:ln>
                            <a:noFill/>
                          </a:ln>
                          <a:solidFill>
                            <a:schemeClr val="tx1"/>
                          </a:solidFill>
                          <a:effectLst/>
                          <a:uFillTx/>
                          <a:latin typeface="Arial" panose="020B0604020202020204" pitchFamily="34" charset="0"/>
                          <a:ea typeface="+mn-ea"/>
                          <a:cs typeface="Arial" panose="020B0604020202020204" pitchFamily="34" charset="0"/>
                          <a:sym typeface="Helvetica Neue Light"/>
                        </a:rPr>
                        <a:t>19</a:t>
                      </a:r>
                    </a:p>
                  </a:txBody>
                  <a:tcPr marL="6399" marR="6399" marT="6399"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solidFill>
                  </a:tcPr>
                </a:tc>
                <a:tc>
                  <a:txBody>
                    <a:bodyPr/>
                    <a:lstStyle/>
                    <a:p>
                      <a:pPr marL="0" marR="0" indent="0" algn="ctr" defTabSz="821530" fontAlgn="ctr" latinLnBrk="0">
                        <a:lnSpc>
                          <a:spcPct val="100000"/>
                        </a:lnSpc>
                        <a:spcBef>
                          <a:spcPts val="0"/>
                        </a:spcBef>
                        <a:spcAft>
                          <a:spcPts val="0"/>
                        </a:spcAft>
                        <a:buClrTx/>
                        <a:buSzTx/>
                        <a:buFontTx/>
                        <a:buNone/>
                        <a:tabLst/>
                      </a:pPr>
                      <a:r>
                        <a:rPr lang="en-US" altLang="zh-CN" sz="1100" b="0" i="0" u="none" strike="noStrike" cap="none" spc="0" baseline="0">
                          <a:ln>
                            <a:noFill/>
                          </a:ln>
                          <a:solidFill>
                            <a:schemeClr val="tx1"/>
                          </a:solidFill>
                          <a:effectLst/>
                          <a:uFillTx/>
                          <a:latin typeface="Arial" panose="020B0604020202020204" pitchFamily="34" charset="0"/>
                          <a:ea typeface="+mn-ea"/>
                          <a:cs typeface="Arial" panose="020B0604020202020204" pitchFamily="34" charset="0"/>
                          <a:sym typeface="Helvetica Neue Light"/>
                        </a:rPr>
                        <a:t>Max 0.2</a:t>
                      </a:r>
                      <a:endParaRPr lang="en-US" altLang="zh-CN" sz="1100" b="0" i="0" u="none" strike="noStrike" cap="none" spc="0" baseline="0" dirty="0">
                        <a:ln>
                          <a:noFill/>
                        </a:ln>
                        <a:solidFill>
                          <a:schemeClr val="tx1"/>
                        </a:solidFill>
                        <a:effectLst/>
                        <a:uFillTx/>
                        <a:latin typeface="Arial" panose="020B0604020202020204" pitchFamily="34" charset="0"/>
                        <a:ea typeface="+mn-ea"/>
                        <a:cs typeface="Arial" panose="020B0604020202020204" pitchFamily="34" charset="0"/>
                        <a:sym typeface="Helvetica Neue Light"/>
                      </a:endParaRPr>
                    </a:p>
                  </a:txBody>
                  <a:tcPr marL="8681" marR="8681" marT="8681"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solidFill>
                  </a:tcPr>
                </a:tc>
                <a:tc vMerge="1">
                  <a:txBody>
                    <a:bodyPr/>
                    <a:lstStyle/>
                    <a:p>
                      <a:pPr marL="0" marR="0" indent="0" algn="ctr" defTabSz="821530" eaLnBrk="1" fontAlgn="ctr" latinLnBrk="0" hangingPunct="1">
                        <a:lnSpc>
                          <a:spcPct val="100000"/>
                        </a:lnSpc>
                        <a:spcBef>
                          <a:spcPts val="0"/>
                        </a:spcBef>
                        <a:spcAft>
                          <a:spcPts val="0"/>
                        </a:spcAft>
                        <a:buClrTx/>
                        <a:buSzTx/>
                        <a:buFontTx/>
                        <a:buNone/>
                        <a:tabLst/>
                        <a:defRPr/>
                      </a:pPr>
                      <a:endParaRPr lang="en-US" altLang="zh-CN" sz="2000" b="0" i="0" u="none" strike="noStrike" cap="none" spc="0" baseline="0" dirty="0">
                        <a:ln>
                          <a:noFill/>
                        </a:ln>
                        <a:solidFill>
                          <a:schemeClr val="tx1"/>
                        </a:solidFill>
                        <a:effectLst/>
                        <a:uFillTx/>
                        <a:latin typeface="Arial" panose="020B0604020202020204" pitchFamily="34" charset="0"/>
                        <a:ea typeface="Arial Unicode MS" panose="020B0604020202020204" pitchFamily="34" charset="-122"/>
                        <a:cs typeface="Arial" panose="020B0604020202020204" pitchFamily="34" charset="0"/>
                        <a:sym typeface="Helvetica Neue Light"/>
                      </a:endParaRPr>
                    </a:p>
                  </a:txBody>
                  <a:tcPr marL="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lvl="0" indent="0" algn="ctr" defTabSz="821530" eaLnBrk="1" fontAlgn="ctr" latinLnBrk="0" hangingPunct="1">
                        <a:lnSpc>
                          <a:spcPct val="100000"/>
                        </a:lnSpc>
                        <a:spcBef>
                          <a:spcPts val="0"/>
                        </a:spcBef>
                        <a:spcAft>
                          <a:spcPts val="0"/>
                        </a:spcAft>
                        <a:buClrTx/>
                        <a:buSzTx/>
                        <a:buFontTx/>
                        <a:buNone/>
                        <a:tabLst/>
                        <a:defRPr/>
                      </a:pPr>
                      <a:r>
                        <a:rPr kumimoji="0" lang="en-US" altLang="zh-CN" sz="1100" b="0" i="0" u="none" strike="noStrike" kern="0" cap="none" spc="0" normalizeH="0" baseline="0" dirty="0">
                          <a:ln>
                            <a:noFill/>
                          </a:ln>
                          <a:solidFill>
                            <a:srgbClr val="000000"/>
                          </a:solidFill>
                          <a:effectLst/>
                          <a:uLnTx/>
                          <a:uFillTx/>
                          <a:latin typeface="Arial" panose="020B0604020202020204" pitchFamily="34" charset="0"/>
                          <a:ea typeface="Helvetica Neue"/>
                          <a:cs typeface="Arial" panose="020B0604020202020204" pitchFamily="34" charset="0"/>
                          <a:sym typeface="Helvetica Neue Light"/>
                        </a:rPr>
                        <a:t>45</a:t>
                      </a:r>
                    </a:p>
                  </a:txBody>
                  <a:tcPr marL="9525" marR="9525" marT="9525"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indent="0" algn="ctr" defTabSz="821530" fontAlgn="ctr" latinLnBrk="0">
                        <a:lnSpc>
                          <a:spcPct val="100000"/>
                        </a:lnSpc>
                        <a:spcBef>
                          <a:spcPts val="0"/>
                        </a:spcBef>
                        <a:spcAft>
                          <a:spcPts val="0"/>
                        </a:spcAft>
                        <a:buClrTx/>
                        <a:buSzTx/>
                        <a:buFontTx/>
                        <a:buNone/>
                        <a:tabLst/>
                      </a:pPr>
                      <a:r>
                        <a:rPr lang="en-US" altLang="zh-CN" sz="1100" b="0" i="0" u="none" strike="noStrike" cap="none" spc="0" baseline="0" dirty="0">
                          <a:ln>
                            <a:noFill/>
                          </a:ln>
                          <a:solidFill>
                            <a:schemeClr val="tx1"/>
                          </a:solidFill>
                          <a:effectLst/>
                          <a:uFillTx/>
                          <a:latin typeface="Arial" panose="020B0604020202020204" pitchFamily="34" charset="0"/>
                          <a:ea typeface="+mn-ea"/>
                          <a:cs typeface="Arial" panose="020B0604020202020204" pitchFamily="34" charset="0"/>
                          <a:sym typeface="Helvetica Neue Light"/>
                        </a:rPr>
                        <a:t>Max 0.2</a:t>
                      </a:r>
                    </a:p>
                  </a:txBody>
                  <a:tcPr marL="8681" marR="8681" marT="8681"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27"/>
                  </a:ext>
                </a:extLst>
              </a:tr>
              <a:tr h="228622">
                <a:tc>
                  <a:txBody>
                    <a:bodyPr/>
                    <a:lstStyle/>
                    <a:p>
                      <a:pPr algn="ctr" fontAlgn="ctr"/>
                      <a:r>
                        <a:rPr lang="en-US" altLang="zh-CN" sz="1100" b="0" i="0" u="none" strike="noStrike" cap="none" spc="0" baseline="0" dirty="0">
                          <a:ln>
                            <a:noFill/>
                          </a:ln>
                          <a:solidFill>
                            <a:schemeClr val="tx1"/>
                          </a:solidFill>
                          <a:effectLst/>
                          <a:uFillTx/>
                          <a:latin typeface="Arial" panose="020B0604020202020204" pitchFamily="34" charset="0"/>
                          <a:ea typeface="+mn-ea"/>
                          <a:cs typeface="Arial" panose="020B0604020202020204" pitchFamily="34" charset="0"/>
                          <a:sym typeface="Helvetica Neue Light"/>
                        </a:rPr>
                        <a:t>20</a:t>
                      </a:r>
                    </a:p>
                  </a:txBody>
                  <a:tcPr marL="6399" marR="6399" marT="6399"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solidFill>
                  </a:tcPr>
                </a:tc>
                <a:tc>
                  <a:txBody>
                    <a:bodyPr/>
                    <a:lstStyle/>
                    <a:p>
                      <a:pPr marL="0" marR="0" indent="0" algn="ctr" defTabSz="821530" fontAlgn="ctr" latinLnBrk="0">
                        <a:lnSpc>
                          <a:spcPct val="100000"/>
                        </a:lnSpc>
                        <a:spcBef>
                          <a:spcPts val="0"/>
                        </a:spcBef>
                        <a:spcAft>
                          <a:spcPts val="0"/>
                        </a:spcAft>
                        <a:buClrTx/>
                        <a:buSzTx/>
                        <a:buFontTx/>
                        <a:buNone/>
                        <a:tabLst/>
                      </a:pPr>
                      <a:r>
                        <a:rPr lang="en-US" altLang="zh-CN" sz="1100" b="0" i="0" u="none" strike="noStrike" cap="none" spc="0" baseline="0">
                          <a:ln>
                            <a:noFill/>
                          </a:ln>
                          <a:solidFill>
                            <a:schemeClr val="tx1"/>
                          </a:solidFill>
                          <a:effectLst/>
                          <a:uFillTx/>
                          <a:latin typeface="Arial" panose="020B0604020202020204" pitchFamily="34" charset="0"/>
                          <a:ea typeface="+mn-ea"/>
                          <a:cs typeface="Arial" panose="020B0604020202020204" pitchFamily="34" charset="0"/>
                          <a:sym typeface="Helvetica Neue Light"/>
                        </a:rPr>
                        <a:t>Max 0.2</a:t>
                      </a:r>
                      <a:endParaRPr lang="en-US" altLang="zh-CN" sz="1100" b="0" i="0" u="none" strike="noStrike" cap="none" spc="0" baseline="0" dirty="0">
                        <a:ln>
                          <a:noFill/>
                        </a:ln>
                        <a:solidFill>
                          <a:schemeClr val="tx1"/>
                        </a:solidFill>
                        <a:effectLst/>
                        <a:uFillTx/>
                        <a:latin typeface="Arial" panose="020B0604020202020204" pitchFamily="34" charset="0"/>
                        <a:ea typeface="+mn-ea"/>
                        <a:cs typeface="Arial" panose="020B0604020202020204" pitchFamily="34" charset="0"/>
                        <a:sym typeface="Helvetica Neue Light"/>
                      </a:endParaRPr>
                    </a:p>
                  </a:txBody>
                  <a:tcPr marL="8681" marR="8681" marT="8681"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solidFill>
                  </a:tcPr>
                </a:tc>
                <a:tc vMerge="1">
                  <a:txBody>
                    <a:bodyPr/>
                    <a:lstStyle/>
                    <a:p>
                      <a:pPr marL="0" marR="0" indent="0" algn="ctr" defTabSz="821530" eaLnBrk="1" fontAlgn="ctr" latinLnBrk="0" hangingPunct="1">
                        <a:lnSpc>
                          <a:spcPct val="100000"/>
                        </a:lnSpc>
                        <a:spcBef>
                          <a:spcPts val="0"/>
                        </a:spcBef>
                        <a:spcAft>
                          <a:spcPts val="0"/>
                        </a:spcAft>
                        <a:buClrTx/>
                        <a:buSzTx/>
                        <a:buFontTx/>
                        <a:buNone/>
                        <a:tabLst/>
                        <a:defRPr/>
                      </a:pPr>
                      <a:endParaRPr lang="en-US" altLang="zh-CN" sz="2000" b="0" i="0" u="none" strike="noStrike" cap="none" spc="0" baseline="0" dirty="0">
                        <a:ln>
                          <a:noFill/>
                        </a:ln>
                        <a:solidFill>
                          <a:schemeClr val="tx1"/>
                        </a:solidFill>
                        <a:effectLst/>
                        <a:uFillTx/>
                        <a:latin typeface="Arial" panose="020B0604020202020204" pitchFamily="34" charset="0"/>
                        <a:ea typeface="Arial Unicode MS" panose="020B0604020202020204" pitchFamily="34" charset="-122"/>
                        <a:cs typeface="Arial" panose="020B0604020202020204" pitchFamily="34" charset="0"/>
                        <a:sym typeface="Helvetica Neue Light"/>
                      </a:endParaRPr>
                    </a:p>
                  </a:txBody>
                  <a:tcPr marL="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lvl="0" indent="0" algn="ctr" defTabSz="821530" eaLnBrk="1" fontAlgn="ctr" latinLnBrk="0" hangingPunct="1">
                        <a:lnSpc>
                          <a:spcPct val="100000"/>
                        </a:lnSpc>
                        <a:spcBef>
                          <a:spcPts val="0"/>
                        </a:spcBef>
                        <a:spcAft>
                          <a:spcPts val="0"/>
                        </a:spcAft>
                        <a:buClrTx/>
                        <a:buSzTx/>
                        <a:buFontTx/>
                        <a:buNone/>
                        <a:tabLst/>
                        <a:defRPr/>
                      </a:pPr>
                      <a:r>
                        <a:rPr kumimoji="0" lang="en-US" altLang="zh-CN" sz="1100" b="0" i="0" u="none" strike="noStrike" kern="0" cap="none" spc="0" normalizeH="0" baseline="0" dirty="0">
                          <a:ln>
                            <a:noFill/>
                          </a:ln>
                          <a:solidFill>
                            <a:srgbClr val="000000"/>
                          </a:solidFill>
                          <a:effectLst/>
                          <a:uLnTx/>
                          <a:uFillTx/>
                          <a:latin typeface="Arial" panose="020B0604020202020204" pitchFamily="34" charset="0"/>
                          <a:ea typeface="Helvetica Neue"/>
                          <a:cs typeface="Arial" panose="020B0604020202020204" pitchFamily="34" charset="0"/>
                          <a:sym typeface="Helvetica Neue Light"/>
                        </a:rPr>
                        <a:t>46</a:t>
                      </a:r>
                    </a:p>
                  </a:txBody>
                  <a:tcPr marL="9525" marR="9525" marT="9525"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indent="0" algn="ctr" defTabSz="821530" fontAlgn="ctr" latinLnBrk="0">
                        <a:lnSpc>
                          <a:spcPct val="100000"/>
                        </a:lnSpc>
                        <a:spcBef>
                          <a:spcPts val="0"/>
                        </a:spcBef>
                        <a:spcAft>
                          <a:spcPts val="0"/>
                        </a:spcAft>
                        <a:buClrTx/>
                        <a:buSzTx/>
                        <a:buFontTx/>
                        <a:buNone/>
                        <a:tabLst/>
                      </a:pPr>
                      <a:r>
                        <a:rPr lang="en-US" altLang="zh-CN" sz="1100" b="0" i="0" u="none" strike="noStrike" cap="none" spc="0" baseline="0" dirty="0">
                          <a:ln>
                            <a:noFill/>
                          </a:ln>
                          <a:solidFill>
                            <a:schemeClr val="tx1"/>
                          </a:solidFill>
                          <a:effectLst/>
                          <a:uFillTx/>
                          <a:latin typeface="Arial" panose="020B0604020202020204" pitchFamily="34" charset="0"/>
                          <a:ea typeface="+mn-ea"/>
                          <a:cs typeface="Arial" panose="020B0604020202020204" pitchFamily="34" charset="0"/>
                          <a:sym typeface="Helvetica Neue Light"/>
                        </a:rPr>
                        <a:t>Max 0.2</a:t>
                      </a:r>
                    </a:p>
                  </a:txBody>
                  <a:tcPr marL="8681" marR="8681" marT="8681"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28"/>
                  </a:ext>
                </a:extLst>
              </a:tr>
              <a:tr h="228622">
                <a:tc>
                  <a:txBody>
                    <a:bodyPr/>
                    <a:lstStyle/>
                    <a:p>
                      <a:pPr algn="ctr" fontAlgn="ctr"/>
                      <a:r>
                        <a:rPr lang="en-US" altLang="zh-CN" sz="1100" b="0" i="0" u="none" strike="noStrike" cap="none" spc="0" baseline="0" dirty="0">
                          <a:ln>
                            <a:noFill/>
                          </a:ln>
                          <a:solidFill>
                            <a:schemeClr val="tx1"/>
                          </a:solidFill>
                          <a:effectLst/>
                          <a:uFillTx/>
                          <a:latin typeface="Arial" panose="020B0604020202020204" pitchFamily="34" charset="0"/>
                          <a:ea typeface="+mn-ea"/>
                          <a:cs typeface="Arial" panose="020B0604020202020204" pitchFamily="34" charset="0"/>
                          <a:sym typeface="Helvetica Neue Light"/>
                        </a:rPr>
                        <a:t>21</a:t>
                      </a:r>
                    </a:p>
                  </a:txBody>
                  <a:tcPr marL="6399" marR="6399" marT="6399"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indent="0" algn="ctr" defTabSz="821530" fontAlgn="ctr" latinLnBrk="0">
                        <a:lnSpc>
                          <a:spcPct val="100000"/>
                        </a:lnSpc>
                        <a:spcBef>
                          <a:spcPts val="0"/>
                        </a:spcBef>
                        <a:spcAft>
                          <a:spcPts val="0"/>
                        </a:spcAft>
                        <a:buClrTx/>
                        <a:buSzTx/>
                        <a:buFontTx/>
                        <a:buNone/>
                        <a:tabLst/>
                      </a:pPr>
                      <a:r>
                        <a:rPr lang="en-US" altLang="zh-CN" sz="1100" b="0" i="0" u="none" strike="noStrike" cap="none" spc="0" baseline="0">
                          <a:ln>
                            <a:noFill/>
                          </a:ln>
                          <a:solidFill>
                            <a:schemeClr val="tx1"/>
                          </a:solidFill>
                          <a:effectLst/>
                          <a:uFillTx/>
                          <a:latin typeface="Arial" panose="020B0604020202020204" pitchFamily="34" charset="0"/>
                          <a:ea typeface="+mn-ea"/>
                          <a:cs typeface="Arial" panose="020B0604020202020204" pitchFamily="34" charset="0"/>
                          <a:sym typeface="Helvetica Neue Light"/>
                        </a:rPr>
                        <a:t>Max 0.2</a:t>
                      </a:r>
                      <a:endParaRPr lang="en-US" altLang="zh-CN" sz="1100" b="0" i="0" u="none" strike="noStrike" cap="none" spc="0" baseline="0" dirty="0">
                        <a:ln>
                          <a:noFill/>
                        </a:ln>
                        <a:solidFill>
                          <a:schemeClr val="tx1"/>
                        </a:solidFill>
                        <a:effectLst/>
                        <a:uFillTx/>
                        <a:latin typeface="Arial" panose="020B0604020202020204" pitchFamily="34" charset="0"/>
                        <a:ea typeface="+mn-ea"/>
                        <a:cs typeface="Arial" panose="020B0604020202020204" pitchFamily="34" charset="0"/>
                        <a:sym typeface="Helvetica Neue Light"/>
                      </a:endParaRPr>
                    </a:p>
                  </a:txBody>
                  <a:tcPr marL="8681" marR="8681" marT="8681"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vMerge="1">
                  <a:txBody>
                    <a:bodyPr/>
                    <a:lstStyle/>
                    <a:p>
                      <a:pPr marL="0" marR="0" indent="0" algn="ctr" defTabSz="821530" eaLnBrk="1" fontAlgn="ctr" latinLnBrk="0" hangingPunct="1">
                        <a:lnSpc>
                          <a:spcPct val="100000"/>
                        </a:lnSpc>
                        <a:spcBef>
                          <a:spcPts val="0"/>
                        </a:spcBef>
                        <a:spcAft>
                          <a:spcPts val="0"/>
                        </a:spcAft>
                        <a:buClrTx/>
                        <a:buSzTx/>
                        <a:buFontTx/>
                        <a:buNone/>
                        <a:tabLst/>
                        <a:defRPr/>
                      </a:pPr>
                      <a:endParaRPr lang="en-US" altLang="zh-CN" sz="2000" b="0" i="0" u="none" strike="noStrike" cap="none" spc="0" baseline="0" dirty="0">
                        <a:ln>
                          <a:noFill/>
                        </a:ln>
                        <a:solidFill>
                          <a:schemeClr val="tx1"/>
                        </a:solidFill>
                        <a:effectLst/>
                        <a:uFillTx/>
                        <a:latin typeface="Arial" panose="020B0604020202020204" pitchFamily="34" charset="0"/>
                        <a:ea typeface="Arial Unicode MS" panose="020B0604020202020204" pitchFamily="34" charset="-122"/>
                        <a:cs typeface="Arial" panose="020B0604020202020204" pitchFamily="34" charset="0"/>
                        <a:sym typeface="Helvetica Neue Light"/>
                      </a:endParaRPr>
                    </a:p>
                  </a:txBody>
                  <a:tcPr marL="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lvl="0" indent="0" algn="ctr" defTabSz="821530" eaLnBrk="1" fontAlgn="ctr" latinLnBrk="0" hangingPunct="1">
                        <a:lnSpc>
                          <a:spcPct val="100000"/>
                        </a:lnSpc>
                        <a:spcBef>
                          <a:spcPts val="0"/>
                        </a:spcBef>
                        <a:spcAft>
                          <a:spcPts val="0"/>
                        </a:spcAft>
                        <a:buClrTx/>
                        <a:buSzTx/>
                        <a:buFontTx/>
                        <a:buNone/>
                        <a:tabLst/>
                        <a:defRPr/>
                      </a:pPr>
                      <a:r>
                        <a:rPr kumimoji="0" lang="en-US" altLang="zh-CN" sz="1100" b="0" i="0" u="none" strike="noStrike" kern="0" cap="none" spc="0" normalizeH="0" baseline="0" dirty="0">
                          <a:ln>
                            <a:noFill/>
                          </a:ln>
                          <a:solidFill>
                            <a:srgbClr val="000000"/>
                          </a:solidFill>
                          <a:effectLst/>
                          <a:uLnTx/>
                          <a:uFillTx/>
                          <a:latin typeface="Arial" panose="020B0604020202020204" pitchFamily="34" charset="0"/>
                          <a:ea typeface="Helvetica Neue"/>
                          <a:cs typeface="Arial" panose="020B0604020202020204" pitchFamily="34" charset="0"/>
                          <a:sym typeface="Helvetica Neue Light"/>
                        </a:rPr>
                        <a:t>47</a:t>
                      </a:r>
                    </a:p>
                  </a:txBody>
                  <a:tcPr marL="9525" marR="9525" marT="9525"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indent="0" algn="ctr" defTabSz="821530" fontAlgn="ctr" latinLnBrk="0">
                        <a:lnSpc>
                          <a:spcPct val="100000"/>
                        </a:lnSpc>
                        <a:spcBef>
                          <a:spcPts val="0"/>
                        </a:spcBef>
                        <a:spcAft>
                          <a:spcPts val="0"/>
                        </a:spcAft>
                        <a:buClrTx/>
                        <a:buSzTx/>
                        <a:buFontTx/>
                        <a:buNone/>
                        <a:tabLst/>
                      </a:pPr>
                      <a:r>
                        <a:rPr lang="en-US" altLang="zh-CN" sz="1100" b="0" i="0" u="none" strike="noStrike" cap="none" spc="0" baseline="0">
                          <a:ln>
                            <a:noFill/>
                          </a:ln>
                          <a:solidFill>
                            <a:schemeClr val="tx1"/>
                          </a:solidFill>
                          <a:effectLst/>
                          <a:uFillTx/>
                          <a:latin typeface="Arial" panose="020B0604020202020204" pitchFamily="34" charset="0"/>
                          <a:ea typeface="+mn-ea"/>
                          <a:cs typeface="Arial" panose="020B0604020202020204" pitchFamily="34" charset="0"/>
                          <a:sym typeface="Helvetica Neue Light"/>
                        </a:rPr>
                        <a:t>Max 0.2</a:t>
                      </a:r>
                      <a:endParaRPr lang="en-US" altLang="zh-CN" sz="1100" b="0" i="0" u="none" strike="noStrike" cap="none" spc="0" baseline="0" dirty="0">
                        <a:ln>
                          <a:noFill/>
                        </a:ln>
                        <a:solidFill>
                          <a:schemeClr val="tx1"/>
                        </a:solidFill>
                        <a:effectLst/>
                        <a:uFillTx/>
                        <a:latin typeface="Arial" panose="020B0604020202020204" pitchFamily="34" charset="0"/>
                        <a:ea typeface="+mn-ea"/>
                        <a:cs typeface="Arial" panose="020B0604020202020204" pitchFamily="34" charset="0"/>
                        <a:sym typeface="Helvetica Neue Light"/>
                      </a:endParaRPr>
                    </a:p>
                  </a:txBody>
                  <a:tcPr marL="8681" marR="8681" marT="8681"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29508736"/>
                  </a:ext>
                </a:extLst>
              </a:tr>
              <a:tr h="228622">
                <a:tc>
                  <a:txBody>
                    <a:bodyPr/>
                    <a:lstStyle/>
                    <a:p>
                      <a:pPr algn="ctr" fontAlgn="ctr"/>
                      <a:r>
                        <a:rPr lang="en-US" altLang="zh-CN" sz="1100" b="0" i="0" u="none" strike="noStrike" cap="none" spc="0" baseline="0" dirty="0">
                          <a:ln>
                            <a:noFill/>
                          </a:ln>
                          <a:solidFill>
                            <a:schemeClr val="tx1"/>
                          </a:solidFill>
                          <a:effectLst/>
                          <a:uFillTx/>
                          <a:latin typeface="Arial" panose="020B0604020202020204" pitchFamily="34" charset="0"/>
                          <a:ea typeface="+mn-ea"/>
                          <a:cs typeface="Arial" panose="020B0604020202020204" pitchFamily="34" charset="0"/>
                          <a:sym typeface="Helvetica Neue Light"/>
                        </a:rPr>
                        <a:t>22</a:t>
                      </a:r>
                    </a:p>
                  </a:txBody>
                  <a:tcPr marL="6399" marR="6399" marT="6399"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indent="0" algn="ctr" defTabSz="821530" fontAlgn="ctr" latinLnBrk="0">
                        <a:lnSpc>
                          <a:spcPct val="100000"/>
                        </a:lnSpc>
                        <a:spcBef>
                          <a:spcPts val="0"/>
                        </a:spcBef>
                        <a:spcAft>
                          <a:spcPts val="0"/>
                        </a:spcAft>
                        <a:buClrTx/>
                        <a:buSzTx/>
                        <a:buFontTx/>
                        <a:buNone/>
                        <a:tabLst/>
                      </a:pPr>
                      <a:r>
                        <a:rPr lang="en-US" altLang="zh-CN" sz="1100" b="0" i="0" u="none" strike="noStrike" cap="none" spc="0" baseline="0">
                          <a:ln>
                            <a:noFill/>
                          </a:ln>
                          <a:solidFill>
                            <a:schemeClr val="tx1"/>
                          </a:solidFill>
                          <a:effectLst/>
                          <a:uFillTx/>
                          <a:latin typeface="Arial" panose="020B0604020202020204" pitchFamily="34" charset="0"/>
                          <a:ea typeface="+mn-ea"/>
                          <a:cs typeface="Arial" panose="020B0604020202020204" pitchFamily="34" charset="0"/>
                          <a:sym typeface="Helvetica Neue Light"/>
                        </a:rPr>
                        <a:t>Max 0.2</a:t>
                      </a:r>
                      <a:endParaRPr lang="en-US" altLang="zh-CN" sz="1100" b="0" i="0" u="none" strike="noStrike" cap="none" spc="0" baseline="0" dirty="0">
                        <a:ln>
                          <a:noFill/>
                        </a:ln>
                        <a:solidFill>
                          <a:schemeClr val="tx1"/>
                        </a:solidFill>
                        <a:effectLst/>
                        <a:uFillTx/>
                        <a:latin typeface="Arial" panose="020B0604020202020204" pitchFamily="34" charset="0"/>
                        <a:ea typeface="+mn-ea"/>
                        <a:cs typeface="Arial" panose="020B0604020202020204" pitchFamily="34" charset="0"/>
                        <a:sym typeface="Helvetica Neue Light"/>
                      </a:endParaRPr>
                    </a:p>
                  </a:txBody>
                  <a:tcPr marL="8681" marR="8681" marT="8681"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vMerge="1">
                  <a:txBody>
                    <a:bodyPr/>
                    <a:lstStyle/>
                    <a:p>
                      <a:pPr marL="0" marR="0" indent="0" algn="ctr" defTabSz="821530" eaLnBrk="1" fontAlgn="ctr" latinLnBrk="0" hangingPunct="1">
                        <a:lnSpc>
                          <a:spcPct val="100000"/>
                        </a:lnSpc>
                        <a:spcBef>
                          <a:spcPts val="0"/>
                        </a:spcBef>
                        <a:spcAft>
                          <a:spcPts val="0"/>
                        </a:spcAft>
                        <a:buClrTx/>
                        <a:buSzTx/>
                        <a:buFontTx/>
                        <a:buNone/>
                        <a:tabLst/>
                        <a:defRPr/>
                      </a:pPr>
                      <a:endParaRPr lang="en-US" altLang="zh-CN" sz="2000" b="0" i="0" u="none" strike="noStrike" cap="none" spc="0" baseline="0" dirty="0">
                        <a:ln>
                          <a:noFill/>
                        </a:ln>
                        <a:solidFill>
                          <a:schemeClr val="tx1"/>
                        </a:solidFill>
                        <a:effectLst/>
                        <a:uFillTx/>
                        <a:latin typeface="Arial" panose="020B0604020202020204" pitchFamily="34" charset="0"/>
                        <a:ea typeface="Arial Unicode MS" panose="020B0604020202020204" pitchFamily="34" charset="-122"/>
                        <a:cs typeface="Arial" panose="020B0604020202020204" pitchFamily="34" charset="0"/>
                        <a:sym typeface="Helvetica Neue Light"/>
                      </a:endParaRPr>
                    </a:p>
                  </a:txBody>
                  <a:tcPr marL="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lvl="0" indent="0" algn="ctr" defTabSz="821530" eaLnBrk="1" fontAlgn="ctr" latinLnBrk="0" hangingPunct="1">
                        <a:lnSpc>
                          <a:spcPct val="100000"/>
                        </a:lnSpc>
                        <a:spcBef>
                          <a:spcPts val="0"/>
                        </a:spcBef>
                        <a:spcAft>
                          <a:spcPts val="0"/>
                        </a:spcAft>
                        <a:buClrTx/>
                        <a:buSzTx/>
                        <a:buFontTx/>
                        <a:buNone/>
                        <a:tabLst/>
                        <a:defRPr/>
                      </a:pPr>
                      <a:r>
                        <a:rPr kumimoji="0" lang="en-US" altLang="zh-CN" sz="1100" b="0" i="0" u="none" strike="noStrike" kern="0" cap="none" spc="0" normalizeH="0" baseline="0" dirty="0">
                          <a:ln>
                            <a:noFill/>
                          </a:ln>
                          <a:solidFill>
                            <a:srgbClr val="000000"/>
                          </a:solidFill>
                          <a:effectLst/>
                          <a:uLnTx/>
                          <a:uFillTx/>
                          <a:latin typeface="Arial" panose="020B0604020202020204" pitchFamily="34" charset="0"/>
                          <a:ea typeface="Helvetica Neue"/>
                          <a:cs typeface="Arial" panose="020B0604020202020204" pitchFamily="34" charset="0"/>
                          <a:sym typeface="Helvetica Neue Light"/>
                        </a:rPr>
                        <a:t>48</a:t>
                      </a:r>
                    </a:p>
                  </a:txBody>
                  <a:tcPr marL="9525" marR="9525" marT="9525"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indent="0" algn="ctr" defTabSz="821530" fontAlgn="ctr" latinLnBrk="0">
                        <a:lnSpc>
                          <a:spcPct val="100000"/>
                        </a:lnSpc>
                        <a:spcBef>
                          <a:spcPts val="0"/>
                        </a:spcBef>
                        <a:spcAft>
                          <a:spcPts val="0"/>
                        </a:spcAft>
                        <a:buClrTx/>
                        <a:buSzTx/>
                        <a:buFontTx/>
                        <a:buNone/>
                        <a:tabLst/>
                      </a:pPr>
                      <a:r>
                        <a:rPr lang="en-US" altLang="zh-CN" sz="1100" b="0" i="0" u="none" strike="noStrike" cap="none" spc="0" baseline="0" dirty="0">
                          <a:ln>
                            <a:noFill/>
                          </a:ln>
                          <a:solidFill>
                            <a:schemeClr val="tx1"/>
                          </a:solidFill>
                          <a:effectLst/>
                          <a:uFillTx/>
                          <a:latin typeface="Arial" panose="020B0604020202020204" pitchFamily="34" charset="0"/>
                          <a:ea typeface="+mn-ea"/>
                          <a:cs typeface="Arial" panose="020B0604020202020204" pitchFamily="34" charset="0"/>
                          <a:sym typeface="Helvetica Neue Light"/>
                        </a:rPr>
                        <a:t>Max 0.2</a:t>
                      </a:r>
                    </a:p>
                  </a:txBody>
                  <a:tcPr marL="8681" marR="8681" marT="8681"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36444517"/>
                  </a:ext>
                </a:extLst>
              </a:tr>
              <a:tr h="228622">
                <a:tc>
                  <a:txBody>
                    <a:bodyPr/>
                    <a:lstStyle/>
                    <a:p>
                      <a:pPr algn="ctr" fontAlgn="ctr"/>
                      <a:r>
                        <a:rPr lang="en-US" altLang="zh-CN" sz="1100" b="0" i="0" u="none" strike="noStrike" cap="none" spc="0" baseline="0" dirty="0">
                          <a:ln>
                            <a:noFill/>
                          </a:ln>
                          <a:solidFill>
                            <a:schemeClr val="tx1"/>
                          </a:solidFill>
                          <a:effectLst/>
                          <a:uFillTx/>
                          <a:latin typeface="Arial" panose="020B0604020202020204" pitchFamily="34" charset="0"/>
                          <a:ea typeface="+mn-ea"/>
                          <a:cs typeface="Arial" panose="020B0604020202020204" pitchFamily="34" charset="0"/>
                          <a:sym typeface="Helvetica Neue Light"/>
                        </a:rPr>
                        <a:t>23</a:t>
                      </a:r>
                    </a:p>
                  </a:txBody>
                  <a:tcPr marL="6399" marR="6399" marT="6399"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indent="0" algn="ctr" defTabSz="821530" fontAlgn="ctr" latinLnBrk="0">
                        <a:lnSpc>
                          <a:spcPct val="100000"/>
                        </a:lnSpc>
                        <a:spcBef>
                          <a:spcPts val="0"/>
                        </a:spcBef>
                        <a:spcAft>
                          <a:spcPts val="0"/>
                        </a:spcAft>
                        <a:buClrTx/>
                        <a:buSzTx/>
                        <a:buFontTx/>
                        <a:buNone/>
                        <a:tabLst/>
                      </a:pPr>
                      <a:r>
                        <a:rPr lang="en-US" altLang="zh-CN" sz="1100" b="0" i="0" u="none" strike="noStrike" cap="none" spc="0" baseline="0">
                          <a:ln>
                            <a:noFill/>
                          </a:ln>
                          <a:solidFill>
                            <a:schemeClr val="tx1"/>
                          </a:solidFill>
                          <a:effectLst/>
                          <a:uFillTx/>
                          <a:latin typeface="Arial" panose="020B0604020202020204" pitchFamily="34" charset="0"/>
                          <a:ea typeface="+mn-ea"/>
                          <a:cs typeface="Arial" panose="020B0604020202020204" pitchFamily="34" charset="0"/>
                          <a:sym typeface="Helvetica Neue Light"/>
                        </a:rPr>
                        <a:t>Max 0.2</a:t>
                      </a:r>
                      <a:endParaRPr lang="en-US" altLang="zh-CN" sz="1100" b="0" i="0" u="none" strike="noStrike" cap="none" spc="0" baseline="0" dirty="0">
                        <a:ln>
                          <a:noFill/>
                        </a:ln>
                        <a:solidFill>
                          <a:schemeClr val="tx1"/>
                        </a:solidFill>
                        <a:effectLst/>
                        <a:uFillTx/>
                        <a:latin typeface="Arial" panose="020B0604020202020204" pitchFamily="34" charset="0"/>
                        <a:ea typeface="+mn-ea"/>
                        <a:cs typeface="Arial" panose="020B0604020202020204" pitchFamily="34" charset="0"/>
                        <a:sym typeface="Helvetica Neue Light"/>
                      </a:endParaRPr>
                    </a:p>
                  </a:txBody>
                  <a:tcPr marL="8681" marR="8681" marT="8681"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vMerge="1">
                  <a:txBody>
                    <a:bodyPr/>
                    <a:lstStyle/>
                    <a:p>
                      <a:pPr marL="0" marR="0" indent="0" algn="ctr" defTabSz="821530" eaLnBrk="1" fontAlgn="ctr" latinLnBrk="0" hangingPunct="1">
                        <a:lnSpc>
                          <a:spcPct val="100000"/>
                        </a:lnSpc>
                        <a:spcBef>
                          <a:spcPts val="0"/>
                        </a:spcBef>
                        <a:spcAft>
                          <a:spcPts val="0"/>
                        </a:spcAft>
                        <a:buClrTx/>
                        <a:buSzTx/>
                        <a:buFontTx/>
                        <a:buNone/>
                        <a:tabLst/>
                        <a:defRPr/>
                      </a:pPr>
                      <a:endParaRPr lang="en-US" altLang="zh-CN" sz="2000" b="0" i="0" u="none" strike="noStrike" cap="none" spc="0" baseline="0" dirty="0">
                        <a:ln>
                          <a:noFill/>
                        </a:ln>
                        <a:solidFill>
                          <a:schemeClr val="tx1"/>
                        </a:solidFill>
                        <a:effectLst/>
                        <a:uFillTx/>
                        <a:latin typeface="Arial" panose="020B0604020202020204" pitchFamily="34" charset="0"/>
                        <a:ea typeface="Arial Unicode MS" panose="020B0604020202020204" pitchFamily="34" charset="-122"/>
                        <a:cs typeface="Arial" panose="020B0604020202020204" pitchFamily="34" charset="0"/>
                        <a:sym typeface="Helvetica Neue Light"/>
                      </a:endParaRPr>
                    </a:p>
                  </a:txBody>
                  <a:tcPr marL="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lvl="0" indent="0" algn="ctr" defTabSz="821530" eaLnBrk="1" fontAlgn="ctr" latinLnBrk="0" hangingPunct="1">
                        <a:lnSpc>
                          <a:spcPct val="100000"/>
                        </a:lnSpc>
                        <a:spcBef>
                          <a:spcPts val="0"/>
                        </a:spcBef>
                        <a:spcAft>
                          <a:spcPts val="0"/>
                        </a:spcAft>
                        <a:buClrTx/>
                        <a:buSzTx/>
                        <a:buFontTx/>
                        <a:buNone/>
                        <a:tabLst/>
                        <a:defRPr/>
                      </a:pPr>
                      <a:r>
                        <a:rPr kumimoji="0" lang="en-US" altLang="zh-CN" sz="1100" b="0" i="0" u="none" strike="noStrike" kern="0" cap="none" spc="0" normalizeH="0" baseline="0" dirty="0">
                          <a:ln>
                            <a:noFill/>
                          </a:ln>
                          <a:solidFill>
                            <a:srgbClr val="000000"/>
                          </a:solidFill>
                          <a:effectLst/>
                          <a:uLnTx/>
                          <a:uFillTx/>
                          <a:latin typeface="Arial" panose="020B0604020202020204" pitchFamily="34" charset="0"/>
                          <a:ea typeface="Helvetica Neue"/>
                          <a:cs typeface="Arial" panose="020B0604020202020204" pitchFamily="34" charset="0"/>
                          <a:sym typeface="Helvetica Neue Light"/>
                        </a:rPr>
                        <a:t>49</a:t>
                      </a:r>
                    </a:p>
                  </a:txBody>
                  <a:tcPr marL="9525" marR="9525" marT="9525"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indent="0" algn="ctr" defTabSz="821530" fontAlgn="ctr" latinLnBrk="0">
                        <a:lnSpc>
                          <a:spcPct val="100000"/>
                        </a:lnSpc>
                        <a:spcBef>
                          <a:spcPts val="0"/>
                        </a:spcBef>
                        <a:spcAft>
                          <a:spcPts val="0"/>
                        </a:spcAft>
                        <a:buClrTx/>
                        <a:buSzTx/>
                        <a:buFontTx/>
                        <a:buNone/>
                        <a:tabLst/>
                      </a:pPr>
                      <a:r>
                        <a:rPr lang="en-US" altLang="zh-CN" sz="1100" b="0" i="0" u="none" strike="noStrike" cap="none" spc="0" baseline="0" dirty="0">
                          <a:ln>
                            <a:noFill/>
                          </a:ln>
                          <a:solidFill>
                            <a:schemeClr val="tx1"/>
                          </a:solidFill>
                          <a:effectLst/>
                          <a:uFillTx/>
                          <a:latin typeface="Arial" panose="020B0604020202020204" pitchFamily="34" charset="0"/>
                          <a:ea typeface="+mn-ea"/>
                          <a:cs typeface="Arial" panose="020B0604020202020204" pitchFamily="34" charset="0"/>
                          <a:sym typeface="Helvetica Neue Light"/>
                        </a:rPr>
                        <a:t>Max 0.2</a:t>
                      </a:r>
                    </a:p>
                  </a:txBody>
                  <a:tcPr marL="8681" marR="8681" marT="8681"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40134711"/>
                  </a:ext>
                </a:extLst>
              </a:tr>
              <a:tr h="228622">
                <a:tc>
                  <a:txBody>
                    <a:bodyPr/>
                    <a:lstStyle/>
                    <a:p>
                      <a:pPr algn="ctr" fontAlgn="ctr"/>
                      <a:r>
                        <a:rPr lang="en-US" altLang="zh-CN" sz="1100" b="0" i="0" u="none" strike="noStrike" cap="none" spc="0" baseline="0" dirty="0">
                          <a:ln>
                            <a:noFill/>
                          </a:ln>
                          <a:solidFill>
                            <a:schemeClr val="tx1"/>
                          </a:solidFill>
                          <a:effectLst/>
                          <a:uFillTx/>
                          <a:latin typeface="Arial" panose="020B0604020202020204" pitchFamily="34" charset="0"/>
                          <a:ea typeface="+mn-ea"/>
                          <a:cs typeface="Arial" panose="020B0604020202020204" pitchFamily="34" charset="0"/>
                          <a:sym typeface="Helvetica Neue Light"/>
                        </a:rPr>
                        <a:t>24</a:t>
                      </a:r>
                    </a:p>
                  </a:txBody>
                  <a:tcPr marL="6399" marR="6399" marT="6399"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indent="0" algn="ctr" defTabSz="821530" fontAlgn="ctr" latinLnBrk="0">
                        <a:lnSpc>
                          <a:spcPct val="100000"/>
                        </a:lnSpc>
                        <a:spcBef>
                          <a:spcPts val="0"/>
                        </a:spcBef>
                        <a:spcAft>
                          <a:spcPts val="0"/>
                        </a:spcAft>
                        <a:buClrTx/>
                        <a:buSzTx/>
                        <a:buFontTx/>
                        <a:buNone/>
                        <a:tabLst/>
                      </a:pPr>
                      <a:r>
                        <a:rPr lang="en-US" altLang="zh-CN" sz="1100" b="0" i="0" u="none" strike="noStrike" cap="none" spc="0" baseline="0">
                          <a:ln>
                            <a:noFill/>
                          </a:ln>
                          <a:solidFill>
                            <a:schemeClr val="tx1"/>
                          </a:solidFill>
                          <a:effectLst/>
                          <a:uFillTx/>
                          <a:latin typeface="Arial" panose="020B0604020202020204" pitchFamily="34" charset="0"/>
                          <a:ea typeface="+mn-ea"/>
                          <a:cs typeface="Arial" panose="020B0604020202020204" pitchFamily="34" charset="0"/>
                          <a:sym typeface="Helvetica Neue Light"/>
                        </a:rPr>
                        <a:t>Max 0.2</a:t>
                      </a:r>
                      <a:endParaRPr lang="en-US" altLang="zh-CN" sz="1100" b="0" i="0" u="none" strike="noStrike" cap="none" spc="0" baseline="0" dirty="0">
                        <a:ln>
                          <a:noFill/>
                        </a:ln>
                        <a:solidFill>
                          <a:schemeClr val="tx1"/>
                        </a:solidFill>
                        <a:effectLst/>
                        <a:uFillTx/>
                        <a:latin typeface="Arial" panose="020B0604020202020204" pitchFamily="34" charset="0"/>
                        <a:ea typeface="+mn-ea"/>
                        <a:cs typeface="Arial" panose="020B0604020202020204" pitchFamily="34" charset="0"/>
                        <a:sym typeface="Helvetica Neue Light"/>
                      </a:endParaRPr>
                    </a:p>
                  </a:txBody>
                  <a:tcPr marL="8681" marR="8681" marT="8681"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vMerge="1">
                  <a:txBody>
                    <a:bodyPr/>
                    <a:lstStyle/>
                    <a:p>
                      <a:pPr marL="0" marR="0" indent="0" algn="ctr" defTabSz="821530" eaLnBrk="1" fontAlgn="ctr" latinLnBrk="0" hangingPunct="1">
                        <a:lnSpc>
                          <a:spcPct val="100000"/>
                        </a:lnSpc>
                        <a:spcBef>
                          <a:spcPts val="0"/>
                        </a:spcBef>
                        <a:spcAft>
                          <a:spcPts val="0"/>
                        </a:spcAft>
                        <a:buClrTx/>
                        <a:buSzTx/>
                        <a:buFontTx/>
                        <a:buNone/>
                        <a:tabLst/>
                        <a:defRPr/>
                      </a:pPr>
                      <a:endParaRPr lang="en-US" altLang="zh-CN" sz="2000" b="0" i="0" u="none" strike="noStrike" cap="none" spc="0" baseline="0" dirty="0">
                        <a:ln>
                          <a:noFill/>
                        </a:ln>
                        <a:solidFill>
                          <a:schemeClr val="tx1"/>
                        </a:solidFill>
                        <a:effectLst/>
                        <a:uFillTx/>
                        <a:latin typeface="Arial" panose="020B0604020202020204" pitchFamily="34" charset="0"/>
                        <a:ea typeface="Arial Unicode MS" panose="020B0604020202020204" pitchFamily="34" charset="-122"/>
                        <a:cs typeface="Arial" panose="020B0604020202020204" pitchFamily="34" charset="0"/>
                        <a:sym typeface="Helvetica Neue Light"/>
                      </a:endParaRPr>
                    </a:p>
                  </a:txBody>
                  <a:tcPr marL="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lvl="0" indent="0" algn="ctr" defTabSz="821530" eaLnBrk="1" fontAlgn="ctr" latinLnBrk="0" hangingPunct="1">
                        <a:lnSpc>
                          <a:spcPct val="100000"/>
                        </a:lnSpc>
                        <a:spcBef>
                          <a:spcPts val="0"/>
                        </a:spcBef>
                        <a:spcAft>
                          <a:spcPts val="0"/>
                        </a:spcAft>
                        <a:buClrTx/>
                        <a:buSzTx/>
                        <a:buFontTx/>
                        <a:buNone/>
                        <a:tabLst/>
                        <a:defRPr/>
                      </a:pPr>
                      <a:r>
                        <a:rPr kumimoji="0" lang="en-US" altLang="zh-CN" sz="1100" b="0" i="0" u="none" strike="noStrike" kern="0" cap="none" spc="0" normalizeH="0" baseline="0" dirty="0">
                          <a:ln>
                            <a:noFill/>
                          </a:ln>
                          <a:solidFill>
                            <a:srgbClr val="000000"/>
                          </a:solidFill>
                          <a:effectLst/>
                          <a:uLnTx/>
                          <a:uFillTx/>
                          <a:latin typeface="Arial" panose="020B0604020202020204" pitchFamily="34" charset="0"/>
                          <a:ea typeface="Helvetica Neue"/>
                          <a:cs typeface="Arial" panose="020B0604020202020204" pitchFamily="34" charset="0"/>
                          <a:sym typeface="Helvetica Neue Light"/>
                        </a:rPr>
                        <a:t>50</a:t>
                      </a:r>
                    </a:p>
                  </a:txBody>
                  <a:tcPr marL="9525" marR="9525" marT="9525"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indent="0" algn="ctr" defTabSz="821530" fontAlgn="ctr" latinLnBrk="0">
                        <a:lnSpc>
                          <a:spcPct val="100000"/>
                        </a:lnSpc>
                        <a:spcBef>
                          <a:spcPts val="0"/>
                        </a:spcBef>
                        <a:spcAft>
                          <a:spcPts val="0"/>
                        </a:spcAft>
                        <a:buClrTx/>
                        <a:buSzTx/>
                        <a:buFontTx/>
                        <a:buNone/>
                        <a:tabLst/>
                      </a:pPr>
                      <a:r>
                        <a:rPr lang="en-US" altLang="zh-CN" sz="1100" b="0" i="0" u="none" strike="noStrike" cap="none" spc="0" baseline="0" dirty="0">
                          <a:ln>
                            <a:noFill/>
                          </a:ln>
                          <a:solidFill>
                            <a:schemeClr val="tx1"/>
                          </a:solidFill>
                          <a:effectLst/>
                          <a:uFillTx/>
                          <a:latin typeface="Arial" panose="020B0604020202020204" pitchFamily="34" charset="0"/>
                          <a:ea typeface="+mn-ea"/>
                          <a:cs typeface="Arial" panose="020B0604020202020204" pitchFamily="34" charset="0"/>
                          <a:sym typeface="Helvetica Neue Light"/>
                        </a:rPr>
                        <a:t>Max 0.2</a:t>
                      </a:r>
                    </a:p>
                  </a:txBody>
                  <a:tcPr marL="8681" marR="8681" marT="8681"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r h="228622">
                <a:tc>
                  <a:txBody>
                    <a:bodyPr/>
                    <a:lstStyle/>
                    <a:p>
                      <a:pPr algn="ctr" fontAlgn="ctr"/>
                      <a:r>
                        <a:rPr lang="en-US" altLang="zh-CN" sz="1100" b="0" i="0" u="none" strike="noStrike" cap="none" spc="0" baseline="0" dirty="0">
                          <a:ln>
                            <a:noFill/>
                          </a:ln>
                          <a:solidFill>
                            <a:schemeClr val="tx1"/>
                          </a:solidFill>
                          <a:effectLst/>
                          <a:uFillTx/>
                          <a:latin typeface="Arial" panose="020B0604020202020204" pitchFamily="34" charset="0"/>
                          <a:ea typeface="+mn-ea"/>
                          <a:cs typeface="Arial" panose="020B0604020202020204" pitchFamily="34" charset="0"/>
                          <a:sym typeface="Helvetica Neue Light"/>
                        </a:rPr>
                        <a:t>25</a:t>
                      </a:r>
                    </a:p>
                  </a:txBody>
                  <a:tcPr marL="6399" marR="6399" marT="6399"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indent="0" algn="ctr" defTabSz="821530" fontAlgn="ctr" latinLnBrk="0">
                        <a:lnSpc>
                          <a:spcPct val="100000"/>
                        </a:lnSpc>
                        <a:spcBef>
                          <a:spcPts val="0"/>
                        </a:spcBef>
                        <a:spcAft>
                          <a:spcPts val="0"/>
                        </a:spcAft>
                        <a:buClrTx/>
                        <a:buSzTx/>
                        <a:buFontTx/>
                        <a:buNone/>
                        <a:tabLst/>
                      </a:pPr>
                      <a:r>
                        <a:rPr lang="en-US" altLang="zh-CN" sz="1100" b="0" i="0" u="none" strike="noStrike" cap="none" spc="0" baseline="0">
                          <a:ln>
                            <a:noFill/>
                          </a:ln>
                          <a:solidFill>
                            <a:schemeClr val="tx1"/>
                          </a:solidFill>
                          <a:effectLst/>
                          <a:uFillTx/>
                          <a:latin typeface="Arial" panose="020B0604020202020204" pitchFamily="34" charset="0"/>
                          <a:ea typeface="+mn-ea"/>
                          <a:cs typeface="Arial" panose="020B0604020202020204" pitchFamily="34" charset="0"/>
                          <a:sym typeface="Helvetica Neue Light"/>
                        </a:rPr>
                        <a:t>Max 0.2</a:t>
                      </a:r>
                      <a:endParaRPr lang="en-US" altLang="zh-CN" sz="1100" b="0" i="0" u="none" strike="noStrike" cap="none" spc="0" baseline="0" dirty="0">
                        <a:ln>
                          <a:noFill/>
                        </a:ln>
                        <a:solidFill>
                          <a:schemeClr val="tx1"/>
                        </a:solidFill>
                        <a:effectLst/>
                        <a:uFillTx/>
                        <a:latin typeface="Arial" panose="020B0604020202020204" pitchFamily="34" charset="0"/>
                        <a:ea typeface="+mn-ea"/>
                        <a:cs typeface="Arial" panose="020B0604020202020204" pitchFamily="34" charset="0"/>
                        <a:sym typeface="Helvetica Neue Light"/>
                      </a:endParaRPr>
                    </a:p>
                  </a:txBody>
                  <a:tcPr marL="8681" marR="8681" marT="8681"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vMerge="1">
                  <a:txBody>
                    <a:bodyPr/>
                    <a:lstStyle/>
                    <a:p>
                      <a:pPr marL="0" marR="0" indent="0" algn="ctr" defTabSz="821530" eaLnBrk="1" fontAlgn="ctr" latinLnBrk="0" hangingPunct="1">
                        <a:lnSpc>
                          <a:spcPct val="100000"/>
                        </a:lnSpc>
                        <a:spcBef>
                          <a:spcPts val="0"/>
                        </a:spcBef>
                        <a:spcAft>
                          <a:spcPts val="0"/>
                        </a:spcAft>
                        <a:buClrTx/>
                        <a:buSzTx/>
                        <a:buFontTx/>
                        <a:buNone/>
                        <a:tabLst/>
                        <a:defRPr/>
                      </a:pPr>
                      <a:endParaRPr lang="en-US" altLang="zh-CN" sz="2000" b="0" i="0" u="none" strike="noStrike" cap="none" spc="0" baseline="0" dirty="0">
                        <a:ln>
                          <a:noFill/>
                        </a:ln>
                        <a:solidFill>
                          <a:schemeClr val="tx1"/>
                        </a:solidFill>
                        <a:effectLst/>
                        <a:uFillTx/>
                        <a:latin typeface="Arial" panose="020B0604020202020204" pitchFamily="34" charset="0"/>
                        <a:ea typeface="Arial Unicode MS" panose="020B0604020202020204" pitchFamily="34" charset="-122"/>
                        <a:cs typeface="Arial" panose="020B0604020202020204" pitchFamily="34" charset="0"/>
                        <a:sym typeface="Helvetica Neue Light"/>
                      </a:endParaRPr>
                    </a:p>
                  </a:txBody>
                  <a:tcPr marL="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lvl="0" indent="0" algn="ctr" defTabSz="821530" eaLnBrk="1" fontAlgn="ctr" latinLnBrk="0" hangingPunct="1">
                        <a:lnSpc>
                          <a:spcPct val="100000"/>
                        </a:lnSpc>
                        <a:spcBef>
                          <a:spcPts val="0"/>
                        </a:spcBef>
                        <a:spcAft>
                          <a:spcPts val="0"/>
                        </a:spcAft>
                        <a:buClrTx/>
                        <a:buSzTx/>
                        <a:buFontTx/>
                        <a:buNone/>
                        <a:tabLst/>
                        <a:defRPr/>
                      </a:pPr>
                      <a:r>
                        <a:rPr kumimoji="0" lang="en-US" altLang="zh-CN" sz="1100" b="0" i="0" u="none" strike="noStrike" kern="0" cap="none" spc="0" normalizeH="0" baseline="0" dirty="0">
                          <a:ln>
                            <a:noFill/>
                          </a:ln>
                          <a:solidFill>
                            <a:srgbClr val="000000"/>
                          </a:solidFill>
                          <a:effectLst/>
                          <a:uLnTx/>
                          <a:uFillTx/>
                          <a:latin typeface="Arial" panose="020B0604020202020204" pitchFamily="34" charset="0"/>
                          <a:ea typeface="Helvetica Neue"/>
                          <a:cs typeface="Arial" panose="020B0604020202020204" pitchFamily="34" charset="0"/>
                          <a:sym typeface="Helvetica Neue Light"/>
                        </a:rPr>
                        <a:t>51</a:t>
                      </a:r>
                    </a:p>
                  </a:txBody>
                  <a:tcPr marL="9525" marR="9525" marT="9525"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solidFill>
                  </a:tcPr>
                </a:tc>
                <a:tc>
                  <a:txBody>
                    <a:bodyPr/>
                    <a:lstStyle/>
                    <a:p>
                      <a:pPr marL="0" marR="0" indent="0" algn="ctr" defTabSz="821530" fontAlgn="ctr" latinLnBrk="0">
                        <a:lnSpc>
                          <a:spcPct val="100000"/>
                        </a:lnSpc>
                        <a:spcBef>
                          <a:spcPts val="0"/>
                        </a:spcBef>
                        <a:spcAft>
                          <a:spcPts val="0"/>
                        </a:spcAft>
                        <a:buClrTx/>
                        <a:buSzTx/>
                        <a:buFontTx/>
                        <a:buNone/>
                        <a:tabLst/>
                      </a:pPr>
                      <a:r>
                        <a:rPr lang="en-US" altLang="zh-CN" sz="1100" b="0" i="0" u="none" strike="noStrike" cap="none" spc="0" baseline="0" dirty="0">
                          <a:ln>
                            <a:noFill/>
                          </a:ln>
                          <a:solidFill>
                            <a:schemeClr val="tx1"/>
                          </a:solidFill>
                          <a:effectLst/>
                          <a:uFillTx/>
                          <a:latin typeface="Arial" panose="020B0604020202020204" pitchFamily="34" charset="0"/>
                          <a:ea typeface="+mn-ea"/>
                          <a:cs typeface="Arial" panose="020B0604020202020204" pitchFamily="34" charset="0"/>
                          <a:sym typeface="Helvetica Neue Light"/>
                        </a:rPr>
                        <a:t>Max 0.2</a:t>
                      </a:r>
                    </a:p>
                  </a:txBody>
                  <a:tcPr marL="8681" marR="8681" marT="8681"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6"/>
                  </a:ext>
                </a:extLst>
              </a:tr>
            </a:tbl>
          </a:graphicData>
        </a:graphic>
      </p:graphicFrame>
      <p:grpSp>
        <p:nvGrpSpPr>
          <p:cNvPr id="46" name="组合 45"/>
          <p:cNvGrpSpPr/>
          <p:nvPr/>
        </p:nvGrpSpPr>
        <p:grpSpPr>
          <a:xfrm>
            <a:off x="15578346" y="10613571"/>
            <a:ext cx="7139248" cy="2351314"/>
            <a:chOff x="15578346" y="10613571"/>
            <a:chExt cx="7139248" cy="2351314"/>
          </a:xfrm>
        </p:grpSpPr>
        <p:pic>
          <p:nvPicPr>
            <p:cNvPr id="47" name="图片 46"/>
            <p:cNvPicPr>
              <a:picLocks noChangeAspect="1"/>
            </p:cNvPicPr>
            <p:nvPr/>
          </p:nvPicPr>
          <p:blipFill>
            <a:blip r:embed="rId6">
              <a:clrChange>
                <a:clrFrom>
                  <a:srgbClr val="FFFFFF"/>
                </a:clrFrom>
                <a:clrTo>
                  <a:srgbClr val="FFFFFF">
                    <a:alpha val="0"/>
                  </a:srgbClr>
                </a:clrTo>
              </a:clrChange>
            </a:blip>
            <a:stretch>
              <a:fillRect/>
            </a:stretch>
          </p:blipFill>
          <p:spPr>
            <a:xfrm>
              <a:off x="15578346" y="10613571"/>
              <a:ext cx="7139248" cy="2351314"/>
            </a:xfrm>
            <a:prstGeom prst="rect">
              <a:avLst/>
            </a:prstGeom>
          </p:spPr>
        </p:pic>
        <p:sp>
          <p:nvSpPr>
            <p:cNvPr id="50" name="矩形 49"/>
            <p:cNvSpPr/>
            <p:nvPr/>
          </p:nvSpPr>
          <p:spPr>
            <a:xfrm>
              <a:off x="18149729" y="12442371"/>
              <a:ext cx="3028427" cy="277586"/>
            </a:xfrm>
            <a:prstGeom prst="rect">
              <a:avLst/>
            </a:prstGeom>
            <a:noFill/>
            <a:ln w="25400" cap="flat">
              <a:solidFill>
                <a:srgbClr val="FF0000"/>
              </a:solid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71436" tIns="71436" rIns="71436" bIns="71436" numCol="1" spcCol="38100" rtlCol="0" anchor="ctr">
              <a:spAutoFit/>
            </a:bodyPr>
            <a:lstStyle/>
            <a:p>
              <a:pPr marL="0" marR="0" indent="0" algn="ctr" defTabSz="821530" rtl="0" fontAlgn="auto" latinLnBrk="0" hangingPunct="0">
                <a:lnSpc>
                  <a:spcPct val="100000"/>
                </a:lnSpc>
                <a:spcBef>
                  <a:spcPts val="0"/>
                </a:spcBef>
                <a:spcAft>
                  <a:spcPts val="0"/>
                </a:spcAft>
                <a:buClrTx/>
                <a:buSzTx/>
                <a:buFontTx/>
                <a:buNone/>
                <a:tabLst/>
              </a:pPr>
              <a:endParaRPr kumimoji="0" lang="zh-CN" altLang="en-US" sz="3200" b="0" i="0" u="none" strike="noStrike" cap="none" spc="0" normalizeH="0" baseline="0">
                <a:ln>
                  <a:noFill/>
                </a:ln>
                <a:solidFill>
                  <a:srgbClr val="000000"/>
                </a:solidFill>
                <a:effectLst/>
                <a:uFillTx/>
                <a:latin typeface="+mj-lt"/>
                <a:ea typeface="+mj-ea"/>
                <a:cs typeface="+mj-cs"/>
                <a:sym typeface="Helvetica Neue Medium"/>
              </a:endParaRPr>
            </a:p>
          </p:txBody>
        </p:sp>
      </p:grpSp>
    </p:spTree>
    <p:extLst>
      <p:ext uri="{BB962C8B-B14F-4D97-AF65-F5344CB8AC3E}">
        <p14:creationId xmlns:p14="http://schemas.microsoft.com/office/powerpoint/2010/main" val="3765772168"/>
      </p:ext>
    </p:extLst>
  </p:cSld>
  <p:clrMapOvr>
    <a:masterClrMapping/>
  </p:clrMapOvr>
  <p:transition spd="me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2"/>
          </p:nvPr>
        </p:nvSpPr>
        <p:spPr>
          <a:xfrm>
            <a:off x="11645055" y="13172823"/>
            <a:ext cx="466265" cy="477668"/>
          </a:xfrm>
        </p:spPr>
        <p:txBody>
          <a:bodyPr/>
          <a:lstStyle/>
          <a:p>
            <a:fld id="{86CB4B4D-7CA3-9044-876B-883B54F8677D}" type="slidenum">
              <a:rPr lang="en-US" altLang="zh-CN" smtClean="0"/>
              <a:t>25</a:t>
            </a:fld>
            <a:endParaRPr lang="en-US" altLang="zh-CN" dirty="0"/>
          </a:p>
        </p:txBody>
      </p:sp>
      <p:graphicFrame>
        <p:nvGraphicFramePr>
          <p:cNvPr id="87" name="表格"/>
          <p:cNvGraphicFramePr/>
          <p:nvPr>
            <p:custDataLst>
              <p:tags r:id="rId1"/>
            </p:custDataLst>
          </p:nvPr>
        </p:nvGraphicFramePr>
        <p:xfrm>
          <a:off x="773476" y="1871134"/>
          <a:ext cx="22965007" cy="11779358"/>
        </p:xfrm>
        <a:graphic>
          <a:graphicData uri="http://schemas.openxmlformats.org/drawingml/2006/table">
            <a:tbl>
              <a:tblPr/>
              <a:tblGrid>
                <a:gridCol w="11062924">
                  <a:extLst>
                    <a:ext uri="{9D8B030D-6E8A-4147-A177-3AD203B41FA5}">
                      <a16:colId xmlns:a16="http://schemas.microsoft.com/office/drawing/2014/main" val="20000"/>
                    </a:ext>
                  </a:extLst>
                </a:gridCol>
                <a:gridCol w="11902083">
                  <a:extLst>
                    <a:ext uri="{9D8B030D-6E8A-4147-A177-3AD203B41FA5}">
                      <a16:colId xmlns:a16="http://schemas.microsoft.com/office/drawing/2014/main" val="20001"/>
                    </a:ext>
                  </a:extLst>
                </a:gridCol>
              </a:tblGrid>
              <a:tr h="668332">
                <a:tc gridSpan="2">
                  <a:txBody>
                    <a:bodyPr/>
                    <a:lstStyle/>
                    <a:p>
                      <a:pPr algn="l" defTabSz="409575">
                        <a:defRPr sz="3000">
                          <a:solidFill>
                            <a:srgbClr val="0433FF"/>
                          </a:solidFill>
                          <a:sym typeface="Helvetica Neue Medium" panose="02000503000000020004"/>
                        </a:defRPr>
                      </a:pPr>
                      <a:r>
                        <a:rPr dirty="0">
                          <a:solidFill>
                            <a:srgbClr val="000000"/>
                          </a:solidFill>
                          <a:latin typeface="Arial" panose="020B0604020202020204" pitchFamily="34" charset="0"/>
                          <a:ea typeface="Arial" panose="020B0604020202020204"/>
                          <a:cs typeface="Arial" panose="020B0604020202020204" pitchFamily="34" charset="0"/>
                          <a:sym typeface="Arial" panose="020B0604020202020204"/>
                        </a:rPr>
                        <a:t>Magnetic Properties:</a:t>
                      </a:r>
                      <a:r>
                        <a:rPr lang="en-US" dirty="0">
                          <a:solidFill>
                            <a:srgbClr val="000000"/>
                          </a:solidFill>
                          <a:latin typeface="Arial" panose="020B0604020202020204" pitchFamily="34" charset="0"/>
                          <a:ea typeface="Arial" panose="020B0604020202020204"/>
                          <a:cs typeface="Arial" panose="020B0604020202020204" pitchFamily="34" charset="0"/>
                          <a:sym typeface="Arial" panose="020B0604020202020204"/>
                        </a:rPr>
                        <a:t>N35SH:</a:t>
                      </a:r>
                      <a:r>
                        <a:rPr dirty="0">
                          <a:solidFill>
                            <a:srgbClr val="000000"/>
                          </a:solidFill>
                          <a:latin typeface="Arial" panose="020B0604020202020204" pitchFamily="34" charset="0"/>
                          <a:cs typeface="Arial" panose="020B0604020202020204" pitchFamily="34" charset="0"/>
                        </a:rPr>
                        <a:t> Br:</a:t>
                      </a:r>
                      <a:r>
                        <a:rPr lang="en-US" dirty="0">
                          <a:solidFill>
                            <a:srgbClr val="000000"/>
                          </a:solidFill>
                          <a:latin typeface="Arial" panose="020B0604020202020204" pitchFamily="34" charset="0"/>
                          <a:cs typeface="Arial" panose="020B0604020202020204" pitchFamily="34" charset="0"/>
                        </a:rPr>
                        <a:t>11.7</a:t>
                      </a:r>
                      <a:r>
                        <a:rPr dirty="0">
                          <a:solidFill>
                            <a:srgbClr val="000000"/>
                          </a:solidFill>
                          <a:latin typeface="Arial" panose="020B0604020202020204" pitchFamily="34" charset="0"/>
                          <a:cs typeface="Arial" panose="020B0604020202020204" pitchFamily="34" charset="0"/>
                        </a:rPr>
                        <a:t>~</a:t>
                      </a:r>
                      <a:r>
                        <a:rPr lang="en-US" dirty="0">
                          <a:solidFill>
                            <a:srgbClr val="000000"/>
                          </a:solidFill>
                          <a:latin typeface="Arial" panose="020B0604020202020204" pitchFamily="34" charset="0"/>
                          <a:cs typeface="Arial" panose="020B0604020202020204" pitchFamily="34" charset="0"/>
                        </a:rPr>
                        <a:t>12.2kGs</a:t>
                      </a:r>
                      <a:r>
                        <a:rPr dirty="0">
                          <a:solidFill>
                            <a:srgbClr val="000000"/>
                          </a:solidFill>
                          <a:latin typeface="Arial" panose="020B0604020202020204" pitchFamily="34" charset="0"/>
                          <a:cs typeface="Arial" panose="020B0604020202020204" pitchFamily="34" charset="0"/>
                        </a:rPr>
                        <a:t>;</a:t>
                      </a:r>
                      <a:r>
                        <a:rPr lang="en-US" altLang="zh-CN" dirty="0">
                          <a:solidFill>
                            <a:srgbClr val="000000"/>
                          </a:solidFill>
                          <a:latin typeface="Arial" panose="020B0604020202020204" pitchFamily="34" charset="0"/>
                          <a:cs typeface="Arial" panose="020B0604020202020204" pitchFamily="34" charset="0"/>
                        </a:rPr>
                        <a:t> </a:t>
                      </a:r>
                      <a:r>
                        <a:rPr dirty="0">
                          <a:solidFill>
                            <a:srgbClr val="000000"/>
                          </a:solidFill>
                          <a:latin typeface="Arial" panose="020B0604020202020204" pitchFamily="34" charset="0"/>
                          <a:cs typeface="Arial" panose="020B0604020202020204" pitchFamily="34" charset="0"/>
                        </a:rPr>
                        <a:t>Hcj:</a:t>
                      </a:r>
                      <a:r>
                        <a:rPr lang="en-US" dirty="0">
                          <a:solidFill>
                            <a:srgbClr val="000000"/>
                          </a:solidFill>
                          <a:latin typeface="Arial" panose="020B0604020202020204" pitchFamily="34" charset="0"/>
                          <a:cs typeface="Arial" panose="020B0604020202020204" pitchFamily="34" charset="0"/>
                        </a:rPr>
                        <a:t>20 MIN </a:t>
                      </a:r>
                      <a:r>
                        <a:rPr dirty="0" err="1">
                          <a:solidFill>
                            <a:srgbClr val="000000"/>
                          </a:solidFill>
                          <a:latin typeface="Arial" panose="020B0604020202020204" pitchFamily="34" charset="0"/>
                          <a:cs typeface="Arial" panose="020B0604020202020204" pitchFamily="34" charset="0"/>
                        </a:rPr>
                        <a:t>kOe</a:t>
                      </a:r>
                      <a:r>
                        <a:rPr lang="en-US" dirty="0" err="1">
                          <a:solidFill>
                            <a:srgbClr val="000000"/>
                          </a:solidFill>
                          <a:latin typeface="Arial" panose="020B0604020202020204" pitchFamily="34" charset="0"/>
                          <a:cs typeface="Arial" panose="020B0604020202020204" pitchFamily="34" charset="0"/>
                        </a:rPr>
                        <a:t>;</a:t>
                      </a:r>
                      <a:r>
                        <a:rPr dirty="0" err="1">
                          <a:solidFill>
                            <a:srgbClr val="000000"/>
                          </a:solidFill>
                          <a:latin typeface="Arial" panose="020B0604020202020204" pitchFamily="34" charset="0"/>
                          <a:cs typeface="Arial" panose="020B0604020202020204" pitchFamily="34" charset="0"/>
                        </a:rPr>
                        <a:t>BH</a:t>
                      </a:r>
                      <a:r>
                        <a:rPr dirty="0">
                          <a:solidFill>
                            <a:srgbClr val="000000"/>
                          </a:solidFill>
                          <a:latin typeface="Arial" panose="020B0604020202020204" pitchFamily="34" charset="0"/>
                          <a:cs typeface="Arial" panose="020B0604020202020204" pitchFamily="34" charset="0"/>
                        </a:rPr>
                        <a:t>(Max):</a:t>
                      </a:r>
                      <a:r>
                        <a:rPr lang="en-US" dirty="0">
                          <a:solidFill>
                            <a:srgbClr val="000000"/>
                          </a:solidFill>
                          <a:latin typeface="Arial" panose="020B0604020202020204" pitchFamily="34" charset="0"/>
                          <a:cs typeface="Arial" panose="020B0604020202020204" pitchFamily="34" charset="0"/>
                        </a:rPr>
                        <a:t>33</a:t>
                      </a:r>
                      <a:r>
                        <a:rPr dirty="0">
                          <a:solidFill>
                            <a:srgbClr val="000000"/>
                          </a:solidFill>
                          <a:latin typeface="Arial" panose="020B0604020202020204" pitchFamily="34" charset="0"/>
                          <a:cs typeface="Arial" panose="020B0604020202020204" pitchFamily="34" charset="0"/>
                        </a:rPr>
                        <a:t>~</a:t>
                      </a:r>
                      <a:r>
                        <a:rPr lang="en-US" dirty="0">
                          <a:solidFill>
                            <a:srgbClr val="000000"/>
                          </a:solidFill>
                          <a:latin typeface="Arial" panose="020B0604020202020204" pitchFamily="34" charset="0"/>
                          <a:cs typeface="Arial" panose="020B0604020202020204" pitchFamily="34" charset="0"/>
                        </a:rPr>
                        <a:t>36(</a:t>
                      </a:r>
                      <a:r>
                        <a:rPr lang="en-US" dirty="0" err="1">
                          <a:solidFill>
                            <a:srgbClr val="000000"/>
                          </a:solidFill>
                          <a:latin typeface="Arial" panose="020B0604020202020204" pitchFamily="34" charset="0"/>
                          <a:cs typeface="Arial" panose="020B0604020202020204" pitchFamily="34" charset="0"/>
                        </a:rPr>
                        <a:t>MGOe</a:t>
                      </a:r>
                      <a:r>
                        <a:rPr lang="en-US" dirty="0">
                          <a:solidFill>
                            <a:srgbClr val="000000"/>
                          </a:solidFill>
                          <a:latin typeface="Arial" panose="020B0604020202020204" pitchFamily="34" charset="0"/>
                          <a:cs typeface="Arial" panose="020B0604020202020204" pitchFamily="34" charset="0"/>
                        </a:rPr>
                        <a:t>)</a:t>
                      </a:r>
                      <a:endParaRPr lang="zh-CN" altLang="en-US" dirty="0" err="1">
                        <a:solidFill>
                          <a:srgbClr val="000000"/>
                        </a:solidFill>
                        <a:latin typeface="Arial" panose="020B0604020202020204" pitchFamily="34" charset="0"/>
                        <a:cs typeface="Arial" panose="020B0604020202020204" pitchFamily="34" charset="0"/>
                      </a:endParaRPr>
                    </a:p>
                  </a:txBody>
                  <a:tcPr marL="12700" marR="12700" marT="12700" marB="12700" anchor="ctr" horzOverflow="overflow">
                    <a:lnL w="6350">
                      <a:solidFill>
                        <a:srgbClr val="000000"/>
                      </a:solidFill>
                    </a:lnL>
                    <a:lnR w="6350">
                      <a:solidFill>
                        <a:srgbClr val="000000"/>
                      </a:solidFill>
                    </a:lnR>
                    <a:lnT w="6350">
                      <a:solidFill>
                        <a:srgbClr val="000000"/>
                      </a:solidFill>
                    </a:lnT>
                    <a:lnB w="6350">
                      <a:solidFill>
                        <a:srgbClr val="000000"/>
                      </a:solidFill>
                    </a:lnB>
                    <a:solidFill>
                      <a:srgbClr val="C1E1FE"/>
                    </a:solidFill>
                  </a:tcPr>
                </a:tc>
                <a:tc hMerge="1">
                  <a:txBody>
                    <a:bodyPr/>
                    <a:lstStyle/>
                    <a:p>
                      <a:endParaRPr lang="zh-CN"/>
                    </a:p>
                  </a:txBody>
                  <a:tcPr/>
                </a:tc>
                <a:extLst>
                  <a:ext uri="{0D108BD9-81ED-4DB2-BD59-A6C34878D82A}">
                    <a16:rowId xmlns:a16="http://schemas.microsoft.com/office/drawing/2014/main" val="10000"/>
                  </a:ext>
                </a:extLst>
              </a:tr>
              <a:tr h="658964">
                <a:tc>
                  <a:txBody>
                    <a:bodyPr/>
                    <a:lstStyle/>
                    <a:p>
                      <a:pPr defTabSz="409575">
                        <a:defRPr sz="1800"/>
                      </a:pPr>
                      <a:r>
                        <a:rPr sz="3000" dirty="0">
                          <a:latin typeface="Arial" panose="020B0604020202020204" pitchFamily="34" charset="0"/>
                          <a:cs typeface="Arial" panose="020B0604020202020204" pitchFamily="34" charset="0"/>
                          <a:sym typeface="Helvetica Neue Medium" panose="02000503000000020004"/>
                        </a:rPr>
                        <a:t>FAI</a:t>
                      </a:r>
                    </a:p>
                  </a:txBody>
                  <a:tcPr marL="12700" marR="12700" marT="12700" marB="12700" anchor="ctr" horzOverflow="overflow">
                    <a:lnL w="6350">
                      <a:solidFill>
                        <a:srgbClr val="000000"/>
                      </a:solidFill>
                    </a:lnL>
                    <a:lnR w="6350">
                      <a:solidFill>
                        <a:srgbClr val="000000"/>
                      </a:solidFill>
                    </a:lnR>
                    <a:lnT w="6350">
                      <a:solidFill>
                        <a:srgbClr val="000000"/>
                      </a:solidFill>
                    </a:lnT>
                    <a:lnB w="6350">
                      <a:solidFill>
                        <a:srgbClr val="000000"/>
                      </a:solidFill>
                    </a:lnB>
                    <a:solidFill>
                      <a:srgbClr val="C1E1FE"/>
                    </a:solidFill>
                  </a:tcPr>
                </a:tc>
                <a:tc>
                  <a:txBody>
                    <a:bodyPr/>
                    <a:lstStyle/>
                    <a:p>
                      <a:pPr defTabSz="409575">
                        <a:defRPr sz="1800"/>
                      </a:pPr>
                      <a:r>
                        <a:rPr sz="3000" dirty="0">
                          <a:latin typeface="Arial" panose="020B0604020202020204" pitchFamily="34" charset="0"/>
                          <a:cs typeface="Arial" panose="020B0604020202020204" pitchFamily="34" charset="0"/>
                          <a:sym typeface="Helvetica Neue Medium" panose="02000503000000020004"/>
                        </a:rPr>
                        <a:t>In-process</a:t>
                      </a:r>
                    </a:p>
                  </a:txBody>
                  <a:tcPr marL="12700" marR="12700" marT="12700" marB="12700" anchor="ctr" horzOverflow="overflow">
                    <a:lnL w="6350">
                      <a:solidFill>
                        <a:srgbClr val="000000"/>
                      </a:solidFill>
                    </a:lnL>
                    <a:lnR w="6350">
                      <a:solidFill>
                        <a:srgbClr val="000000"/>
                      </a:solidFill>
                    </a:lnR>
                    <a:lnT w="6350">
                      <a:solidFill>
                        <a:srgbClr val="000000"/>
                      </a:solidFill>
                    </a:lnT>
                    <a:lnB w="6350">
                      <a:solidFill>
                        <a:srgbClr val="000000"/>
                      </a:solidFill>
                    </a:lnB>
                    <a:solidFill>
                      <a:srgbClr val="C1E1FE"/>
                    </a:solidFill>
                  </a:tcPr>
                </a:tc>
                <a:extLst>
                  <a:ext uri="{0D108BD9-81ED-4DB2-BD59-A6C34878D82A}">
                    <a16:rowId xmlns:a16="http://schemas.microsoft.com/office/drawing/2014/main" val="10001"/>
                  </a:ext>
                </a:extLst>
              </a:tr>
              <a:tr h="10452062">
                <a:tc>
                  <a:txBody>
                    <a:bodyPr/>
                    <a:lstStyle/>
                    <a:p>
                      <a:pPr marL="481330" indent="-481330" algn="l" defTabSz="409575">
                        <a:buSzPct val="100000"/>
                        <a:buAutoNum type="arabicPeriod"/>
                        <a:defRPr sz="2400">
                          <a:sym typeface="Helvetica Neue Medium" panose="02000503000000020004"/>
                        </a:defRPr>
                      </a:pPr>
                      <a:r>
                        <a:rPr dirty="0">
                          <a:solidFill>
                            <a:schemeClr val="tx1"/>
                          </a:solidFill>
                          <a:latin typeface="Arial" panose="020B0604020202020204" pitchFamily="34" charset="0"/>
                          <a:cs typeface="Arial" panose="020B0604020202020204" pitchFamily="34" charset="0"/>
                        </a:rPr>
                        <a:t>Measurement Method ：Magnetic permanent tester</a:t>
                      </a:r>
                    </a:p>
                    <a:p>
                      <a:pPr marL="481330" indent="-481330" algn="l" defTabSz="409575">
                        <a:buSzPct val="100000"/>
                        <a:buAutoNum type="arabicPeriod"/>
                        <a:defRPr sz="2400">
                          <a:sym typeface="Helvetica Neue Medium" panose="02000503000000020004"/>
                        </a:defRPr>
                      </a:pPr>
                      <a:r>
                        <a:rPr dirty="0">
                          <a:solidFill>
                            <a:schemeClr val="tx1"/>
                          </a:solidFill>
                          <a:latin typeface="Arial" panose="020B0604020202020204" pitchFamily="34" charset="0"/>
                          <a:cs typeface="Arial" panose="020B0604020202020204" pitchFamily="34" charset="0"/>
                        </a:rPr>
                        <a:t>Fixture ：Yes</a:t>
                      </a:r>
                    </a:p>
                    <a:p>
                      <a:pPr marL="0" marR="0" indent="0" algn="l" defTabSz="409575" rtl="0" eaLnBrk="1" fontAlgn="auto" latinLnBrk="0" hangingPunct="1">
                        <a:lnSpc>
                          <a:spcPct val="100000"/>
                        </a:lnSpc>
                        <a:spcBef>
                          <a:spcPts val="0"/>
                        </a:spcBef>
                        <a:spcAft>
                          <a:spcPts val="0"/>
                        </a:spcAft>
                        <a:buClrTx/>
                        <a:buSzTx/>
                        <a:buFontTx/>
                        <a:buNone/>
                        <a:defRPr sz="2400">
                          <a:sym typeface="Helvetica Neue Medium" panose="02000503000000020004"/>
                        </a:defRPr>
                      </a:pPr>
                      <a:r>
                        <a:rPr dirty="0">
                          <a:solidFill>
                            <a:schemeClr val="tx1"/>
                          </a:solidFill>
                          <a:latin typeface="Arial" panose="020B0604020202020204" pitchFamily="34" charset="0"/>
                          <a:cs typeface="Arial" panose="020B0604020202020204" pitchFamily="34" charset="0"/>
                        </a:rPr>
                        <a:t>3.  Measurement status ：</a:t>
                      </a:r>
                      <a:r>
                        <a:rPr lang="en-US" altLang="zh-CN" sz="2400" b="0" i="0" u="none" strike="noStrike" cap="none" spc="0" baseline="0" dirty="0">
                          <a:ln>
                            <a:noFill/>
                          </a:ln>
                          <a:solidFill>
                            <a:schemeClr val="tx1"/>
                          </a:solidFill>
                          <a:uFillTx/>
                          <a:latin typeface="Arial" panose="020B0604020202020204" pitchFamily="34" charset="0"/>
                          <a:ea typeface="+mn-ea"/>
                          <a:cs typeface="Arial" panose="020B0604020202020204" pitchFamily="34" charset="0"/>
                          <a:sym typeface="Helvetica Neue Thin" panose="02000503000000020004"/>
                        </a:rPr>
                        <a:t>Constrained</a:t>
                      </a:r>
                      <a:r>
                        <a:rPr lang="en-US" altLang="zh-CN" dirty="0">
                          <a:solidFill>
                            <a:schemeClr val="tx1"/>
                          </a:solidFill>
                          <a:latin typeface="Arial" panose="020B0604020202020204" pitchFamily="34" charset="0"/>
                          <a:cs typeface="Arial" panose="020B0604020202020204" pitchFamily="34" charset="0"/>
                        </a:rPr>
                        <a:t> </a:t>
                      </a:r>
                      <a:endParaRPr lang="en-US" altLang="zh-CN" sz="2600" dirty="0">
                        <a:solidFill>
                          <a:schemeClr val="tx1"/>
                        </a:solidFill>
                        <a:latin typeface="Arial" panose="020B0604020202020204" pitchFamily="34" charset="0"/>
                        <a:cs typeface="Arial" panose="020B0604020202020204" pitchFamily="34" charset="0"/>
                      </a:endParaRPr>
                    </a:p>
                    <a:p>
                      <a:pPr algn="l" defTabSz="409575">
                        <a:defRPr sz="2400">
                          <a:sym typeface="Helvetica Neue Medium" panose="02000503000000020004"/>
                        </a:defRPr>
                      </a:pPr>
                      <a:r>
                        <a:rPr dirty="0">
                          <a:solidFill>
                            <a:schemeClr val="tx1"/>
                          </a:solidFill>
                          <a:latin typeface="Arial" panose="020B0604020202020204" pitchFamily="34" charset="0"/>
                          <a:cs typeface="Arial" panose="020B0604020202020204" pitchFamily="34" charset="0"/>
                        </a:rPr>
                        <a:t>4.  Measurement procedure ： </a:t>
                      </a:r>
                      <a:endParaRPr sz="2600" dirty="0">
                        <a:solidFill>
                          <a:schemeClr val="tx1"/>
                        </a:solidFill>
                        <a:latin typeface="Arial" panose="020B0604020202020204" pitchFamily="34" charset="0"/>
                        <a:cs typeface="Arial" panose="020B0604020202020204" pitchFamily="34" charset="0"/>
                      </a:endParaRPr>
                    </a:p>
                    <a:p>
                      <a:pPr marL="0" marR="0" indent="0" algn="l" defTabSz="409575" rtl="0" latinLnBrk="0">
                        <a:lnSpc>
                          <a:spcPct val="100000"/>
                        </a:lnSpc>
                        <a:spcBef>
                          <a:spcPts val="0"/>
                        </a:spcBef>
                        <a:spcAft>
                          <a:spcPts val="0"/>
                        </a:spcAft>
                        <a:buClrTx/>
                        <a:buSzTx/>
                        <a:buFontTx/>
                        <a:buNone/>
                        <a:defRPr sz="2000">
                          <a:latin typeface="Helvetica"/>
                          <a:ea typeface="Helvetica"/>
                          <a:cs typeface="Helvetica"/>
                          <a:sym typeface="Helvetica"/>
                        </a:defRPr>
                      </a:pPr>
                      <a:r>
                        <a:rPr sz="2000" b="0" i="0" u="none" strike="noStrike" cap="none" spc="0" baseline="0" dirty="0">
                          <a:ln>
                            <a:noFill/>
                          </a:ln>
                          <a:solidFill>
                            <a:schemeClr val="tx1"/>
                          </a:solidFill>
                          <a:uFillTx/>
                          <a:latin typeface="Arial" panose="020B0604020202020204" pitchFamily="34" charset="0"/>
                          <a:ea typeface="Helvetica"/>
                          <a:cs typeface="Arial" panose="020B0604020202020204" pitchFamily="34" charset="0"/>
                          <a:sym typeface="Helvetica Neue Thin" panose="02000503000000020004"/>
                        </a:rPr>
                        <a:t>1.准备Block 规格长宽高：</a:t>
                      </a:r>
                      <a:r>
                        <a:rPr lang="en-US" sz="2000" b="0" i="0" u="none" strike="noStrike" cap="none" spc="0" baseline="0" dirty="0">
                          <a:ln>
                            <a:noFill/>
                          </a:ln>
                          <a:solidFill>
                            <a:schemeClr val="tx1"/>
                          </a:solidFill>
                          <a:uFillTx/>
                          <a:latin typeface="Arial" panose="020B0604020202020204" pitchFamily="34" charset="0"/>
                          <a:ea typeface="Helvetica"/>
                          <a:cs typeface="Arial" panose="020B0604020202020204" pitchFamily="34" charset="0"/>
                          <a:sym typeface="Helvetica Neue Thin" panose="02000503000000020004"/>
                        </a:rPr>
                        <a:t>61</a:t>
                      </a:r>
                      <a:r>
                        <a:rPr lang="en-US" altLang="zh-CN" sz="2000" b="0" i="0" u="none" strike="noStrike" cap="none" spc="0" baseline="0" dirty="0">
                          <a:ln>
                            <a:noFill/>
                          </a:ln>
                          <a:solidFill>
                            <a:schemeClr val="tx1"/>
                          </a:solidFill>
                          <a:uFillTx/>
                          <a:latin typeface="Arial" panose="020B0604020202020204" pitchFamily="34" charset="0"/>
                          <a:ea typeface="Helvetica"/>
                          <a:cs typeface="Arial" panose="020B0604020202020204" pitchFamily="34" charset="0"/>
                          <a:sym typeface="Helvetica Neue Thin" panose="02000503000000020004"/>
                        </a:rPr>
                        <a:t>mm*44mm*34.5mm</a:t>
                      </a:r>
                      <a:r>
                        <a:rPr sz="2000" b="0" i="0" u="none" strike="noStrike" cap="none" spc="0" baseline="0" dirty="0">
                          <a:ln>
                            <a:noFill/>
                          </a:ln>
                          <a:solidFill>
                            <a:schemeClr val="tx1"/>
                          </a:solidFill>
                          <a:uFillTx/>
                          <a:latin typeface="Arial" panose="020B0604020202020204" pitchFamily="34" charset="0"/>
                          <a:ea typeface="Helvetica"/>
                          <a:cs typeface="Arial" panose="020B0604020202020204" pitchFamily="34" charset="0"/>
                          <a:sym typeface="Helvetica Neue Thin" panose="02000503000000020004"/>
                        </a:rPr>
                        <a:t>，然后从Block边角处掏取一块Φ10mm*1</a:t>
                      </a:r>
                      <a:r>
                        <a:rPr lang="en-US" sz="2000" b="0" i="0" u="none" strike="noStrike" cap="none" spc="0" baseline="0" dirty="0">
                          <a:ln>
                            <a:noFill/>
                          </a:ln>
                          <a:solidFill>
                            <a:schemeClr val="tx1"/>
                          </a:solidFill>
                          <a:uFillTx/>
                          <a:latin typeface="Arial" panose="020B0604020202020204" pitchFamily="34" charset="0"/>
                          <a:ea typeface="Helvetica"/>
                          <a:cs typeface="Arial" panose="020B0604020202020204" pitchFamily="34" charset="0"/>
                          <a:sym typeface="Helvetica Neue Thin" panose="02000503000000020004"/>
                        </a:rPr>
                        <a:t>0</a:t>
                      </a:r>
                      <a:r>
                        <a:rPr sz="2000" b="0" i="0" u="none" strike="noStrike" cap="none" spc="0" baseline="0" dirty="0">
                          <a:ln>
                            <a:noFill/>
                          </a:ln>
                          <a:solidFill>
                            <a:schemeClr val="tx1"/>
                          </a:solidFill>
                          <a:uFillTx/>
                          <a:latin typeface="Arial" panose="020B0604020202020204" pitchFamily="34" charset="0"/>
                          <a:ea typeface="Helvetica"/>
                          <a:cs typeface="Arial" panose="020B0604020202020204" pitchFamily="34" charset="0"/>
                          <a:sym typeface="Helvetica Neue Thin" panose="02000503000000020004"/>
                        </a:rPr>
                        <a:t>mm的样柱;再准备规格为φ10mm的线圈（Pic1）</a:t>
                      </a:r>
                    </a:p>
                    <a:p>
                      <a:pPr marL="0" marR="0" indent="0" algn="l" defTabSz="409575" rtl="0" latinLnBrk="0">
                        <a:lnSpc>
                          <a:spcPct val="100000"/>
                        </a:lnSpc>
                        <a:spcBef>
                          <a:spcPts val="0"/>
                        </a:spcBef>
                        <a:spcAft>
                          <a:spcPts val="0"/>
                        </a:spcAft>
                        <a:buClrTx/>
                        <a:buSzTx/>
                        <a:buFontTx/>
                        <a:buNone/>
                        <a:defRPr sz="2000">
                          <a:latin typeface="Helvetica"/>
                          <a:ea typeface="Helvetica"/>
                          <a:cs typeface="Helvetica"/>
                          <a:sym typeface="Helvetica"/>
                        </a:defRPr>
                      </a:pPr>
                      <a:r>
                        <a:rPr sz="2000" b="0" i="0" u="none" strike="noStrike" cap="none" spc="0" baseline="0" dirty="0">
                          <a:ln>
                            <a:noFill/>
                          </a:ln>
                          <a:solidFill>
                            <a:schemeClr val="tx1"/>
                          </a:solidFill>
                          <a:uFillTx/>
                          <a:latin typeface="Arial" panose="020B0604020202020204" pitchFamily="34" charset="0"/>
                          <a:ea typeface="Helvetica"/>
                          <a:cs typeface="Arial" panose="020B0604020202020204" pitchFamily="34" charset="0"/>
                          <a:sym typeface="Helvetica Neue Thin" panose="02000503000000020004"/>
                        </a:rPr>
                        <a:t>2.调试水温，温度控制在18-22度之间，将Block浸泡15分钟后取出，使用纱布擦干（Pic2）</a:t>
                      </a:r>
                    </a:p>
                    <a:p>
                      <a:pPr marL="0" marR="0" indent="0" algn="l" defTabSz="409575" rtl="0" latinLnBrk="0">
                        <a:lnSpc>
                          <a:spcPct val="100000"/>
                        </a:lnSpc>
                        <a:spcBef>
                          <a:spcPts val="0"/>
                        </a:spcBef>
                        <a:spcAft>
                          <a:spcPts val="0"/>
                        </a:spcAft>
                        <a:buClrTx/>
                        <a:buSzTx/>
                        <a:buFontTx/>
                        <a:buNone/>
                        <a:defRPr sz="2000">
                          <a:latin typeface="Helvetica"/>
                          <a:ea typeface="Helvetica"/>
                          <a:cs typeface="Helvetica"/>
                          <a:sym typeface="Helvetica"/>
                        </a:defRPr>
                      </a:pPr>
                      <a:r>
                        <a:rPr sz="2000" b="0" i="0" u="none" strike="noStrike" cap="none" spc="0" baseline="0" dirty="0">
                          <a:ln>
                            <a:noFill/>
                          </a:ln>
                          <a:solidFill>
                            <a:schemeClr val="tx1"/>
                          </a:solidFill>
                          <a:uFillTx/>
                          <a:latin typeface="Arial" panose="020B0604020202020204" pitchFamily="34" charset="0"/>
                          <a:ea typeface="Helvetica"/>
                          <a:cs typeface="Arial" panose="020B0604020202020204" pitchFamily="34" charset="0"/>
                          <a:sym typeface="Helvetica Neue Thin" panose="02000503000000020004"/>
                        </a:rPr>
                        <a:t>3.根据block规格在程式中输入测试面Φ10mm（Pic3）      </a:t>
                      </a:r>
                    </a:p>
                    <a:p>
                      <a:pPr marL="0" marR="0" indent="0" algn="l" defTabSz="409575" rtl="0" latinLnBrk="0">
                        <a:lnSpc>
                          <a:spcPct val="100000"/>
                        </a:lnSpc>
                        <a:spcBef>
                          <a:spcPts val="0"/>
                        </a:spcBef>
                        <a:spcAft>
                          <a:spcPts val="0"/>
                        </a:spcAft>
                        <a:buClrTx/>
                        <a:buSzTx/>
                        <a:buFontTx/>
                        <a:buNone/>
                        <a:defRPr sz="2000">
                          <a:latin typeface="Helvetica"/>
                          <a:ea typeface="Helvetica"/>
                          <a:cs typeface="Helvetica"/>
                          <a:sym typeface="Helvetica"/>
                        </a:defRPr>
                      </a:pPr>
                      <a:r>
                        <a:rPr sz="2000" b="0" i="0" u="none" strike="noStrike" cap="none" spc="0" baseline="0" dirty="0">
                          <a:ln>
                            <a:noFill/>
                          </a:ln>
                          <a:solidFill>
                            <a:schemeClr val="tx1"/>
                          </a:solidFill>
                          <a:uFillTx/>
                          <a:latin typeface="Arial" panose="020B0604020202020204" pitchFamily="34" charset="0"/>
                          <a:ea typeface="Helvetica"/>
                          <a:cs typeface="Arial" panose="020B0604020202020204" pitchFamily="34" charset="0"/>
                          <a:sym typeface="Helvetica Neue Thin" panose="02000503000000020004"/>
                        </a:rPr>
                        <a:t>4.将Block放平在线圈上，再放置电磁铁的正中间，线圈两角调至平行后，压紧Block（Pic4）</a:t>
                      </a:r>
                    </a:p>
                    <a:p>
                      <a:pPr marL="0" marR="0" indent="0" algn="l" defTabSz="409575" rtl="0" latinLnBrk="0">
                        <a:lnSpc>
                          <a:spcPct val="100000"/>
                        </a:lnSpc>
                        <a:spcBef>
                          <a:spcPts val="0"/>
                        </a:spcBef>
                        <a:spcAft>
                          <a:spcPts val="0"/>
                        </a:spcAft>
                        <a:buClrTx/>
                        <a:buSzTx/>
                        <a:buFontTx/>
                        <a:buNone/>
                        <a:defRPr sz="2000">
                          <a:latin typeface="Helvetica"/>
                          <a:ea typeface="Helvetica"/>
                          <a:cs typeface="Helvetica"/>
                          <a:sym typeface="Helvetica"/>
                        </a:defRPr>
                      </a:pPr>
                      <a:r>
                        <a:rPr sz="2000" b="0" i="0" u="none" strike="noStrike" cap="none" spc="0" baseline="0" dirty="0">
                          <a:ln>
                            <a:noFill/>
                          </a:ln>
                          <a:solidFill>
                            <a:schemeClr val="tx1"/>
                          </a:solidFill>
                          <a:uFillTx/>
                          <a:latin typeface="Arial" panose="020B0604020202020204" pitchFamily="34" charset="0"/>
                          <a:ea typeface="Helvetica"/>
                          <a:cs typeface="Arial" panose="020B0604020202020204" pitchFamily="34" charset="0"/>
                          <a:sym typeface="Helvetica Neue Thin" panose="02000503000000020004"/>
                        </a:rPr>
                        <a:t>5.点击操作界面“启动”键，设备自动开始测试（Pic5）</a:t>
                      </a:r>
                    </a:p>
                    <a:p>
                      <a:pPr marL="0" marR="0" indent="0" algn="l" defTabSz="409575" rtl="0" latinLnBrk="0">
                        <a:lnSpc>
                          <a:spcPct val="100000"/>
                        </a:lnSpc>
                        <a:spcBef>
                          <a:spcPts val="0"/>
                        </a:spcBef>
                        <a:spcAft>
                          <a:spcPts val="0"/>
                        </a:spcAft>
                        <a:buClrTx/>
                        <a:buSzTx/>
                        <a:buFontTx/>
                        <a:buNone/>
                        <a:defRPr sz="2000">
                          <a:latin typeface="Helvetica"/>
                          <a:ea typeface="Helvetica"/>
                          <a:cs typeface="Helvetica"/>
                          <a:sym typeface="Helvetica"/>
                        </a:defRPr>
                      </a:pPr>
                      <a:r>
                        <a:rPr sz="2000" b="0" i="0" u="none" strike="noStrike" cap="none" spc="0" baseline="0" dirty="0">
                          <a:ln>
                            <a:noFill/>
                          </a:ln>
                          <a:solidFill>
                            <a:schemeClr val="tx1"/>
                          </a:solidFill>
                          <a:uFillTx/>
                          <a:latin typeface="Arial" panose="020B0604020202020204" pitchFamily="34" charset="0"/>
                          <a:ea typeface="Helvetica"/>
                          <a:cs typeface="Arial" panose="020B0604020202020204" pitchFamily="34" charset="0"/>
                          <a:sym typeface="Helvetica Neue Thin" panose="02000503000000020004"/>
                        </a:rPr>
                        <a:t>6.输出磁性曲线，记录Br， </a:t>
                      </a:r>
                      <a:r>
                        <a:rPr sz="2000" b="0" i="0" u="none" strike="noStrike" cap="none" spc="0" baseline="0" dirty="0" err="1">
                          <a:ln>
                            <a:noFill/>
                          </a:ln>
                          <a:solidFill>
                            <a:schemeClr val="tx1"/>
                          </a:solidFill>
                          <a:uFillTx/>
                          <a:latin typeface="Arial" panose="020B0604020202020204" pitchFamily="34" charset="0"/>
                          <a:ea typeface="Helvetica"/>
                          <a:cs typeface="Arial" panose="020B0604020202020204" pitchFamily="34" charset="0"/>
                          <a:sym typeface="Helvetica Neue Thin" panose="02000503000000020004"/>
                        </a:rPr>
                        <a:t>Hcj</a:t>
                      </a:r>
                      <a:r>
                        <a:rPr sz="2000" b="0" i="0" u="none" strike="noStrike" cap="none" spc="0" baseline="0" dirty="0">
                          <a:ln>
                            <a:noFill/>
                          </a:ln>
                          <a:solidFill>
                            <a:schemeClr val="tx1"/>
                          </a:solidFill>
                          <a:uFillTx/>
                          <a:latin typeface="Arial" panose="020B0604020202020204" pitchFamily="34" charset="0"/>
                          <a:ea typeface="Helvetica"/>
                          <a:cs typeface="Arial" panose="020B0604020202020204" pitchFamily="34" charset="0"/>
                          <a:sym typeface="Helvetica Neue Thin" panose="02000503000000020004"/>
                        </a:rPr>
                        <a:t> , BH max值（Pic6）</a:t>
                      </a:r>
                    </a:p>
                    <a:p>
                      <a:pPr marL="0" marR="0" indent="0" algn="l" defTabSz="409575" rtl="0" latinLnBrk="0">
                        <a:lnSpc>
                          <a:spcPct val="100000"/>
                        </a:lnSpc>
                        <a:spcBef>
                          <a:spcPts val="0"/>
                        </a:spcBef>
                        <a:spcAft>
                          <a:spcPts val="0"/>
                        </a:spcAft>
                        <a:buClrTx/>
                        <a:buSzTx/>
                        <a:buFontTx/>
                        <a:buNone/>
                        <a:defRPr sz="2000">
                          <a:latin typeface="Helvetica"/>
                          <a:ea typeface="Helvetica"/>
                          <a:cs typeface="Helvetica"/>
                          <a:sym typeface="Helvetica"/>
                        </a:defRPr>
                      </a:pPr>
                      <a:r>
                        <a:rPr sz="2000" b="0" i="0" u="none" strike="noStrike" cap="none" spc="0" baseline="0" dirty="0">
                          <a:ln>
                            <a:noFill/>
                          </a:ln>
                          <a:solidFill>
                            <a:schemeClr val="tx1"/>
                          </a:solidFill>
                          <a:uFillTx/>
                          <a:latin typeface="Arial" panose="020B0604020202020204" pitchFamily="34" charset="0"/>
                          <a:ea typeface="Helvetica"/>
                          <a:cs typeface="Arial" panose="020B0604020202020204" pitchFamily="34" charset="0"/>
                          <a:sym typeface="Helvetica Neue Thin" panose="02000503000000020004"/>
                        </a:rPr>
                        <a:t>1. Prepare Block size </a:t>
                      </a:r>
                      <a:r>
                        <a:rPr lang="en-US" sz="2000" b="0" i="0" u="none" strike="noStrike" cap="none" spc="0" baseline="0" dirty="0">
                          <a:ln>
                            <a:noFill/>
                          </a:ln>
                          <a:solidFill>
                            <a:schemeClr val="tx1"/>
                          </a:solidFill>
                          <a:uFillTx/>
                          <a:latin typeface="Arial" panose="020B0604020202020204" pitchFamily="34" charset="0"/>
                          <a:ea typeface="Helvetica"/>
                          <a:cs typeface="Arial" panose="020B0604020202020204" pitchFamily="34" charset="0"/>
                          <a:sym typeface="+mn-ea"/>
                        </a:rPr>
                        <a:t>61</a:t>
                      </a:r>
                      <a:r>
                        <a:rPr lang="en-US" altLang="zh-CN" sz="2000" b="0" i="0" u="none" strike="noStrike" cap="none" spc="0" baseline="0" dirty="0">
                          <a:ln>
                            <a:noFill/>
                          </a:ln>
                          <a:solidFill>
                            <a:schemeClr val="tx1"/>
                          </a:solidFill>
                          <a:uFillTx/>
                          <a:latin typeface="Arial" panose="020B0604020202020204" pitchFamily="34" charset="0"/>
                          <a:ea typeface="Helvetica"/>
                          <a:cs typeface="Arial" panose="020B0604020202020204" pitchFamily="34" charset="0"/>
                          <a:sym typeface="+mn-ea"/>
                        </a:rPr>
                        <a:t>mm*44mm*34.5</a:t>
                      </a:r>
                      <a:r>
                        <a:rPr lang="en-GB" altLang="zh-CN" sz="2000" b="0" i="0" u="none" strike="noStrike" cap="none" spc="0" baseline="0" dirty="0">
                          <a:ln>
                            <a:noFill/>
                          </a:ln>
                          <a:solidFill>
                            <a:schemeClr val="tx1"/>
                          </a:solidFill>
                          <a:uFillTx/>
                          <a:latin typeface="Arial" panose="020B0604020202020204" pitchFamily="34" charset="0"/>
                          <a:ea typeface="Helvetica"/>
                          <a:cs typeface="Arial" panose="020B0604020202020204" pitchFamily="34" charset="0"/>
                          <a:sym typeface="Helvetica Neue Thin" panose="02000503000000020004"/>
                        </a:rPr>
                        <a:t>mm</a:t>
                      </a:r>
                      <a:r>
                        <a:rPr sz="2000" b="0" i="0" u="none" strike="noStrike" cap="none" spc="0" baseline="0" dirty="0">
                          <a:ln>
                            <a:noFill/>
                          </a:ln>
                          <a:solidFill>
                            <a:schemeClr val="tx1"/>
                          </a:solidFill>
                          <a:uFillTx/>
                          <a:latin typeface="Arial" panose="020B0604020202020204" pitchFamily="34" charset="0"/>
                          <a:ea typeface="Helvetica"/>
                          <a:cs typeface="Arial" panose="020B0604020202020204" pitchFamily="34" charset="0"/>
                          <a:sym typeface="Helvetica Neue Thin" panose="02000503000000020004"/>
                        </a:rPr>
                        <a:t>; drilling a column sample of Φ10mm*</a:t>
                      </a:r>
                      <a:r>
                        <a:rPr lang="en-US" sz="2000" b="0" i="0" u="none" strike="noStrike" cap="none" spc="0" baseline="0" dirty="0">
                          <a:ln>
                            <a:noFill/>
                          </a:ln>
                          <a:solidFill>
                            <a:schemeClr val="tx1"/>
                          </a:solidFill>
                          <a:uFillTx/>
                          <a:latin typeface="Arial" panose="020B0604020202020204" pitchFamily="34" charset="0"/>
                          <a:ea typeface="Helvetica"/>
                          <a:cs typeface="Arial" panose="020B0604020202020204" pitchFamily="34" charset="0"/>
                          <a:sym typeface="Helvetica Neue Thin" panose="02000503000000020004"/>
                        </a:rPr>
                        <a:t>10</a:t>
                      </a:r>
                      <a:r>
                        <a:rPr sz="2000" b="0" i="0" u="none" strike="noStrike" cap="none" spc="0" baseline="0" dirty="0">
                          <a:ln>
                            <a:noFill/>
                          </a:ln>
                          <a:solidFill>
                            <a:schemeClr val="tx1"/>
                          </a:solidFill>
                          <a:uFillTx/>
                          <a:latin typeface="Arial" panose="020B0604020202020204" pitchFamily="34" charset="0"/>
                          <a:ea typeface="Helvetica"/>
                          <a:cs typeface="Arial" panose="020B0604020202020204" pitchFamily="34" charset="0"/>
                          <a:sym typeface="Helvetica Neue Thin" panose="02000503000000020004"/>
                        </a:rPr>
                        <a:t>mm from the corner of block;  then prepare a coil size of φ10mm (Pic1)</a:t>
                      </a:r>
                    </a:p>
                    <a:p>
                      <a:pPr marL="0" marR="0" indent="0" algn="l" defTabSz="409575" rtl="0" latinLnBrk="0">
                        <a:lnSpc>
                          <a:spcPct val="100000"/>
                        </a:lnSpc>
                        <a:spcBef>
                          <a:spcPts val="0"/>
                        </a:spcBef>
                        <a:spcAft>
                          <a:spcPts val="0"/>
                        </a:spcAft>
                        <a:buClrTx/>
                        <a:buSzTx/>
                        <a:buFontTx/>
                        <a:buNone/>
                        <a:defRPr sz="2000">
                          <a:latin typeface="Helvetica"/>
                          <a:ea typeface="Helvetica"/>
                          <a:cs typeface="Helvetica"/>
                          <a:sym typeface="Helvetica"/>
                        </a:defRPr>
                      </a:pPr>
                      <a:r>
                        <a:rPr sz="2000" b="0" i="0" u="none" strike="noStrike" cap="none" spc="0" baseline="0" dirty="0">
                          <a:ln>
                            <a:noFill/>
                          </a:ln>
                          <a:solidFill>
                            <a:schemeClr val="tx1"/>
                          </a:solidFill>
                          <a:uFillTx/>
                          <a:latin typeface="Arial" panose="020B0604020202020204" pitchFamily="34" charset="0"/>
                          <a:ea typeface="Helvetica"/>
                          <a:cs typeface="Arial" panose="020B0604020202020204" pitchFamily="34" charset="0"/>
                          <a:sym typeface="Helvetica Neue Thin" panose="02000503000000020004"/>
                        </a:rPr>
                        <a:t>2. Adjust the water temperature and control it to between 18 and 22 degrees. Soak the Block with 15 minutes and remove it.</a:t>
                      </a:r>
                    </a:p>
                    <a:p>
                      <a:pPr marL="0" marR="0" indent="0" algn="l" defTabSz="409575" rtl="0" latinLnBrk="0">
                        <a:lnSpc>
                          <a:spcPct val="100000"/>
                        </a:lnSpc>
                        <a:spcBef>
                          <a:spcPts val="0"/>
                        </a:spcBef>
                        <a:spcAft>
                          <a:spcPts val="0"/>
                        </a:spcAft>
                        <a:buClrTx/>
                        <a:buSzTx/>
                        <a:buFontTx/>
                        <a:buNone/>
                        <a:defRPr sz="2000">
                          <a:latin typeface="Helvetica"/>
                          <a:ea typeface="Helvetica"/>
                          <a:cs typeface="Helvetica"/>
                          <a:sym typeface="Helvetica"/>
                        </a:defRPr>
                      </a:pPr>
                      <a:r>
                        <a:rPr sz="2000" b="0" i="0" u="none" strike="noStrike" cap="none" spc="0" baseline="0" dirty="0">
                          <a:ln>
                            <a:noFill/>
                          </a:ln>
                          <a:solidFill>
                            <a:schemeClr val="tx1"/>
                          </a:solidFill>
                          <a:uFillTx/>
                          <a:latin typeface="Arial" panose="020B0604020202020204" pitchFamily="34" charset="0"/>
                          <a:ea typeface="Helvetica"/>
                          <a:cs typeface="Arial" panose="020B0604020202020204" pitchFamily="34" charset="0"/>
                          <a:sym typeface="Helvetica Neue Thin" panose="02000503000000020004"/>
                        </a:rPr>
                        <a:t>3. Input the Φ10mm into the program according to the block specification (Pic3)</a:t>
                      </a:r>
                    </a:p>
                    <a:p>
                      <a:pPr marL="0" marR="0" indent="0" algn="l" defTabSz="409575" rtl="0" latinLnBrk="0">
                        <a:lnSpc>
                          <a:spcPct val="100000"/>
                        </a:lnSpc>
                        <a:spcBef>
                          <a:spcPts val="0"/>
                        </a:spcBef>
                        <a:spcAft>
                          <a:spcPts val="0"/>
                        </a:spcAft>
                        <a:buClrTx/>
                        <a:buSzTx/>
                        <a:buFontTx/>
                        <a:buNone/>
                        <a:defRPr sz="2000">
                          <a:latin typeface="Helvetica"/>
                          <a:ea typeface="Helvetica"/>
                          <a:cs typeface="Helvetica"/>
                          <a:sym typeface="Helvetica"/>
                        </a:defRPr>
                      </a:pPr>
                      <a:r>
                        <a:rPr sz="2000" b="0" i="0" u="none" strike="noStrike" cap="none" spc="0" baseline="0" dirty="0">
                          <a:ln>
                            <a:noFill/>
                          </a:ln>
                          <a:solidFill>
                            <a:schemeClr val="tx1"/>
                          </a:solidFill>
                          <a:uFillTx/>
                          <a:latin typeface="Arial" panose="020B0604020202020204" pitchFamily="34" charset="0"/>
                          <a:ea typeface="Helvetica"/>
                          <a:cs typeface="Arial" panose="020B0604020202020204" pitchFamily="34" charset="0"/>
                          <a:sym typeface="Helvetica Neue Thin" panose="02000503000000020004"/>
                        </a:rPr>
                        <a:t>4. Put Block on the coil, and then place the middle of the electromagnet. When the coil angles are adjusted to parallel, press the Block (Pic4).</a:t>
                      </a:r>
                    </a:p>
                    <a:p>
                      <a:pPr marL="0" marR="0" indent="0" algn="l" defTabSz="409575" rtl="0" latinLnBrk="0">
                        <a:lnSpc>
                          <a:spcPct val="100000"/>
                        </a:lnSpc>
                        <a:spcBef>
                          <a:spcPts val="0"/>
                        </a:spcBef>
                        <a:spcAft>
                          <a:spcPts val="0"/>
                        </a:spcAft>
                        <a:buClrTx/>
                        <a:buSzTx/>
                        <a:buFontTx/>
                        <a:buNone/>
                        <a:defRPr sz="2000">
                          <a:latin typeface="Helvetica"/>
                          <a:ea typeface="Helvetica"/>
                          <a:cs typeface="Helvetica"/>
                          <a:sym typeface="Helvetica"/>
                        </a:defRPr>
                      </a:pPr>
                      <a:r>
                        <a:rPr sz="2000" b="0" i="0" u="none" strike="noStrike" cap="none" spc="0" baseline="0" dirty="0">
                          <a:ln>
                            <a:noFill/>
                          </a:ln>
                          <a:solidFill>
                            <a:schemeClr val="tx1"/>
                          </a:solidFill>
                          <a:uFillTx/>
                          <a:latin typeface="Arial" panose="020B0604020202020204" pitchFamily="34" charset="0"/>
                          <a:ea typeface="Helvetica"/>
                          <a:cs typeface="Arial" panose="020B0604020202020204" pitchFamily="34" charset="0"/>
                          <a:sym typeface="Helvetica Neue Thin" panose="02000503000000020004"/>
                        </a:rPr>
                        <a:t>5. Click the "start" button in the operation interface, and the device will start testing automatically (Pic5).</a:t>
                      </a:r>
                    </a:p>
                    <a:p>
                      <a:pPr marL="0" marR="0" indent="0" algn="l" defTabSz="409575" rtl="0" latinLnBrk="0">
                        <a:lnSpc>
                          <a:spcPct val="100000"/>
                        </a:lnSpc>
                        <a:spcBef>
                          <a:spcPts val="0"/>
                        </a:spcBef>
                        <a:spcAft>
                          <a:spcPts val="0"/>
                        </a:spcAft>
                        <a:buClrTx/>
                        <a:buSzTx/>
                        <a:buFontTx/>
                        <a:buNone/>
                        <a:defRPr sz="2000">
                          <a:latin typeface="Helvetica"/>
                          <a:ea typeface="Helvetica"/>
                          <a:cs typeface="Helvetica"/>
                          <a:sym typeface="Helvetica"/>
                        </a:defRPr>
                      </a:pPr>
                      <a:r>
                        <a:rPr sz="2000" b="0" i="0" u="none" strike="noStrike" cap="none" spc="0" baseline="0" dirty="0">
                          <a:ln>
                            <a:noFill/>
                          </a:ln>
                          <a:solidFill>
                            <a:schemeClr val="tx1"/>
                          </a:solidFill>
                          <a:uFillTx/>
                          <a:latin typeface="Arial" panose="020B0604020202020204" pitchFamily="34" charset="0"/>
                          <a:ea typeface="Helvetica"/>
                          <a:cs typeface="Arial" panose="020B0604020202020204" pitchFamily="34" charset="0"/>
                          <a:sym typeface="Helvetica Neue Thin" panose="02000503000000020004"/>
                        </a:rPr>
                        <a:t>6. Output magnetic curve, record the value of Br,  </a:t>
                      </a:r>
                      <a:r>
                        <a:rPr sz="2000" b="0" i="0" u="none" strike="noStrike" cap="none" spc="0" baseline="0" dirty="0" err="1">
                          <a:ln>
                            <a:noFill/>
                          </a:ln>
                          <a:solidFill>
                            <a:schemeClr val="tx1"/>
                          </a:solidFill>
                          <a:uFillTx/>
                          <a:latin typeface="Arial" panose="020B0604020202020204" pitchFamily="34" charset="0"/>
                          <a:ea typeface="Helvetica"/>
                          <a:cs typeface="Arial" panose="020B0604020202020204" pitchFamily="34" charset="0"/>
                          <a:sym typeface="Helvetica Neue Thin" panose="02000503000000020004"/>
                        </a:rPr>
                        <a:t>Hcj</a:t>
                      </a:r>
                      <a:r>
                        <a:rPr sz="2000" b="0" i="0" u="none" strike="noStrike" cap="none" spc="0" baseline="0" dirty="0">
                          <a:ln>
                            <a:noFill/>
                          </a:ln>
                          <a:solidFill>
                            <a:schemeClr val="tx1"/>
                          </a:solidFill>
                          <a:uFillTx/>
                          <a:latin typeface="Arial" panose="020B0604020202020204" pitchFamily="34" charset="0"/>
                          <a:ea typeface="Helvetica"/>
                          <a:cs typeface="Arial" panose="020B0604020202020204" pitchFamily="34" charset="0"/>
                          <a:sym typeface="Helvetica Neue Thin" panose="02000503000000020004"/>
                        </a:rPr>
                        <a:t>, BH Max (Pic6)</a:t>
                      </a:r>
                    </a:p>
                  </a:txBody>
                  <a:tcPr marL="12700" marR="12700" marT="12700" marB="12700" horzOverflow="overflow">
                    <a:lnL w="6350">
                      <a:solidFill>
                        <a:srgbClr val="000000"/>
                      </a:solidFill>
                    </a:lnL>
                    <a:lnR w="6350">
                      <a:solidFill>
                        <a:srgbClr val="000000"/>
                      </a:solidFill>
                    </a:lnR>
                    <a:lnT w="6350">
                      <a:solidFill>
                        <a:srgbClr val="000000"/>
                      </a:solidFill>
                    </a:lnT>
                    <a:lnB w="6350">
                      <a:solidFill>
                        <a:srgbClr val="000000"/>
                      </a:solidFill>
                    </a:lnB>
                  </a:tcPr>
                </a:tc>
                <a:tc>
                  <a:txBody>
                    <a:bodyPr/>
                    <a:lstStyle/>
                    <a:p>
                      <a:pPr marL="444500" indent="-444500" algn="l" defTabSz="409575">
                        <a:buSzPct val="100000"/>
                        <a:buAutoNum type="arabicPeriod"/>
                        <a:defRPr sz="2400">
                          <a:sym typeface="Helvetica Neue Medium" panose="02000503000000020004"/>
                        </a:defRPr>
                      </a:pPr>
                      <a:r>
                        <a:rPr dirty="0">
                          <a:latin typeface="Arial" panose="020B0604020202020204" pitchFamily="34" charset="0"/>
                          <a:cs typeface="Arial" panose="020B0604020202020204" pitchFamily="34" charset="0"/>
                        </a:rPr>
                        <a:t>Measurement Method ：</a:t>
                      </a:r>
                      <a:r>
                        <a:rPr lang="en-US" altLang="zh-CN" dirty="0">
                          <a:latin typeface="Arial" panose="020B0604020202020204" pitchFamily="34" charset="0"/>
                          <a:cs typeface="Arial" panose="020B0604020202020204" pitchFamily="34" charset="0"/>
                        </a:rPr>
                        <a:t>Magnetic permanent tester</a:t>
                      </a:r>
                    </a:p>
                    <a:p>
                      <a:pPr marL="0" indent="0" algn="l" defTabSz="409575">
                        <a:buSzPct val="100000"/>
                        <a:buNone/>
                        <a:defRPr sz="2400">
                          <a:sym typeface="Helvetica Neue Medium" panose="02000503000000020004"/>
                        </a:defRPr>
                      </a:pPr>
                      <a:r>
                        <a:rPr dirty="0">
                          <a:latin typeface="Arial" panose="020B0604020202020204" pitchFamily="34" charset="0"/>
                          <a:cs typeface="Arial" panose="020B0604020202020204" pitchFamily="34" charset="0"/>
                        </a:rPr>
                        <a:t>2.  Fixture ：Yes</a:t>
                      </a:r>
                    </a:p>
                    <a:p>
                      <a:pPr marL="0" marR="0" indent="0" algn="l" defTabSz="409575" rtl="0" eaLnBrk="1" fontAlgn="auto" latinLnBrk="0" hangingPunct="1">
                        <a:lnSpc>
                          <a:spcPct val="100000"/>
                        </a:lnSpc>
                        <a:spcBef>
                          <a:spcPts val="0"/>
                        </a:spcBef>
                        <a:spcAft>
                          <a:spcPts val="0"/>
                        </a:spcAft>
                        <a:buClrTx/>
                        <a:buSzTx/>
                        <a:buFontTx/>
                        <a:buNone/>
                        <a:defRPr sz="2400">
                          <a:sym typeface="Helvetica Neue Medium" panose="02000503000000020004"/>
                        </a:defRPr>
                      </a:pPr>
                      <a:r>
                        <a:rPr dirty="0">
                          <a:latin typeface="Arial" panose="020B0604020202020204" pitchFamily="34" charset="0"/>
                          <a:cs typeface="Arial" panose="020B0604020202020204" pitchFamily="34" charset="0"/>
                        </a:rPr>
                        <a:t>3.  Measurement status ：</a:t>
                      </a:r>
                      <a:r>
                        <a:rPr lang="en-US" altLang="zh-CN" sz="2400" b="0" i="0" u="none" strike="noStrike" cap="none" spc="0" baseline="0" dirty="0">
                          <a:ln>
                            <a:noFill/>
                          </a:ln>
                          <a:solidFill>
                            <a:schemeClr val="tx1"/>
                          </a:solidFill>
                          <a:uFillTx/>
                          <a:latin typeface="Arial" panose="020B0604020202020204" pitchFamily="34" charset="0"/>
                          <a:ea typeface="+mn-ea"/>
                          <a:cs typeface="Arial" panose="020B0604020202020204" pitchFamily="34" charset="0"/>
                          <a:sym typeface="Helvetica Neue Thin" panose="02000503000000020004"/>
                        </a:rPr>
                        <a:t>Constrained</a:t>
                      </a:r>
                      <a:r>
                        <a:rPr lang="en-US" altLang="zh-CN" dirty="0">
                          <a:solidFill>
                            <a:schemeClr val="tx1"/>
                          </a:solidFill>
                          <a:latin typeface="Arial" panose="020B0604020202020204" pitchFamily="34" charset="0"/>
                          <a:cs typeface="Arial" panose="020B0604020202020204" pitchFamily="34" charset="0"/>
                        </a:rPr>
                        <a:t> </a:t>
                      </a:r>
                      <a:endParaRPr lang="en-US" altLang="zh-CN" sz="2600" dirty="0">
                        <a:solidFill>
                          <a:schemeClr val="tx1"/>
                        </a:solidFill>
                        <a:latin typeface="Arial" panose="020B0604020202020204" pitchFamily="34" charset="0"/>
                        <a:cs typeface="Arial" panose="020B0604020202020204" pitchFamily="34" charset="0"/>
                      </a:endParaRPr>
                    </a:p>
                    <a:p>
                      <a:pPr marL="0" marR="0" indent="0" algn="l" defTabSz="409575" rtl="0" eaLnBrk="1" fontAlgn="auto" latinLnBrk="0" hangingPunct="1">
                        <a:lnSpc>
                          <a:spcPct val="100000"/>
                        </a:lnSpc>
                        <a:spcBef>
                          <a:spcPts val="0"/>
                        </a:spcBef>
                        <a:spcAft>
                          <a:spcPts val="0"/>
                        </a:spcAft>
                        <a:buClrTx/>
                        <a:buSzTx/>
                        <a:buFontTx/>
                        <a:buNone/>
                        <a:defRPr sz="2400">
                          <a:sym typeface="Helvetica Neue Medium" panose="02000503000000020004"/>
                        </a:defRPr>
                      </a:pPr>
                      <a:r>
                        <a:rPr dirty="0">
                          <a:latin typeface="Arial" panose="020B0604020202020204" pitchFamily="34" charset="0"/>
                          <a:cs typeface="Arial" panose="020B0604020202020204" pitchFamily="34" charset="0"/>
                        </a:rPr>
                        <a:t>4.  Measurement procedure ：</a:t>
                      </a:r>
                      <a:r>
                        <a:rPr lang="en-US" altLang="zh-CN" sz="2400" b="0" i="0" u="none" strike="noStrike" cap="none" spc="0" baseline="0" dirty="0">
                          <a:ln>
                            <a:noFill/>
                          </a:ln>
                          <a:solidFill>
                            <a:schemeClr val="tx1"/>
                          </a:solidFill>
                          <a:uFillTx/>
                          <a:latin typeface="Arial" panose="020B0604020202020204" pitchFamily="34" charset="0"/>
                          <a:ea typeface="+mn-ea"/>
                          <a:cs typeface="Arial" panose="020B0604020202020204" pitchFamily="34" charset="0"/>
                          <a:sym typeface="Helvetica Neue Thin" panose="02000503000000020004"/>
                        </a:rPr>
                        <a:t>Same as the FAI</a:t>
                      </a:r>
                      <a:endParaRPr lang="en-US" altLang="zh-CN" sz="2000" b="0" i="0" u="none" strike="noStrike" cap="none" spc="0" baseline="0" dirty="0">
                        <a:ln>
                          <a:noFill/>
                        </a:ln>
                        <a:solidFill>
                          <a:schemeClr val="tx1"/>
                        </a:solidFill>
                        <a:uFillTx/>
                        <a:latin typeface="Arial" panose="020B0604020202020204" pitchFamily="34" charset="0"/>
                        <a:ea typeface="+mn-ea"/>
                        <a:cs typeface="Arial" panose="020B0604020202020204" pitchFamily="34" charset="0"/>
                        <a:sym typeface="Helvetica Neue Medium" panose="02000503000000020004"/>
                      </a:endParaRPr>
                    </a:p>
                    <a:p>
                      <a:pPr algn="l" defTabSz="409575">
                        <a:defRPr sz="2400">
                          <a:sym typeface="Helvetica Neue Medium" panose="02000503000000020004"/>
                        </a:defRPr>
                      </a:pPr>
                      <a:endParaRPr dirty="0">
                        <a:latin typeface="Arial" panose="020B0604020202020204" pitchFamily="34" charset="0"/>
                        <a:cs typeface="Arial" panose="020B0604020202020204" pitchFamily="34" charset="0"/>
                      </a:endParaRPr>
                    </a:p>
                  </a:txBody>
                  <a:tcPr marL="12700" marR="12700" marT="12700" marB="12700" horzOverflow="overflow">
                    <a:lnL w="6350">
                      <a:solidFill>
                        <a:srgbClr val="000000"/>
                      </a:solidFill>
                    </a:lnL>
                    <a:lnR w="6350">
                      <a:solidFill>
                        <a:srgbClr val="000000"/>
                      </a:solidFill>
                    </a:lnR>
                    <a:lnT w="6350">
                      <a:solidFill>
                        <a:srgbClr val="000000"/>
                      </a:solidFill>
                    </a:lnT>
                    <a:lnB w="6350">
                      <a:solidFill>
                        <a:srgbClr val="000000"/>
                      </a:solidFill>
                    </a:lnB>
                  </a:tcPr>
                </a:tc>
                <a:extLst>
                  <a:ext uri="{0D108BD9-81ED-4DB2-BD59-A6C34878D82A}">
                    <a16:rowId xmlns:a16="http://schemas.microsoft.com/office/drawing/2014/main" val="10002"/>
                  </a:ext>
                </a:extLst>
              </a:tr>
            </a:tbl>
          </a:graphicData>
        </a:graphic>
      </p:graphicFrame>
      <p:sp>
        <p:nvSpPr>
          <p:cNvPr id="88" name="PIC 3  Set Block size into program"/>
          <p:cNvSpPr txBox="1"/>
          <p:nvPr/>
        </p:nvSpPr>
        <p:spPr>
          <a:xfrm>
            <a:off x="8216611" y="12874411"/>
            <a:ext cx="3693937" cy="384721"/>
          </a:xfrm>
          <a:prstGeom prst="rect">
            <a:avLst/>
          </a:prstGeom>
          <a:noFill/>
          <a:ln w="12700" cap="flat">
            <a:noFill/>
            <a:miter lim="400000"/>
          </a:ln>
          <a:effectLst/>
        </p:spPr>
        <p:txBody>
          <a:bodyPr wrap="square" lIns="76200" tIns="76200" rIns="76200" bIns="76200" numCol="1" anchor="ctr">
            <a:spAutoFit/>
          </a:bodyPr>
          <a:lstStyle>
            <a:lvl1pPr algn="l" defTabSz="819150">
              <a:defRPr sz="1800"/>
            </a:lvl1pPr>
          </a:lstStyle>
          <a:p>
            <a:r>
              <a:rPr sz="1500" dirty="0"/>
              <a:t>PIC 3  Set Block size into program</a:t>
            </a:r>
          </a:p>
        </p:txBody>
      </p:sp>
      <p:pic>
        <p:nvPicPr>
          <p:cNvPr id="89" name="image14.png" descr="image14.png"/>
          <p:cNvPicPr>
            <a:picLocks noChangeAspect="1"/>
          </p:cNvPicPr>
          <p:nvPr/>
        </p:nvPicPr>
        <p:blipFill>
          <a:blip r:embed="rId4"/>
          <a:srcRect/>
          <a:stretch>
            <a:fillRect/>
          </a:stretch>
        </p:blipFill>
        <p:spPr>
          <a:xfrm>
            <a:off x="15118904" y="10327355"/>
            <a:ext cx="2444153" cy="2247794"/>
          </a:xfrm>
          <a:prstGeom prst="rect">
            <a:avLst/>
          </a:prstGeom>
          <a:ln w="12700" cap="flat">
            <a:noFill/>
            <a:miter lim="400000"/>
            <a:headEnd/>
            <a:tailEnd/>
          </a:ln>
          <a:effectLst/>
        </p:spPr>
      </p:pic>
      <p:pic>
        <p:nvPicPr>
          <p:cNvPr id="90" name="image15.png" descr="image15.png"/>
          <p:cNvPicPr>
            <a:picLocks noChangeAspect="1"/>
          </p:cNvPicPr>
          <p:nvPr/>
        </p:nvPicPr>
        <p:blipFill>
          <a:blip r:embed="rId5"/>
          <a:stretch>
            <a:fillRect/>
          </a:stretch>
        </p:blipFill>
        <p:spPr>
          <a:xfrm>
            <a:off x="17534050" y="10327355"/>
            <a:ext cx="1952242" cy="2247794"/>
          </a:xfrm>
          <a:prstGeom prst="rect">
            <a:avLst/>
          </a:prstGeom>
          <a:ln w="12700" cap="flat">
            <a:noFill/>
            <a:miter lim="400000"/>
            <a:headEnd/>
            <a:tailEnd/>
          </a:ln>
          <a:effectLst/>
        </p:spPr>
      </p:pic>
      <p:sp>
        <p:nvSpPr>
          <p:cNvPr id="91" name="PIC 5  Start test"/>
          <p:cNvSpPr txBox="1"/>
          <p:nvPr/>
        </p:nvSpPr>
        <p:spPr>
          <a:xfrm>
            <a:off x="16340980" y="12874411"/>
            <a:ext cx="2087809" cy="384721"/>
          </a:xfrm>
          <a:prstGeom prst="rect">
            <a:avLst/>
          </a:prstGeom>
          <a:noFill/>
          <a:ln w="12700" cap="flat">
            <a:noFill/>
            <a:miter lim="400000"/>
          </a:ln>
          <a:effectLst/>
        </p:spPr>
        <p:txBody>
          <a:bodyPr wrap="square" lIns="76200" tIns="76200" rIns="76200" bIns="76200" numCol="1" anchor="ctr">
            <a:spAutoFit/>
          </a:bodyPr>
          <a:lstStyle>
            <a:lvl1pPr algn="l" defTabSz="819150">
              <a:defRPr sz="1800"/>
            </a:lvl1pPr>
          </a:lstStyle>
          <a:p>
            <a:r>
              <a:rPr sz="1500" dirty="0"/>
              <a:t>PIC 5  Start test</a:t>
            </a:r>
          </a:p>
        </p:txBody>
      </p:sp>
      <p:pic>
        <p:nvPicPr>
          <p:cNvPr id="121" name="image16.png" descr="image16.png"/>
          <p:cNvPicPr>
            <a:picLocks noChangeAspect="1"/>
          </p:cNvPicPr>
          <p:nvPr/>
        </p:nvPicPr>
        <p:blipFill rotWithShape="1">
          <a:blip r:embed="rId6" cstate="screen"/>
          <a:srcRect/>
          <a:stretch>
            <a:fillRect/>
          </a:stretch>
        </p:blipFill>
        <p:spPr>
          <a:xfrm>
            <a:off x="19905578" y="10141482"/>
            <a:ext cx="3667401" cy="2498682"/>
          </a:xfrm>
          <a:prstGeom prst="rect">
            <a:avLst/>
          </a:prstGeom>
          <a:ln w="12700" cap="flat">
            <a:noFill/>
            <a:miter lim="400000"/>
            <a:headEnd/>
            <a:tailEnd/>
          </a:ln>
          <a:effectLst/>
        </p:spPr>
      </p:pic>
      <p:sp>
        <p:nvSpPr>
          <p:cNvPr id="124" name="PIC 6  Record the value of BR, Hcb, Hcj, BH max."/>
          <p:cNvSpPr txBox="1"/>
          <p:nvPr/>
        </p:nvSpPr>
        <p:spPr>
          <a:xfrm>
            <a:off x="20471845" y="12873992"/>
            <a:ext cx="3101134" cy="615553"/>
          </a:xfrm>
          <a:prstGeom prst="rect">
            <a:avLst/>
          </a:prstGeom>
          <a:noFill/>
          <a:ln w="12700" cap="flat">
            <a:noFill/>
            <a:miter lim="400000"/>
          </a:ln>
          <a:effectLst/>
        </p:spPr>
        <p:txBody>
          <a:bodyPr wrap="square" lIns="76200" tIns="76200" rIns="76200" bIns="76200" numCol="1" anchor="ctr">
            <a:spAutoFit/>
          </a:bodyPr>
          <a:lstStyle>
            <a:lvl1pPr algn="l" defTabSz="819150">
              <a:defRPr sz="1800"/>
            </a:lvl1pPr>
          </a:lstStyle>
          <a:p>
            <a:r>
              <a:rPr sz="1500" dirty="0"/>
              <a:t>PIC 6  Record the value of BR, </a:t>
            </a:r>
            <a:r>
              <a:rPr sz="1500" dirty="0" err="1"/>
              <a:t>Hcb</a:t>
            </a:r>
            <a:r>
              <a:rPr sz="1500" dirty="0"/>
              <a:t>, </a:t>
            </a:r>
            <a:r>
              <a:rPr sz="1500" dirty="0" err="1"/>
              <a:t>Hcj</a:t>
            </a:r>
            <a:r>
              <a:rPr sz="1500" dirty="0"/>
              <a:t>, BH max.</a:t>
            </a:r>
          </a:p>
        </p:txBody>
      </p:sp>
      <p:sp>
        <p:nvSpPr>
          <p:cNvPr id="125" name="线条"/>
          <p:cNvSpPr/>
          <p:nvPr/>
        </p:nvSpPr>
        <p:spPr>
          <a:xfrm>
            <a:off x="5204020" y="11611794"/>
            <a:ext cx="360000" cy="1"/>
          </a:xfrm>
          <a:prstGeom prst="line">
            <a:avLst/>
          </a:prstGeom>
          <a:ln w="38100">
            <a:solidFill>
              <a:srgbClr val="51A7F9"/>
            </a:solidFill>
            <a:miter lim="400000"/>
            <a:tailEnd type="triangle"/>
          </a:ln>
        </p:spPr>
        <p:txBody>
          <a:bodyPr lIns="0" tIns="0" rIns="0" bIns="0"/>
          <a:lstStyle/>
          <a:p>
            <a:pPr algn="l" defTabSz="457200">
              <a:defRPr sz="1200">
                <a:latin typeface="Helvetica"/>
                <a:ea typeface="Helvetica"/>
                <a:cs typeface="Helvetica"/>
                <a:sym typeface="Helvetica"/>
              </a:defRPr>
            </a:pPr>
            <a:endParaRPr/>
          </a:p>
        </p:txBody>
      </p:sp>
      <p:sp>
        <p:nvSpPr>
          <p:cNvPr id="126" name="PIC 1  Block/column sample and measuring Coil"/>
          <p:cNvSpPr txBox="1"/>
          <p:nvPr/>
        </p:nvSpPr>
        <p:spPr>
          <a:xfrm>
            <a:off x="635281" y="12703551"/>
            <a:ext cx="4568740" cy="671708"/>
          </a:xfrm>
          <a:prstGeom prst="rect">
            <a:avLst/>
          </a:prstGeom>
          <a:ln w="12700">
            <a:miter lim="400000"/>
          </a:ln>
        </p:spPr>
        <p:txBody>
          <a:bodyPr lIns="76200" tIns="76200" rIns="76200" bIns="76200" anchor="ctr"/>
          <a:lstStyle>
            <a:lvl1pPr defTabSz="819150">
              <a:defRPr sz="1500"/>
            </a:lvl1pPr>
          </a:lstStyle>
          <a:p>
            <a:r>
              <a:rPr dirty="0"/>
              <a:t>PIC</a:t>
            </a:r>
            <a:r>
              <a:rPr lang="en-US" dirty="0"/>
              <a:t>1 </a:t>
            </a:r>
            <a:r>
              <a:rPr dirty="0"/>
              <a:t>Block/column sample and measuring Coil</a:t>
            </a:r>
          </a:p>
        </p:txBody>
      </p:sp>
      <p:pic>
        <p:nvPicPr>
          <p:cNvPr id="128" name="图像" descr="图像"/>
          <p:cNvPicPr>
            <a:picLocks noChangeAspect="1"/>
          </p:cNvPicPr>
          <p:nvPr/>
        </p:nvPicPr>
        <p:blipFill>
          <a:blip r:embed="rId7" cstate="email"/>
          <a:stretch>
            <a:fillRect/>
          </a:stretch>
        </p:blipFill>
        <p:spPr>
          <a:xfrm>
            <a:off x="790522" y="10332087"/>
            <a:ext cx="3264320" cy="2564149"/>
          </a:xfrm>
          <a:prstGeom prst="rect">
            <a:avLst/>
          </a:prstGeom>
          <a:ln w="12700" cap="flat">
            <a:noFill/>
            <a:miter lim="400000"/>
            <a:headEnd/>
            <a:tailEnd/>
          </a:ln>
          <a:effectLst/>
        </p:spPr>
      </p:pic>
      <p:pic>
        <p:nvPicPr>
          <p:cNvPr id="129" name="图像" descr="图像"/>
          <p:cNvPicPr>
            <a:picLocks noChangeAspect="1"/>
          </p:cNvPicPr>
          <p:nvPr/>
        </p:nvPicPr>
        <p:blipFill>
          <a:blip r:embed="rId8" cstate="email"/>
          <a:stretch>
            <a:fillRect/>
          </a:stretch>
        </p:blipFill>
        <p:spPr>
          <a:xfrm>
            <a:off x="4104704" y="10332087"/>
            <a:ext cx="1032907" cy="2564149"/>
          </a:xfrm>
          <a:prstGeom prst="rect">
            <a:avLst/>
          </a:prstGeom>
          <a:ln w="12700" cap="flat">
            <a:noFill/>
            <a:miter lim="400000"/>
            <a:headEnd/>
            <a:tailEnd/>
          </a:ln>
          <a:effectLst/>
        </p:spPr>
      </p:pic>
      <p:sp>
        <p:nvSpPr>
          <p:cNvPr id="133" name="Block…"/>
          <p:cNvSpPr txBox="1"/>
          <p:nvPr/>
        </p:nvSpPr>
        <p:spPr>
          <a:xfrm>
            <a:off x="785412" y="12092116"/>
            <a:ext cx="1832124" cy="1026572"/>
          </a:xfrm>
          <a:prstGeom prst="rect">
            <a:avLst/>
          </a:prstGeom>
          <a:noFill/>
          <a:ln w="12700" cap="flat">
            <a:noFill/>
            <a:miter lim="400000"/>
          </a:ln>
          <a:effectLst/>
        </p:spPr>
        <p:txBody>
          <a:bodyPr wrap="square" lIns="50800" tIns="50800" rIns="50800" bIns="50800" numCol="1" anchor="ctr">
            <a:noAutofit/>
          </a:bodyPr>
          <a:lstStyle/>
          <a:p>
            <a:pPr defTabSz="821690">
              <a:defRPr sz="1300" b="1">
                <a:latin typeface="Lucida Grande" panose="020B0600040502020204"/>
                <a:ea typeface="Lucida Grande" panose="020B0600040502020204"/>
                <a:cs typeface="Lucida Grande" panose="020B0600040502020204"/>
                <a:sym typeface="Lucida Grande" panose="020B0600040502020204"/>
              </a:defRPr>
            </a:pPr>
            <a:r>
              <a:rPr dirty="0">
                <a:latin typeface="Arial" panose="020B0604020202020204" pitchFamily="34" charset="0"/>
                <a:cs typeface="Arial" panose="020B0604020202020204" pitchFamily="34" charset="0"/>
              </a:rPr>
              <a:t>Block</a:t>
            </a:r>
          </a:p>
          <a:p>
            <a:pPr defTabSz="821690">
              <a:defRPr sz="1300">
                <a:latin typeface="Lucida Grande" panose="020B0600040502020204"/>
                <a:ea typeface="Lucida Grande" panose="020B0600040502020204"/>
                <a:cs typeface="Lucida Grande" panose="020B0600040502020204"/>
                <a:sym typeface="Lucida Grande" panose="020B0600040502020204"/>
              </a:defRPr>
            </a:pPr>
            <a:r>
              <a:rPr dirty="0">
                <a:latin typeface="Arial" panose="020B0604020202020204" pitchFamily="34" charset="0"/>
                <a:cs typeface="Arial" panose="020B0604020202020204" pitchFamily="34" charset="0"/>
              </a:rPr>
              <a:t>Specification</a:t>
            </a:r>
          </a:p>
          <a:p>
            <a:pPr defTabSz="821690">
              <a:defRPr sz="1300">
                <a:latin typeface="Lucida Grande" panose="020B0600040502020204"/>
                <a:ea typeface="Lucida Grande" panose="020B0600040502020204"/>
                <a:cs typeface="Lucida Grande" panose="020B0600040502020204"/>
                <a:sym typeface="Lucida Grande" panose="020B0600040502020204"/>
              </a:defRPr>
            </a:pPr>
            <a:r>
              <a:rPr lang="en-US" dirty="0">
                <a:latin typeface="Arial" panose="020B0604020202020204" pitchFamily="34" charset="0"/>
                <a:cs typeface="Arial" panose="020B0604020202020204" pitchFamily="34" charset="0"/>
              </a:rPr>
              <a:t>61</a:t>
            </a:r>
            <a:r>
              <a:rPr dirty="0">
                <a:latin typeface="Arial" panose="020B0604020202020204" pitchFamily="34" charset="0"/>
                <a:cs typeface="Arial" panose="020B0604020202020204" pitchFamily="34" charset="0"/>
              </a:rPr>
              <a:t>*4</a:t>
            </a:r>
            <a:r>
              <a:rPr lang="en-US" dirty="0">
                <a:latin typeface="Arial" panose="020B0604020202020204" pitchFamily="34" charset="0"/>
                <a:cs typeface="Arial" panose="020B0604020202020204" pitchFamily="34" charset="0"/>
              </a:rPr>
              <a:t>4</a:t>
            </a:r>
            <a:r>
              <a:rPr dirty="0">
                <a:latin typeface="Arial" panose="020B0604020202020204" pitchFamily="34" charset="0"/>
                <a:cs typeface="Arial" panose="020B0604020202020204" pitchFamily="34" charset="0"/>
              </a:rPr>
              <a:t>*3</a:t>
            </a:r>
            <a:r>
              <a:rPr lang="en-US" altLang="zh-CN" dirty="0">
                <a:latin typeface="Arial" panose="020B0604020202020204" pitchFamily="34" charset="0"/>
                <a:cs typeface="Arial" panose="020B0604020202020204" pitchFamily="34" charset="0"/>
              </a:rPr>
              <a:t>4.5</a:t>
            </a:r>
            <a:r>
              <a:rPr dirty="0">
                <a:latin typeface="Arial" panose="020B0604020202020204" pitchFamily="34" charset="0"/>
                <a:cs typeface="Arial" panose="020B0604020202020204" pitchFamily="34" charset="0"/>
              </a:rPr>
              <a:t>mm</a:t>
            </a:r>
          </a:p>
        </p:txBody>
      </p:sp>
      <p:sp>
        <p:nvSpPr>
          <p:cNvPr id="146" name="Coil…"/>
          <p:cNvSpPr txBox="1"/>
          <p:nvPr/>
        </p:nvSpPr>
        <p:spPr>
          <a:xfrm>
            <a:off x="4036612" y="12119781"/>
            <a:ext cx="1174982" cy="916880"/>
          </a:xfrm>
          <a:prstGeom prst="rect">
            <a:avLst/>
          </a:prstGeom>
          <a:noFill/>
          <a:ln w="12700" cap="flat">
            <a:noFill/>
            <a:miter lim="400000"/>
          </a:ln>
          <a:effectLst/>
        </p:spPr>
        <p:txBody>
          <a:bodyPr wrap="square" lIns="50800" tIns="50800" rIns="50800" bIns="50800" numCol="1" anchor="ctr">
            <a:noAutofit/>
          </a:bodyPr>
          <a:lstStyle/>
          <a:p>
            <a:pPr defTabSz="821690">
              <a:defRPr sz="1300" b="1">
                <a:solidFill>
                  <a:srgbClr val="0080FF"/>
                </a:solidFill>
                <a:latin typeface="Lucida Grande" panose="020B0600040502020204"/>
                <a:ea typeface="Lucida Grande" panose="020B0600040502020204"/>
                <a:cs typeface="Lucida Grande" panose="020B0600040502020204"/>
                <a:sym typeface="Lucida Grande" panose="020B0600040502020204"/>
              </a:defRPr>
            </a:pPr>
            <a:r>
              <a:rPr dirty="0">
                <a:solidFill>
                  <a:schemeClr val="tx1"/>
                </a:solidFill>
                <a:latin typeface="Arial" panose="020B0604020202020204" pitchFamily="34" charset="0"/>
                <a:cs typeface="Arial" panose="020B0604020202020204" pitchFamily="34" charset="0"/>
              </a:rPr>
              <a:t>Coil</a:t>
            </a:r>
          </a:p>
          <a:p>
            <a:pPr defTabSz="821690">
              <a:defRPr sz="1300">
                <a:solidFill>
                  <a:srgbClr val="0080FF"/>
                </a:solidFill>
                <a:latin typeface="Lucida Grande" panose="020B0600040502020204"/>
                <a:ea typeface="Lucida Grande" panose="020B0600040502020204"/>
                <a:cs typeface="Lucida Grande" panose="020B0600040502020204"/>
                <a:sym typeface="Lucida Grande" panose="020B0600040502020204"/>
              </a:defRPr>
            </a:pPr>
            <a:r>
              <a:rPr dirty="0">
                <a:solidFill>
                  <a:schemeClr val="tx1"/>
                </a:solidFill>
                <a:latin typeface="Arial" panose="020B0604020202020204" pitchFamily="34" charset="0"/>
                <a:cs typeface="Arial" panose="020B0604020202020204" pitchFamily="34" charset="0"/>
              </a:rPr>
              <a:t>Specification</a:t>
            </a:r>
          </a:p>
          <a:p>
            <a:pPr defTabSz="821690">
              <a:defRPr sz="1300">
                <a:solidFill>
                  <a:srgbClr val="0080FF"/>
                </a:solidFill>
                <a:latin typeface="Lucida Grande" panose="020B0600040502020204"/>
                <a:ea typeface="Lucida Grande" panose="020B0600040502020204"/>
                <a:cs typeface="Lucida Grande" panose="020B0600040502020204"/>
                <a:sym typeface="Lucida Grande" panose="020B0600040502020204"/>
              </a:defRPr>
            </a:pPr>
            <a:r>
              <a:rPr dirty="0">
                <a:solidFill>
                  <a:schemeClr val="tx1"/>
                </a:solidFill>
                <a:latin typeface="Arial" panose="020B0604020202020204" pitchFamily="34" charset="0"/>
                <a:cs typeface="Arial" panose="020B0604020202020204" pitchFamily="34" charset="0"/>
              </a:rPr>
              <a:t>Φ10mm</a:t>
            </a:r>
          </a:p>
        </p:txBody>
      </p:sp>
      <p:sp>
        <p:nvSpPr>
          <p:cNvPr id="147" name="Sample…"/>
          <p:cNvSpPr txBox="1"/>
          <p:nvPr/>
        </p:nvSpPr>
        <p:spPr>
          <a:xfrm>
            <a:off x="2772128" y="12138914"/>
            <a:ext cx="1335609" cy="932976"/>
          </a:xfrm>
          <a:prstGeom prst="rect">
            <a:avLst/>
          </a:prstGeom>
          <a:noFill/>
          <a:ln w="12700" cap="flat">
            <a:noFill/>
            <a:miter lim="400000"/>
          </a:ln>
          <a:effectLst/>
        </p:spPr>
        <p:txBody>
          <a:bodyPr wrap="square" lIns="50800" tIns="50800" rIns="50800" bIns="50800" numCol="1" anchor="ctr">
            <a:noAutofit/>
          </a:bodyPr>
          <a:lstStyle/>
          <a:p>
            <a:pPr defTabSz="821690">
              <a:defRPr sz="1300" b="1">
                <a:solidFill>
                  <a:srgbClr val="0096FF"/>
                </a:solidFill>
                <a:latin typeface="Lucida Grande" panose="020B0600040502020204"/>
                <a:ea typeface="Lucida Grande" panose="020B0600040502020204"/>
                <a:cs typeface="Lucida Grande" panose="020B0600040502020204"/>
                <a:sym typeface="Lucida Grande" panose="020B0600040502020204"/>
              </a:defRPr>
            </a:pPr>
            <a:r>
              <a:rPr dirty="0">
                <a:solidFill>
                  <a:schemeClr val="tx1"/>
                </a:solidFill>
                <a:latin typeface="Arial" panose="020B0604020202020204" pitchFamily="34" charset="0"/>
                <a:cs typeface="Arial" panose="020B0604020202020204" pitchFamily="34" charset="0"/>
              </a:rPr>
              <a:t>Sample</a:t>
            </a:r>
          </a:p>
          <a:p>
            <a:pPr defTabSz="821690">
              <a:defRPr sz="1300">
                <a:solidFill>
                  <a:srgbClr val="0096FF"/>
                </a:solidFill>
                <a:latin typeface="Lucida Grande" panose="020B0600040502020204"/>
                <a:ea typeface="Lucida Grande" panose="020B0600040502020204"/>
                <a:cs typeface="Lucida Grande" panose="020B0600040502020204"/>
                <a:sym typeface="Lucida Grande" panose="020B0600040502020204"/>
              </a:defRPr>
            </a:pPr>
            <a:r>
              <a:rPr dirty="0">
                <a:solidFill>
                  <a:schemeClr val="tx1"/>
                </a:solidFill>
                <a:latin typeface="Arial" panose="020B0604020202020204" pitchFamily="34" charset="0"/>
                <a:cs typeface="Arial" panose="020B0604020202020204" pitchFamily="34" charset="0"/>
              </a:rPr>
              <a:t>Specification</a:t>
            </a:r>
          </a:p>
          <a:p>
            <a:pPr defTabSz="821690">
              <a:defRPr sz="1300">
                <a:solidFill>
                  <a:srgbClr val="0096FF"/>
                </a:solidFill>
                <a:latin typeface="Lucida Grande" panose="020B0600040502020204"/>
                <a:ea typeface="Lucida Grande" panose="020B0600040502020204"/>
                <a:cs typeface="Lucida Grande" panose="020B0600040502020204"/>
                <a:sym typeface="Lucida Grande" panose="020B0600040502020204"/>
              </a:defRPr>
            </a:pPr>
            <a:r>
              <a:rPr dirty="0">
                <a:solidFill>
                  <a:schemeClr val="tx1"/>
                </a:solidFill>
                <a:latin typeface="Arial" panose="020B0604020202020204" pitchFamily="34" charset="0"/>
                <a:cs typeface="Arial" panose="020B0604020202020204" pitchFamily="34" charset="0"/>
              </a:rPr>
              <a:t>Φ10mm*15mm</a:t>
            </a:r>
          </a:p>
        </p:txBody>
      </p:sp>
      <p:pic>
        <p:nvPicPr>
          <p:cNvPr id="148" name="图像" descr="图像"/>
          <p:cNvPicPr>
            <a:picLocks noChangeAspect="1"/>
          </p:cNvPicPr>
          <p:nvPr/>
        </p:nvPicPr>
        <p:blipFill>
          <a:blip r:embed="rId9" cstate="email"/>
          <a:stretch>
            <a:fillRect/>
          </a:stretch>
        </p:blipFill>
        <p:spPr>
          <a:xfrm>
            <a:off x="5654512" y="10327355"/>
            <a:ext cx="1956219" cy="2568881"/>
          </a:xfrm>
          <a:prstGeom prst="rect">
            <a:avLst/>
          </a:prstGeom>
          <a:ln w="12700">
            <a:miter lim="400000"/>
            <a:headEnd/>
            <a:tailEnd/>
          </a:ln>
        </p:spPr>
      </p:pic>
      <p:sp>
        <p:nvSpPr>
          <p:cNvPr id="149" name="PIC 2  Soak into 18℃-22℃water"/>
          <p:cNvSpPr txBox="1"/>
          <p:nvPr/>
        </p:nvSpPr>
        <p:spPr>
          <a:xfrm>
            <a:off x="5118499" y="12857086"/>
            <a:ext cx="3193592" cy="412755"/>
          </a:xfrm>
          <a:prstGeom prst="rect">
            <a:avLst/>
          </a:prstGeom>
          <a:ln w="12700">
            <a:miter lim="400000"/>
          </a:ln>
        </p:spPr>
        <p:txBody>
          <a:bodyPr lIns="76200" tIns="76200" rIns="76200" bIns="76200" anchor="ctr"/>
          <a:lstStyle>
            <a:lvl1pPr algn="l" defTabSz="819150">
              <a:defRPr sz="1500"/>
            </a:lvl1pPr>
          </a:lstStyle>
          <a:p>
            <a:r>
              <a:rPr dirty="0"/>
              <a:t>PIC 2  Soak into 18℃-22℃water</a:t>
            </a:r>
          </a:p>
        </p:txBody>
      </p:sp>
      <p:sp>
        <p:nvSpPr>
          <p:cNvPr id="150" name="PIC 4  Put column sample at machine plane with coil"/>
          <p:cNvSpPr txBox="1"/>
          <p:nvPr/>
        </p:nvSpPr>
        <p:spPr>
          <a:xfrm>
            <a:off x="11693142" y="12857086"/>
            <a:ext cx="3048332" cy="729343"/>
          </a:xfrm>
          <a:prstGeom prst="rect">
            <a:avLst/>
          </a:prstGeom>
          <a:solidFill>
            <a:srgbClr val="FFFFFF"/>
          </a:solidFill>
          <a:ln w="12700">
            <a:miter lim="400000"/>
          </a:ln>
        </p:spPr>
        <p:txBody>
          <a:bodyPr lIns="76200" tIns="76200" rIns="76200" bIns="76200" anchor="ctr"/>
          <a:lstStyle>
            <a:lvl1pPr defTabSz="819150">
              <a:defRPr sz="1500"/>
            </a:lvl1pPr>
          </a:lstStyle>
          <a:p>
            <a:r>
              <a:rPr dirty="0"/>
              <a:t>PIC 4  Put column sample at machine plane with coil</a:t>
            </a:r>
          </a:p>
        </p:txBody>
      </p:sp>
      <p:pic>
        <p:nvPicPr>
          <p:cNvPr id="151" name="图片 150"/>
          <p:cNvPicPr>
            <a:picLocks noChangeAspect="1"/>
          </p:cNvPicPr>
          <p:nvPr/>
        </p:nvPicPr>
        <p:blipFill>
          <a:blip r:embed="rId10" cstate="email"/>
          <a:stretch>
            <a:fillRect/>
          </a:stretch>
        </p:blipFill>
        <p:spPr>
          <a:xfrm>
            <a:off x="8105079" y="10327355"/>
            <a:ext cx="2786994" cy="2568881"/>
          </a:xfrm>
          <a:prstGeom prst="rect">
            <a:avLst/>
          </a:prstGeom>
        </p:spPr>
      </p:pic>
      <p:pic>
        <p:nvPicPr>
          <p:cNvPr id="152" name="图片 151"/>
          <p:cNvPicPr>
            <a:picLocks noChangeAspect="1"/>
          </p:cNvPicPr>
          <p:nvPr/>
        </p:nvPicPr>
        <p:blipFill>
          <a:blip r:embed="rId11"/>
          <a:stretch>
            <a:fillRect/>
          </a:stretch>
        </p:blipFill>
        <p:spPr>
          <a:xfrm>
            <a:off x="11312748" y="10327355"/>
            <a:ext cx="3405261" cy="2568881"/>
          </a:xfrm>
          <a:prstGeom prst="rect">
            <a:avLst/>
          </a:prstGeom>
        </p:spPr>
      </p:pic>
      <p:sp>
        <p:nvSpPr>
          <p:cNvPr id="153" name="线条"/>
          <p:cNvSpPr/>
          <p:nvPr/>
        </p:nvSpPr>
        <p:spPr>
          <a:xfrm>
            <a:off x="7683008" y="11647539"/>
            <a:ext cx="360000" cy="1"/>
          </a:xfrm>
          <a:prstGeom prst="line">
            <a:avLst/>
          </a:prstGeom>
          <a:ln w="38100">
            <a:solidFill>
              <a:srgbClr val="51A7F9"/>
            </a:solidFill>
            <a:miter lim="400000"/>
            <a:tailEnd type="triangle"/>
          </a:ln>
        </p:spPr>
        <p:txBody>
          <a:bodyPr lIns="0" tIns="0" rIns="0" bIns="0"/>
          <a:lstStyle/>
          <a:p>
            <a:pPr algn="l" defTabSz="457200">
              <a:defRPr sz="1200">
                <a:latin typeface="Helvetica"/>
                <a:ea typeface="Helvetica"/>
                <a:cs typeface="Helvetica"/>
                <a:sym typeface="Helvetica"/>
              </a:defRPr>
            </a:pPr>
            <a:endParaRPr/>
          </a:p>
        </p:txBody>
      </p:sp>
      <p:sp>
        <p:nvSpPr>
          <p:cNvPr id="154" name="线条"/>
          <p:cNvSpPr/>
          <p:nvPr/>
        </p:nvSpPr>
        <p:spPr>
          <a:xfrm>
            <a:off x="10942801" y="11647539"/>
            <a:ext cx="360000" cy="1"/>
          </a:xfrm>
          <a:prstGeom prst="line">
            <a:avLst/>
          </a:prstGeom>
          <a:ln w="38100">
            <a:solidFill>
              <a:srgbClr val="51A7F9"/>
            </a:solidFill>
            <a:miter lim="400000"/>
            <a:tailEnd type="triangle"/>
          </a:ln>
        </p:spPr>
        <p:txBody>
          <a:bodyPr lIns="0" tIns="0" rIns="0" bIns="0"/>
          <a:lstStyle/>
          <a:p>
            <a:pPr algn="l" defTabSz="457200">
              <a:defRPr sz="1200">
                <a:latin typeface="Helvetica"/>
                <a:ea typeface="Helvetica"/>
                <a:cs typeface="Helvetica"/>
                <a:sym typeface="Helvetica"/>
              </a:defRPr>
            </a:pPr>
            <a:endParaRPr/>
          </a:p>
        </p:txBody>
      </p:sp>
      <p:sp>
        <p:nvSpPr>
          <p:cNvPr id="155" name="线条"/>
          <p:cNvSpPr/>
          <p:nvPr/>
        </p:nvSpPr>
        <p:spPr>
          <a:xfrm>
            <a:off x="14736057" y="11647539"/>
            <a:ext cx="360000" cy="1"/>
          </a:xfrm>
          <a:prstGeom prst="line">
            <a:avLst/>
          </a:prstGeom>
          <a:ln w="38100">
            <a:solidFill>
              <a:srgbClr val="51A7F9"/>
            </a:solidFill>
            <a:miter lim="400000"/>
            <a:tailEnd type="triangle"/>
          </a:ln>
        </p:spPr>
        <p:txBody>
          <a:bodyPr lIns="0" tIns="0" rIns="0" bIns="0"/>
          <a:lstStyle/>
          <a:p>
            <a:pPr algn="l" defTabSz="457200">
              <a:defRPr sz="1200">
                <a:latin typeface="Helvetica"/>
                <a:ea typeface="Helvetica"/>
                <a:cs typeface="Helvetica"/>
                <a:sym typeface="Helvetica"/>
              </a:defRPr>
            </a:pPr>
            <a:endParaRPr/>
          </a:p>
        </p:txBody>
      </p:sp>
      <p:sp>
        <p:nvSpPr>
          <p:cNvPr id="156" name="线条"/>
          <p:cNvSpPr/>
          <p:nvPr/>
        </p:nvSpPr>
        <p:spPr>
          <a:xfrm>
            <a:off x="19546252" y="11642827"/>
            <a:ext cx="360000" cy="1"/>
          </a:xfrm>
          <a:prstGeom prst="line">
            <a:avLst/>
          </a:prstGeom>
          <a:ln w="38100">
            <a:solidFill>
              <a:srgbClr val="51A7F9"/>
            </a:solidFill>
            <a:miter lim="400000"/>
            <a:tailEnd type="triangle"/>
          </a:ln>
        </p:spPr>
        <p:txBody>
          <a:bodyPr lIns="0" tIns="0" rIns="0" bIns="0"/>
          <a:lstStyle/>
          <a:p>
            <a:pPr algn="l" defTabSz="457200">
              <a:defRPr sz="1200">
                <a:latin typeface="Helvetica"/>
                <a:ea typeface="Helvetica"/>
                <a:cs typeface="Helvetica"/>
                <a:sym typeface="Helvetica"/>
              </a:defRPr>
            </a:pPr>
            <a:endParaRPr/>
          </a:p>
        </p:txBody>
      </p:sp>
      <p:graphicFrame>
        <p:nvGraphicFramePr>
          <p:cNvPr id="32" name="表格 31"/>
          <p:cNvGraphicFramePr>
            <a:graphicFrameLocks noGrp="1"/>
          </p:cNvGraphicFramePr>
          <p:nvPr>
            <p:extLst>
              <p:ext uri="{D42A27DB-BD31-4B8C-83A1-F6EECF244321}">
                <p14:modId xmlns:p14="http://schemas.microsoft.com/office/powerpoint/2010/main" val="935907046"/>
              </p:ext>
            </p:extLst>
          </p:nvPr>
        </p:nvGraphicFramePr>
        <p:xfrm>
          <a:off x="12505141" y="4940366"/>
          <a:ext cx="8361427" cy="2822875"/>
        </p:xfrm>
        <a:graphic>
          <a:graphicData uri="http://schemas.openxmlformats.org/drawingml/2006/table">
            <a:tbl>
              <a:tblPr>
                <a:tableStyleId>{5940675A-B579-460E-94D1-54222C63F5DA}</a:tableStyleId>
              </a:tblPr>
              <a:tblGrid>
                <a:gridCol w="958094">
                  <a:extLst>
                    <a:ext uri="{9D8B030D-6E8A-4147-A177-3AD203B41FA5}">
                      <a16:colId xmlns:a16="http://schemas.microsoft.com/office/drawing/2014/main" val="20000"/>
                    </a:ext>
                  </a:extLst>
                </a:gridCol>
                <a:gridCol w="1106331">
                  <a:extLst>
                    <a:ext uri="{9D8B030D-6E8A-4147-A177-3AD203B41FA5}">
                      <a16:colId xmlns:a16="http://schemas.microsoft.com/office/drawing/2014/main" val="20001"/>
                    </a:ext>
                  </a:extLst>
                </a:gridCol>
                <a:gridCol w="1581433">
                  <a:extLst>
                    <a:ext uri="{9D8B030D-6E8A-4147-A177-3AD203B41FA5}">
                      <a16:colId xmlns:a16="http://schemas.microsoft.com/office/drawing/2014/main" val="20003"/>
                    </a:ext>
                  </a:extLst>
                </a:gridCol>
                <a:gridCol w="1557027">
                  <a:extLst>
                    <a:ext uri="{9D8B030D-6E8A-4147-A177-3AD203B41FA5}">
                      <a16:colId xmlns:a16="http://schemas.microsoft.com/office/drawing/2014/main" val="20004"/>
                    </a:ext>
                  </a:extLst>
                </a:gridCol>
                <a:gridCol w="1601514">
                  <a:extLst>
                    <a:ext uri="{9D8B030D-6E8A-4147-A177-3AD203B41FA5}">
                      <a16:colId xmlns:a16="http://schemas.microsoft.com/office/drawing/2014/main" val="20005"/>
                    </a:ext>
                  </a:extLst>
                </a:gridCol>
                <a:gridCol w="1557028">
                  <a:extLst>
                    <a:ext uri="{9D8B030D-6E8A-4147-A177-3AD203B41FA5}">
                      <a16:colId xmlns:a16="http://schemas.microsoft.com/office/drawing/2014/main" val="20006"/>
                    </a:ext>
                  </a:extLst>
                </a:gridCol>
              </a:tblGrid>
              <a:tr h="462187">
                <a:tc>
                  <a:txBody>
                    <a:bodyPr/>
                    <a:lstStyle/>
                    <a:p>
                      <a:pPr algn="ctr" fontAlgn="ctr"/>
                      <a:r>
                        <a:rPr lang="en-US" altLang="zh-CN" sz="1800" b="0" i="0" u="none" strike="noStrike" dirty="0">
                          <a:solidFill>
                            <a:srgbClr val="000000"/>
                          </a:solidFill>
                          <a:effectLst/>
                          <a:latin typeface="Arial" panose="020B0604020202020204" pitchFamily="34" charset="0"/>
                          <a:ea typeface="Arial Unicode MS" panose="020B0604020202020204" pitchFamily="34" charset="-122"/>
                          <a:cs typeface="Arial" panose="020B0604020202020204" pitchFamily="34" charset="0"/>
                        </a:rPr>
                        <a:t>No.</a:t>
                      </a:r>
                    </a:p>
                  </a:txBody>
                  <a:tcPr marL="9525" marR="9525" marT="9525" marB="0" anchor="ctr">
                    <a:solidFill>
                      <a:schemeClr val="accent1">
                        <a:lumMod val="60000"/>
                        <a:lumOff val="40000"/>
                      </a:schemeClr>
                    </a:solidFill>
                  </a:tcPr>
                </a:tc>
                <a:tc>
                  <a:txBody>
                    <a:bodyPr/>
                    <a:lstStyle/>
                    <a:p>
                      <a:pPr algn="ctr" fontAlgn="ctr"/>
                      <a:r>
                        <a:rPr lang="en-US" altLang="zh-CN" sz="1800" b="0" i="0" u="none" strike="noStrike" dirty="0">
                          <a:solidFill>
                            <a:srgbClr val="000000"/>
                          </a:solidFill>
                          <a:effectLst/>
                          <a:latin typeface="Arial" panose="020B0604020202020204" pitchFamily="34" charset="0"/>
                          <a:ea typeface="Arial Unicode MS" panose="020B0604020202020204" pitchFamily="34" charset="-122"/>
                          <a:cs typeface="Arial" panose="020B0604020202020204" pitchFamily="34" charset="0"/>
                        </a:rPr>
                        <a:t>No.</a:t>
                      </a:r>
                    </a:p>
                  </a:txBody>
                  <a:tcPr marL="9525" marR="9525" marT="9525" marB="0" anchor="ctr">
                    <a:solidFill>
                      <a:schemeClr val="accent1">
                        <a:lumMod val="60000"/>
                        <a:lumOff val="40000"/>
                      </a:schemeClr>
                    </a:solidFill>
                  </a:tcPr>
                </a:tc>
                <a:tc>
                  <a:txBody>
                    <a:bodyPr/>
                    <a:lstStyle/>
                    <a:p>
                      <a:pPr algn="ctr" fontAlgn="ctr"/>
                      <a:r>
                        <a:rPr lang="en-US" sz="1800" u="none" strike="noStrike" dirty="0">
                          <a:effectLst/>
                          <a:latin typeface="Arial" panose="020B0604020202020204" pitchFamily="34" charset="0"/>
                          <a:cs typeface="Arial" panose="020B0604020202020204" pitchFamily="34" charset="0"/>
                        </a:rPr>
                        <a:t>Grade</a:t>
                      </a:r>
                      <a:endParaRPr lang="en-US" sz="1800" b="0" i="0" u="none" strike="noStrike" dirty="0">
                        <a:solidFill>
                          <a:srgbClr val="000000"/>
                        </a:solidFill>
                        <a:effectLst/>
                        <a:latin typeface="Arial" panose="020B0604020202020204" pitchFamily="34" charset="0"/>
                        <a:ea typeface="宋体" panose="02010600030101010101" pitchFamily="2" charset="-122"/>
                        <a:cs typeface="Arial" panose="020B0604020202020204" pitchFamily="34" charset="0"/>
                      </a:endParaRPr>
                    </a:p>
                  </a:txBody>
                  <a:tcPr marL="9525" marR="9525" marT="9525" marB="0" anchor="ctr">
                    <a:solidFill>
                      <a:schemeClr val="accent1">
                        <a:lumMod val="60000"/>
                        <a:lumOff val="40000"/>
                      </a:schemeClr>
                    </a:solidFill>
                  </a:tcPr>
                </a:tc>
                <a:tc>
                  <a:txBody>
                    <a:bodyPr/>
                    <a:lstStyle/>
                    <a:p>
                      <a:pPr algn="ctr" fontAlgn="ctr"/>
                      <a:r>
                        <a:rPr lang="en-US" sz="1800" u="none" strike="noStrike" dirty="0">
                          <a:effectLst/>
                          <a:latin typeface="Arial" panose="020B0604020202020204" pitchFamily="34" charset="0"/>
                          <a:cs typeface="Arial" panose="020B0604020202020204" pitchFamily="34" charset="0"/>
                        </a:rPr>
                        <a:t>Br(KGs)</a:t>
                      </a:r>
                      <a:endParaRPr lang="en-US" sz="1800" b="0" i="0" u="none" strike="noStrike" dirty="0">
                        <a:solidFill>
                          <a:srgbClr val="000000"/>
                        </a:solidFill>
                        <a:effectLst/>
                        <a:latin typeface="Arial" panose="020B0604020202020204" pitchFamily="34" charset="0"/>
                        <a:ea typeface="宋体" panose="02010600030101010101" pitchFamily="2" charset="-122"/>
                        <a:cs typeface="Arial" panose="020B0604020202020204" pitchFamily="34" charset="0"/>
                      </a:endParaRPr>
                    </a:p>
                  </a:txBody>
                  <a:tcPr marL="9525" marR="9525" marT="9525" marB="0" anchor="ctr">
                    <a:solidFill>
                      <a:schemeClr val="accent1">
                        <a:lumMod val="60000"/>
                        <a:lumOff val="40000"/>
                      </a:schemeClr>
                    </a:solidFill>
                  </a:tcPr>
                </a:tc>
                <a:tc>
                  <a:txBody>
                    <a:bodyPr/>
                    <a:lstStyle/>
                    <a:p>
                      <a:pPr algn="ctr" fontAlgn="ctr"/>
                      <a:r>
                        <a:rPr lang="en-US" sz="1800" u="none" strike="noStrike" dirty="0" err="1">
                          <a:effectLst/>
                          <a:latin typeface="Arial" panose="020B0604020202020204" pitchFamily="34" charset="0"/>
                          <a:cs typeface="Arial" panose="020B0604020202020204" pitchFamily="34" charset="0"/>
                        </a:rPr>
                        <a:t>HcJ</a:t>
                      </a:r>
                      <a:r>
                        <a:rPr lang="en-US" sz="1800" u="none" strike="noStrike" dirty="0">
                          <a:effectLst/>
                          <a:latin typeface="Arial" panose="020B0604020202020204" pitchFamily="34" charset="0"/>
                          <a:cs typeface="Arial" panose="020B0604020202020204" pitchFamily="34" charset="0"/>
                        </a:rPr>
                        <a:t>(</a:t>
                      </a:r>
                      <a:r>
                        <a:rPr lang="en-US" sz="1800" u="none" strike="noStrike" dirty="0" err="1">
                          <a:effectLst/>
                          <a:latin typeface="Arial" panose="020B0604020202020204" pitchFamily="34" charset="0"/>
                          <a:cs typeface="Arial" panose="020B0604020202020204" pitchFamily="34" charset="0"/>
                        </a:rPr>
                        <a:t>KOe</a:t>
                      </a:r>
                      <a:r>
                        <a:rPr lang="en-US" sz="1800" u="none" strike="noStrike" dirty="0">
                          <a:effectLst/>
                          <a:latin typeface="Arial" panose="020B0604020202020204" pitchFamily="34" charset="0"/>
                          <a:cs typeface="Arial" panose="020B0604020202020204" pitchFamily="34" charset="0"/>
                        </a:rPr>
                        <a:t>)</a:t>
                      </a:r>
                      <a:endParaRPr lang="en-US" sz="1800" b="0" i="0" u="none" strike="noStrike" dirty="0">
                        <a:solidFill>
                          <a:srgbClr val="000000"/>
                        </a:solidFill>
                        <a:effectLst/>
                        <a:latin typeface="Arial" panose="020B0604020202020204" pitchFamily="34" charset="0"/>
                        <a:ea typeface="宋体" panose="02010600030101010101" pitchFamily="2" charset="-122"/>
                        <a:cs typeface="Arial" panose="020B0604020202020204" pitchFamily="34" charset="0"/>
                      </a:endParaRPr>
                    </a:p>
                  </a:txBody>
                  <a:tcPr marL="9525" marR="9525" marT="9525" marB="0" anchor="ctr">
                    <a:solidFill>
                      <a:schemeClr val="accent1">
                        <a:lumMod val="60000"/>
                        <a:lumOff val="40000"/>
                      </a:schemeClr>
                    </a:solidFill>
                  </a:tcPr>
                </a:tc>
                <a:tc>
                  <a:txBody>
                    <a:bodyPr/>
                    <a:lstStyle/>
                    <a:p>
                      <a:pPr algn="ctr" fontAlgn="ctr"/>
                      <a:r>
                        <a:rPr lang="en-US" sz="1800" u="none" strike="noStrike" dirty="0">
                          <a:effectLst/>
                          <a:latin typeface="Arial" panose="020B0604020202020204" pitchFamily="34" charset="0"/>
                          <a:cs typeface="Arial" panose="020B0604020202020204" pitchFamily="34" charset="0"/>
                        </a:rPr>
                        <a:t>BH Max(</a:t>
                      </a:r>
                      <a:r>
                        <a:rPr lang="en-US" sz="1800" u="none" strike="noStrike" dirty="0" err="1">
                          <a:effectLst/>
                          <a:latin typeface="Arial" panose="020B0604020202020204" pitchFamily="34" charset="0"/>
                          <a:cs typeface="Arial" panose="020B0604020202020204" pitchFamily="34" charset="0"/>
                        </a:rPr>
                        <a:t>MGOe</a:t>
                      </a:r>
                      <a:r>
                        <a:rPr lang="en-US" sz="1800" u="none" strike="noStrike" dirty="0">
                          <a:effectLst/>
                          <a:latin typeface="Arial" panose="020B0604020202020204" pitchFamily="34" charset="0"/>
                          <a:cs typeface="Arial" panose="020B0604020202020204" pitchFamily="34" charset="0"/>
                        </a:rPr>
                        <a:t>)</a:t>
                      </a:r>
                      <a:endParaRPr lang="en-US" sz="1800" b="0" i="0" u="none" strike="noStrike" dirty="0">
                        <a:solidFill>
                          <a:srgbClr val="000000"/>
                        </a:solidFill>
                        <a:effectLst/>
                        <a:latin typeface="Arial" panose="020B0604020202020204" pitchFamily="34" charset="0"/>
                        <a:ea typeface="宋体" panose="02010600030101010101" pitchFamily="2" charset="-122"/>
                        <a:cs typeface="Arial" panose="020B0604020202020204" pitchFamily="34" charset="0"/>
                      </a:endParaRPr>
                    </a:p>
                  </a:txBody>
                  <a:tcPr marL="9525" marR="9525" marT="9525" marB="0" anchor="ctr">
                    <a:solidFill>
                      <a:schemeClr val="accent1">
                        <a:lumMod val="60000"/>
                        <a:lumOff val="40000"/>
                      </a:schemeClr>
                    </a:solidFill>
                  </a:tcPr>
                </a:tc>
                <a:extLst>
                  <a:ext uri="{0D108BD9-81ED-4DB2-BD59-A6C34878D82A}">
                    <a16:rowId xmlns:a16="http://schemas.microsoft.com/office/drawing/2014/main" val="10000"/>
                  </a:ext>
                </a:extLst>
              </a:tr>
              <a:tr h="323530">
                <a:tc>
                  <a:txBody>
                    <a:bodyPr/>
                    <a:lstStyle/>
                    <a:p>
                      <a:pPr algn="ctr" fontAlgn="ctr"/>
                      <a:r>
                        <a:rPr lang="en-US" altLang="zh-CN" sz="1800" b="0" i="0" u="none" strike="noStrike" cap="none" spc="0" baseline="0" dirty="0">
                          <a:ln>
                            <a:noFill/>
                          </a:ln>
                          <a:solidFill>
                            <a:schemeClr val="tx1"/>
                          </a:solidFill>
                          <a:effectLst/>
                          <a:uFillTx/>
                          <a:latin typeface="Arial" panose="020B0604020202020204" pitchFamily="34" charset="0"/>
                          <a:ea typeface="+mn-ea"/>
                          <a:cs typeface="Arial" panose="020B0604020202020204" pitchFamily="34" charset="0"/>
                          <a:sym typeface="Helvetica Neue Light"/>
                        </a:rPr>
                        <a:t>3</a:t>
                      </a:r>
                    </a:p>
                  </a:txBody>
                  <a:tcPr marL="9525" marR="9525" marT="9525" marB="0" anchor="ctr"/>
                </a:tc>
                <a:tc>
                  <a:txBody>
                    <a:bodyPr/>
                    <a:lstStyle/>
                    <a:p>
                      <a:pPr algn="ctr" fontAlgn="ctr"/>
                      <a:r>
                        <a:rPr lang="en-US" altLang="zh-CN" sz="1800" b="0" i="0" u="none" strike="noStrike" cap="none" spc="0" baseline="0" dirty="0">
                          <a:ln>
                            <a:noFill/>
                          </a:ln>
                          <a:solidFill>
                            <a:schemeClr val="tx1"/>
                          </a:solidFill>
                          <a:effectLst/>
                          <a:uFillTx/>
                          <a:latin typeface="Arial" panose="020B0604020202020204" pitchFamily="34" charset="0"/>
                          <a:ea typeface="+mn-ea"/>
                          <a:cs typeface="Arial" panose="020B0604020202020204" pitchFamily="34" charset="0"/>
                          <a:sym typeface="Helvetica Neue Light"/>
                        </a:rPr>
                        <a:t>30</a:t>
                      </a:r>
                    </a:p>
                  </a:txBody>
                  <a:tcPr marL="9525" marR="9525" marT="9525" marB="0" anchor="ctr"/>
                </a:tc>
                <a:tc rowSpan="7">
                  <a:txBody>
                    <a:bodyPr/>
                    <a:lstStyle/>
                    <a:p>
                      <a:pPr marL="0" marR="0" indent="0" algn="ctr" defTabSz="821530" eaLnBrk="1" fontAlgn="ctr" latinLnBrk="0" hangingPunct="1">
                        <a:lnSpc>
                          <a:spcPct val="100000"/>
                        </a:lnSpc>
                        <a:spcBef>
                          <a:spcPts val="0"/>
                        </a:spcBef>
                        <a:spcAft>
                          <a:spcPts val="0"/>
                        </a:spcAft>
                        <a:buClrTx/>
                        <a:buSzTx/>
                        <a:buFontTx/>
                        <a:buNone/>
                        <a:tabLst/>
                        <a:defRPr/>
                      </a:pPr>
                      <a:r>
                        <a:rPr lang="en-US" altLang="zh-CN" sz="1800" u="none" strike="noStrike" dirty="0">
                          <a:effectLst/>
                          <a:latin typeface="Arial" panose="020B0604020202020204" pitchFamily="34" charset="0"/>
                          <a:cs typeface="Arial" panose="020B0604020202020204" pitchFamily="34" charset="0"/>
                        </a:rPr>
                        <a:t>N35SH</a:t>
                      </a:r>
                      <a:endParaRPr lang="en-US" altLang="zh-CN" sz="1800" b="0" i="0" u="none" strike="noStrike" dirty="0">
                        <a:solidFill>
                          <a:srgbClr val="000000"/>
                        </a:solidFill>
                        <a:effectLst/>
                        <a:latin typeface="Arial" panose="020B0604020202020204" pitchFamily="34" charset="0"/>
                        <a:ea typeface="宋体" panose="02010600030101010101" pitchFamily="2" charset="-122"/>
                        <a:cs typeface="Arial" panose="020B0604020202020204" pitchFamily="34" charset="0"/>
                      </a:endParaRPr>
                    </a:p>
                  </a:txBody>
                  <a:tcPr marL="9525" marR="9525" marT="9525" marB="0" anchor="ctr"/>
                </a:tc>
                <a:tc rowSpan="7">
                  <a:txBody>
                    <a:bodyPr/>
                    <a:lstStyle/>
                    <a:p>
                      <a:pPr marL="0" marR="0" indent="0" algn="ctr" defTabSz="821530" eaLnBrk="1" fontAlgn="ctr" latinLnBrk="0" hangingPunct="1">
                        <a:lnSpc>
                          <a:spcPct val="100000"/>
                        </a:lnSpc>
                        <a:spcBef>
                          <a:spcPts val="0"/>
                        </a:spcBef>
                        <a:spcAft>
                          <a:spcPts val="0"/>
                        </a:spcAft>
                        <a:buClrTx/>
                        <a:buSzTx/>
                        <a:buFontTx/>
                        <a:buNone/>
                        <a:tabLst/>
                        <a:defRPr/>
                      </a:pPr>
                      <a:r>
                        <a:rPr lang="en-US" altLang="zh-CN" sz="1800" u="none" strike="noStrike" dirty="0">
                          <a:effectLst/>
                          <a:latin typeface="Arial" panose="020B0604020202020204" pitchFamily="34" charset="0"/>
                          <a:cs typeface="Arial" panose="020B0604020202020204" pitchFamily="34" charset="0"/>
                        </a:rPr>
                        <a:t>11.7 - 12.2</a:t>
                      </a:r>
                      <a:endParaRPr lang="en-US" altLang="zh-CN" sz="1800" b="0" i="0" u="none" strike="noStrike" dirty="0">
                        <a:solidFill>
                          <a:srgbClr val="000000"/>
                        </a:solidFill>
                        <a:effectLst/>
                        <a:latin typeface="Arial" panose="020B0604020202020204" pitchFamily="34" charset="0"/>
                        <a:ea typeface="宋体" panose="02010600030101010101" pitchFamily="2" charset="-122"/>
                        <a:cs typeface="Arial" panose="020B0604020202020204" pitchFamily="34" charset="0"/>
                      </a:endParaRPr>
                    </a:p>
                  </a:txBody>
                  <a:tcPr marL="9525" marR="9525" marT="9525" marB="0" anchor="ctr"/>
                </a:tc>
                <a:tc rowSpan="7">
                  <a:txBody>
                    <a:bodyPr/>
                    <a:lstStyle/>
                    <a:p>
                      <a:pPr marL="0" marR="0" indent="0" algn="ctr" defTabSz="821530" eaLnBrk="1" fontAlgn="ctr" latinLnBrk="0" hangingPunct="1">
                        <a:lnSpc>
                          <a:spcPct val="100000"/>
                        </a:lnSpc>
                        <a:spcBef>
                          <a:spcPts val="0"/>
                        </a:spcBef>
                        <a:spcAft>
                          <a:spcPts val="0"/>
                        </a:spcAft>
                        <a:buClrTx/>
                        <a:buSzTx/>
                        <a:buFontTx/>
                        <a:buNone/>
                        <a:tabLst/>
                        <a:defRPr/>
                      </a:pPr>
                      <a:r>
                        <a:rPr lang="en-US" altLang="zh-CN" sz="1800" u="none" strike="noStrike" dirty="0">
                          <a:effectLst/>
                          <a:latin typeface="Arial" panose="020B0604020202020204" pitchFamily="34" charset="0"/>
                          <a:cs typeface="Arial" panose="020B0604020202020204" pitchFamily="34" charset="0"/>
                        </a:rPr>
                        <a:t>20 MIN</a:t>
                      </a:r>
                      <a:endParaRPr lang="en-US" altLang="zh-CN" sz="1800" b="0" i="0" u="none" strike="noStrike" dirty="0">
                        <a:solidFill>
                          <a:srgbClr val="000000"/>
                        </a:solidFill>
                        <a:effectLst/>
                        <a:latin typeface="Arial" panose="020B0604020202020204" pitchFamily="34" charset="0"/>
                        <a:ea typeface="宋体" panose="02010600030101010101" pitchFamily="2" charset="-122"/>
                        <a:cs typeface="Arial" panose="020B0604020202020204" pitchFamily="34" charset="0"/>
                      </a:endParaRPr>
                    </a:p>
                  </a:txBody>
                  <a:tcPr marL="9525" marR="9525" marT="9525" marB="0" anchor="ctr"/>
                </a:tc>
                <a:tc rowSpan="7">
                  <a:txBody>
                    <a:bodyPr/>
                    <a:lstStyle/>
                    <a:p>
                      <a:pPr marL="0" marR="0" indent="0" algn="ctr" defTabSz="821530" eaLnBrk="1" fontAlgn="ctr" latinLnBrk="0" hangingPunct="1">
                        <a:lnSpc>
                          <a:spcPct val="100000"/>
                        </a:lnSpc>
                        <a:spcBef>
                          <a:spcPts val="0"/>
                        </a:spcBef>
                        <a:spcAft>
                          <a:spcPts val="0"/>
                        </a:spcAft>
                        <a:buClrTx/>
                        <a:buSzTx/>
                        <a:buFontTx/>
                        <a:buNone/>
                        <a:tabLst/>
                        <a:defRPr/>
                      </a:pPr>
                      <a:r>
                        <a:rPr lang="en-US" altLang="zh-CN" sz="1800" u="none" strike="noStrike" dirty="0">
                          <a:effectLst/>
                          <a:latin typeface="Arial" panose="020B0604020202020204" pitchFamily="34" charset="0"/>
                          <a:cs typeface="Arial" panose="020B0604020202020204" pitchFamily="34" charset="0"/>
                        </a:rPr>
                        <a:t>33-36</a:t>
                      </a:r>
                      <a:endParaRPr lang="en-US" altLang="zh-CN" sz="1800" b="0" i="0" u="none" strike="noStrike" dirty="0">
                        <a:solidFill>
                          <a:srgbClr val="000000"/>
                        </a:solidFill>
                        <a:effectLst/>
                        <a:latin typeface="Arial" panose="020B0604020202020204" pitchFamily="34" charset="0"/>
                        <a:ea typeface="宋体" panose="02010600030101010101" pitchFamily="2" charset="-122"/>
                        <a:cs typeface="Arial" panose="020B0604020202020204" pitchFamily="34" charset="0"/>
                      </a:endParaRPr>
                    </a:p>
                  </a:txBody>
                  <a:tcPr marL="9525" marR="9525" marT="9525" marB="0" anchor="ctr"/>
                </a:tc>
                <a:extLst>
                  <a:ext uri="{0D108BD9-81ED-4DB2-BD59-A6C34878D82A}">
                    <a16:rowId xmlns:a16="http://schemas.microsoft.com/office/drawing/2014/main" val="10001"/>
                  </a:ext>
                </a:extLst>
              </a:tr>
              <a:tr h="323530">
                <a:tc>
                  <a:txBody>
                    <a:bodyPr/>
                    <a:lstStyle/>
                    <a:p>
                      <a:pPr algn="ctr" fontAlgn="ctr"/>
                      <a:r>
                        <a:rPr lang="en-US" altLang="zh-CN" sz="1800" b="0" i="0" u="none" strike="noStrike" cap="none" spc="0" baseline="0" dirty="0">
                          <a:ln>
                            <a:noFill/>
                          </a:ln>
                          <a:solidFill>
                            <a:schemeClr val="tx1"/>
                          </a:solidFill>
                          <a:effectLst/>
                          <a:uFillTx/>
                          <a:latin typeface="Arial" panose="020B0604020202020204" pitchFamily="34" charset="0"/>
                          <a:ea typeface="+mn-ea"/>
                          <a:cs typeface="Arial" panose="020B0604020202020204" pitchFamily="34" charset="0"/>
                          <a:sym typeface="Helvetica Neue Light"/>
                        </a:rPr>
                        <a:t>4</a:t>
                      </a:r>
                    </a:p>
                  </a:txBody>
                  <a:tcPr marL="9525" marR="9525" marT="9525" marB="0" anchor="ctr"/>
                </a:tc>
                <a:tc>
                  <a:txBody>
                    <a:bodyPr/>
                    <a:lstStyle/>
                    <a:p>
                      <a:pPr algn="ctr" fontAlgn="ctr"/>
                      <a:r>
                        <a:rPr lang="en-US" altLang="zh-CN" sz="1800" b="0" i="0" u="none" strike="noStrike" cap="none" spc="0" baseline="0" dirty="0">
                          <a:ln>
                            <a:noFill/>
                          </a:ln>
                          <a:solidFill>
                            <a:schemeClr val="tx1"/>
                          </a:solidFill>
                          <a:effectLst/>
                          <a:uFillTx/>
                          <a:latin typeface="Arial" panose="020B0604020202020204" pitchFamily="34" charset="0"/>
                          <a:ea typeface="+mn-ea"/>
                          <a:cs typeface="Arial" panose="020B0604020202020204" pitchFamily="34" charset="0"/>
                          <a:sym typeface="Helvetica Neue Light"/>
                        </a:rPr>
                        <a:t>38</a:t>
                      </a:r>
                    </a:p>
                  </a:txBody>
                  <a:tcPr marL="9525" marR="9525" marT="9525" marB="0" anchor="ctr"/>
                </a:tc>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extLst>
                  <a:ext uri="{0D108BD9-81ED-4DB2-BD59-A6C34878D82A}">
                    <a16:rowId xmlns:a16="http://schemas.microsoft.com/office/drawing/2014/main" val="2747083523"/>
                  </a:ext>
                </a:extLst>
              </a:tr>
              <a:tr h="323530">
                <a:tc>
                  <a:txBody>
                    <a:bodyPr/>
                    <a:lstStyle/>
                    <a:p>
                      <a:pPr algn="ctr" fontAlgn="ctr"/>
                      <a:r>
                        <a:rPr lang="en-US" altLang="zh-CN" sz="1800" b="0" i="0" u="none" strike="noStrike" cap="none" spc="0" baseline="0" dirty="0">
                          <a:ln>
                            <a:noFill/>
                          </a:ln>
                          <a:solidFill>
                            <a:schemeClr val="tx1"/>
                          </a:solidFill>
                          <a:effectLst/>
                          <a:uFillTx/>
                          <a:latin typeface="Arial" panose="020B0604020202020204" pitchFamily="34" charset="0"/>
                          <a:ea typeface="+mn-ea"/>
                          <a:cs typeface="Arial" panose="020B0604020202020204" pitchFamily="34" charset="0"/>
                          <a:sym typeface="Helvetica Neue Light"/>
                        </a:rPr>
                        <a:t>8</a:t>
                      </a:r>
                    </a:p>
                  </a:txBody>
                  <a:tcPr marL="9525" marR="9525" marT="9525" marB="0" anchor="ctr"/>
                </a:tc>
                <a:tc>
                  <a:txBody>
                    <a:bodyPr/>
                    <a:lstStyle/>
                    <a:p>
                      <a:pPr algn="ctr" fontAlgn="ctr"/>
                      <a:r>
                        <a:rPr lang="en-US" altLang="zh-CN" sz="1800" b="0" i="0" u="none" strike="noStrike" cap="none" spc="0" baseline="0" dirty="0">
                          <a:ln>
                            <a:noFill/>
                          </a:ln>
                          <a:solidFill>
                            <a:schemeClr val="tx1"/>
                          </a:solidFill>
                          <a:effectLst/>
                          <a:uFillTx/>
                          <a:latin typeface="Arial" panose="020B0604020202020204" pitchFamily="34" charset="0"/>
                          <a:ea typeface="+mn-ea"/>
                          <a:cs typeface="Arial" panose="020B0604020202020204" pitchFamily="34" charset="0"/>
                          <a:sym typeface="Helvetica Neue Light"/>
                        </a:rPr>
                        <a:t>39</a:t>
                      </a:r>
                    </a:p>
                  </a:txBody>
                  <a:tcPr marL="9525" marR="9525" marT="9525" marB="0" anchor="ctr"/>
                </a:tc>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extLst>
                  <a:ext uri="{0D108BD9-81ED-4DB2-BD59-A6C34878D82A}">
                    <a16:rowId xmlns:a16="http://schemas.microsoft.com/office/drawing/2014/main" val="3341377462"/>
                  </a:ext>
                </a:extLst>
              </a:tr>
              <a:tr h="323530">
                <a:tc>
                  <a:txBody>
                    <a:bodyPr/>
                    <a:lstStyle/>
                    <a:p>
                      <a:pPr algn="ctr" fontAlgn="ctr"/>
                      <a:r>
                        <a:rPr lang="en-US" altLang="zh-CN" sz="1800" b="0" i="0" u="none" strike="noStrike" cap="none" spc="0" baseline="0" dirty="0">
                          <a:ln>
                            <a:noFill/>
                          </a:ln>
                          <a:solidFill>
                            <a:schemeClr val="tx1"/>
                          </a:solidFill>
                          <a:effectLst/>
                          <a:uFillTx/>
                          <a:latin typeface="Arial" panose="020B0604020202020204" pitchFamily="34" charset="0"/>
                          <a:ea typeface="+mn-ea"/>
                          <a:cs typeface="Arial" panose="020B0604020202020204" pitchFamily="34" charset="0"/>
                          <a:sym typeface="Helvetica Neue Light"/>
                        </a:rPr>
                        <a:t>9</a:t>
                      </a:r>
                    </a:p>
                  </a:txBody>
                  <a:tcPr marL="9525" marR="9525" marT="9525" marB="0" anchor="ctr"/>
                </a:tc>
                <a:tc>
                  <a:txBody>
                    <a:bodyPr/>
                    <a:lstStyle/>
                    <a:p>
                      <a:pPr algn="ctr" fontAlgn="ctr"/>
                      <a:r>
                        <a:rPr lang="en-US" altLang="zh-CN" sz="1800" b="0" i="0" u="none" strike="noStrike" cap="none" spc="0" baseline="0" dirty="0">
                          <a:ln>
                            <a:noFill/>
                          </a:ln>
                          <a:solidFill>
                            <a:schemeClr val="tx1"/>
                          </a:solidFill>
                          <a:effectLst/>
                          <a:uFillTx/>
                          <a:latin typeface="Arial" panose="020B0604020202020204" pitchFamily="34" charset="0"/>
                          <a:ea typeface="+mn-ea"/>
                          <a:cs typeface="Arial" panose="020B0604020202020204" pitchFamily="34" charset="0"/>
                          <a:sym typeface="Helvetica Neue Light"/>
                        </a:rPr>
                        <a:t>40</a:t>
                      </a:r>
                    </a:p>
                  </a:txBody>
                  <a:tcPr marL="9525" marR="9525" marT="9525" marB="0" anchor="ctr"/>
                </a:tc>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extLst>
                  <a:ext uri="{0D108BD9-81ED-4DB2-BD59-A6C34878D82A}">
                    <a16:rowId xmlns:a16="http://schemas.microsoft.com/office/drawing/2014/main" val="3135184194"/>
                  </a:ext>
                </a:extLst>
              </a:tr>
              <a:tr h="323530">
                <a:tc>
                  <a:txBody>
                    <a:bodyPr/>
                    <a:lstStyle/>
                    <a:p>
                      <a:pPr algn="ctr" fontAlgn="ctr"/>
                      <a:r>
                        <a:rPr lang="en-US" altLang="zh-CN" sz="1800" b="0" i="0" u="none" strike="noStrike" cap="none" spc="0" baseline="0" dirty="0">
                          <a:ln>
                            <a:noFill/>
                          </a:ln>
                          <a:solidFill>
                            <a:schemeClr val="tx1"/>
                          </a:solidFill>
                          <a:effectLst/>
                          <a:uFillTx/>
                          <a:latin typeface="Arial" panose="020B0604020202020204" pitchFamily="34" charset="0"/>
                          <a:ea typeface="+mn-ea"/>
                          <a:cs typeface="Arial" panose="020B0604020202020204" pitchFamily="34" charset="0"/>
                          <a:sym typeface="Helvetica Neue Light"/>
                        </a:rPr>
                        <a:t>15</a:t>
                      </a:r>
                    </a:p>
                  </a:txBody>
                  <a:tcPr marL="9525" marR="9525" marT="9525" marB="0" anchor="ctr"/>
                </a:tc>
                <a:tc>
                  <a:txBody>
                    <a:bodyPr/>
                    <a:lstStyle/>
                    <a:p>
                      <a:pPr algn="ctr" fontAlgn="ctr"/>
                      <a:r>
                        <a:rPr lang="en-US" altLang="zh-CN" sz="1800" b="0" i="0" u="none" strike="noStrike" cap="none" spc="0" baseline="0" dirty="0">
                          <a:ln>
                            <a:noFill/>
                          </a:ln>
                          <a:solidFill>
                            <a:schemeClr val="tx1"/>
                          </a:solidFill>
                          <a:effectLst/>
                          <a:uFillTx/>
                          <a:latin typeface="Arial" panose="020B0604020202020204" pitchFamily="34" charset="0"/>
                          <a:ea typeface="+mn-ea"/>
                          <a:cs typeface="Arial" panose="020B0604020202020204" pitchFamily="34" charset="0"/>
                          <a:sym typeface="Helvetica Neue Light"/>
                        </a:rPr>
                        <a:t>41</a:t>
                      </a:r>
                    </a:p>
                  </a:txBody>
                  <a:tcPr marL="9525" marR="9525" marT="9525" marB="0" anchor="ctr"/>
                </a:tc>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extLst>
                  <a:ext uri="{0D108BD9-81ED-4DB2-BD59-A6C34878D82A}">
                    <a16:rowId xmlns:a16="http://schemas.microsoft.com/office/drawing/2014/main" val="1624036463"/>
                  </a:ext>
                </a:extLst>
              </a:tr>
              <a:tr h="323530">
                <a:tc>
                  <a:txBody>
                    <a:bodyPr/>
                    <a:lstStyle/>
                    <a:p>
                      <a:pPr algn="ctr" fontAlgn="ctr"/>
                      <a:r>
                        <a:rPr lang="en-US" altLang="zh-CN" sz="1800" b="0" i="0" u="none" strike="noStrike" cap="none" spc="0" baseline="0" dirty="0">
                          <a:ln>
                            <a:noFill/>
                          </a:ln>
                          <a:solidFill>
                            <a:schemeClr val="tx1"/>
                          </a:solidFill>
                          <a:effectLst/>
                          <a:uFillTx/>
                          <a:latin typeface="Arial" panose="020B0604020202020204" pitchFamily="34" charset="0"/>
                          <a:ea typeface="+mn-ea"/>
                          <a:cs typeface="Arial" panose="020B0604020202020204" pitchFamily="34" charset="0"/>
                          <a:sym typeface="Helvetica Neue Light"/>
                        </a:rPr>
                        <a:t>16</a:t>
                      </a:r>
                    </a:p>
                  </a:txBody>
                  <a:tcPr marL="9525" marR="9525" marT="9525" marB="0" anchor="ctr"/>
                </a:tc>
                <a:tc>
                  <a:txBody>
                    <a:bodyPr/>
                    <a:lstStyle/>
                    <a:p>
                      <a:pPr algn="ctr" fontAlgn="ctr"/>
                      <a:r>
                        <a:rPr lang="en-US" altLang="zh-CN" sz="1800" b="0" i="0" u="none" strike="noStrike" cap="none" spc="0" baseline="0" dirty="0">
                          <a:ln>
                            <a:noFill/>
                          </a:ln>
                          <a:solidFill>
                            <a:schemeClr val="tx1"/>
                          </a:solidFill>
                          <a:effectLst/>
                          <a:uFillTx/>
                          <a:latin typeface="Arial" panose="020B0604020202020204" pitchFamily="34" charset="0"/>
                          <a:ea typeface="+mn-ea"/>
                          <a:cs typeface="Arial" panose="020B0604020202020204" pitchFamily="34" charset="0"/>
                          <a:sym typeface="Helvetica Neue Light"/>
                        </a:rPr>
                        <a:t>42</a:t>
                      </a:r>
                    </a:p>
                  </a:txBody>
                  <a:tcPr marL="9525" marR="9525" marT="9525" marB="0" anchor="ctr"/>
                </a:tc>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extLst>
                  <a:ext uri="{0D108BD9-81ED-4DB2-BD59-A6C34878D82A}">
                    <a16:rowId xmlns:a16="http://schemas.microsoft.com/office/drawing/2014/main" val="1149697287"/>
                  </a:ext>
                </a:extLst>
              </a:tr>
              <a:tr h="323530">
                <a:tc>
                  <a:txBody>
                    <a:bodyPr/>
                    <a:lstStyle/>
                    <a:p>
                      <a:pPr algn="ctr" fontAlgn="ctr"/>
                      <a:r>
                        <a:rPr lang="en-US" altLang="zh-CN" sz="1800" b="0" i="0" u="none" strike="noStrike" cap="none" spc="0" baseline="0" dirty="0">
                          <a:ln>
                            <a:noFill/>
                          </a:ln>
                          <a:solidFill>
                            <a:schemeClr val="tx1"/>
                          </a:solidFill>
                          <a:effectLst/>
                          <a:uFillTx/>
                          <a:latin typeface="Arial" panose="020B0604020202020204" pitchFamily="34" charset="0"/>
                          <a:ea typeface="+mn-ea"/>
                          <a:cs typeface="Arial" panose="020B0604020202020204" pitchFamily="34" charset="0"/>
                          <a:sym typeface="Helvetica Neue Light"/>
                        </a:rPr>
                        <a:t>29</a:t>
                      </a:r>
                    </a:p>
                  </a:txBody>
                  <a:tcPr marL="9525" marR="9525" marT="9525" marB="0" anchor="ctr"/>
                </a:tc>
                <a:tc>
                  <a:txBody>
                    <a:bodyPr/>
                    <a:lstStyle/>
                    <a:p>
                      <a:pPr algn="ctr" fontAlgn="ctr"/>
                      <a:r>
                        <a:rPr lang="en-US" altLang="zh-CN" sz="1800" b="0" i="0" u="none" strike="noStrike" cap="none" spc="0" baseline="0" dirty="0">
                          <a:ln>
                            <a:noFill/>
                          </a:ln>
                          <a:solidFill>
                            <a:schemeClr val="tx1"/>
                          </a:solidFill>
                          <a:effectLst/>
                          <a:uFillTx/>
                          <a:latin typeface="Arial" panose="020B0604020202020204" pitchFamily="34" charset="0"/>
                          <a:ea typeface="+mn-ea"/>
                          <a:cs typeface="Arial" panose="020B0604020202020204" pitchFamily="34" charset="0"/>
                          <a:sym typeface="Helvetica Neue Light"/>
                        </a:rPr>
                        <a:t>49</a:t>
                      </a:r>
                    </a:p>
                  </a:txBody>
                  <a:tcPr marL="9525" marR="9525" marT="9525" marB="0" anchor="ctr"/>
                </a:tc>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extLst>
                  <a:ext uri="{0D108BD9-81ED-4DB2-BD59-A6C34878D82A}">
                    <a16:rowId xmlns:a16="http://schemas.microsoft.com/office/drawing/2014/main" val="373983739"/>
                  </a:ext>
                </a:extLst>
              </a:tr>
            </a:tbl>
          </a:graphicData>
        </a:graphic>
      </p:graphicFrame>
      <p:sp>
        <p:nvSpPr>
          <p:cNvPr id="30" name="MTD | X1335 Metrology Details-Magnet 160-02017-05 (Series)">
            <a:extLst>
              <a:ext uri="{FF2B5EF4-FFF2-40B4-BE49-F238E27FC236}">
                <a16:creationId xmlns:a16="http://schemas.microsoft.com/office/drawing/2014/main" id="{97E9F8AC-CB39-1B4D-BC63-0DDCCB87880A}"/>
              </a:ext>
            </a:extLst>
          </p:cNvPr>
          <p:cNvSpPr txBox="1">
            <a:spLocks/>
          </p:cNvSpPr>
          <p:nvPr/>
        </p:nvSpPr>
        <p:spPr>
          <a:xfrm>
            <a:off x="851245" y="959195"/>
            <a:ext cx="14591955" cy="84420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noAutofit/>
          </a:bodyPr>
          <a:lstStyle>
            <a:lvl1pPr marL="0" marR="0" indent="0" algn="ctr" defTabSz="821530" rtl="0" latinLnBrk="0">
              <a:lnSpc>
                <a:spcPct val="100000"/>
              </a:lnSpc>
              <a:spcBef>
                <a:spcPts val="0"/>
              </a:spcBef>
              <a:spcAft>
                <a:spcPts val="0"/>
              </a:spcAft>
              <a:buClrTx/>
              <a:buSzTx/>
              <a:buFontTx/>
              <a:buNone/>
              <a:tabLst/>
              <a:defRPr sz="11200" b="0" i="0" u="none" strike="noStrike" cap="none" spc="0" baseline="0">
                <a:ln>
                  <a:noFill/>
                </a:ln>
                <a:solidFill>
                  <a:srgbClr val="000000"/>
                </a:solidFill>
                <a:uFillTx/>
                <a:latin typeface="+mj-lt"/>
                <a:ea typeface="+mj-ea"/>
                <a:cs typeface="+mj-cs"/>
                <a:sym typeface="Helvetica Neue Medium"/>
              </a:defRPr>
            </a:lvl1pPr>
            <a:lvl2pPr marL="0" marR="0" indent="0" algn="ctr" defTabSz="821530" rtl="0" latinLnBrk="0">
              <a:lnSpc>
                <a:spcPct val="100000"/>
              </a:lnSpc>
              <a:spcBef>
                <a:spcPts val="0"/>
              </a:spcBef>
              <a:spcAft>
                <a:spcPts val="0"/>
              </a:spcAft>
              <a:buClrTx/>
              <a:buSzTx/>
              <a:buFontTx/>
              <a:buNone/>
              <a:tabLst/>
              <a:defRPr sz="11200" b="0" i="0" u="none" strike="noStrike" cap="none" spc="0" baseline="0">
                <a:ln>
                  <a:noFill/>
                </a:ln>
                <a:solidFill>
                  <a:srgbClr val="000000"/>
                </a:solidFill>
                <a:uFillTx/>
                <a:latin typeface="+mj-lt"/>
                <a:ea typeface="+mj-ea"/>
                <a:cs typeface="+mj-cs"/>
                <a:sym typeface="Helvetica Neue Medium"/>
              </a:defRPr>
            </a:lvl2pPr>
            <a:lvl3pPr marL="0" marR="0" indent="0" algn="ctr" defTabSz="821530" rtl="0" latinLnBrk="0">
              <a:lnSpc>
                <a:spcPct val="100000"/>
              </a:lnSpc>
              <a:spcBef>
                <a:spcPts val="0"/>
              </a:spcBef>
              <a:spcAft>
                <a:spcPts val="0"/>
              </a:spcAft>
              <a:buClrTx/>
              <a:buSzTx/>
              <a:buFontTx/>
              <a:buNone/>
              <a:tabLst/>
              <a:defRPr sz="11200" b="0" i="0" u="none" strike="noStrike" cap="none" spc="0" baseline="0">
                <a:ln>
                  <a:noFill/>
                </a:ln>
                <a:solidFill>
                  <a:srgbClr val="000000"/>
                </a:solidFill>
                <a:uFillTx/>
                <a:latin typeface="+mj-lt"/>
                <a:ea typeface="+mj-ea"/>
                <a:cs typeface="+mj-cs"/>
                <a:sym typeface="Helvetica Neue Medium"/>
              </a:defRPr>
            </a:lvl3pPr>
            <a:lvl4pPr marL="0" marR="0" indent="0" algn="ctr" defTabSz="821530" rtl="0" latinLnBrk="0">
              <a:lnSpc>
                <a:spcPct val="100000"/>
              </a:lnSpc>
              <a:spcBef>
                <a:spcPts val="0"/>
              </a:spcBef>
              <a:spcAft>
                <a:spcPts val="0"/>
              </a:spcAft>
              <a:buClrTx/>
              <a:buSzTx/>
              <a:buFontTx/>
              <a:buNone/>
              <a:tabLst/>
              <a:defRPr sz="11200" b="0" i="0" u="none" strike="noStrike" cap="none" spc="0" baseline="0">
                <a:ln>
                  <a:noFill/>
                </a:ln>
                <a:solidFill>
                  <a:srgbClr val="000000"/>
                </a:solidFill>
                <a:uFillTx/>
                <a:latin typeface="+mj-lt"/>
                <a:ea typeface="+mj-ea"/>
                <a:cs typeface="+mj-cs"/>
                <a:sym typeface="Helvetica Neue Medium"/>
              </a:defRPr>
            </a:lvl4pPr>
            <a:lvl5pPr marL="0" marR="0" indent="0" algn="ctr" defTabSz="821530" rtl="0" latinLnBrk="0">
              <a:lnSpc>
                <a:spcPct val="100000"/>
              </a:lnSpc>
              <a:spcBef>
                <a:spcPts val="0"/>
              </a:spcBef>
              <a:spcAft>
                <a:spcPts val="0"/>
              </a:spcAft>
              <a:buClrTx/>
              <a:buSzTx/>
              <a:buFontTx/>
              <a:buNone/>
              <a:tabLst/>
              <a:defRPr sz="11200" b="0" i="0" u="none" strike="noStrike" cap="none" spc="0" baseline="0">
                <a:ln>
                  <a:noFill/>
                </a:ln>
                <a:solidFill>
                  <a:srgbClr val="000000"/>
                </a:solidFill>
                <a:uFillTx/>
                <a:latin typeface="+mj-lt"/>
                <a:ea typeface="+mj-ea"/>
                <a:cs typeface="+mj-cs"/>
                <a:sym typeface="Helvetica Neue Medium"/>
              </a:defRPr>
            </a:lvl5pPr>
            <a:lvl6pPr marL="0" marR="0" indent="0" algn="ctr" defTabSz="821530" rtl="0" latinLnBrk="0">
              <a:lnSpc>
                <a:spcPct val="100000"/>
              </a:lnSpc>
              <a:spcBef>
                <a:spcPts val="0"/>
              </a:spcBef>
              <a:spcAft>
                <a:spcPts val="0"/>
              </a:spcAft>
              <a:buClrTx/>
              <a:buSzTx/>
              <a:buFontTx/>
              <a:buNone/>
              <a:tabLst/>
              <a:defRPr sz="11200" b="0" i="0" u="none" strike="noStrike" cap="none" spc="0" baseline="0">
                <a:ln>
                  <a:noFill/>
                </a:ln>
                <a:solidFill>
                  <a:srgbClr val="000000"/>
                </a:solidFill>
                <a:uFillTx/>
                <a:latin typeface="+mj-lt"/>
                <a:ea typeface="+mj-ea"/>
                <a:cs typeface="+mj-cs"/>
                <a:sym typeface="Helvetica Neue Medium"/>
              </a:defRPr>
            </a:lvl6pPr>
            <a:lvl7pPr marL="0" marR="0" indent="0" algn="ctr" defTabSz="821530" rtl="0" latinLnBrk="0">
              <a:lnSpc>
                <a:spcPct val="100000"/>
              </a:lnSpc>
              <a:spcBef>
                <a:spcPts val="0"/>
              </a:spcBef>
              <a:spcAft>
                <a:spcPts val="0"/>
              </a:spcAft>
              <a:buClrTx/>
              <a:buSzTx/>
              <a:buFontTx/>
              <a:buNone/>
              <a:tabLst/>
              <a:defRPr sz="11200" b="0" i="0" u="none" strike="noStrike" cap="none" spc="0" baseline="0">
                <a:ln>
                  <a:noFill/>
                </a:ln>
                <a:solidFill>
                  <a:srgbClr val="000000"/>
                </a:solidFill>
                <a:uFillTx/>
                <a:latin typeface="+mj-lt"/>
                <a:ea typeface="+mj-ea"/>
                <a:cs typeface="+mj-cs"/>
                <a:sym typeface="Helvetica Neue Medium"/>
              </a:defRPr>
            </a:lvl7pPr>
            <a:lvl8pPr marL="0" marR="0" indent="0" algn="ctr" defTabSz="821530" rtl="0" latinLnBrk="0">
              <a:lnSpc>
                <a:spcPct val="100000"/>
              </a:lnSpc>
              <a:spcBef>
                <a:spcPts val="0"/>
              </a:spcBef>
              <a:spcAft>
                <a:spcPts val="0"/>
              </a:spcAft>
              <a:buClrTx/>
              <a:buSzTx/>
              <a:buFontTx/>
              <a:buNone/>
              <a:tabLst/>
              <a:defRPr sz="11200" b="0" i="0" u="none" strike="noStrike" cap="none" spc="0" baseline="0">
                <a:ln>
                  <a:noFill/>
                </a:ln>
                <a:solidFill>
                  <a:srgbClr val="000000"/>
                </a:solidFill>
                <a:uFillTx/>
                <a:latin typeface="+mj-lt"/>
                <a:ea typeface="+mj-ea"/>
                <a:cs typeface="+mj-cs"/>
                <a:sym typeface="Helvetica Neue Medium"/>
              </a:defRPr>
            </a:lvl8pPr>
            <a:lvl9pPr marL="0" marR="0" indent="0" algn="ctr" defTabSz="821530" rtl="0" latinLnBrk="0">
              <a:lnSpc>
                <a:spcPct val="100000"/>
              </a:lnSpc>
              <a:spcBef>
                <a:spcPts val="0"/>
              </a:spcBef>
              <a:spcAft>
                <a:spcPts val="0"/>
              </a:spcAft>
              <a:buClrTx/>
              <a:buSzTx/>
              <a:buFontTx/>
              <a:buNone/>
              <a:tabLst/>
              <a:defRPr sz="11200" b="0" i="0" u="none" strike="noStrike" cap="none" spc="0" baseline="0">
                <a:ln>
                  <a:noFill/>
                </a:ln>
                <a:solidFill>
                  <a:srgbClr val="000000"/>
                </a:solidFill>
                <a:uFillTx/>
                <a:latin typeface="+mj-lt"/>
                <a:ea typeface="+mj-ea"/>
                <a:cs typeface="+mj-cs"/>
                <a:sym typeface="Helvetica Neue Medium"/>
              </a:defRPr>
            </a:lvl9pPr>
          </a:lstStyle>
          <a:p>
            <a:pPr algn="l" defTabSz="212866" hangingPunct="1">
              <a:defRPr sz="4400">
                <a:solidFill>
                  <a:srgbClr val="024C90"/>
                </a:solidFill>
                <a:latin typeface="Helvetica Neue Light"/>
                <a:ea typeface="Helvetica Neue Light"/>
                <a:cs typeface="Helvetica Neue Light"/>
                <a:sym typeface="Helvetica Neue Light"/>
              </a:defRPr>
            </a:pPr>
            <a:r>
              <a:rPr lang="en" sz="4400" dirty="0">
                <a:solidFill>
                  <a:srgbClr val="024C90"/>
                </a:solidFill>
                <a:latin typeface="Arial" panose="020B0604020202020204" pitchFamily="34" charset="0"/>
                <a:ea typeface="Helvetica Neue Light"/>
                <a:cs typeface="Arial" panose="020B0604020202020204" pitchFamily="34" charset="0"/>
                <a:sym typeface="Helvetica Neue Light"/>
              </a:rPr>
              <a:t>MTD</a:t>
            </a:r>
            <a:r>
              <a:rPr lang="en" sz="4400" dirty="0">
                <a:latin typeface="Arial" panose="020B0604020202020204" pitchFamily="34" charset="0"/>
                <a:ea typeface="Helvetica Neue Light"/>
                <a:cs typeface="Arial" panose="020B0604020202020204" pitchFamily="34" charset="0"/>
                <a:sym typeface="Helvetica Neue Light"/>
              </a:rPr>
              <a:t> | </a:t>
            </a:r>
            <a:r>
              <a:rPr lang="en-US" sz="4400" dirty="0">
                <a:solidFill>
                  <a:schemeClr val="tx1"/>
                </a:solidFill>
                <a:latin typeface="Arial" panose="020B0604020202020204" pitchFamily="34" charset="0"/>
                <a:ea typeface="Helvetica Neue Light"/>
                <a:cs typeface="Arial" panose="020B0604020202020204" pitchFamily="34" charset="0"/>
                <a:sym typeface="Helvetica Neue Light"/>
              </a:rPr>
              <a:t>R240</a:t>
            </a:r>
            <a:r>
              <a:rPr lang="en" sz="4400" dirty="0">
                <a:latin typeface="Arial" panose="020B0604020202020204" pitchFamily="34" charset="0"/>
                <a:ea typeface="Helvetica Neue Light"/>
                <a:cs typeface="Arial" panose="020B0604020202020204" pitchFamily="34" charset="0"/>
                <a:sym typeface="Helvetica Neue Light"/>
              </a:rPr>
              <a:t> </a:t>
            </a:r>
            <a:r>
              <a:rPr lang="en" sz="4400" dirty="0">
                <a:solidFill>
                  <a:schemeClr val="tx1"/>
                </a:solidFill>
                <a:latin typeface="Arial" panose="020B0604020202020204" pitchFamily="34" charset="0"/>
                <a:ea typeface="Helvetica Neue Light"/>
                <a:cs typeface="Arial" panose="020B0604020202020204" pitchFamily="34" charset="0"/>
                <a:sym typeface="Helvetica Neue Light"/>
              </a:rPr>
              <a:t>Metrology Details-Magnet </a:t>
            </a:r>
            <a:r>
              <a:rPr lang="sv-SE" altLang="zh-CN" sz="4400" dirty="0">
                <a:solidFill>
                  <a:schemeClr val="tx1"/>
                </a:solidFill>
                <a:latin typeface="Arial" panose="020B0604020202020204" pitchFamily="34" charset="0"/>
                <a:ea typeface="Helvetica Neue Light"/>
                <a:cs typeface="Arial" panose="020B0604020202020204" pitchFamily="34" charset="0"/>
                <a:sym typeface="Helvetica Neue Light"/>
              </a:rPr>
              <a:t>099-53721-08</a:t>
            </a:r>
          </a:p>
        </p:txBody>
      </p:sp>
      <p:sp>
        <p:nvSpPr>
          <p:cNvPr id="31" name="灯片编号占位符 3"/>
          <p:cNvSpPr txBox="1">
            <a:spLocks/>
          </p:cNvSpPr>
          <p:nvPr/>
        </p:nvSpPr>
        <p:spPr>
          <a:xfrm>
            <a:off x="11407813" y="13213401"/>
            <a:ext cx="426397" cy="482821"/>
          </a:xfrm>
          <a:prstGeom prst="rect">
            <a:avLst/>
          </a:prstGeom>
          <a:ln w="12700">
            <a:miter lim="400000"/>
          </a:ln>
        </p:spPr>
        <p:txBody>
          <a:bodyPr wrap="none" lIns="71436" tIns="71436" rIns="71436" bIns="71436">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821530" rtl="0" fontAlgn="auto" latinLnBrk="0" hangingPunct="0">
              <a:lnSpc>
                <a:spcPct val="100000"/>
              </a:lnSpc>
              <a:spcBef>
                <a:spcPts val="0"/>
              </a:spcBef>
              <a:spcAft>
                <a:spcPts val="0"/>
              </a:spcAft>
              <a:buClrTx/>
              <a:buSzTx/>
              <a:buFontTx/>
              <a:buNone/>
              <a:tabLst/>
              <a:defRPr kumimoji="0" sz="2200" b="0" i="0" u="none" strike="noStrike" cap="none" spc="0" normalizeH="0" baseline="0">
                <a:ln>
                  <a:noFill/>
                </a:ln>
                <a:solidFill>
                  <a:srgbClr val="000000"/>
                </a:solidFill>
                <a:effectLst/>
                <a:uFillTx/>
                <a:latin typeface="Helvetica Neue Thin"/>
                <a:ea typeface="Helvetica Neue Thin"/>
                <a:cs typeface="Helvetica Neue Thin"/>
                <a:sym typeface="Helvetica Neue Thin"/>
              </a:defRPr>
            </a:lvl1pPr>
            <a:lvl2pPr marL="0" marR="0" indent="0" algn="ctr" defTabSz="82153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000000"/>
                </a:solidFill>
                <a:effectLst/>
                <a:uFillTx/>
                <a:latin typeface="+mj-lt"/>
                <a:ea typeface="+mj-ea"/>
                <a:cs typeface="+mj-cs"/>
                <a:sym typeface="Helvetica Neue Medium"/>
              </a:defRPr>
            </a:lvl2pPr>
            <a:lvl3pPr marL="0" marR="0" indent="0" algn="ctr" defTabSz="82153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000000"/>
                </a:solidFill>
                <a:effectLst/>
                <a:uFillTx/>
                <a:latin typeface="+mj-lt"/>
                <a:ea typeface="+mj-ea"/>
                <a:cs typeface="+mj-cs"/>
                <a:sym typeface="Helvetica Neue Medium"/>
              </a:defRPr>
            </a:lvl3pPr>
            <a:lvl4pPr marL="0" marR="0" indent="0" algn="ctr" defTabSz="82153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000000"/>
                </a:solidFill>
                <a:effectLst/>
                <a:uFillTx/>
                <a:latin typeface="+mj-lt"/>
                <a:ea typeface="+mj-ea"/>
                <a:cs typeface="+mj-cs"/>
                <a:sym typeface="Helvetica Neue Medium"/>
              </a:defRPr>
            </a:lvl4pPr>
            <a:lvl5pPr marL="0" marR="0" indent="0" algn="ctr" defTabSz="82153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000000"/>
                </a:solidFill>
                <a:effectLst/>
                <a:uFillTx/>
                <a:latin typeface="+mj-lt"/>
                <a:ea typeface="+mj-ea"/>
                <a:cs typeface="+mj-cs"/>
                <a:sym typeface="Helvetica Neue Medium"/>
              </a:defRPr>
            </a:lvl5pPr>
            <a:lvl6pPr marL="0" marR="0" indent="0" algn="ctr" defTabSz="82153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000000"/>
                </a:solidFill>
                <a:effectLst/>
                <a:uFillTx/>
                <a:latin typeface="+mj-lt"/>
                <a:ea typeface="+mj-ea"/>
                <a:cs typeface="+mj-cs"/>
                <a:sym typeface="Helvetica Neue Medium"/>
              </a:defRPr>
            </a:lvl6pPr>
            <a:lvl7pPr marL="0" marR="0" indent="0" algn="ctr" defTabSz="82153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000000"/>
                </a:solidFill>
                <a:effectLst/>
                <a:uFillTx/>
                <a:latin typeface="+mj-lt"/>
                <a:ea typeface="+mj-ea"/>
                <a:cs typeface="+mj-cs"/>
                <a:sym typeface="Helvetica Neue Medium"/>
              </a:defRPr>
            </a:lvl7pPr>
            <a:lvl8pPr marL="0" marR="0" indent="0" algn="ctr" defTabSz="82153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000000"/>
                </a:solidFill>
                <a:effectLst/>
                <a:uFillTx/>
                <a:latin typeface="+mj-lt"/>
                <a:ea typeface="+mj-ea"/>
                <a:cs typeface="+mj-cs"/>
                <a:sym typeface="Helvetica Neue Medium"/>
              </a:defRPr>
            </a:lvl8pPr>
            <a:lvl9pPr marL="0" marR="0" indent="0" algn="ctr" defTabSz="82153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000000"/>
                </a:solidFill>
                <a:effectLst/>
                <a:uFillTx/>
                <a:latin typeface="+mj-lt"/>
                <a:ea typeface="+mj-ea"/>
                <a:cs typeface="+mj-cs"/>
                <a:sym typeface="Helvetica Neue Medium"/>
              </a:defRPr>
            </a:lvl9pPr>
          </a:lstStyle>
          <a:p>
            <a:r>
              <a:rPr lang="en-US" altLang="zh-CN" dirty="0"/>
              <a:t>25</a:t>
            </a:r>
            <a:endParaRPr lang="zh-CN" altLang="en-US" dirty="0"/>
          </a:p>
        </p:txBody>
      </p:sp>
      <p:grpSp>
        <p:nvGrpSpPr>
          <p:cNvPr id="33" name="组合 32"/>
          <p:cNvGrpSpPr/>
          <p:nvPr/>
        </p:nvGrpSpPr>
        <p:grpSpPr>
          <a:xfrm>
            <a:off x="12111321" y="7994298"/>
            <a:ext cx="11241968" cy="1675344"/>
            <a:chOff x="1287717" y="8101702"/>
            <a:chExt cx="12173439" cy="1675344"/>
          </a:xfrm>
        </p:grpSpPr>
        <p:pic>
          <p:nvPicPr>
            <p:cNvPr id="34" name="图片 33"/>
            <p:cNvPicPr>
              <a:picLocks noChangeAspect="1"/>
            </p:cNvPicPr>
            <p:nvPr/>
          </p:nvPicPr>
          <p:blipFill>
            <a:blip r:embed="rId12" cstate="email">
              <a:extLst>
                <a:ext uri="{28A0092B-C50C-407E-A947-70E740481C1C}">
                  <a14:useLocalDpi xmlns:a14="http://schemas.microsoft.com/office/drawing/2010/main"/>
                </a:ext>
              </a:extLst>
            </a:blip>
            <a:stretch>
              <a:fillRect/>
            </a:stretch>
          </p:blipFill>
          <p:spPr>
            <a:xfrm>
              <a:off x="1354716" y="8101702"/>
              <a:ext cx="12106440" cy="1675344"/>
            </a:xfrm>
            <a:prstGeom prst="rect">
              <a:avLst/>
            </a:prstGeom>
          </p:spPr>
        </p:pic>
        <p:sp>
          <p:nvSpPr>
            <p:cNvPr id="35" name="矩形 34"/>
            <p:cNvSpPr/>
            <p:nvPr/>
          </p:nvSpPr>
          <p:spPr>
            <a:xfrm>
              <a:off x="1287717" y="8799198"/>
              <a:ext cx="8740799" cy="186188"/>
            </a:xfrm>
            <a:prstGeom prst="rect">
              <a:avLst/>
            </a:prstGeom>
            <a:noFill/>
            <a:ln w="25400" cap="flat">
              <a:solidFill>
                <a:srgbClr val="FF0000"/>
              </a:solid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71436" tIns="71436" rIns="71436" bIns="71436" numCol="1" spcCol="38100" rtlCol="0" anchor="ctr">
              <a:spAutoFit/>
            </a:bodyPr>
            <a:lstStyle/>
            <a:p>
              <a:pPr marL="0" marR="0" indent="0" algn="ctr" defTabSz="821690" rtl="0" fontAlgn="auto" latinLnBrk="0" hangingPunct="0">
                <a:lnSpc>
                  <a:spcPct val="100000"/>
                </a:lnSpc>
                <a:spcBef>
                  <a:spcPts val="0"/>
                </a:spcBef>
                <a:spcAft>
                  <a:spcPts val="0"/>
                </a:spcAft>
                <a:buClrTx/>
                <a:buSzTx/>
                <a:buFontTx/>
                <a:buNone/>
              </a:pPr>
              <a:endParaRPr kumimoji="0" lang="zh-CN" altLang="en-US" sz="3200" b="0" i="0" u="none" strike="noStrike" cap="none" spc="0" normalizeH="0" baseline="0">
                <a:ln>
                  <a:noFill/>
                </a:ln>
                <a:solidFill>
                  <a:srgbClr val="000000"/>
                </a:solidFill>
                <a:effectLst/>
                <a:uFillTx/>
                <a:latin typeface="+mj-lt"/>
                <a:ea typeface="+mj-ea"/>
                <a:cs typeface="+mj-cs"/>
                <a:sym typeface="Helvetica Neue Medium" panose="02000503000000020004"/>
              </a:endParaRPr>
            </a:p>
          </p:txBody>
        </p:sp>
      </p:grpSp>
    </p:spTree>
    <p:extLst>
      <p:ext uri="{BB962C8B-B14F-4D97-AF65-F5344CB8AC3E}">
        <p14:creationId xmlns:p14="http://schemas.microsoft.com/office/powerpoint/2010/main" val="3010631308"/>
      </p:ext>
    </p:extLst>
  </p:cSld>
  <p:clrMapOvr>
    <a:masterClrMapping/>
  </p:clrMapOvr>
  <p:transition spd="me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2"/>
          </p:nvPr>
        </p:nvSpPr>
        <p:spPr>
          <a:xfrm>
            <a:off x="11645055" y="13172823"/>
            <a:ext cx="466265" cy="477668"/>
          </a:xfrm>
        </p:spPr>
        <p:txBody>
          <a:bodyPr/>
          <a:lstStyle/>
          <a:p>
            <a:fld id="{86CB4B4D-7CA3-9044-876B-883B54F8677D}" type="slidenum">
              <a:rPr lang="en-US" altLang="zh-CN" smtClean="0"/>
              <a:t>26</a:t>
            </a:fld>
            <a:endParaRPr lang="en-US" altLang="zh-CN" dirty="0"/>
          </a:p>
        </p:txBody>
      </p:sp>
      <p:graphicFrame>
        <p:nvGraphicFramePr>
          <p:cNvPr id="87" name="表格"/>
          <p:cNvGraphicFramePr/>
          <p:nvPr>
            <p:custDataLst>
              <p:tags r:id="rId1"/>
            </p:custDataLst>
          </p:nvPr>
        </p:nvGraphicFramePr>
        <p:xfrm>
          <a:off x="773476" y="1871134"/>
          <a:ext cx="22965007" cy="11779358"/>
        </p:xfrm>
        <a:graphic>
          <a:graphicData uri="http://schemas.openxmlformats.org/drawingml/2006/table">
            <a:tbl>
              <a:tblPr/>
              <a:tblGrid>
                <a:gridCol w="10885124">
                  <a:extLst>
                    <a:ext uri="{9D8B030D-6E8A-4147-A177-3AD203B41FA5}">
                      <a16:colId xmlns:a16="http://schemas.microsoft.com/office/drawing/2014/main" val="20000"/>
                    </a:ext>
                  </a:extLst>
                </a:gridCol>
                <a:gridCol w="12079883">
                  <a:extLst>
                    <a:ext uri="{9D8B030D-6E8A-4147-A177-3AD203B41FA5}">
                      <a16:colId xmlns:a16="http://schemas.microsoft.com/office/drawing/2014/main" val="20001"/>
                    </a:ext>
                  </a:extLst>
                </a:gridCol>
              </a:tblGrid>
              <a:tr h="668332">
                <a:tc gridSpan="2">
                  <a:txBody>
                    <a:bodyPr/>
                    <a:lstStyle/>
                    <a:p>
                      <a:pPr algn="l" defTabSz="409575">
                        <a:defRPr sz="3000">
                          <a:solidFill>
                            <a:srgbClr val="0433FF"/>
                          </a:solidFill>
                          <a:sym typeface="Helvetica Neue Medium" panose="02000503000000020004"/>
                        </a:defRPr>
                      </a:pPr>
                      <a:r>
                        <a:rPr dirty="0">
                          <a:solidFill>
                            <a:srgbClr val="000000"/>
                          </a:solidFill>
                          <a:latin typeface="Arial" panose="020B0604020202020204" pitchFamily="34" charset="0"/>
                          <a:ea typeface="Arial" panose="020B0604020202020204"/>
                          <a:cs typeface="Arial" panose="020B0604020202020204" pitchFamily="34" charset="0"/>
                          <a:sym typeface="Arial" panose="020B0604020202020204"/>
                        </a:rPr>
                        <a:t>Magnetic Properties:</a:t>
                      </a:r>
                      <a:r>
                        <a:rPr lang="en-US" altLang="zh-CN" dirty="0">
                          <a:solidFill>
                            <a:srgbClr val="000000"/>
                          </a:solidFill>
                          <a:latin typeface="Arial" panose="020B0604020202020204" pitchFamily="34" charset="0"/>
                          <a:ea typeface="Arial" panose="020B0604020202020204"/>
                          <a:cs typeface="Arial" panose="020B0604020202020204" pitchFamily="34" charset="0"/>
                          <a:sym typeface="Arial" panose="020B0604020202020204"/>
                        </a:rPr>
                        <a:t>N42SH:</a:t>
                      </a:r>
                      <a:r>
                        <a:rPr lang="en-US" altLang="zh-CN" dirty="0">
                          <a:solidFill>
                            <a:srgbClr val="000000"/>
                          </a:solidFill>
                          <a:latin typeface="Arial" panose="020B0604020202020204" pitchFamily="34" charset="0"/>
                          <a:cs typeface="Arial" panose="020B0604020202020204" pitchFamily="34" charset="0"/>
                        </a:rPr>
                        <a:t> Br:12.8~13.2kGs; Hcj:20 MIN </a:t>
                      </a:r>
                      <a:r>
                        <a:rPr lang="en-US" altLang="zh-CN" dirty="0" err="1">
                          <a:solidFill>
                            <a:srgbClr val="000000"/>
                          </a:solidFill>
                          <a:latin typeface="Arial" panose="020B0604020202020204" pitchFamily="34" charset="0"/>
                          <a:cs typeface="Arial" panose="020B0604020202020204" pitchFamily="34" charset="0"/>
                        </a:rPr>
                        <a:t>kOe;BH</a:t>
                      </a:r>
                      <a:r>
                        <a:rPr lang="en-US" altLang="zh-CN" dirty="0">
                          <a:solidFill>
                            <a:srgbClr val="000000"/>
                          </a:solidFill>
                          <a:latin typeface="Arial" panose="020B0604020202020204" pitchFamily="34" charset="0"/>
                          <a:cs typeface="Arial" panose="020B0604020202020204" pitchFamily="34" charset="0"/>
                        </a:rPr>
                        <a:t>(Max):40~43(</a:t>
                      </a:r>
                      <a:r>
                        <a:rPr lang="en-US" altLang="zh-CN" dirty="0" err="1">
                          <a:solidFill>
                            <a:srgbClr val="000000"/>
                          </a:solidFill>
                          <a:latin typeface="Arial" panose="020B0604020202020204" pitchFamily="34" charset="0"/>
                          <a:cs typeface="Arial" panose="020B0604020202020204" pitchFamily="34" charset="0"/>
                        </a:rPr>
                        <a:t>MGOe</a:t>
                      </a:r>
                      <a:r>
                        <a:rPr lang="en-US" altLang="zh-CN" dirty="0">
                          <a:solidFill>
                            <a:srgbClr val="000000"/>
                          </a:solidFill>
                          <a:latin typeface="Arial" panose="020B0604020202020204" pitchFamily="34" charset="0"/>
                          <a:cs typeface="Arial" panose="020B0604020202020204" pitchFamily="34" charset="0"/>
                        </a:rPr>
                        <a:t>)</a:t>
                      </a:r>
                    </a:p>
                  </a:txBody>
                  <a:tcPr marL="12700" marR="12700" marT="12700" marB="12700" anchor="ctr" horzOverflow="overflow">
                    <a:lnL w="6350">
                      <a:solidFill>
                        <a:srgbClr val="000000"/>
                      </a:solidFill>
                    </a:lnL>
                    <a:lnR w="6350">
                      <a:solidFill>
                        <a:srgbClr val="000000"/>
                      </a:solidFill>
                    </a:lnR>
                    <a:lnT w="6350">
                      <a:solidFill>
                        <a:srgbClr val="000000"/>
                      </a:solidFill>
                    </a:lnT>
                    <a:lnB w="6350">
                      <a:solidFill>
                        <a:srgbClr val="000000"/>
                      </a:solidFill>
                    </a:lnB>
                    <a:solidFill>
                      <a:srgbClr val="C1E1FE"/>
                    </a:solidFill>
                  </a:tcPr>
                </a:tc>
                <a:tc hMerge="1">
                  <a:txBody>
                    <a:bodyPr/>
                    <a:lstStyle/>
                    <a:p>
                      <a:endParaRPr lang="zh-CN"/>
                    </a:p>
                  </a:txBody>
                  <a:tcPr/>
                </a:tc>
                <a:extLst>
                  <a:ext uri="{0D108BD9-81ED-4DB2-BD59-A6C34878D82A}">
                    <a16:rowId xmlns:a16="http://schemas.microsoft.com/office/drawing/2014/main" val="10000"/>
                  </a:ext>
                </a:extLst>
              </a:tr>
              <a:tr h="658964">
                <a:tc>
                  <a:txBody>
                    <a:bodyPr/>
                    <a:lstStyle/>
                    <a:p>
                      <a:pPr defTabSz="409575">
                        <a:defRPr sz="1800"/>
                      </a:pPr>
                      <a:r>
                        <a:rPr sz="3000" dirty="0">
                          <a:latin typeface="Arial" panose="020B0604020202020204" pitchFamily="34" charset="0"/>
                          <a:cs typeface="Arial" panose="020B0604020202020204" pitchFamily="34" charset="0"/>
                          <a:sym typeface="Helvetica Neue Medium" panose="02000503000000020004"/>
                        </a:rPr>
                        <a:t>FAI</a:t>
                      </a:r>
                    </a:p>
                  </a:txBody>
                  <a:tcPr marL="12700" marR="12700" marT="12700" marB="12700" anchor="ctr" horzOverflow="overflow">
                    <a:lnL w="6350">
                      <a:solidFill>
                        <a:srgbClr val="000000"/>
                      </a:solidFill>
                    </a:lnL>
                    <a:lnR w="6350">
                      <a:solidFill>
                        <a:srgbClr val="000000"/>
                      </a:solidFill>
                    </a:lnR>
                    <a:lnT w="6350">
                      <a:solidFill>
                        <a:srgbClr val="000000"/>
                      </a:solidFill>
                    </a:lnT>
                    <a:lnB w="6350">
                      <a:solidFill>
                        <a:srgbClr val="000000"/>
                      </a:solidFill>
                    </a:lnB>
                    <a:solidFill>
                      <a:srgbClr val="C1E1FE"/>
                    </a:solidFill>
                  </a:tcPr>
                </a:tc>
                <a:tc>
                  <a:txBody>
                    <a:bodyPr/>
                    <a:lstStyle/>
                    <a:p>
                      <a:pPr defTabSz="409575">
                        <a:defRPr sz="1800"/>
                      </a:pPr>
                      <a:r>
                        <a:rPr sz="3000" dirty="0">
                          <a:latin typeface="Arial" panose="020B0604020202020204" pitchFamily="34" charset="0"/>
                          <a:cs typeface="Arial" panose="020B0604020202020204" pitchFamily="34" charset="0"/>
                          <a:sym typeface="Helvetica Neue Medium" panose="02000503000000020004"/>
                        </a:rPr>
                        <a:t>In-process</a:t>
                      </a:r>
                    </a:p>
                  </a:txBody>
                  <a:tcPr marL="12700" marR="12700" marT="12700" marB="12700" anchor="ctr" horzOverflow="overflow">
                    <a:lnL w="6350">
                      <a:solidFill>
                        <a:srgbClr val="000000"/>
                      </a:solidFill>
                    </a:lnL>
                    <a:lnR w="6350">
                      <a:solidFill>
                        <a:srgbClr val="000000"/>
                      </a:solidFill>
                    </a:lnR>
                    <a:lnT w="6350">
                      <a:solidFill>
                        <a:srgbClr val="000000"/>
                      </a:solidFill>
                    </a:lnT>
                    <a:lnB w="6350">
                      <a:solidFill>
                        <a:srgbClr val="000000"/>
                      </a:solidFill>
                    </a:lnB>
                    <a:solidFill>
                      <a:srgbClr val="C1E1FE"/>
                    </a:solidFill>
                  </a:tcPr>
                </a:tc>
                <a:extLst>
                  <a:ext uri="{0D108BD9-81ED-4DB2-BD59-A6C34878D82A}">
                    <a16:rowId xmlns:a16="http://schemas.microsoft.com/office/drawing/2014/main" val="10001"/>
                  </a:ext>
                </a:extLst>
              </a:tr>
              <a:tr h="10452062">
                <a:tc>
                  <a:txBody>
                    <a:bodyPr/>
                    <a:lstStyle/>
                    <a:p>
                      <a:pPr marL="481330" indent="-481330" algn="l" defTabSz="409575">
                        <a:buSzPct val="100000"/>
                        <a:buAutoNum type="arabicPeriod"/>
                        <a:defRPr sz="2400">
                          <a:sym typeface="Helvetica Neue Medium" panose="02000503000000020004"/>
                        </a:defRPr>
                      </a:pPr>
                      <a:r>
                        <a:rPr dirty="0">
                          <a:solidFill>
                            <a:schemeClr val="tx1"/>
                          </a:solidFill>
                          <a:latin typeface="Arial" panose="020B0604020202020204" pitchFamily="34" charset="0"/>
                          <a:cs typeface="Arial" panose="020B0604020202020204" pitchFamily="34" charset="0"/>
                        </a:rPr>
                        <a:t>Measurement Method ：Magnetic permanent tester</a:t>
                      </a:r>
                    </a:p>
                    <a:p>
                      <a:pPr marL="481330" indent="-481330" algn="l" defTabSz="409575">
                        <a:buSzPct val="100000"/>
                        <a:buAutoNum type="arabicPeriod"/>
                        <a:defRPr sz="2400">
                          <a:sym typeface="Helvetica Neue Medium" panose="02000503000000020004"/>
                        </a:defRPr>
                      </a:pPr>
                      <a:r>
                        <a:rPr dirty="0">
                          <a:solidFill>
                            <a:schemeClr val="tx1"/>
                          </a:solidFill>
                          <a:latin typeface="Arial" panose="020B0604020202020204" pitchFamily="34" charset="0"/>
                          <a:cs typeface="Arial" panose="020B0604020202020204" pitchFamily="34" charset="0"/>
                        </a:rPr>
                        <a:t>Fixture ：Yes</a:t>
                      </a:r>
                    </a:p>
                    <a:p>
                      <a:pPr marL="0" marR="0" indent="0" algn="l" defTabSz="409575" rtl="0" eaLnBrk="1" fontAlgn="auto" latinLnBrk="0" hangingPunct="1">
                        <a:lnSpc>
                          <a:spcPct val="100000"/>
                        </a:lnSpc>
                        <a:spcBef>
                          <a:spcPts val="0"/>
                        </a:spcBef>
                        <a:spcAft>
                          <a:spcPts val="0"/>
                        </a:spcAft>
                        <a:buClrTx/>
                        <a:buSzTx/>
                        <a:buFontTx/>
                        <a:buNone/>
                        <a:defRPr sz="2400">
                          <a:sym typeface="Helvetica Neue Medium" panose="02000503000000020004"/>
                        </a:defRPr>
                      </a:pPr>
                      <a:r>
                        <a:rPr dirty="0">
                          <a:solidFill>
                            <a:schemeClr val="tx1"/>
                          </a:solidFill>
                          <a:latin typeface="Arial" panose="020B0604020202020204" pitchFamily="34" charset="0"/>
                          <a:cs typeface="Arial" panose="020B0604020202020204" pitchFamily="34" charset="0"/>
                        </a:rPr>
                        <a:t>3.  Measurement status ：</a:t>
                      </a:r>
                      <a:r>
                        <a:rPr lang="en-US" altLang="zh-CN" sz="2400" b="0" i="0" u="none" strike="noStrike" cap="none" spc="0" baseline="0" dirty="0">
                          <a:ln>
                            <a:noFill/>
                          </a:ln>
                          <a:solidFill>
                            <a:schemeClr val="tx1"/>
                          </a:solidFill>
                          <a:uFillTx/>
                          <a:latin typeface="Arial" panose="020B0604020202020204" pitchFamily="34" charset="0"/>
                          <a:ea typeface="+mn-ea"/>
                          <a:cs typeface="Arial" panose="020B0604020202020204" pitchFamily="34" charset="0"/>
                          <a:sym typeface="Helvetica Neue Thin" panose="02000503000000020004"/>
                        </a:rPr>
                        <a:t>Constrained</a:t>
                      </a:r>
                      <a:r>
                        <a:rPr lang="en-US" altLang="zh-CN" dirty="0">
                          <a:solidFill>
                            <a:schemeClr val="tx1"/>
                          </a:solidFill>
                          <a:latin typeface="Arial" panose="020B0604020202020204" pitchFamily="34" charset="0"/>
                          <a:cs typeface="Arial" panose="020B0604020202020204" pitchFamily="34" charset="0"/>
                        </a:rPr>
                        <a:t> </a:t>
                      </a:r>
                      <a:endParaRPr lang="en-US" altLang="zh-CN" sz="2600" dirty="0">
                        <a:solidFill>
                          <a:schemeClr val="tx1"/>
                        </a:solidFill>
                        <a:latin typeface="Arial" panose="020B0604020202020204" pitchFamily="34" charset="0"/>
                        <a:cs typeface="Arial" panose="020B0604020202020204" pitchFamily="34" charset="0"/>
                      </a:endParaRPr>
                    </a:p>
                    <a:p>
                      <a:pPr algn="l" defTabSz="409575">
                        <a:defRPr sz="2400">
                          <a:sym typeface="Helvetica Neue Medium" panose="02000503000000020004"/>
                        </a:defRPr>
                      </a:pPr>
                      <a:r>
                        <a:rPr dirty="0">
                          <a:solidFill>
                            <a:schemeClr val="tx1"/>
                          </a:solidFill>
                          <a:latin typeface="Arial" panose="020B0604020202020204" pitchFamily="34" charset="0"/>
                          <a:cs typeface="Arial" panose="020B0604020202020204" pitchFamily="34" charset="0"/>
                        </a:rPr>
                        <a:t>4.  Measurement procedure ： </a:t>
                      </a:r>
                      <a:endParaRPr sz="2600" dirty="0">
                        <a:solidFill>
                          <a:schemeClr val="tx1"/>
                        </a:solidFill>
                        <a:latin typeface="Arial" panose="020B0604020202020204" pitchFamily="34" charset="0"/>
                        <a:cs typeface="Arial" panose="020B0604020202020204" pitchFamily="34" charset="0"/>
                      </a:endParaRPr>
                    </a:p>
                    <a:p>
                      <a:pPr marL="0" marR="0" indent="0" algn="l" defTabSz="409575" rtl="0" latinLnBrk="0">
                        <a:lnSpc>
                          <a:spcPct val="100000"/>
                        </a:lnSpc>
                        <a:spcBef>
                          <a:spcPts val="0"/>
                        </a:spcBef>
                        <a:spcAft>
                          <a:spcPts val="0"/>
                        </a:spcAft>
                        <a:buClrTx/>
                        <a:buSzTx/>
                        <a:buFontTx/>
                        <a:buNone/>
                        <a:defRPr sz="2000">
                          <a:latin typeface="Helvetica"/>
                          <a:ea typeface="Helvetica"/>
                          <a:cs typeface="Helvetica"/>
                          <a:sym typeface="Helvetica"/>
                        </a:defRPr>
                      </a:pPr>
                      <a:r>
                        <a:rPr sz="2000" b="0" i="0" u="none" strike="noStrike" cap="none" spc="0" baseline="0" dirty="0">
                          <a:ln>
                            <a:noFill/>
                          </a:ln>
                          <a:solidFill>
                            <a:schemeClr val="tx1"/>
                          </a:solidFill>
                          <a:uFillTx/>
                          <a:latin typeface="Arial" panose="020B0604020202020204" pitchFamily="34" charset="0"/>
                          <a:ea typeface="Helvetica"/>
                          <a:cs typeface="Arial" panose="020B0604020202020204" pitchFamily="34" charset="0"/>
                          <a:sym typeface="Helvetica Neue Thin" panose="02000503000000020004"/>
                        </a:rPr>
                        <a:t>1.准备Block 规格长宽高：</a:t>
                      </a:r>
                      <a:r>
                        <a:rPr lang="en-US" sz="2000" b="0" i="0" u="none" strike="noStrike" cap="none" spc="0" baseline="0" dirty="0">
                          <a:ln>
                            <a:noFill/>
                          </a:ln>
                          <a:solidFill>
                            <a:schemeClr val="tx1"/>
                          </a:solidFill>
                          <a:uFillTx/>
                          <a:latin typeface="Arial" panose="020B0604020202020204" pitchFamily="34" charset="0"/>
                          <a:ea typeface="Helvetica"/>
                          <a:cs typeface="Arial" panose="020B0604020202020204" pitchFamily="34" charset="0"/>
                          <a:sym typeface="Helvetica Neue Thin" panose="02000503000000020004"/>
                        </a:rPr>
                        <a:t>61</a:t>
                      </a:r>
                      <a:r>
                        <a:rPr lang="en-US" altLang="zh-CN" sz="2000" b="0" i="0" u="none" strike="noStrike" cap="none" spc="0" baseline="0" dirty="0">
                          <a:ln>
                            <a:noFill/>
                          </a:ln>
                          <a:solidFill>
                            <a:schemeClr val="tx1"/>
                          </a:solidFill>
                          <a:uFillTx/>
                          <a:latin typeface="Arial" panose="020B0604020202020204" pitchFamily="34" charset="0"/>
                          <a:ea typeface="Helvetica"/>
                          <a:cs typeface="Arial" panose="020B0604020202020204" pitchFamily="34" charset="0"/>
                          <a:sym typeface="Helvetica Neue Thin" panose="02000503000000020004"/>
                        </a:rPr>
                        <a:t>mm*44mm*34.5mm</a:t>
                      </a:r>
                      <a:r>
                        <a:rPr sz="2000" b="0" i="0" u="none" strike="noStrike" cap="none" spc="0" baseline="0" dirty="0">
                          <a:ln>
                            <a:noFill/>
                          </a:ln>
                          <a:solidFill>
                            <a:schemeClr val="tx1"/>
                          </a:solidFill>
                          <a:uFillTx/>
                          <a:latin typeface="Arial" panose="020B0604020202020204" pitchFamily="34" charset="0"/>
                          <a:ea typeface="Helvetica"/>
                          <a:cs typeface="Arial" panose="020B0604020202020204" pitchFamily="34" charset="0"/>
                          <a:sym typeface="Helvetica Neue Thin" panose="02000503000000020004"/>
                        </a:rPr>
                        <a:t>，然后从Block边角处掏取一块Φ10mm*1</a:t>
                      </a:r>
                      <a:r>
                        <a:rPr lang="en-US" sz="2000" b="0" i="0" u="none" strike="noStrike" cap="none" spc="0" baseline="0" dirty="0">
                          <a:ln>
                            <a:noFill/>
                          </a:ln>
                          <a:solidFill>
                            <a:schemeClr val="tx1"/>
                          </a:solidFill>
                          <a:uFillTx/>
                          <a:latin typeface="Arial" panose="020B0604020202020204" pitchFamily="34" charset="0"/>
                          <a:ea typeface="Helvetica"/>
                          <a:cs typeface="Arial" panose="020B0604020202020204" pitchFamily="34" charset="0"/>
                          <a:sym typeface="Helvetica Neue Thin" panose="02000503000000020004"/>
                        </a:rPr>
                        <a:t>0</a:t>
                      </a:r>
                      <a:r>
                        <a:rPr sz="2000" b="0" i="0" u="none" strike="noStrike" cap="none" spc="0" baseline="0" dirty="0">
                          <a:ln>
                            <a:noFill/>
                          </a:ln>
                          <a:solidFill>
                            <a:schemeClr val="tx1"/>
                          </a:solidFill>
                          <a:uFillTx/>
                          <a:latin typeface="Arial" panose="020B0604020202020204" pitchFamily="34" charset="0"/>
                          <a:ea typeface="Helvetica"/>
                          <a:cs typeface="Arial" panose="020B0604020202020204" pitchFamily="34" charset="0"/>
                          <a:sym typeface="Helvetica Neue Thin" panose="02000503000000020004"/>
                        </a:rPr>
                        <a:t>mm的样柱;再准备规格为φ10mm的线圈（Pic1）</a:t>
                      </a:r>
                    </a:p>
                    <a:p>
                      <a:pPr marL="0" marR="0" indent="0" algn="l" defTabSz="409575" rtl="0" latinLnBrk="0">
                        <a:lnSpc>
                          <a:spcPct val="100000"/>
                        </a:lnSpc>
                        <a:spcBef>
                          <a:spcPts val="0"/>
                        </a:spcBef>
                        <a:spcAft>
                          <a:spcPts val="0"/>
                        </a:spcAft>
                        <a:buClrTx/>
                        <a:buSzTx/>
                        <a:buFontTx/>
                        <a:buNone/>
                        <a:defRPr sz="2000">
                          <a:latin typeface="Helvetica"/>
                          <a:ea typeface="Helvetica"/>
                          <a:cs typeface="Helvetica"/>
                          <a:sym typeface="Helvetica"/>
                        </a:defRPr>
                      </a:pPr>
                      <a:r>
                        <a:rPr sz="2000" b="0" i="0" u="none" strike="noStrike" cap="none" spc="0" baseline="0" dirty="0">
                          <a:ln>
                            <a:noFill/>
                          </a:ln>
                          <a:solidFill>
                            <a:schemeClr val="tx1"/>
                          </a:solidFill>
                          <a:uFillTx/>
                          <a:latin typeface="Arial" panose="020B0604020202020204" pitchFamily="34" charset="0"/>
                          <a:ea typeface="Helvetica"/>
                          <a:cs typeface="Arial" panose="020B0604020202020204" pitchFamily="34" charset="0"/>
                          <a:sym typeface="Helvetica Neue Thin" panose="02000503000000020004"/>
                        </a:rPr>
                        <a:t>2.调试水温，温度控制在18-22度之间，将Block浸泡15分钟后取出，使用纱布擦干（Pic2）</a:t>
                      </a:r>
                    </a:p>
                    <a:p>
                      <a:pPr marL="0" marR="0" indent="0" algn="l" defTabSz="409575" rtl="0" latinLnBrk="0">
                        <a:lnSpc>
                          <a:spcPct val="100000"/>
                        </a:lnSpc>
                        <a:spcBef>
                          <a:spcPts val="0"/>
                        </a:spcBef>
                        <a:spcAft>
                          <a:spcPts val="0"/>
                        </a:spcAft>
                        <a:buClrTx/>
                        <a:buSzTx/>
                        <a:buFontTx/>
                        <a:buNone/>
                        <a:defRPr sz="2000">
                          <a:latin typeface="Helvetica"/>
                          <a:ea typeface="Helvetica"/>
                          <a:cs typeface="Helvetica"/>
                          <a:sym typeface="Helvetica"/>
                        </a:defRPr>
                      </a:pPr>
                      <a:r>
                        <a:rPr sz="2000" b="0" i="0" u="none" strike="noStrike" cap="none" spc="0" baseline="0" dirty="0">
                          <a:ln>
                            <a:noFill/>
                          </a:ln>
                          <a:solidFill>
                            <a:schemeClr val="tx1"/>
                          </a:solidFill>
                          <a:uFillTx/>
                          <a:latin typeface="Arial" panose="020B0604020202020204" pitchFamily="34" charset="0"/>
                          <a:ea typeface="Helvetica"/>
                          <a:cs typeface="Arial" panose="020B0604020202020204" pitchFamily="34" charset="0"/>
                          <a:sym typeface="Helvetica Neue Thin" panose="02000503000000020004"/>
                        </a:rPr>
                        <a:t>3.根据block规格在程式中输入测试面Φ10mm（Pic3）      </a:t>
                      </a:r>
                    </a:p>
                    <a:p>
                      <a:pPr marL="0" marR="0" indent="0" algn="l" defTabSz="409575" rtl="0" latinLnBrk="0">
                        <a:lnSpc>
                          <a:spcPct val="100000"/>
                        </a:lnSpc>
                        <a:spcBef>
                          <a:spcPts val="0"/>
                        </a:spcBef>
                        <a:spcAft>
                          <a:spcPts val="0"/>
                        </a:spcAft>
                        <a:buClrTx/>
                        <a:buSzTx/>
                        <a:buFontTx/>
                        <a:buNone/>
                        <a:defRPr sz="2000">
                          <a:latin typeface="Helvetica"/>
                          <a:ea typeface="Helvetica"/>
                          <a:cs typeface="Helvetica"/>
                          <a:sym typeface="Helvetica"/>
                        </a:defRPr>
                      </a:pPr>
                      <a:r>
                        <a:rPr sz="2000" b="0" i="0" u="none" strike="noStrike" cap="none" spc="0" baseline="0" dirty="0">
                          <a:ln>
                            <a:noFill/>
                          </a:ln>
                          <a:solidFill>
                            <a:schemeClr val="tx1"/>
                          </a:solidFill>
                          <a:uFillTx/>
                          <a:latin typeface="Arial" panose="020B0604020202020204" pitchFamily="34" charset="0"/>
                          <a:ea typeface="Helvetica"/>
                          <a:cs typeface="Arial" panose="020B0604020202020204" pitchFamily="34" charset="0"/>
                          <a:sym typeface="Helvetica Neue Thin" panose="02000503000000020004"/>
                        </a:rPr>
                        <a:t>4.将Block放平在线圈上，再放置电磁铁的正中间，线圈两角调至平行后，压紧Block（Pic4）</a:t>
                      </a:r>
                    </a:p>
                    <a:p>
                      <a:pPr marL="0" marR="0" indent="0" algn="l" defTabSz="409575" rtl="0" latinLnBrk="0">
                        <a:lnSpc>
                          <a:spcPct val="100000"/>
                        </a:lnSpc>
                        <a:spcBef>
                          <a:spcPts val="0"/>
                        </a:spcBef>
                        <a:spcAft>
                          <a:spcPts val="0"/>
                        </a:spcAft>
                        <a:buClrTx/>
                        <a:buSzTx/>
                        <a:buFontTx/>
                        <a:buNone/>
                        <a:defRPr sz="2000">
                          <a:latin typeface="Helvetica"/>
                          <a:ea typeface="Helvetica"/>
                          <a:cs typeface="Helvetica"/>
                          <a:sym typeface="Helvetica"/>
                        </a:defRPr>
                      </a:pPr>
                      <a:r>
                        <a:rPr sz="2000" b="0" i="0" u="none" strike="noStrike" cap="none" spc="0" baseline="0" dirty="0">
                          <a:ln>
                            <a:noFill/>
                          </a:ln>
                          <a:solidFill>
                            <a:schemeClr val="tx1"/>
                          </a:solidFill>
                          <a:uFillTx/>
                          <a:latin typeface="Arial" panose="020B0604020202020204" pitchFamily="34" charset="0"/>
                          <a:ea typeface="Helvetica"/>
                          <a:cs typeface="Arial" panose="020B0604020202020204" pitchFamily="34" charset="0"/>
                          <a:sym typeface="Helvetica Neue Thin" panose="02000503000000020004"/>
                        </a:rPr>
                        <a:t>5.点击操作界面“启动”键，设备自动开始测试（Pic5）</a:t>
                      </a:r>
                    </a:p>
                    <a:p>
                      <a:pPr marL="0" marR="0" indent="0" algn="l" defTabSz="409575" rtl="0" latinLnBrk="0">
                        <a:lnSpc>
                          <a:spcPct val="100000"/>
                        </a:lnSpc>
                        <a:spcBef>
                          <a:spcPts val="0"/>
                        </a:spcBef>
                        <a:spcAft>
                          <a:spcPts val="0"/>
                        </a:spcAft>
                        <a:buClrTx/>
                        <a:buSzTx/>
                        <a:buFontTx/>
                        <a:buNone/>
                        <a:defRPr sz="2000">
                          <a:latin typeface="Helvetica"/>
                          <a:ea typeface="Helvetica"/>
                          <a:cs typeface="Helvetica"/>
                          <a:sym typeface="Helvetica"/>
                        </a:defRPr>
                      </a:pPr>
                      <a:r>
                        <a:rPr sz="2000" b="0" i="0" u="none" strike="noStrike" cap="none" spc="0" baseline="0" dirty="0">
                          <a:ln>
                            <a:noFill/>
                          </a:ln>
                          <a:solidFill>
                            <a:schemeClr val="tx1"/>
                          </a:solidFill>
                          <a:uFillTx/>
                          <a:latin typeface="Arial" panose="020B0604020202020204" pitchFamily="34" charset="0"/>
                          <a:ea typeface="Helvetica"/>
                          <a:cs typeface="Arial" panose="020B0604020202020204" pitchFamily="34" charset="0"/>
                          <a:sym typeface="Helvetica Neue Thin" panose="02000503000000020004"/>
                        </a:rPr>
                        <a:t>6.输出磁性曲线，记录Br， </a:t>
                      </a:r>
                      <a:r>
                        <a:rPr sz="2000" b="0" i="0" u="none" strike="noStrike" cap="none" spc="0" baseline="0" dirty="0" err="1">
                          <a:ln>
                            <a:noFill/>
                          </a:ln>
                          <a:solidFill>
                            <a:schemeClr val="tx1"/>
                          </a:solidFill>
                          <a:uFillTx/>
                          <a:latin typeface="Arial" panose="020B0604020202020204" pitchFamily="34" charset="0"/>
                          <a:ea typeface="Helvetica"/>
                          <a:cs typeface="Arial" panose="020B0604020202020204" pitchFamily="34" charset="0"/>
                          <a:sym typeface="Helvetica Neue Thin" panose="02000503000000020004"/>
                        </a:rPr>
                        <a:t>Hcj</a:t>
                      </a:r>
                      <a:r>
                        <a:rPr sz="2000" b="0" i="0" u="none" strike="noStrike" cap="none" spc="0" baseline="0" dirty="0">
                          <a:ln>
                            <a:noFill/>
                          </a:ln>
                          <a:solidFill>
                            <a:schemeClr val="tx1"/>
                          </a:solidFill>
                          <a:uFillTx/>
                          <a:latin typeface="Arial" panose="020B0604020202020204" pitchFamily="34" charset="0"/>
                          <a:ea typeface="Helvetica"/>
                          <a:cs typeface="Arial" panose="020B0604020202020204" pitchFamily="34" charset="0"/>
                          <a:sym typeface="Helvetica Neue Thin" panose="02000503000000020004"/>
                        </a:rPr>
                        <a:t> , BH max值（Pic6）</a:t>
                      </a:r>
                    </a:p>
                    <a:p>
                      <a:pPr marL="0" marR="0" indent="0" algn="l" defTabSz="409575" rtl="0" latinLnBrk="0">
                        <a:lnSpc>
                          <a:spcPct val="100000"/>
                        </a:lnSpc>
                        <a:spcBef>
                          <a:spcPts val="0"/>
                        </a:spcBef>
                        <a:spcAft>
                          <a:spcPts val="0"/>
                        </a:spcAft>
                        <a:buClrTx/>
                        <a:buSzTx/>
                        <a:buFontTx/>
                        <a:buNone/>
                        <a:defRPr sz="2000">
                          <a:latin typeface="Helvetica"/>
                          <a:ea typeface="Helvetica"/>
                          <a:cs typeface="Helvetica"/>
                          <a:sym typeface="Helvetica"/>
                        </a:defRPr>
                      </a:pPr>
                      <a:r>
                        <a:rPr sz="2000" b="0" i="0" u="none" strike="noStrike" cap="none" spc="0" baseline="0" dirty="0">
                          <a:ln>
                            <a:noFill/>
                          </a:ln>
                          <a:solidFill>
                            <a:schemeClr val="tx1"/>
                          </a:solidFill>
                          <a:uFillTx/>
                          <a:latin typeface="Arial" panose="020B0604020202020204" pitchFamily="34" charset="0"/>
                          <a:ea typeface="Helvetica"/>
                          <a:cs typeface="Arial" panose="020B0604020202020204" pitchFamily="34" charset="0"/>
                          <a:sym typeface="Helvetica Neue Thin" panose="02000503000000020004"/>
                        </a:rPr>
                        <a:t>1. Prepare Block size </a:t>
                      </a:r>
                      <a:r>
                        <a:rPr lang="en-US" sz="2000" b="0" i="0" u="none" strike="noStrike" cap="none" spc="0" baseline="0" dirty="0">
                          <a:ln>
                            <a:noFill/>
                          </a:ln>
                          <a:solidFill>
                            <a:schemeClr val="tx1"/>
                          </a:solidFill>
                          <a:uFillTx/>
                          <a:latin typeface="Arial" panose="020B0604020202020204" pitchFamily="34" charset="0"/>
                          <a:ea typeface="Helvetica"/>
                          <a:cs typeface="Arial" panose="020B0604020202020204" pitchFamily="34" charset="0"/>
                          <a:sym typeface="+mn-ea"/>
                        </a:rPr>
                        <a:t>61</a:t>
                      </a:r>
                      <a:r>
                        <a:rPr lang="en-US" altLang="zh-CN" sz="2000" b="0" i="0" u="none" strike="noStrike" cap="none" spc="0" baseline="0" dirty="0">
                          <a:ln>
                            <a:noFill/>
                          </a:ln>
                          <a:solidFill>
                            <a:schemeClr val="tx1"/>
                          </a:solidFill>
                          <a:uFillTx/>
                          <a:latin typeface="Arial" panose="020B0604020202020204" pitchFamily="34" charset="0"/>
                          <a:ea typeface="Helvetica"/>
                          <a:cs typeface="Arial" panose="020B0604020202020204" pitchFamily="34" charset="0"/>
                          <a:sym typeface="+mn-ea"/>
                        </a:rPr>
                        <a:t>mm*44mm*34.5</a:t>
                      </a:r>
                      <a:r>
                        <a:rPr lang="en-GB" altLang="zh-CN" sz="2000" b="0" i="0" u="none" strike="noStrike" cap="none" spc="0" baseline="0" dirty="0">
                          <a:ln>
                            <a:noFill/>
                          </a:ln>
                          <a:solidFill>
                            <a:schemeClr val="tx1"/>
                          </a:solidFill>
                          <a:uFillTx/>
                          <a:latin typeface="Arial" panose="020B0604020202020204" pitchFamily="34" charset="0"/>
                          <a:ea typeface="Helvetica"/>
                          <a:cs typeface="Arial" panose="020B0604020202020204" pitchFamily="34" charset="0"/>
                          <a:sym typeface="Helvetica Neue Thin" panose="02000503000000020004"/>
                        </a:rPr>
                        <a:t>mm</a:t>
                      </a:r>
                      <a:r>
                        <a:rPr sz="2000" b="0" i="0" u="none" strike="noStrike" cap="none" spc="0" baseline="0" dirty="0">
                          <a:ln>
                            <a:noFill/>
                          </a:ln>
                          <a:solidFill>
                            <a:schemeClr val="tx1"/>
                          </a:solidFill>
                          <a:uFillTx/>
                          <a:latin typeface="Arial" panose="020B0604020202020204" pitchFamily="34" charset="0"/>
                          <a:ea typeface="Helvetica"/>
                          <a:cs typeface="Arial" panose="020B0604020202020204" pitchFamily="34" charset="0"/>
                          <a:sym typeface="Helvetica Neue Thin" panose="02000503000000020004"/>
                        </a:rPr>
                        <a:t>; drilling a column sample of Φ10mm*</a:t>
                      </a:r>
                      <a:r>
                        <a:rPr lang="en-US" sz="2000" b="0" i="0" u="none" strike="noStrike" cap="none" spc="0" baseline="0" dirty="0">
                          <a:ln>
                            <a:noFill/>
                          </a:ln>
                          <a:solidFill>
                            <a:schemeClr val="tx1"/>
                          </a:solidFill>
                          <a:uFillTx/>
                          <a:latin typeface="Arial" panose="020B0604020202020204" pitchFamily="34" charset="0"/>
                          <a:ea typeface="Helvetica"/>
                          <a:cs typeface="Arial" panose="020B0604020202020204" pitchFamily="34" charset="0"/>
                          <a:sym typeface="Helvetica Neue Thin" panose="02000503000000020004"/>
                        </a:rPr>
                        <a:t>10</a:t>
                      </a:r>
                      <a:r>
                        <a:rPr sz="2000" b="0" i="0" u="none" strike="noStrike" cap="none" spc="0" baseline="0" dirty="0">
                          <a:ln>
                            <a:noFill/>
                          </a:ln>
                          <a:solidFill>
                            <a:schemeClr val="tx1"/>
                          </a:solidFill>
                          <a:uFillTx/>
                          <a:latin typeface="Arial" panose="020B0604020202020204" pitchFamily="34" charset="0"/>
                          <a:ea typeface="Helvetica"/>
                          <a:cs typeface="Arial" panose="020B0604020202020204" pitchFamily="34" charset="0"/>
                          <a:sym typeface="Helvetica Neue Thin" panose="02000503000000020004"/>
                        </a:rPr>
                        <a:t>mm from the corner of block;  then prepare a coil size of φ10mm (Pic1)</a:t>
                      </a:r>
                    </a:p>
                    <a:p>
                      <a:pPr marL="0" marR="0" indent="0" algn="l" defTabSz="409575" rtl="0" latinLnBrk="0">
                        <a:lnSpc>
                          <a:spcPct val="100000"/>
                        </a:lnSpc>
                        <a:spcBef>
                          <a:spcPts val="0"/>
                        </a:spcBef>
                        <a:spcAft>
                          <a:spcPts val="0"/>
                        </a:spcAft>
                        <a:buClrTx/>
                        <a:buSzTx/>
                        <a:buFontTx/>
                        <a:buNone/>
                        <a:defRPr sz="2000">
                          <a:latin typeface="Helvetica"/>
                          <a:ea typeface="Helvetica"/>
                          <a:cs typeface="Helvetica"/>
                          <a:sym typeface="Helvetica"/>
                        </a:defRPr>
                      </a:pPr>
                      <a:r>
                        <a:rPr sz="2000" b="0" i="0" u="none" strike="noStrike" cap="none" spc="0" baseline="0" dirty="0">
                          <a:ln>
                            <a:noFill/>
                          </a:ln>
                          <a:solidFill>
                            <a:schemeClr val="tx1"/>
                          </a:solidFill>
                          <a:uFillTx/>
                          <a:latin typeface="Arial" panose="020B0604020202020204" pitchFamily="34" charset="0"/>
                          <a:ea typeface="Helvetica"/>
                          <a:cs typeface="Arial" panose="020B0604020202020204" pitchFamily="34" charset="0"/>
                          <a:sym typeface="Helvetica Neue Thin" panose="02000503000000020004"/>
                        </a:rPr>
                        <a:t>2. Adjust the water temperature and control it to between 18 and 22 degrees. Soak the Block with 15 minutes and remove it.</a:t>
                      </a:r>
                    </a:p>
                    <a:p>
                      <a:pPr marL="0" marR="0" indent="0" algn="l" defTabSz="409575" rtl="0" latinLnBrk="0">
                        <a:lnSpc>
                          <a:spcPct val="100000"/>
                        </a:lnSpc>
                        <a:spcBef>
                          <a:spcPts val="0"/>
                        </a:spcBef>
                        <a:spcAft>
                          <a:spcPts val="0"/>
                        </a:spcAft>
                        <a:buClrTx/>
                        <a:buSzTx/>
                        <a:buFontTx/>
                        <a:buNone/>
                        <a:defRPr sz="2000">
                          <a:latin typeface="Helvetica"/>
                          <a:ea typeface="Helvetica"/>
                          <a:cs typeface="Helvetica"/>
                          <a:sym typeface="Helvetica"/>
                        </a:defRPr>
                      </a:pPr>
                      <a:r>
                        <a:rPr sz="2000" b="0" i="0" u="none" strike="noStrike" cap="none" spc="0" baseline="0" dirty="0">
                          <a:ln>
                            <a:noFill/>
                          </a:ln>
                          <a:solidFill>
                            <a:schemeClr val="tx1"/>
                          </a:solidFill>
                          <a:uFillTx/>
                          <a:latin typeface="Arial" panose="020B0604020202020204" pitchFamily="34" charset="0"/>
                          <a:ea typeface="Helvetica"/>
                          <a:cs typeface="Arial" panose="020B0604020202020204" pitchFamily="34" charset="0"/>
                          <a:sym typeface="Helvetica Neue Thin" panose="02000503000000020004"/>
                        </a:rPr>
                        <a:t>3. Input the Φ10mm into the program according to the block specification (Pic3)</a:t>
                      </a:r>
                    </a:p>
                    <a:p>
                      <a:pPr marL="0" marR="0" indent="0" algn="l" defTabSz="409575" rtl="0" latinLnBrk="0">
                        <a:lnSpc>
                          <a:spcPct val="100000"/>
                        </a:lnSpc>
                        <a:spcBef>
                          <a:spcPts val="0"/>
                        </a:spcBef>
                        <a:spcAft>
                          <a:spcPts val="0"/>
                        </a:spcAft>
                        <a:buClrTx/>
                        <a:buSzTx/>
                        <a:buFontTx/>
                        <a:buNone/>
                        <a:defRPr sz="2000">
                          <a:latin typeface="Helvetica"/>
                          <a:ea typeface="Helvetica"/>
                          <a:cs typeface="Helvetica"/>
                          <a:sym typeface="Helvetica"/>
                        </a:defRPr>
                      </a:pPr>
                      <a:r>
                        <a:rPr sz="2000" b="0" i="0" u="none" strike="noStrike" cap="none" spc="0" baseline="0" dirty="0">
                          <a:ln>
                            <a:noFill/>
                          </a:ln>
                          <a:solidFill>
                            <a:schemeClr val="tx1"/>
                          </a:solidFill>
                          <a:uFillTx/>
                          <a:latin typeface="Arial" panose="020B0604020202020204" pitchFamily="34" charset="0"/>
                          <a:ea typeface="Helvetica"/>
                          <a:cs typeface="Arial" panose="020B0604020202020204" pitchFamily="34" charset="0"/>
                          <a:sym typeface="Helvetica Neue Thin" panose="02000503000000020004"/>
                        </a:rPr>
                        <a:t>4. Put Block on the coil, and then place the middle of the electromagnet. When the coil angles are adjusted to parallel, press the Block (Pic4).</a:t>
                      </a:r>
                    </a:p>
                    <a:p>
                      <a:pPr marL="0" marR="0" indent="0" algn="l" defTabSz="409575" rtl="0" latinLnBrk="0">
                        <a:lnSpc>
                          <a:spcPct val="100000"/>
                        </a:lnSpc>
                        <a:spcBef>
                          <a:spcPts val="0"/>
                        </a:spcBef>
                        <a:spcAft>
                          <a:spcPts val="0"/>
                        </a:spcAft>
                        <a:buClrTx/>
                        <a:buSzTx/>
                        <a:buFontTx/>
                        <a:buNone/>
                        <a:defRPr sz="2000">
                          <a:latin typeface="Helvetica"/>
                          <a:ea typeface="Helvetica"/>
                          <a:cs typeface="Helvetica"/>
                          <a:sym typeface="Helvetica"/>
                        </a:defRPr>
                      </a:pPr>
                      <a:r>
                        <a:rPr sz="2000" b="0" i="0" u="none" strike="noStrike" cap="none" spc="0" baseline="0" dirty="0">
                          <a:ln>
                            <a:noFill/>
                          </a:ln>
                          <a:solidFill>
                            <a:schemeClr val="tx1"/>
                          </a:solidFill>
                          <a:uFillTx/>
                          <a:latin typeface="Arial" panose="020B0604020202020204" pitchFamily="34" charset="0"/>
                          <a:ea typeface="Helvetica"/>
                          <a:cs typeface="Arial" panose="020B0604020202020204" pitchFamily="34" charset="0"/>
                          <a:sym typeface="Helvetica Neue Thin" panose="02000503000000020004"/>
                        </a:rPr>
                        <a:t>5. Click the "start" button in the operation interface, and the device will start testing automatically (Pic5).</a:t>
                      </a:r>
                    </a:p>
                    <a:p>
                      <a:pPr marL="0" marR="0" indent="0" algn="l" defTabSz="409575" rtl="0" latinLnBrk="0">
                        <a:lnSpc>
                          <a:spcPct val="100000"/>
                        </a:lnSpc>
                        <a:spcBef>
                          <a:spcPts val="0"/>
                        </a:spcBef>
                        <a:spcAft>
                          <a:spcPts val="0"/>
                        </a:spcAft>
                        <a:buClrTx/>
                        <a:buSzTx/>
                        <a:buFontTx/>
                        <a:buNone/>
                        <a:defRPr sz="2000">
                          <a:latin typeface="Helvetica"/>
                          <a:ea typeface="Helvetica"/>
                          <a:cs typeface="Helvetica"/>
                          <a:sym typeface="Helvetica"/>
                        </a:defRPr>
                      </a:pPr>
                      <a:r>
                        <a:rPr sz="2000" b="0" i="0" u="none" strike="noStrike" cap="none" spc="0" baseline="0" dirty="0">
                          <a:ln>
                            <a:noFill/>
                          </a:ln>
                          <a:solidFill>
                            <a:schemeClr val="tx1"/>
                          </a:solidFill>
                          <a:uFillTx/>
                          <a:latin typeface="Arial" panose="020B0604020202020204" pitchFamily="34" charset="0"/>
                          <a:ea typeface="Helvetica"/>
                          <a:cs typeface="Arial" panose="020B0604020202020204" pitchFamily="34" charset="0"/>
                          <a:sym typeface="Helvetica Neue Thin" panose="02000503000000020004"/>
                        </a:rPr>
                        <a:t>6. Output magnetic curve, record the value of Br,  </a:t>
                      </a:r>
                      <a:r>
                        <a:rPr sz="2000" b="0" i="0" u="none" strike="noStrike" cap="none" spc="0" baseline="0" dirty="0" err="1">
                          <a:ln>
                            <a:noFill/>
                          </a:ln>
                          <a:solidFill>
                            <a:schemeClr val="tx1"/>
                          </a:solidFill>
                          <a:uFillTx/>
                          <a:latin typeface="Arial" panose="020B0604020202020204" pitchFamily="34" charset="0"/>
                          <a:ea typeface="Helvetica"/>
                          <a:cs typeface="Arial" panose="020B0604020202020204" pitchFamily="34" charset="0"/>
                          <a:sym typeface="Helvetica Neue Thin" panose="02000503000000020004"/>
                        </a:rPr>
                        <a:t>Hcj</a:t>
                      </a:r>
                      <a:r>
                        <a:rPr sz="2000" b="0" i="0" u="none" strike="noStrike" cap="none" spc="0" baseline="0" dirty="0">
                          <a:ln>
                            <a:noFill/>
                          </a:ln>
                          <a:solidFill>
                            <a:schemeClr val="tx1"/>
                          </a:solidFill>
                          <a:uFillTx/>
                          <a:latin typeface="Arial" panose="020B0604020202020204" pitchFamily="34" charset="0"/>
                          <a:ea typeface="Helvetica"/>
                          <a:cs typeface="Arial" panose="020B0604020202020204" pitchFamily="34" charset="0"/>
                          <a:sym typeface="Helvetica Neue Thin" panose="02000503000000020004"/>
                        </a:rPr>
                        <a:t>, BH Max (Pic6)</a:t>
                      </a:r>
                    </a:p>
                  </a:txBody>
                  <a:tcPr marL="12700" marR="12700" marT="12700" marB="12700" horzOverflow="overflow">
                    <a:lnL w="6350">
                      <a:solidFill>
                        <a:srgbClr val="000000"/>
                      </a:solidFill>
                    </a:lnL>
                    <a:lnR w="6350">
                      <a:solidFill>
                        <a:srgbClr val="000000"/>
                      </a:solidFill>
                    </a:lnR>
                    <a:lnT w="6350">
                      <a:solidFill>
                        <a:srgbClr val="000000"/>
                      </a:solidFill>
                    </a:lnT>
                    <a:lnB w="6350">
                      <a:solidFill>
                        <a:srgbClr val="000000"/>
                      </a:solidFill>
                    </a:lnB>
                  </a:tcPr>
                </a:tc>
                <a:tc>
                  <a:txBody>
                    <a:bodyPr/>
                    <a:lstStyle/>
                    <a:p>
                      <a:pPr marL="444500" indent="-444500" algn="l" defTabSz="409575">
                        <a:buSzPct val="100000"/>
                        <a:buAutoNum type="arabicPeriod"/>
                        <a:defRPr sz="2400">
                          <a:sym typeface="Helvetica Neue Medium" panose="02000503000000020004"/>
                        </a:defRPr>
                      </a:pPr>
                      <a:r>
                        <a:rPr dirty="0">
                          <a:latin typeface="Arial" panose="020B0604020202020204" pitchFamily="34" charset="0"/>
                          <a:cs typeface="Arial" panose="020B0604020202020204" pitchFamily="34" charset="0"/>
                        </a:rPr>
                        <a:t>Measurement Method ：</a:t>
                      </a:r>
                      <a:r>
                        <a:rPr lang="en-US" altLang="zh-CN" dirty="0">
                          <a:latin typeface="Arial" panose="020B0604020202020204" pitchFamily="34" charset="0"/>
                          <a:cs typeface="Arial" panose="020B0604020202020204" pitchFamily="34" charset="0"/>
                        </a:rPr>
                        <a:t>Magnetic permanent tester</a:t>
                      </a:r>
                    </a:p>
                    <a:p>
                      <a:pPr marL="0" indent="0" algn="l" defTabSz="409575">
                        <a:buSzPct val="100000"/>
                        <a:buNone/>
                        <a:defRPr sz="2400">
                          <a:sym typeface="Helvetica Neue Medium" panose="02000503000000020004"/>
                        </a:defRPr>
                      </a:pPr>
                      <a:r>
                        <a:rPr dirty="0">
                          <a:latin typeface="Arial" panose="020B0604020202020204" pitchFamily="34" charset="0"/>
                          <a:cs typeface="Arial" panose="020B0604020202020204" pitchFamily="34" charset="0"/>
                        </a:rPr>
                        <a:t>2.  Fixture ：Yes</a:t>
                      </a:r>
                    </a:p>
                    <a:p>
                      <a:pPr marL="0" marR="0" indent="0" algn="l" defTabSz="409575" rtl="0" eaLnBrk="1" fontAlgn="auto" latinLnBrk="0" hangingPunct="1">
                        <a:lnSpc>
                          <a:spcPct val="100000"/>
                        </a:lnSpc>
                        <a:spcBef>
                          <a:spcPts val="0"/>
                        </a:spcBef>
                        <a:spcAft>
                          <a:spcPts val="0"/>
                        </a:spcAft>
                        <a:buClrTx/>
                        <a:buSzTx/>
                        <a:buFontTx/>
                        <a:buNone/>
                        <a:defRPr sz="2400">
                          <a:sym typeface="Helvetica Neue Medium" panose="02000503000000020004"/>
                        </a:defRPr>
                      </a:pPr>
                      <a:r>
                        <a:rPr dirty="0">
                          <a:latin typeface="Arial" panose="020B0604020202020204" pitchFamily="34" charset="0"/>
                          <a:cs typeface="Arial" panose="020B0604020202020204" pitchFamily="34" charset="0"/>
                        </a:rPr>
                        <a:t>3.  Measurement status ：</a:t>
                      </a:r>
                      <a:r>
                        <a:rPr lang="en-US" altLang="zh-CN" sz="2400" b="0" i="0" u="none" strike="noStrike" cap="none" spc="0" baseline="0" dirty="0">
                          <a:ln>
                            <a:noFill/>
                          </a:ln>
                          <a:solidFill>
                            <a:schemeClr val="tx1"/>
                          </a:solidFill>
                          <a:uFillTx/>
                          <a:latin typeface="Arial" panose="020B0604020202020204" pitchFamily="34" charset="0"/>
                          <a:ea typeface="+mn-ea"/>
                          <a:cs typeface="Arial" panose="020B0604020202020204" pitchFamily="34" charset="0"/>
                          <a:sym typeface="Helvetica Neue Thin" panose="02000503000000020004"/>
                        </a:rPr>
                        <a:t>Constrained</a:t>
                      </a:r>
                      <a:r>
                        <a:rPr lang="en-US" altLang="zh-CN" dirty="0">
                          <a:solidFill>
                            <a:schemeClr val="tx1"/>
                          </a:solidFill>
                          <a:latin typeface="Arial" panose="020B0604020202020204" pitchFamily="34" charset="0"/>
                          <a:cs typeface="Arial" panose="020B0604020202020204" pitchFamily="34" charset="0"/>
                        </a:rPr>
                        <a:t> </a:t>
                      </a:r>
                      <a:endParaRPr lang="en-US" altLang="zh-CN" sz="2600" dirty="0">
                        <a:solidFill>
                          <a:schemeClr val="tx1"/>
                        </a:solidFill>
                        <a:latin typeface="Arial" panose="020B0604020202020204" pitchFamily="34" charset="0"/>
                        <a:cs typeface="Arial" panose="020B0604020202020204" pitchFamily="34" charset="0"/>
                      </a:endParaRPr>
                    </a:p>
                    <a:p>
                      <a:pPr marL="0" marR="0" indent="0" algn="l" defTabSz="409575" rtl="0" eaLnBrk="1" fontAlgn="auto" latinLnBrk="0" hangingPunct="1">
                        <a:lnSpc>
                          <a:spcPct val="100000"/>
                        </a:lnSpc>
                        <a:spcBef>
                          <a:spcPts val="0"/>
                        </a:spcBef>
                        <a:spcAft>
                          <a:spcPts val="0"/>
                        </a:spcAft>
                        <a:buClrTx/>
                        <a:buSzTx/>
                        <a:buFontTx/>
                        <a:buNone/>
                        <a:defRPr sz="2400">
                          <a:sym typeface="Helvetica Neue Medium" panose="02000503000000020004"/>
                        </a:defRPr>
                      </a:pPr>
                      <a:r>
                        <a:rPr dirty="0">
                          <a:latin typeface="Arial" panose="020B0604020202020204" pitchFamily="34" charset="0"/>
                          <a:cs typeface="Arial" panose="020B0604020202020204" pitchFamily="34" charset="0"/>
                        </a:rPr>
                        <a:t>4.  Measurement procedure ：</a:t>
                      </a:r>
                      <a:r>
                        <a:rPr lang="en-US" altLang="zh-CN" sz="2400" b="0" i="0" u="none" strike="noStrike" cap="none" spc="0" baseline="0" dirty="0">
                          <a:ln>
                            <a:noFill/>
                          </a:ln>
                          <a:solidFill>
                            <a:schemeClr val="tx1"/>
                          </a:solidFill>
                          <a:uFillTx/>
                          <a:latin typeface="Arial" panose="020B0604020202020204" pitchFamily="34" charset="0"/>
                          <a:ea typeface="+mn-ea"/>
                          <a:cs typeface="Arial" panose="020B0604020202020204" pitchFamily="34" charset="0"/>
                          <a:sym typeface="Helvetica Neue Thin" panose="02000503000000020004"/>
                        </a:rPr>
                        <a:t>Same as the FAI</a:t>
                      </a:r>
                      <a:endParaRPr lang="en-US" altLang="zh-CN" sz="2000" b="0" i="0" u="none" strike="noStrike" cap="none" spc="0" baseline="0" dirty="0">
                        <a:ln>
                          <a:noFill/>
                        </a:ln>
                        <a:solidFill>
                          <a:schemeClr val="tx1"/>
                        </a:solidFill>
                        <a:uFillTx/>
                        <a:latin typeface="Arial" panose="020B0604020202020204" pitchFamily="34" charset="0"/>
                        <a:ea typeface="+mn-ea"/>
                        <a:cs typeface="Arial" panose="020B0604020202020204" pitchFamily="34" charset="0"/>
                        <a:sym typeface="Helvetica Neue Medium" panose="02000503000000020004"/>
                      </a:endParaRPr>
                    </a:p>
                    <a:p>
                      <a:pPr algn="l" defTabSz="409575">
                        <a:defRPr sz="2400">
                          <a:sym typeface="Helvetica Neue Medium" panose="02000503000000020004"/>
                        </a:defRPr>
                      </a:pPr>
                      <a:endParaRPr dirty="0">
                        <a:latin typeface="Arial" panose="020B0604020202020204" pitchFamily="34" charset="0"/>
                        <a:cs typeface="Arial" panose="020B0604020202020204" pitchFamily="34" charset="0"/>
                      </a:endParaRPr>
                    </a:p>
                  </a:txBody>
                  <a:tcPr marL="12700" marR="12700" marT="12700" marB="12700" horzOverflow="overflow">
                    <a:lnL w="6350">
                      <a:solidFill>
                        <a:srgbClr val="000000"/>
                      </a:solidFill>
                    </a:lnL>
                    <a:lnR w="6350">
                      <a:solidFill>
                        <a:srgbClr val="000000"/>
                      </a:solidFill>
                    </a:lnR>
                    <a:lnT w="6350">
                      <a:solidFill>
                        <a:srgbClr val="000000"/>
                      </a:solidFill>
                    </a:lnT>
                    <a:lnB w="6350">
                      <a:solidFill>
                        <a:srgbClr val="000000"/>
                      </a:solidFill>
                    </a:lnB>
                  </a:tcPr>
                </a:tc>
                <a:extLst>
                  <a:ext uri="{0D108BD9-81ED-4DB2-BD59-A6C34878D82A}">
                    <a16:rowId xmlns:a16="http://schemas.microsoft.com/office/drawing/2014/main" val="10002"/>
                  </a:ext>
                </a:extLst>
              </a:tr>
            </a:tbl>
          </a:graphicData>
        </a:graphic>
      </p:graphicFrame>
      <p:sp>
        <p:nvSpPr>
          <p:cNvPr id="88" name="PIC 3  Set Block size into program"/>
          <p:cNvSpPr txBox="1"/>
          <p:nvPr/>
        </p:nvSpPr>
        <p:spPr>
          <a:xfrm>
            <a:off x="8216611" y="12874411"/>
            <a:ext cx="3693937" cy="384721"/>
          </a:xfrm>
          <a:prstGeom prst="rect">
            <a:avLst/>
          </a:prstGeom>
          <a:noFill/>
          <a:ln w="12700" cap="flat">
            <a:noFill/>
            <a:miter lim="400000"/>
          </a:ln>
          <a:effectLst/>
        </p:spPr>
        <p:txBody>
          <a:bodyPr wrap="square" lIns="76200" tIns="76200" rIns="76200" bIns="76200" numCol="1" anchor="ctr">
            <a:spAutoFit/>
          </a:bodyPr>
          <a:lstStyle>
            <a:lvl1pPr algn="l" defTabSz="819150">
              <a:defRPr sz="1800"/>
            </a:lvl1pPr>
          </a:lstStyle>
          <a:p>
            <a:r>
              <a:rPr sz="1500" dirty="0"/>
              <a:t>PIC 3  Set Block size into program</a:t>
            </a:r>
          </a:p>
        </p:txBody>
      </p:sp>
      <p:pic>
        <p:nvPicPr>
          <p:cNvPr id="89" name="image14.png" descr="image14.png"/>
          <p:cNvPicPr>
            <a:picLocks noChangeAspect="1"/>
          </p:cNvPicPr>
          <p:nvPr/>
        </p:nvPicPr>
        <p:blipFill>
          <a:blip r:embed="rId4"/>
          <a:srcRect/>
          <a:stretch>
            <a:fillRect/>
          </a:stretch>
        </p:blipFill>
        <p:spPr>
          <a:xfrm>
            <a:off x="15118904" y="9971755"/>
            <a:ext cx="2444153" cy="2247794"/>
          </a:xfrm>
          <a:prstGeom prst="rect">
            <a:avLst/>
          </a:prstGeom>
          <a:ln w="12700" cap="flat">
            <a:noFill/>
            <a:miter lim="400000"/>
            <a:headEnd/>
            <a:tailEnd/>
          </a:ln>
          <a:effectLst/>
        </p:spPr>
      </p:pic>
      <p:pic>
        <p:nvPicPr>
          <p:cNvPr id="90" name="image15.png" descr="image15.png"/>
          <p:cNvPicPr>
            <a:picLocks noChangeAspect="1"/>
          </p:cNvPicPr>
          <p:nvPr/>
        </p:nvPicPr>
        <p:blipFill>
          <a:blip r:embed="rId5"/>
          <a:stretch>
            <a:fillRect/>
          </a:stretch>
        </p:blipFill>
        <p:spPr>
          <a:xfrm>
            <a:off x="17534050" y="9971755"/>
            <a:ext cx="1952242" cy="2247794"/>
          </a:xfrm>
          <a:prstGeom prst="rect">
            <a:avLst/>
          </a:prstGeom>
          <a:ln w="12700" cap="flat">
            <a:noFill/>
            <a:miter lim="400000"/>
            <a:headEnd/>
            <a:tailEnd/>
          </a:ln>
          <a:effectLst/>
        </p:spPr>
      </p:pic>
      <p:sp>
        <p:nvSpPr>
          <p:cNvPr id="91" name="PIC 5  Start test"/>
          <p:cNvSpPr txBox="1"/>
          <p:nvPr/>
        </p:nvSpPr>
        <p:spPr>
          <a:xfrm>
            <a:off x="16340980" y="12874411"/>
            <a:ext cx="2087809" cy="384721"/>
          </a:xfrm>
          <a:prstGeom prst="rect">
            <a:avLst/>
          </a:prstGeom>
          <a:noFill/>
          <a:ln w="12700" cap="flat">
            <a:noFill/>
            <a:miter lim="400000"/>
          </a:ln>
          <a:effectLst/>
        </p:spPr>
        <p:txBody>
          <a:bodyPr wrap="square" lIns="76200" tIns="76200" rIns="76200" bIns="76200" numCol="1" anchor="ctr">
            <a:spAutoFit/>
          </a:bodyPr>
          <a:lstStyle>
            <a:lvl1pPr algn="l" defTabSz="819150">
              <a:defRPr sz="1800"/>
            </a:lvl1pPr>
          </a:lstStyle>
          <a:p>
            <a:r>
              <a:rPr sz="1500" dirty="0"/>
              <a:t>PIC 5  Start test</a:t>
            </a:r>
          </a:p>
        </p:txBody>
      </p:sp>
      <p:pic>
        <p:nvPicPr>
          <p:cNvPr id="121" name="image16.png" descr="image16.png"/>
          <p:cNvPicPr>
            <a:picLocks noChangeAspect="1"/>
          </p:cNvPicPr>
          <p:nvPr/>
        </p:nvPicPr>
        <p:blipFill rotWithShape="1">
          <a:blip r:embed="rId6" cstate="screen"/>
          <a:srcRect/>
          <a:stretch>
            <a:fillRect/>
          </a:stretch>
        </p:blipFill>
        <p:spPr>
          <a:xfrm>
            <a:off x="19905578" y="9785882"/>
            <a:ext cx="3667401" cy="2498682"/>
          </a:xfrm>
          <a:prstGeom prst="rect">
            <a:avLst/>
          </a:prstGeom>
          <a:ln w="12700" cap="flat">
            <a:noFill/>
            <a:miter lim="400000"/>
            <a:headEnd/>
            <a:tailEnd/>
          </a:ln>
          <a:effectLst/>
        </p:spPr>
      </p:pic>
      <p:sp>
        <p:nvSpPr>
          <p:cNvPr id="124" name="PIC 6  Record the value of BR, Hcb, Hcj, BH max."/>
          <p:cNvSpPr txBox="1"/>
          <p:nvPr/>
        </p:nvSpPr>
        <p:spPr>
          <a:xfrm>
            <a:off x="20471845" y="12873992"/>
            <a:ext cx="3101134" cy="615553"/>
          </a:xfrm>
          <a:prstGeom prst="rect">
            <a:avLst/>
          </a:prstGeom>
          <a:noFill/>
          <a:ln w="12700" cap="flat">
            <a:noFill/>
            <a:miter lim="400000"/>
          </a:ln>
          <a:effectLst/>
        </p:spPr>
        <p:txBody>
          <a:bodyPr wrap="square" lIns="76200" tIns="76200" rIns="76200" bIns="76200" numCol="1" anchor="ctr">
            <a:spAutoFit/>
          </a:bodyPr>
          <a:lstStyle>
            <a:lvl1pPr algn="l" defTabSz="819150">
              <a:defRPr sz="1800"/>
            </a:lvl1pPr>
          </a:lstStyle>
          <a:p>
            <a:r>
              <a:rPr sz="1500" dirty="0"/>
              <a:t>PIC 6  Record the value of BR, </a:t>
            </a:r>
            <a:r>
              <a:rPr sz="1500" dirty="0" err="1"/>
              <a:t>Hcb</a:t>
            </a:r>
            <a:r>
              <a:rPr sz="1500" dirty="0"/>
              <a:t>, </a:t>
            </a:r>
            <a:r>
              <a:rPr sz="1500" dirty="0" err="1"/>
              <a:t>Hcj</a:t>
            </a:r>
            <a:r>
              <a:rPr sz="1500" dirty="0"/>
              <a:t>, BH max.</a:t>
            </a:r>
          </a:p>
        </p:txBody>
      </p:sp>
      <p:sp>
        <p:nvSpPr>
          <p:cNvPr id="125" name="线条"/>
          <p:cNvSpPr/>
          <p:nvPr/>
        </p:nvSpPr>
        <p:spPr>
          <a:xfrm>
            <a:off x="5204020" y="11256194"/>
            <a:ext cx="360000" cy="1"/>
          </a:xfrm>
          <a:prstGeom prst="line">
            <a:avLst/>
          </a:prstGeom>
          <a:ln w="38100">
            <a:solidFill>
              <a:srgbClr val="51A7F9"/>
            </a:solidFill>
            <a:miter lim="400000"/>
            <a:tailEnd type="triangle"/>
          </a:ln>
        </p:spPr>
        <p:txBody>
          <a:bodyPr lIns="0" tIns="0" rIns="0" bIns="0"/>
          <a:lstStyle/>
          <a:p>
            <a:pPr algn="l" defTabSz="457200">
              <a:defRPr sz="1200">
                <a:latin typeface="Helvetica"/>
                <a:ea typeface="Helvetica"/>
                <a:cs typeface="Helvetica"/>
                <a:sym typeface="Helvetica"/>
              </a:defRPr>
            </a:pPr>
            <a:endParaRPr/>
          </a:p>
        </p:txBody>
      </p:sp>
      <p:sp>
        <p:nvSpPr>
          <p:cNvPr id="126" name="PIC 1  Block/column sample and measuring Coil"/>
          <p:cNvSpPr txBox="1"/>
          <p:nvPr/>
        </p:nvSpPr>
        <p:spPr>
          <a:xfrm>
            <a:off x="635281" y="12703551"/>
            <a:ext cx="4568740" cy="671708"/>
          </a:xfrm>
          <a:prstGeom prst="rect">
            <a:avLst/>
          </a:prstGeom>
          <a:ln w="12700">
            <a:miter lim="400000"/>
          </a:ln>
        </p:spPr>
        <p:txBody>
          <a:bodyPr lIns="76200" tIns="76200" rIns="76200" bIns="76200" anchor="ctr"/>
          <a:lstStyle>
            <a:lvl1pPr defTabSz="819150">
              <a:defRPr sz="1500"/>
            </a:lvl1pPr>
          </a:lstStyle>
          <a:p>
            <a:r>
              <a:rPr dirty="0"/>
              <a:t>PIC</a:t>
            </a:r>
            <a:r>
              <a:rPr lang="en-US" dirty="0"/>
              <a:t>1 </a:t>
            </a:r>
            <a:r>
              <a:rPr dirty="0"/>
              <a:t>Block/column sample and measuring Coil</a:t>
            </a:r>
          </a:p>
        </p:txBody>
      </p:sp>
      <p:pic>
        <p:nvPicPr>
          <p:cNvPr id="128" name="图像" descr="图像"/>
          <p:cNvPicPr>
            <a:picLocks noChangeAspect="1"/>
          </p:cNvPicPr>
          <p:nvPr/>
        </p:nvPicPr>
        <p:blipFill>
          <a:blip r:embed="rId7" cstate="email"/>
          <a:stretch>
            <a:fillRect/>
          </a:stretch>
        </p:blipFill>
        <p:spPr>
          <a:xfrm>
            <a:off x="790522" y="9976487"/>
            <a:ext cx="3264320" cy="2564149"/>
          </a:xfrm>
          <a:prstGeom prst="rect">
            <a:avLst/>
          </a:prstGeom>
          <a:ln w="12700" cap="flat">
            <a:noFill/>
            <a:miter lim="400000"/>
            <a:headEnd/>
            <a:tailEnd/>
          </a:ln>
          <a:effectLst/>
        </p:spPr>
      </p:pic>
      <p:pic>
        <p:nvPicPr>
          <p:cNvPr id="129" name="图像" descr="图像"/>
          <p:cNvPicPr>
            <a:picLocks noChangeAspect="1"/>
          </p:cNvPicPr>
          <p:nvPr/>
        </p:nvPicPr>
        <p:blipFill>
          <a:blip r:embed="rId8" cstate="email"/>
          <a:stretch>
            <a:fillRect/>
          </a:stretch>
        </p:blipFill>
        <p:spPr>
          <a:xfrm>
            <a:off x="4104704" y="9976487"/>
            <a:ext cx="1032907" cy="2564149"/>
          </a:xfrm>
          <a:prstGeom prst="rect">
            <a:avLst/>
          </a:prstGeom>
          <a:ln w="12700" cap="flat">
            <a:noFill/>
            <a:miter lim="400000"/>
            <a:headEnd/>
            <a:tailEnd/>
          </a:ln>
          <a:effectLst/>
        </p:spPr>
      </p:pic>
      <p:sp>
        <p:nvSpPr>
          <p:cNvPr id="133" name="Block…"/>
          <p:cNvSpPr txBox="1"/>
          <p:nvPr/>
        </p:nvSpPr>
        <p:spPr>
          <a:xfrm>
            <a:off x="785412" y="11736516"/>
            <a:ext cx="1832124" cy="1026572"/>
          </a:xfrm>
          <a:prstGeom prst="rect">
            <a:avLst/>
          </a:prstGeom>
          <a:noFill/>
          <a:ln w="12700" cap="flat">
            <a:noFill/>
            <a:miter lim="400000"/>
          </a:ln>
          <a:effectLst/>
        </p:spPr>
        <p:txBody>
          <a:bodyPr wrap="square" lIns="50800" tIns="50800" rIns="50800" bIns="50800" numCol="1" anchor="ctr">
            <a:noAutofit/>
          </a:bodyPr>
          <a:lstStyle/>
          <a:p>
            <a:pPr defTabSz="821690">
              <a:defRPr sz="1300" b="1">
                <a:latin typeface="Lucida Grande" panose="020B0600040502020204"/>
                <a:ea typeface="Lucida Grande" panose="020B0600040502020204"/>
                <a:cs typeface="Lucida Grande" panose="020B0600040502020204"/>
                <a:sym typeface="Lucida Grande" panose="020B0600040502020204"/>
              </a:defRPr>
            </a:pPr>
            <a:r>
              <a:rPr dirty="0">
                <a:latin typeface="Arial" panose="020B0604020202020204" pitchFamily="34" charset="0"/>
                <a:cs typeface="Arial" panose="020B0604020202020204" pitchFamily="34" charset="0"/>
              </a:rPr>
              <a:t>Block</a:t>
            </a:r>
          </a:p>
          <a:p>
            <a:pPr defTabSz="821690">
              <a:defRPr sz="1300">
                <a:latin typeface="Lucida Grande" panose="020B0600040502020204"/>
                <a:ea typeface="Lucida Grande" panose="020B0600040502020204"/>
                <a:cs typeface="Lucida Grande" panose="020B0600040502020204"/>
                <a:sym typeface="Lucida Grande" panose="020B0600040502020204"/>
              </a:defRPr>
            </a:pPr>
            <a:r>
              <a:rPr dirty="0">
                <a:latin typeface="Arial" panose="020B0604020202020204" pitchFamily="34" charset="0"/>
                <a:cs typeface="Arial" panose="020B0604020202020204" pitchFamily="34" charset="0"/>
              </a:rPr>
              <a:t>Specification</a:t>
            </a:r>
          </a:p>
          <a:p>
            <a:pPr defTabSz="821690">
              <a:defRPr sz="1300">
                <a:latin typeface="Lucida Grande" panose="020B0600040502020204"/>
                <a:ea typeface="Lucida Grande" panose="020B0600040502020204"/>
                <a:cs typeface="Lucida Grande" panose="020B0600040502020204"/>
                <a:sym typeface="Lucida Grande" panose="020B0600040502020204"/>
              </a:defRPr>
            </a:pPr>
            <a:r>
              <a:rPr lang="en-US" dirty="0">
                <a:latin typeface="Arial" panose="020B0604020202020204" pitchFamily="34" charset="0"/>
                <a:cs typeface="Arial" panose="020B0604020202020204" pitchFamily="34" charset="0"/>
              </a:rPr>
              <a:t>61</a:t>
            </a:r>
            <a:r>
              <a:rPr dirty="0">
                <a:latin typeface="Arial" panose="020B0604020202020204" pitchFamily="34" charset="0"/>
                <a:cs typeface="Arial" panose="020B0604020202020204" pitchFamily="34" charset="0"/>
              </a:rPr>
              <a:t>*4</a:t>
            </a:r>
            <a:r>
              <a:rPr lang="en-US" dirty="0">
                <a:latin typeface="Arial" panose="020B0604020202020204" pitchFamily="34" charset="0"/>
                <a:cs typeface="Arial" panose="020B0604020202020204" pitchFamily="34" charset="0"/>
              </a:rPr>
              <a:t>4</a:t>
            </a:r>
            <a:r>
              <a:rPr dirty="0">
                <a:latin typeface="Arial" panose="020B0604020202020204" pitchFamily="34" charset="0"/>
                <a:cs typeface="Arial" panose="020B0604020202020204" pitchFamily="34" charset="0"/>
              </a:rPr>
              <a:t>*3</a:t>
            </a:r>
            <a:r>
              <a:rPr lang="en-US" altLang="zh-CN" dirty="0">
                <a:latin typeface="Arial" panose="020B0604020202020204" pitchFamily="34" charset="0"/>
                <a:cs typeface="Arial" panose="020B0604020202020204" pitchFamily="34" charset="0"/>
              </a:rPr>
              <a:t>4.5</a:t>
            </a:r>
            <a:r>
              <a:rPr dirty="0">
                <a:latin typeface="Arial" panose="020B0604020202020204" pitchFamily="34" charset="0"/>
                <a:cs typeface="Arial" panose="020B0604020202020204" pitchFamily="34" charset="0"/>
              </a:rPr>
              <a:t>mm</a:t>
            </a:r>
          </a:p>
        </p:txBody>
      </p:sp>
      <p:sp>
        <p:nvSpPr>
          <p:cNvPr id="146" name="Coil…"/>
          <p:cNvSpPr txBox="1"/>
          <p:nvPr/>
        </p:nvSpPr>
        <p:spPr>
          <a:xfrm>
            <a:off x="4036612" y="11764181"/>
            <a:ext cx="1174982" cy="916880"/>
          </a:xfrm>
          <a:prstGeom prst="rect">
            <a:avLst/>
          </a:prstGeom>
          <a:noFill/>
          <a:ln w="12700" cap="flat">
            <a:noFill/>
            <a:miter lim="400000"/>
          </a:ln>
          <a:effectLst/>
        </p:spPr>
        <p:txBody>
          <a:bodyPr wrap="square" lIns="50800" tIns="50800" rIns="50800" bIns="50800" numCol="1" anchor="ctr">
            <a:noAutofit/>
          </a:bodyPr>
          <a:lstStyle/>
          <a:p>
            <a:pPr defTabSz="821690">
              <a:defRPr sz="1300" b="1">
                <a:solidFill>
                  <a:srgbClr val="0080FF"/>
                </a:solidFill>
                <a:latin typeface="Lucida Grande" panose="020B0600040502020204"/>
                <a:ea typeface="Lucida Grande" panose="020B0600040502020204"/>
                <a:cs typeface="Lucida Grande" panose="020B0600040502020204"/>
                <a:sym typeface="Lucida Grande" panose="020B0600040502020204"/>
              </a:defRPr>
            </a:pPr>
            <a:r>
              <a:rPr dirty="0">
                <a:solidFill>
                  <a:schemeClr val="tx1"/>
                </a:solidFill>
                <a:latin typeface="Arial" panose="020B0604020202020204" pitchFamily="34" charset="0"/>
                <a:cs typeface="Arial" panose="020B0604020202020204" pitchFamily="34" charset="0"/>
              </a:rPr>
              <a:t>Coil</a:t>
            </a:r>
          </a:p>
          <a:p>
            <a:pPr defTabSz="821690">
              <a:defRPr sz="1300">
                <a:solidFill>
                  <a:srgbClr val="0080FF"/>
                </a:solidFill>
                <a:latin typeface="Lucida Grande" panose="020B0600040502020204"/>
                <a:ea typeface="Lucida Grande" panose="020B0600040502020204"/>
                <a:cs typeface="Lucida Grande" panose="020B0600040502020204"/>
                <a:sym typeface="Lucida Grande" panose="020B0600040502020204"/>
              </a:defRPr>
            </a:pPr>
            <a:r>
              <a:rPr dirty="0">
                <a:solidFill>
                  <a:schemeClr val="tx1"/>
                </a:solidFill>
                <a:latin typeface="Arial" panose="020B0604020202020204" pitchFamily="34" charset="0"/>
                <a:cs typeface="Arial" panose="020B0604020202020204" pitchFamily="34" charset="0"/>
              </a:rPr>
              <a:t>Specification</a:t>
            </a:r>
          </a:p>
          <a:p>
            <a:pPr defTabSz="821690">
              <a:defRPr sz="1300">
                <a:solidFill>
                  <a:srgbClr val="0080FF"/>
                </a:solidFill>
                <a:latin typeface="Lucida Grande" panose="020B0600040502020204"/>
                <a:ea typeface="Lucida Grande" panose="020B0600040502020204"/>
                <a:cs typeface="Lucida Grande" panose="020B0600040502020204"/>
                <a:sym typeface="Lucida Grande" panose="020B0600040502020204"/>
              </a:defRPr>
            </a:pPr>
            <a:r>
              <a:rPr dirty="0">
                <a:solidFill>
                  <a:schemeClr val="tx1"/>
                </a:solidFill>
                <a:latin typeface="Arial" panose="020B0604020202020204" pitchFamily="34" charset="0"/>
                <a:cs typeface="Arial" panose="020B0604020202020204" pitchFamily="34" charset="0"/>
              </a:rPr>
              <a:t>Φ10mm</a:t>
            </a:r>
          </a:p>
        </p:txBody>
      </p:sp>
      <p:sp>
        <p:nvSpPr>
          <p:cNvPr id="147" name="Sample…"/>
          <p:cNvSpPr txBox="1"/>
          <p:nvPr/>
        </p:nvSpPr>
        <p:spPr>
          <a:xfrm>
            <a:off x="2772128" y="11783314"/>
            <a:ext cx="1335609" cy="932976"/>
          </a:xfrm>
          <a:prstGeom prst="rect">
            <a:avLst/>
          </a:prstGeom>
          <a:noFill/>
          <a:ln w="12700" cap="flat">
            <a:noFill/>
            <a:miter lim="400000"/>
          </a:ln>
          <a:effectLst/>
        </p:spPr>
        <p:txBody>
          <a:bodyPr wrap="square" lIns="50800" tIns="50800" rIns="50800" bIns="50800" numCol="1" anchor="ctr">
            <a:noAutofit/>
          </a:bodyPr>
          <a:lstStyle/>
          <a:p>
            <a:pPr defTabSz="821690">
              <a:defRPr sz="1300" b="1">
                <a:solidFill>
                  <a:srgbClr val="0096FF"/>
                </a:solidFill>
                <a:latin typeface="Lucida Grande" panose="020B0600040502020204"/>
                <a:ea typeface="Lucida Grande" panose="020B0600040502020204"/>
                <a:cs typeface="Lucida Grande" panose="020B0600040502020204"/>
                <a:sym typeface="Lucida Grande" panose="020B0600040502020204"/>
              </a:defRPr>
            </a:pPr>
            <a:r>
              <a:rPr dirty="0">
                <a:solidFill>
                  <a:schemeClr val="tx1"/>
                </a:solidFill>
                <a:latin typeface="Arial" panose="020B0604020202020204" pitchFamily="34" charset="0"/>
                <a:cs typeface="Arial" panose="020B0604020202020204" pitchFamily="34" charset="0"/>
              </a:rPr>
              <a:t>Sample</a:t>
            </a:r>
          </a:p>
          <a:p>
            <a:pPr defTabSz="821690">
              <a:defRPr sz="1300">
                <a:solidFill>
                  <a:srgbClr val="0096FF"/>
                </a:solidFill>
                <a:latin typeface="Lucida Grande" panose="020B0600040502020204"/>
                <a:ea typeface="Lucida Grande" panose="020B0600040502020204"/>
                <a:cs typeface="Lucida Grande" panose="020B0600040502020204"/>
                <a:sym typeface="Lucida Grande" panose="020B0600040502020204"/>
              </a:defRPr>
            </a:pPr>
            <a:r>
              <a:rPr dirty="0">
                <a:solidFill>
                  <a:schemeClr val="tx1"/>
                </a:solidFill>
                <a:latin typeface="Arial" panose="020B0604020202020204" pitchFamily="34" charset="0"/>
                <a:cs typeface="Arial" panose="020B0604020202020204" pitchFamily="34" charset="0"/>
              </a:rPr>
              <a:t>Specification</a:t>
            </a:r>
          </a:p>
          <a:p>
            <a:pPr defTabSz="821690">
              <a:defRPr sz="1300">
                <a:solidFill>
                  <a:srgbClr val="0096FF"/>
                </a:solidFill>
                <a:latin typeface="Lucida Grande" panose="020B0600040502020204"/>
                <a:ea typeface="Lucida Grande" panose="020B0600040502020204"/>
                <a:cs typeface="Lucida Grande" panose="020B0600040502020204"/>
                <a:sym typeface="Lucida Grande" panose="020B0600040502020204"/>
              </a:defRPr>
            </a:pPr>
            <a:r>
              <a:rPr dirty="0">
                <a:solidFill>
                  <a:schemeClr val="tx1"/>
                </a:solidFill>
                <a:latin typeface="Arial" panose="020B0604020202020204" pitchFamily="34" charset="0"/>
                <a:cs typeface="Arial" panose="020B0604020202020204" pitchFamily="34" charset="0"/>
              </a:rPr>
              <a:t>Φ10mm*15mm</a:t>
            </a:r>
          </a:p>
        </p:txBody>
      </p:sp>
      <p:pic>
        <p:nvPicPr>
          <p:cNvPr id="148" name="图像" descr="图像"/>
          <p:cNvPicPr>
            <a:picLocks noChangeAspect="1"/>
          </p:cNvPicPr>
          <p:nvPr/>
        </p:nvPicPr>
        <p:blipFill>
          <a:blip r:embed="rId9" cstate="email"/>
          <a:stretch>
            <a:fillRect/>
          </a:stretch>
        </p:blipFill>
        <p:spPr>
          <a:xfrm>
            <a:off x="5654512" y="9971755"/>
            <a:ext cx="1956219" cy="2568881"/>
          </a:xfrm>
          <a:prstGeom prst="rect">
            <a:avLst/>
          </a:prstGeom>
          <a:ln w="12700">
            <a:miter lim="400000"/>
            <a:headEnd/>
            <a:tailEnd/>
          </a:ln>
        </p:spPr>
      </p:pic>
      <p:sp>
        <p:nvSpPr>
          <p:cNvPr id="149" name="PIC 2  Soak into 18℃-22℃water"/>
          <p:cNvSpPr txBox="1"/>
          <p:nvPr/>
        </p:nvSpPr>
        <p:spPr>
          <a:xfrm>
            <a:off x="5118499" y="12857086"/>
            <a:ext cx="3193592" cy="412755"/>
          </a:xfrm>
          <a:prstGeom prst="rect">
            <a:avLst/>
          </a:prstGeom>
          <a:ln w="12700">
            <a:miter lim="400000"/>
          </a:ln>
        </p:spPr>
        <p:txBody>
          <a:bodyPr lIns="76200" tIns="76200" rIns="76200" bIns="76200" anchor="ctr"/>
          <a:lstStyle>
            <a:lvl1pPr algn="l" defTabSz="819150">
              <a:defRPr sz="1500"/>
            </a:lvl1pPr>
          </a:lstStyle>
          <a:p>
            <a:r>
              <a:rPr dirty="0"/>
              <a:t>PIC 2  Soak into 18℃-22℃water</a:t>
            </a:r>
          </a:p>
        </p:txBody>
      </p:sp>
      <p:sp>
        <p:nvSpPr>
          <p:cNvPr id="150" name="PIC 4  Put column sample at machine plane with coil"/>
          <p:cNvSpPr txBox="1"/>
          <p:nvPr/>
        </p:nvSpPr>
        <p:spPr>
          <a:xfrm>
            <a:off x="11693142" y="12857086"/>
            <a:ext cx="3048332" cy="729343"/>
          </a:xfrm>
          <a:prstGeom prst="rect">
            <a:avLst/>
          </a:prstGeom>
          <a:solidFill>
            <a:srgbClr val="FFFFFF"/>
          </a:solidFill>
          <a:ln w="12700">
            <a:miter lim="400000"/>
          </a:ln>
        </p:spPr>
        <p:txBody>
          <a:bodyPr lIns="76200" tIns="76200" rIns="76200" bIns="76200" anchor="ctr"/>
          <a:lstStyle>
            <a:lvl1pPr defTabSz="819150">
              <a:defRPr sz="1500"/>
            </a:lvl1pPr>
          </a:lstStyle>
          <a:p>
            <a:r>
              <a:rPr dirty="0"/>
              <a:t>PIC 4  Put column sample at machine plane with coil</a:t>
            </a:r>
          </a:p>
        </p:txBody>
      </p:sp>
      <p:pic>
        <p:nvPicPr>
          <p:cNvPr id="151" name="图片 150"/>
          <p:cNvPicPr>
            <a:picLocks noChangeAspect="1"/>
          </p:cNvPicPr>
          <p:nvPr/>
        </p:nvPicPr>
        <p:blipFill>
          <a:blip r:embed="rId10" cstate="email"/>
          <a:stretch>
            <a:fillRect/>
          </a:stretch>
        </p:blipFill>
        <p:spPr>
          <a:xfrm>
            <a:off x="8105079" y="9971755"/>
            <a:ext cx="2786994" cy="2568881"/>
          </a:xfrm>
          <a:prstGeom prst="rect">
            <a:avLst/>
          </a:prstGeom>
        </p:spPr>
      </p:pic>
      <p:pic>
        <p:nvPicPr>
          <p:cNvPr id="152" name="图片 151"/>
          <p:cNvPicPr>
            <a:picLocks noChangeAspect="1"/>
          </p:cNvPicPr>
          <p:nvPr/>
        </p:nvPicPr>
        <p:blipFill>
          <a:blip r:embed="rId11"/>
          <a:stretch>
            <a:fillRect/>
          </a:stretch>
        </p:blipFill>
        <p:spPr>
          <a:xfrm>
            <a:off x="11312748" y="9971755"/>
            <a:ext cx="3405261" cy="2568881"/>
          </a:xfrm>
          <a:prstGeom prst="rect">
            <a:avLst/>
          </a:prstGeom>
        </p:spPr>
      </p:pic>
      <p:sp>
        <p:nvSpPr>
          <p:cNvPr id="153" name="线条"/>
          <p:cNvSpPr/>
          <p:nvPr/>
        </p:nvSpPr>
        <p:spPr>
          <a:xfrm>
            <a:off x="7683008" y="11291939"/>
            <a:ext cx="360000" cy="1"/>
          </a:xfrm>
          <a:prstGeom prst="line">
            <a:avLst/>
          </a:prstGeom>
          <a:ln w="38100">
            <a:solidFill>
              <a:srgbClr val="51A7F9"/>
            </a:solidFill>
            <a:miter lim="400000"/>
            <a:tailEnd type="triangle"/>
          </a:ln>
        </p:spPr>
        <p:txBody>
          <a:bodyPr lIns="0" tIns="0" rIns="0" bIns="0"/>
          <a:lstStyle/>
          <a:p>
            <a:pPr algn="l" defTabSz="457200">
              <a:defRPr sz="1200">
                <a:latin typeface="Helvetica"/>
                <a:ea typeface="Helvetica"/>
                <a:cs typeface="Helvetica"/>
                <a:sym typeface="Helvetica"/>
              </a:defRPr>
            </a:pPr>
            <a:endParaRPr/>
          </a:p>
        </p:txBody>
      </p:sp>
      <p:sp>
        <p:nvSpPr>
          <p:cNvPr id="154" name="线条"/>
          <p:cNvSpPr/>
          <p:nvPr/>
        </p:nvSpPr>
        <p:spPr>
          <a:xfrm>
            <a:off x="10942801" y="11291939"/>
            <a:ext cx="360000" cy="1"/>
          </a:xfrm>
          <a:prstGeom prst="line">
            <a:avLst/>
          </a:prstGeom>
          <a:ln w="38100">
            <a:solidFill>
              <a:srgbClr val="51A7F9"/>
            </a:solidFill>
            <a:miter lim="400000"/>
            <a:tailEnd type="triangle"/>
          </a:ln>
        </p:spPr>
        <p:txBody>
          <a:bodyPr lIns="0" tIns="0" rIns="0" bIns="0"/>
          <a:lstStyle/>
          <a:p>
            <a:pPr algn="l" defTabSz="457200">
              <a:defRPr sz="1200">
                <a:latin typeface="Helvetica"/>
                <a:ea typeface="Helvetica"/>
                <a:cs typeface="Helvetica"/>
                <a:sym typeface="Helvetica"/>
              </a:defRPr>
            </a:pPr>
            <a:endParaRPr/>
          </a:p>
        </p:txBody>
      </p:sp>
      <p:sp>
        <p:nvSpPr>
          <p:cNvPr id="155" name="线条"/>
          <p:cNvSpPr/>
          <p:nvPr/>
        </p:nvSpPr>
        <p:spPr>
          <a:xfrm>
            <a:off x="14736057" y="11291939"/>
            <a:ext cx="360000" cy="1"/>
          </a:xfrm>
          <a:prstGeom prst="line">
            <a:avLst/>
          </a:prstGeom>
          <a:ln w="38100">
            <a:solidFill>
              <a:srgbClr val="51A7F9"/>
            </a:solidFill>
            <a:miter lim="400000"/>
            <a:tailEnd type="triangle"/>
          </a:ln>
        </p:spPr>
        <p:txBody>
          <a:bodyPr lIns="0" tIns="0" rIns="0" bIns="0"/>
          <a:lstStyle/>
          <a:p>
            <a:pPr algn="l" defTabSz="457200">
              <a:defRPr sz="1200">
                <a:latin typeface="Helvetica"/>
                <a:ea typeface="Helvetica"/>
                <a:cs typeface="Helvetica"/>
                <a:sym typeface="Helvetica"/>
              </a:defRPr>
            </a:pPr>
            <a:endParaRPr/>
          </a:p>
        </p:txBody>
      </p:sp>
      <p:sp>
        <p:nvSpPr>
          <p:cNvPr id="156" name="线条"/>
          <p:cNvSpPr/>
          <p:nvPr/>
        </p:nvSpPr>
        <p:spPr>
          <a:xfrm>
            <a:off x="19546252" y="11287227"/>
            <a:ext cx="360000" cy="1"/>
          </a:xfrm>
          <a:prstGeom prst="line">
            <a:avLst/>
          </a:prstGeom>
          <a:ln w="38100">
            <a:solidFill>
              <a:srgbClr val="51A7F9"/>
            </a:solidFill>
            <a:miter lim="400000"/>
            <a:tailEnd type="triangle"/>
          </a:ln>
        </p:spPr>
        <p:txBody>
          <a:bodyPr lIns="0" tIns="0" rIns="0" bIns="0"/>
          <a:lstStyle/>
          <a:p>
            <a:pPr algn="l" defTabSz="457200">
              <a:defRPr sz="1200">
                <a:latin typeface="Helvetica"/>
                <a:ea typeface="Helvetica"/>
                <a:cs typeface="Helvetica"/>
                <a:sym typeface="Helvetica"/>
              </a:defRPr>
            </a:pPr>
            <a:endParaRPr/>
          </a:p>
        </p:txBody>
      </p:sp>
      <p:sp>
        <p:nvSpPr>
          <p:cNvPr id="30" name="MTD | X1335 Metrology Details-Magnet 160-02017-05 (Series)">
            <a:extLst>
              <a:ext uri="{FF2B5EF4-FFF2-40B4-BE49-F238E27FC236}">
                <a16:creationId xmlns:a16="http://schemas.microsoft.com/office/drawing/2014/main" id="{97E9F8AC-CB39-1B4D-BC63-0DDCCB87880A}"/>
              </a:ext>
            </a:extLst>
          </p:cNvPr>
          <p:cNvSpPr txBox="1">
            <a:spLocks/>
          </p:cNvSpPr>
          <p:nvPr/>
        </p:nvSpPr>
        <p:spPr>
          <a:xfrm>
            <a:off x="851245" y="959195"/>
            <a:ext cx="14591955" cy="84420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noAutofit/>
          </a:bodyPr>
          <a:lstStyle>
            <a:lvl1pPr marL="0" marR="0" indent="0" algn="ctr" defTabSz="821530" rtl="0" latinLnBrk="0">
              <a:lnSpc>
                <a:spcPct val="100000"/>
              </a:lnSpc>
              <a:spcBef>
                <a:spcPts val="0"/>
              </a:spcBef>
              <a:spcAft>
                <a:spcPts val="0"/>
              </a:spcAft>
              <a:buClrTx/>
              <a:buSzTx/>
              <a:buFontTx/>
              <a:buNone/>
              <a:tabLst/>
              <a:defRPr sz="11200" b="0" i="0" u="none" strike="noStrike" cap="none" spc="0" baseline="0">
                <a:ln>
                  <a:noFill/>
                </a:ln>
                <a:solidFill>
                  <a:srgbClr val="000000"/>
                </a:solidFill>
                <a:uFillTx/>
                <a:latin typeface="+mj-lt"/>
                <a:ea typeface="+mj-ea"/>
                <a:cs typeface="+mj-cs"/>
                <a:sym typeface="Helvetica Neue Medium"/>
              </a:defRPr>
            </a:lvl1pPr>
            <a:lvl2pPr marL="0" marR="0" indent="0" algn="ctr" defTabSz="821530" rtl="0" latinLnBrk="0">
              <a:lnSpc>
                <a:spcPct val="100000"/>
              </a:lnSpc>
              <a:spcBef>
                <a:spcPts val="0"/>
              </a:spcBef>
              <a:spcAft>
                <a:spcPts val="0"/>
              </a:spcAft>
              <a:buClrTx/>
              <a:buSzTx/>
              <a:buFontTx/>
              <a:buNone/>
              <a:tabLst/>
              <a:defRPr sz="11200" b="0" i="0" u="none" strike="noStrike" cap="none" spc="0" baseline="0">
                <a:ln>
                  <a:noFill/>
                </a:ln>
                <a:solidFill>
                  <a:srgbClr val="000000"/>
                </a:solidFill>
                <a:uFillTx/>
                <a:latin typeface="+mj-lt"/>
                <a:ea typeface="+mj-ea"/>
                <a:cs typeface="+mj-cs"/>
                <a:sym typeface="Helvetica Neue Medium"/>
              </a:defRPr>
            </a:lvl2pPr>
            <a:lvl3pPr marL="0" marR="0" indent="0" algn="ctr" defTabSz="821530" rtl="0" latinLnBrk="0">
              <a:lnSpc>
                <a:spcPct val="100000"/>
              </a:lnSpc>
              <a:spcBef>
                <a:spcPts val="0"/>
              </a:spcBef>
              <a:spcAft>
                <a:spcPts val="0"/>
              </a:spcAft>
              <a:buClrTx/>
              <a:buSzTx/>
              <a:buFontTx/>
              <a:buNone/>
              <a:tabLst/>
              <a:defRPr sz="11200" b="0" i="0" u="none" strike="noStrike" cap="none" spc="0" baseline="0">
                <a:ln>
                  <a:noFill/>
                </a:ln>
                <a:solidFill>
                  <a:srgbClr val="000000"/>
                </a:solidFill>
                <a:uFillTx/>
                <a:latin typeface="+mj-lt"/>
                <a:ea typeface="+mj-ea"/>
                <a:cs typeface="+mj-cs"/>
                <a:sym typeface="Helvetica Neue Medium"/>
              </a:defRPr>
            </a:lvl3pPr>
            <a:lvl4pPr marL="0" marR="0" indent="0" algn="ctr" defTabSz="821530" rtl="0" latinLnBrk="0">
              <a:lnSpc>
                <a:spcPct val="100000"/>
              </a:lnSpc>
              <a:spcBef>
                <a:spcPts val="0"/>
              </a:spcBef>
              <a:spcAft>
                <a:spcPts val="0"/>
              </a:spcAft>
              <a:buClrTx/>
              <a:buSzTx/>
              <a:buFontTx/>
              <a:buNone/>
              <a:tabLst/>
              <a:defRPr sz="11200" b="0" i="0" u="none" strike="noStrike" cap="none" spc="0" baseline="0">
                <a:ln>
                  <a:noFill/>
                </a:ln>
                <a:solidFill>
                  <a:srgbClr val="000000"/>
                </a:solidFill>
                <a:uFillTx/>
                <a:latin typeface="+mj-lt"/>
                <a:ea typeface="+mj-ea"/>
                <a:cs typeface="+mj-cs"/>
                <a:sym typeface="Helvetica Neue Medium"/>
              </a:defRPr>
            </a:lvl4pPr>
            <a:lvl5pPr marL="0" marR="0" indent="0" algn="ctr" defTabSz="821530" rtl="0" latinLnBrk="0">
              <a:lnSpc>
                <a:spcPct val="100000"/>
              </a:lnSpc>
              <a:spcBef>
                <a:spcPts val="0"/>
              </a:spcBef>
              <a:spcAft>
                <a:spcPts val="0"/>
              </a:spcAft>
              <a:buClrTx/>
              <a:buSzTx/>
              <a:buFontTx/>
              <a:buNone/>
              <a:tabLst/>
              <a:defRPr sz="11200" b="0" i="0" u="none" strike="noStrike" cap="none" spc="0" baseline="0">
                <a:ln>
                  <a:noFill/>
                </a:ln>
                <a:solidFill>
                  <a:srgbClr val="000000"/>
                </a:solidFill>
                <a:uFillTx/>
                <a:latin typeface="+mj-lt"/>
                <a:ea typeface="+mj-ea"/>
                <a:cs typeface="+mj-cs"/>
                <a:sym typeface="Helvetica Neue Medium"/>
              </a:defRPr>
            </a:lvl5pPr>
            <a:lvl6pPr marL="0" marR="0" indent="0" algn="ctr" defTabSz="821530" rtl="0" latinLnBrk="0">
              <a:lnSpc>
                <a:spcPct val="100000"/>
              </a:lnSpc>
              <a:spcBef>
                <a:spcPts val="0"/>
              </a:spcBef>
              <a:spcAft>
                <a:spcPts val="0"/>
              </a:spcAft>
              <a:buClrTx/>
              <a:buSzTx/>
              <a:buFontTx/>
              <a:buNone/>
              <a:tabLst/>
              <a:defRPr sz="11200" b="0" i="0" u="none" strike="noStrike" cap="none" spc="0" baseline="0">
                <a:ln>
                  <a:noFill/>
                </a:ln>
                <a:solidFill>
                  <a:srgbClr val="000000"/>
                </a:solidFill>
                <a:uFillTx/>
                <a:latin typeface="+mj-lt"/>
                <a:ea typeface="+mj-ea"/>
                <a:cs typeface="+mj-cs"/>
                <a:sym typeface="Helvetica Neue Medium"/>
              </a:defRPr>
            </a:lvl6pPr>
            <a:lvl7pPr marL="0" marR="0" indent="0" algn="ctr" defTabSz="821530" rtl="0" latinLnBrk="0">
              <a:lnSpc>
                <a:spcPct val="100000"/>
              </a:lnSpc>
              <a:spcBef>
                <a:spcPts val="0"/>
              </a:spcBef>
              <a:spcAft>
                <a:spcPts val="0"/>
              </a:spcAft>
              <a:buClrTx/>
              <a:buSzTx/>
              <a:buFontTx/>
              <a:buNone/>
              <a:tabLst/>
              <a:defRPr sz="11200" b="0" i="0" u="none" strike="noStrike" cap="none" spc="0" baseline="0">
                <a:ln>
                  <a:noFill/>
                </a:ln>
                <a:solidFill>
                  <a:srgbClr val="000000"/>
                </a:solidFill>
                <a:uFillTx/>
                <a:latin typeface="+mj-lt"/>
                <a:ea typeface="+mj-ea"/>
                <a:cs typeface="+mj-cs"/>
                <a:sym typeface="Helvetica Neue Medium"/>
              </a:defRPr>
            </a:lvl7pPr>
            <a:lvl8pPr marL="0" marR="0" indent="0" algn="ctr" defTabSz="821530" rtl="0" latinLnBrk="0">
              <a:lnSpc>
                <a:spcPct val="100000"/>
              </a:lnSpc>
              <a:spcBef>
                <a:spcPts val="0"/>
              </a:spcBef>
              <a:spcAft>
                <a:spcPts val="0"/>
              </a:spcAft>
              <a:buClrTx/>
              <a:buSzTx/>
              <a:buFontTx/>
              <a:buNone/>
              <a:tabLst/>
              <a:defRPr sz="11200" b="0" i="0" u="none" strike="noStrike" cap="none" spc="0" baseline="0">
                <a:ln>
                  <a:noFill/>
                </a:ln>
                <a:solidFill>
                  <a:srgbClr val="000000"/>
                </a:solidFill>
                <a:uFillTx/>
                <a:latin typeface="+mj-lt"/>
                <a:ea typeface="+mj-ea"/>
                <a:cs typeface="+mj-cs"/>
                <a:sym typeface="Helvetica Neue Medium"/>
              </a:defRPr>
            </a:lvl8pPr>
            <a:lvl9pPr marL="0" marR="0" indent="0" algn="ctr" defTabSz="821530" rtl="0" latinLnBrk="0">
              <a:lnSpc>
                <a:spcPct val="100000"/>
              </a:lnSpc>
              <a:spcBef>
                <a:spcPts val="0"/>
              </a:spcBef>
              <a:spcAft>
                <a:spcPts val="0"/>
              </a:spcAft>
              <a:buClrTx/>
              <a:buSzTx/>
              <a:buFontTx/>
              <a:buNone/>
              <a:tabLst/>
              <a:defRPr sz="11200" b="0" i="0" u="none" strike="noStrike" cap="none" spc="0" baseline="0">
                <a:ln>
                  <a:noFill/>
                </a:ln>
                <a:solidFill>
                  <a:srgbClr val="000000"/>
                </a:solidFill>
                <a:uFillTx/>
                <a:latin typeface="+mj-lt"/>
                <a:ea typeface="+mj-ea"/>
                <a:cs typeface="+mj-cs"/>
                <a:sym typeface="Helvetica Neue Medium"/>
              </a:defRPr>
            </a:lvl9pPr>
          </a:lstStyle>
          <a:p>
            <a:pPr algn="l" defTabSz="212866" hangingPunct="1">
              <a:defRPr sz="4400">
                <a:solidFill>
                  <a:srgbClr val="024C90"/>
                </a:solidFill>
                <a:latin typeface="Helvetica Neue Light"/>
                <a:ea typeface="Helvetica Neue Light"/>
                <a:cs typeface="Helvetica Neue Light"/>
                <a:sym typeface="Helvetica Neue Light"/>
              </a:defRPr>
            </a:pPr>
            <a:r>
              <a:rPr lang="en" sz="4400" dirty="0">
                <a:solidFill>
                  <a:srgbClr val="024C90"/>
                </a:solidFill>
                <a:latin typeface="Arial" panose="020B0604020202020204" pitchFamily="34" charset="0"/>
                <a:ea typeface="Helvetica Neue Light"/>
                <a:cs typeface="Arial" panose="020B0604020202020204" pitchFamily="34" charset="0"/>
                <a:sym typeface="Helvetica Neue Light"/>
              </a:rPr>
              <a:t>MTD</a:t>
            </a:r>
            <a:r>
              <a:rPr lang="en" sz="4400" dirty="0">
                <a:latin typeface="Arial" panose="020B0604020202020204" pitchFamily="34" charset="0"/>
                <a:ea typeface="Helvetica Neue Light"/>
                <a:cs typeface="Arial" panose="020B0604020202020204" pitchFamily="34" charset="0"/>
                <a:sym typeface="Helvetica Neue Light"/>
              </a:rPr>
              <a:t> | </a:t>
            </a:r>
            <a:r>
              <a:rPr lang="en-US" sz="4400" dirty="0">
                <a:solidFill>
                  <a:schemeClr val="tx1"/>
                </a:solidFill>
                <a:latin typeface="Arial" panose="020B0604020202020204" pitchFamily="34" charset="0"/>
                <a:ea typeface="Helvetica Neue Light"/>
                <a:cs typeface="Arial" panose="020B0604020202020204" pitchFamily="34" charset="0"/>
                <a:sym typeface="Helvetica Neue Light"/>
              </a:rPr>
              <a:t>R240</a:t>
            </a:r>
            <a:r>
              <a:rPr lang="en" sz="4400" dirty="0">
                <a:latin typeface="Arial" panose="020B0604020202020204" pitchFamily="34" charset="0"/>
                <a:ea typeface="Helvetica Neue Light"/>
                <a:cs typeface="Arial" panose="020B0604020202020204" pitchFamily="34" charset="0"/>
                <a:sym typeface="Helvetica Neue Light"/>
              </a:rPr>
              <a:t> </a:t>
            </a:r>
            <a:r>
              <a:rPr lang="en" sz="4400" dirty="0">
                <a:solidFill>
                  <a:schemeClr val="tx1"/>
                </a:solidFill>
                <a:latin typeface="Arial" panose="020B0604020202020204" pitchFamily="34" charset="0"/>
                <a:ea typeface="Helvetica Neue Light"/>
                <a:cs typeface="Arial" panose="020B0604020202020204" pitchFamily="34" charset="0"/>
                <a:sym typeface="Helvetica Neue Light"/>
              </a:rPr>
              <a:t>Metrology Details-Magnet </a:t>
            </a:r>
            <a:r>
              <a:rPr lang="sv-SE" altLang="zh-CN" sz="4400" dirty="0">
                <a:solidFill>
                  <a:schemeClr val="tx1"/>
                </a:solidFill>
                <a:latin typeface="Arial" panose="020B0604020202020204" pitchFamily="34" charset="0"/>
                <a:ea typeface="Helvetica Neue Light"/>
                <a:cs typeface="Arial" panose="020B0604020202020204" pitchFamily="34" charset="0"/>
                <a:sym typeface="Helvetica Neue Light"/>
              </a:rPr>
              <a:t>099-53721-08</a:t>
            </a:r>
          </a:p>
        </p:txBody>
      </p:sp>
      <p:graphicFrame>
        <p:nvGraphicFramePr>
          <p:cNvPr id="32" name="表格 31"/>
          <p:cNvGraphicFramePr>
            <a:graphicFrameLocks noGrp="1"/>
          </p:cNvGraphicFramePr>
          <p:nvPr>
            <p:extLst>
              <p:ext uri="{D42A27DB-BD31-4B8C-83A1-F6EECF244321}">
                <p14:modId xmlns:p14="http://schemas.microsoft.com/office/powerpoint/2010/main" val="1093793799"/>
              </p:ext>
            </p:extLst>
          </p:nvPr>
        </p:nvGraphicFramePr>
        <p:xfrm>
          <a:off x="13757336" y="4924711"/>
          <a:ext cx="7255096" cy="2175819"/>
        </p:xfrm>
        <a:graphic>
          <a:graphicData uri="http://schemas.openxmlformats.org/drawingml/2006/table">
            <a:tbl>
              <a:tblPr>
                <a:tableStyleId>{5940675A-B579-460E-94D1-54222C63F5DA}</a:tableStyleId>
              </a:tblPr>
              <a:tblGrid>
                <a:gridCol w="958094">
                  <a:extLst>
                    <a:ext uri="{9D8B030D-6E8A-4147-A177-3AD203B41FA5}">
                      <a16:colId xmlns:a16="http://schemas.microsoft.com/office/drawing/2014/main" val="20000"/>
                    </a:ext>
                  </a:extLst>
                </a:gridCol>
                <a:gridCol w="1581433">
                  <a:extLst>
                    <a:ext uri="{9D8B030D-6E8A-4147-A177-3AD203B41FA5}">
                      <a16:colId xmlns:a16="http://schemas.microsoft.com/office/drawing/2014/main" val="20001"/>
                    </a:ext>
                  </a:extLst>
                </a:gridCol>
                <a:gridCol w="1557027">
                  <a:extLst>
                    <a:ext uri="{9D8B030D-6E8A-4147-A177-3AD203B41FA5}">
                      <a16:colId xmlns:a16="http://schemas.microsoft.com/office/drawing/2014/main" val="20002"/>
                    </a:ext>
                  </a:extLst>
                </a:gridCol>
                <a:gridCol w="1601514">
                  <a:extLst>
                    <a:ext uri="{9D8B030D-6E8A-4147-A177-3AD203B41FA5}">
                      <a16:colId xmlns:a16="http://schemas.microsoft.com/office/drawing/2014/main" val="20003"/>
                    </a:ext>
                  </a:extLst>
                </a:gridCol>
                <a:gridCol w="1557028">
                  <a:extLst>
                    <a:ext uri="{9D8B030D-6E8A-4147-A177-3AD203B41FA5}">
                      <a16:colId xmlns:a16="http://schemas.microsoft.com/office/drawing/2014/main" val="20004"/>
                    </a:ext>
                  </a:extLst>
                </a:gridCol>
              </a:tblGrid>
              <a:tr h="558169">
                <a:tc>
                  <a:txBody>
                    <a:bodyPr/>
                    <a:lstStyle/>
                    <a:p>
                      <a:pPr algn="ctr" fontAlgn="ctr"/>
                      <a:r>
                        <a:rPr lang="en-US" altLang="zh-CN" sz="1800" b="0" i="0" u="none" strike="noStrike" dirty="0">
                          <a:solidFill>
                            <a:srgbClr val="000000"/>
                          </a:solidFill>
                          <a:effectLst/>
                          <a:latin typeface="Arial" panose="020B0604020202020204" pitchFamily="34" charset="0"/>
                          <a:ea typeface="Arial Unicode MS" panose="020B0604020202020204" pitchFamily="34" charset="-122"/>
                          <a:cs typeface="Arial" panose="020B0604020202020204" pitchFamily="34" charset="0"/>
                        </a:rPr>
                        <a:t>No.</a:t>
                      </a:r>
                    </a:p>
                  </a:txBody>
                  <a:tcPr marL="9525" marR="9525" marT="9525" marB="0" anchor="ctr">
                    <a:solidFill>
                      <a:schemeClr val="accent1">
                        <a:lumMod val="60000"/>
                        <a:lumOff val="40000"/>
                      </a:schemeClr>
                    </a:solidFill>
                  </a:tcPr>
                </a:tc>
                <a:tc>
                  <a:txBody>
                    <a:bodyPr/>
                    <a:lstStyle/>
                    <a:p>
                      <a:pPr algn="ctr" fontAlgn="ctr"/>
                      <a:r>
                        <a:rPr lang="en-US" sz="1800" u="none" strike="noStrike" dirty="0">
                          <a:effectLst/>
                          <a:latin typeface="Arial" panose="020B0604020202020204" pitchFamily="34" charset="0"/>
                          <a:cs typeface="Arial" panose="020B0604020202020204" pitchFamily="34" charset="0"/>
                        </a:rPr>
                        <a:t>Grade</a:t>
                      </a:r>
                      <a:endParaRPr lang="en-US" sz="1800" b="0" i="0" u="none" strike="noStrike" dirty="0">
                        <a:solidFill>
                          <a:srgbClr val="000000"/>
                        </a:solidFill>
                        <a:effectLst/>
                        <a:latin typeface="Arial" panose="020B0604020202020204" pitchFamily="34" charset="0"/>
                        <a:ea typeface="宋体" panose="02010600030101010101" pitchFamily="2" charset="-122"/>
                        <a:cs typeface="Arial" panose="020B0604020202020204" pitchFamily="34" charset="0"/>
                      </a:endParaRPr>
                    </a:p>
                  </a:txBody>
                  <a:tcPr marL="9525" marR="9525" marT="9525" marB="0" anchor="ctr">
                    <a:solidFill>
                      <a:schemeClr val="accent1">
                        <a:lumMod val="60000"/>
                        <a:lumOff val="40000"/>
                      </a:schemeClr>
                    </a:solidFill>
                  </a:tcPr>
                </a:tc>
                <a:tc>
                  <a:txBody>
                    <a:bodyPr/>
                    <a:lstStyle/>
                    <a:p>
                      <a:pPr algn="ctr" fontAlgn="ctr"/>
                      <a:r>
                        <a:rPr lang="en-US" sz="1800" u="none" strike="noStrike" dirty="0">
                          <a:effectLst/>
                          <a:latin typeface="Arial" panose="020B0604020202020204" pitchFamily="34" charset="0"/>
                          <a:cs typeface="Arial" panose="020B0604020202020204" pitchFamily="34" charset="0"/>
                        </a:rPr>
                        <a:t>Br(KGs)</a:t>
                      </a:r>
                      <a:endParaRPr lang="en-US" sz="1800" b="0" i="0" u="none" strike="noStrike" dirty="0">
                        <a:solidFill>
                          <a:srgbClr val="000000"/>
                        </a:solidFill>
                        <a:effectLst/>
                        <a:latin typeface="Arial" panose="020B0604020202020204" pitchFamily="34" charset="0"/>
                        <a:ea typeface="宋体" panose="02010600030101010101" pitchFamily="2" charset="-122"/>
                        <a:cs typeface="Arial" panose="020B0604020202020204" pitchFamily="34" charset="0"/>
                      </a:endParaRPr>
                    </a:p>
                  </a:txBody>
                  <a:tcPr marL="9525" marR="9525" marT="9525" marB="0" anchor="ctr">
                    <a:solidFill>
                      <a:schemeClr val="accent1">
                        <a:lumMod val="60000"/>
                        <a:lumOff val="40000"/>
                      </a:schemeClr>
                    </a:solidFill>
                  </a:tcPr>
                </a:tc>
                <a:tc>
                  <a:txBody>
                    <a:bodyPr/>
                    <a:lstStyle/>
                    <a:p>
                      <a:pPr algn="ctr" fontAlgn="ctr"/>
                      <a:r>
                        <a:rPr lang="en-US" sz="1800" u="none" strike="noStrike" dirty="0" err="1">
                          <a:effectLst/>
                          <a:latin typeface="Arial" panose="020B0604020202020204" pitchFamily="34" charset="0"/>
                          <a:cs typeface="Arial" panose="020B0604020202020204" pitchFamily="34" charset="0"/>
                        </a:rPr>
                        <a:t>HcJ</a:t>
                      </a:r>
                      <a:r>
                        <a:rPr lang="en-US" sz="1800" u="none" strike="noStrike" dirty="0">
                          <a:effectLst/>
                          <a:latin typeface="Arial" panose="020B0604020202020204" pitchFamily="34" charset="0"/>
                          <a:cs typeface="Arial" panose="020B0604020202020204" pitchFamily="34" charset="0"/>
                        </a:rPr>
                        <a:t>(</a:t>
                      </a:r>
                      <a:r>
                        <a:rPr lang="en-US" sz="1800" u="none" strike="noStrike" dirty="0" err="1">
                          <a:effectLst/>
                          <a:latin typeface="Arial" panose="020B0604020202020204" pitchFamily="34" charset="0"/>
                          <a:cs typeface="Arial" panose="020B0604020202020204" pitchFamily="34" charset="0"/>
                        </a:rPr>
                        <a:t>KOe</a:t>
                      </a:r>
                      <a:r>
                        <a:rPr lang="en-US" sz="1800" u="none" strike="noStrike" dirty="0">
                          <a:effectLst/>
                          <a:latin typeface="Arial" panose="020B0604020202020204" pitchFamily="34" charset="0"/>
                          <a:cs typeface="Arial" panose="020B0604020202020204" pitchFamily="34" charset="0"/>
                        </a:rPr>
                        <a:t>)</a:t>
                      </a:r>
                      <a:endParaRPr lang="en-US" sz="1800" b="0" i="0" u="none" strike="noStrike" dirty="0">
                        <a:solidFill>
                          <a:srgbClr val="000000"/>
                        </a:solidFill>
                        <a:effectLst/>
                        <a:latin typeface="Arial" panose="020B0604020202020204" pitchFamily="34" charset="0"/>
                        <a:ea typeface="宋体" panose="02010600030101010101" pitchFamily="2" charset="-122"/>
                        <a:cs typeface="Arial" panose="020B0604020202020204" pitchFamily="34" charset="0"/>
                      </a:endParaRPr>
                    </a:p>
                  </a:txBody>
                  <a:tcPr marL="9525" marR="9525" marT="9525" marB="0" anchor="ctr">
                    <a:solidFill>
                      <a:schemeClr val="accent1">
                        <a:lumMod val="60000"/>
                        <a:lumOff val="40000"/>
                      </a:schemeClr>
                    </a:solidFill>
                  </a:tcPr>
                </a:tc>
                <a:tc>
                  <a:txBody>
                    <a:bodyPr/>
                    <a:lstStyle/>
                    <a:p>
                      <a:pPr algn="ctr" fontAlgn="ctr"/>
                      <a:r>
                        <a:rPr lang="en-US" sz="1800" u="none" strike="noStrike" dirty="0">
                          <a:effectLst/>
                          <a:latin typeface="Arial" panose="020B0604020202020204" pitchFamily="34" charset="0"/>
                          <a:cs typeface="Arial" panose="020B0604020202020204" pitchFamily="34" charset="0"/>
                        </a:rPr>
                        <a:t>BH Max(</a:t>
                      </a:r>
                      <a:r>
                        <a:rPr lang="en-US" sz="1800" u="none" strike="noStrike" dirty="0" err="1">
                          <a:effectLst/>
                          <a:latin typeface="Arial" panose="020B0604020202020204" pitchFamily="34" charset="0"/>
                          <a:cs typeface="Arial" panose="020B0604020202020204" pitchFamily="34" charset="0"/>
                        </a:rPr>
                        <a:t>MGOe</a:t>
                      </a:r>
                      <a:r>
                        <a:rPr lang="en-US" sz="1800" u="none" strike="noStrike" dirty="0">
                          <a:effectLst/>
                          <a:latin typeface="Arial" panose="020B0604020202020204" pitchFamily="34" charset="0"/>
                          <a:cs typeface="Arial" panose="020B0604020202020204" pitchFamily="34" charset="0"/>
                        </a:rPr>
                        <a:t>)</a:t>
                      </a:r>
                      <a:endParaRPr lang="en-US" sz="1800" b="0" i="0" u="none" strike="noStrike" dirty="0">
                        <a:solidFill>
                          <a:srgbClr val="000000"/>
                        </a:solidFill>
                        <a:effectLst/>
                        <a:latin typeface="Arial" panose="020B0604020202020204" pitchFamily="34" charset="0"/>
                        <a:ea typeface="宋体" panose="02010600030101010101" pitchFamily="2" charset="-122"/>
                        <a:cs typeface="Arial" panose="020B0604020202020204" pitchFamily="34" charset="0"/>
                      </a:endParaRPr>
                    </a:p>
                  </a:txBody>
                  <a:tcPr marL="9525" marR="9525" marT="9525" marB="0" anchor="ctr">
                    <a:solidFill>
                      <a:schemeClr val="accent1">
                        <a:lumMod val="60000"/>
                        <a:lumOff val="40000"/>
                      </a:schemeClr>
                    </a:solidFill>
                  </a:tcPr>
                </a:tc>
                <a:extLst>
                  <a:ext uri="{0D108BD9-81ED-4DB2-BD59-A6C34878D82A}">
                    <a16:rowId xmlns:a16="http://schemas.microsoft.com/office/drawing/2014/main" val="10000"/>
                  </a:ext>
                </a:extLst>
              </a:tr>
              <a:tr h="323530">
                <a:tc>
                  <a:txBody>
                    <a:bodyPr/>
                    <a:lstStyle/>
                    <a:p>
                      <a:pPr marL="0" marR="0" indent="0" algn="ctr" defTabSz="821530" eaLnBrk="1" fontAlgn="ctr" latinLnBrk="0" hangingPunct="1">
                        <a:lnSpc>
                          <a:spcPct val="100000"/>
                        </a:lnSpc>
                        <a:spcBef>
                          <a:spcPts val="0"/>
                        </a:spcBef>
                        <a:spcAft>
                          <a:spcPts val="0"/>
                        </a:spcAft>
                        <a:buClrTx/>
                        <a:buSzTx/>
                        <a:buFontTx/>
                        <a:buNone/>
                        <a:tabLst/>
                        <a:defRPr/>
                      </a:pPr>
                      <a:r>
                        <a:rPr lang="en-US" altLang="zh-CN" sz="1800" b="0" i="0" u="none" strike="noStrike" cap="none" spc="0" baseline="0" dirty="0">
                          <a:ln>
                            <a:noFill/>
                          </a:ln>
                          <a:solidFill>
                            <a:schemeClr val="tx1"/>
                          </a:solidFill>
                          <a:effectLst/>
                          <a:uFillTx/>
                          <a:latin typeface="Arial" panose="020B0604020202020204" pitchFamily="34" charset="0"/>
                          <a:ea typeface="+mn-ea"/>
                          <a:cs typeface="Arial" panose="020B0604020202020204" pitchFamily="34" charset="0"/>
                          <a:sym typeface="Helvetica Neue Light"/>
                        </a:rPr>
                        <a:t>1</a:t>
                      </a:r>
                    </a:p>
                  </a:txBody>
                  <a:tcPr marL="9525" marR="9525" marT="9525" marB="0" anchor="ctr"/>
                </a:tc>
                <a:tc rowSpan="5">
                  <a:txBody>
                    <a:bodyPr/>
                    <a:lstStyle/>
                    <a:p>
                      <a:pPr marL="0" marR="0" indent="0" algn="ctr" defTabSz="821530" eaLnBrk="1" fontAlgn="ctr" latinLnBrk="0" hangingPunct="1">
                        <a:lnSpc>
                          <a:spcPct val="100000"/>
                        </a:lnSpc>
                        <a:spcBef>
                          <a:spcPts val="0"/>
                        </a:spcBef>
                        <a:spcAft>
                          <a:spcPts val="0"/>
                        </a:spcAft>
                        <a:buClrTx/>
                        <a:buSzTx/>
                        <a:buFontTx/>
                        <a:buNone/>
                        <a:tabLst/>
                        <a:defRPr/>
                      </a:pPr>
                      <a:r>
                        <a:rPr lang="en-US" altLang="zh-CN" sz="1800" u="none" strike="noStrike" dirty="0">
                          <a:effectLst/>
                          <a:latin typeface="Arial" panose="020B0604020202020204" pitchFamily="34" charset="0"/>
                          <a:cs typeface="Arial" panose="020B0604020202020204" pitchFamily="34" charset="0"/>
                        </a:rPr>
                        <a:t>N42SH</a:t>
                      </a:r>
                      <a:endParaRPr lang="en-US" altLang="zh-CN" sz="1800" b="0" i="0" u="none" strike="noStrike" dirty="0">
                        <a:solidFill>
                          <a:srgbClr val="000000"/>
                        </a:solidFill>
                        <a:effectLst/>
                        <a:latin typeface="Arial" panose="020B0604020202020204" pitchFamily="34" charset="0"/>
                        <a:ea typeface="宋体" panose="02010600030101010101" pitchFamily="2" charset="-122"/>
                        <a:cs typeface="Arial" panose="020B0604020202020204" pitchFamily="34" charset="0"/>
                      </a:endParaRPr>
                    </a:p>
                  </a:txBody>
                  <a:tcPr marL="9525" marR="9525" marT="9525" marB="0" anchor="ctr"/>
                </a:tc>
                <a:tc rowSpan="5">
                  <a:txBody>
                    <a:bodyPr/>
                    <a:lstStyle/>
                    <a:p>
                      <a:pPr marL="0" marR="0" indent="0" algn="ctr" defTabSz="821530" eaLnBrk="1" fontAlgn="ctr" latinLnBrk="0" hangingPunct="1">
                        <a:lnSpc>
                          <a:spcPct val="100000"/>
                        </a:lnSpc>
                        <a:spcBef>
                          <a:spcPts val="0"/>
                        </a:spcBef>
                        <a:spcAft>
                          <a:spcPts val="0"/>
                        </a:spcAft>
                        <a:buClrTx/>
                        <a:buSzTx/>
                        <a:buFontTx/>
                        <a:buNone/>
                        <a:tabLst/>
                        <a:defRPr/>
                      </a:pPr>
                      <a:r>
                        <a:rPr lang="en-US" altLang="zh-CN" sz="1800" u="none" strike="noStrike" dirty="0">
                          <a:effectLst/>
                          <a:latin typeface="Arial" panose="020B0604020202020204" pitchFamily="34" charset="0"/>
                          <a:cs typeface="Arial" panose="020B0604020202020204" pitchFamily="34" charset="0"/>
                        </a:rPr>
                        <a:t>12.8 – 13.2</a:t>
                      </a:r>
                      <a:endParaRPr lang="en-US" altLang="zh-CN" sz="1800" b="0" i="0" u="none" strike="noStrike" dirty="0">
                        <a:solidFill>
                          <a:srgbClr val="000000"/>
                        </a:solidFill>
                        <a:effectLst/>
                        <a:latin typeface="Arial" panose="020B0604020202020204" pitchFamily="34" charset="0"/>
                        <a:ea typeface="宋体" panose="02010600030101010101" pitchFamily="2" charset="-122"/>
                        <a:cs typeface="Arial" panose="020B0604020202020204" pitchFamily="34" charset="0"/>
                      </a:endParaRPr>
                    </a:p>
                  </a:txBody>
                  <a:tcPr marL="9525" marR="9525" marT="9525" marB="0" anchor="ctr"/>
                </a:tc>
                <a:tc rowSpan="5">
                  <a:txBody>
                    <a:bodyPr/>
                    <a:lstStyle/>
                    <a:p>
                      <a:pPr marL="0" marR="0" indent="0" algn="ctr" defTabSz="821530" eaLnBrk="1" fontAlgn="ctr" latinLnBrk="0" hangingPunct="1">
                        <a:lnSpc>
                          <a:spcPct val="100000"/>
                        </a:lnSpc>
                        <a:spcBef>
                          <a:spcPts val="0"/>
                        </a:spcBef>
                        <a:spcAft>
                          <a:spcPts val="0"/>
                        </a:spcAft>
                        <a:buClrTx/>
                        <a:buSzTx/>
                        <a:buFontTx/>
                        <a:buNone/>
                        <a:tabLst/>
                        <a:defRPr/>
                      </a:pPr>
                      <a:r>
                        <a:rPr lang="en-US" altLang="zh-CN" sz="1800" u="none" strike="noStrike" dirty="0">
                          <a:effectLst/>
                          <a:latin typeface="Arial" panose="020B0604020202020204" pitchFamily="34" charset="0"/>
                          <a:cs typeface="Arial" panose="020B0604020202020204" pitchFamily="34" charset="0"/>
                        </a:rPr>
                        <a:t>20 MIN</a:t>
                      </a:r>
                      <a:endParaRPr lang="en-US" altLang="zh-CN" sz="1800" b="0" i="0" u="none" strike="noStrike" dirty="0">
                        <a:solidFill>
                          <a:srgbClr val="000000"/>
                        </a:solidFill>
                        <a:effectLst/>
                        <a:latin typeface="Arial" panose="020B0604020202020204" pitchFamily="34" charset="0"/>
                        <a:ea typeface="宋体" panose="02010600030101010101" pitchFamily="2" charset="-122"/>
                        <a:cs typeface="Arial" panose="020B0604020202020204" pitchFamily="34" charset="0"/>
                      </a:endParaRPr>
                    </a:p>
                  </a:txBody>
                  <a:tcPr marL="9525" marR="9525" marT="9525" marB="0" anchor="ctr"/>
                </a:tc>
                <a:tc rowSpan="5">
                  <a:txBody>
                    <a:bodyPr/>
                    <a:lstStyle/>
                    <a:p>
                      <a:pPr marL="0" marR="0" indent="0" algn="ctr" defTabSz="821530" eaLnBrk="1" fontAlgn="ctr" latinLnBrk="0" hangingPunct="1">
                        <a:lnSpc>
                          <a:spcPct val="100000"/>
                        </a:lnSpc>
                        <a:spcBef>
                          <a:spcPts val="0"/>
                        </a:spcBef>
                        <a:spcAft>
                          <a:spcPts val="0"/>
                        </a:spcAft>
                        <a:buClrTx/>
                        <a:buSzTx/>
                        <a:buFontTx/>
                        <a:buNone/>
                        <a:tabLst/>
                        <a:defRPr/>
                      </a:pPr>
                      <a:r>
                        <a:rPr lang="en-US" altLang="zh-CN" sz="1800" b="0" i="0" u="none" strike="noStrike" dirty="0">
                          <a:solidFill>
                            <a:schemeClr val="tx1"/>
                          </a:solidFill>
                          <a:effectLst/>
                          <a:latin typeface="Arial" panose="020B0604020202020204" pitchFamily="34" charset="0"/>
                          <a:ea typeface="+mn-ea"/>
                          <a:cs typeface="Arial" panose="020B0604020202020204" pitchFamily="34" charset="0"/>
                        </a:rPr>
                        <a:t>40-43</a:t>
                      </a:r>
                      <a:endParaRPr lang="en-US" altLang="zh-CN" sz="1800" b="0" i="0" u="none" strike="noStrike" dirty="0">
                        <a:solidFill>
                          <a:srgbClr val="000000"/>
                        </a:solidFill>
                        <a:effectLst/>
                        <a:latin typeface="Arial" panose="020B0604020202020204" pitchFamily="34" charset="0"/>
                        <a:ea typeface="宋体" panose="02010600030101010101" pitchFamily="2" charset="-122"/>
                        <a:cs typeface="Arial" panose="020B0604020202020204" pitchFamily="34" charset="0"/>
                      </a:endParaRPr>
                    </a:p>
                  </a:txBody>
                  <a:tcPr marL="9525" marR="9525" marT="9525" marB="0" anchor="ctr"/>
                </a:tc>
                <a:extLst>
                  <a:ext uri="{0D108BD9-81ED-4DB2-BD59-A6C34878D82A}">
                    <a16:rowId xmlns:a16="http://schemas.microsoft.com/office/drawing/2014/main" val="10001"/>
                  </a:ext>
                </a:extLst>
              </a:tr>
              <a:tr h="323530">
                <a:tc>
                  <a:txBody>
                    <a:bodyPr/>
                    <a:lstStyle/>
                    <a:p>
                      <a:pPr marL="0" marR="0" indent="0" algn="ctr" defTabSz="821530" eaLnBrk="1" fontAlgn="ctr" latinLnBrk="0" hangingPunct="1">
                        <a:lnSpc>
                          <a:spcPct val="100000"/>
                        </a:lnSpc>
                        <a:spcBef>
                          <a:spcPts val="0"/>
                        </a:spcBef>
                        <a:spcAft>
                          <a:spcPts val="0"/>
                        </a:spcAft>
                        <a:buClrTx/>
                        <a:buSzTx/>
                        <a:buFontTx/>
                        <a:buNone/>
                        <a:tabLst/>
                        <a:defRPr/>
                      </a:pPr>
                      <a:r>
                        <a:rPr lang="en-US" altLang="zh-CN" sz="1800" b="0" i="0" u="none" strike="noStrike" cap="none" spc="0" baseline="0" dirty="0">
                          <a:ln>
                            <a:noFill/>
                          </a:ln>
                          <a:solidFill>
                            <a:schemeClr val="tx1"/>
                          </a:solidFill>
                          <a:effectLst/>
                          <a:uFillTx/>
                          <a:latin typeface="Arial" panose="020B0604020202020204" pitchFamily="34" charset="0"/>
                          <a:ea typeface="+mn-ea"/>
                          <a:cs typeface="Arial" panose="020B0604020202020204" pitchFamily="34" charset="0"/>
                          <a:sym typeface="Helvetica Neue Light"/>
                        </a:rPr>
                        <a:t>2</a:t>
                      </a:r>
                    </a:p>
                  </a:txBody>
                  <a:tcPr marL="9525" marR="9525" marT="9525" marB="0" anchor="ctr"/>
                </a:tc>
                <a:tc vMerge="1">
                  <a:txBody>
                    <a:bodyPr/>
                    <a:lstStyle/>
                    <a:p>
                      <a:pPr algn="ctr" fontAlgn="ctr"/>
                      <a:endParaRPr lang="en-US" altLang="zh-CN" sz="1800" b="0" i="0" u="none" strike="noStrike" dirty="0">
                        <a:solidFill>
                          <a:srgbClr val="000000"/>
                        </a:solidFill>
                        <a:effectLst/>
                        <a:latin typeface="Arial" panose="020B0604020202020204" pitchFamily="34" charset="0"/>
                        <a:ea typeface="宋体" panose="02010600030101010101" pitchFamily="2" charset="-122"/>
                      </a:endParaRPr>
                    </a:p>
                  </a:txBody>
                  <a:tcPr marL="9525" marR="9525" marT="9525" marB="0" anchor="ctr"/>
                </a:tc>
                <a:tc vMerge="1">
                  <a:txBody>
                    <a:bodyPr/>
                    <a:lstStyle/>
                    <a:p>
                      <a:pPr algn="ctr" fontAlgn="ctr"/>
                      <a:endParaRPr lang="en-US" altLang="zh-CN" sz="1800" b="0" i="0" u="none" strike="noStrike" dirty="0">
                        <a:solidFill>
                          <a:srgbClr val="000000"/>
                        </a:solidFill>
                        <a:effectLst/>
                        <a:latin typeface="Arial" panose="020B0604020202020204" pitchFamily="34" charset="0"/>
                        <a:ea typeface="宋体" panose="02010600030101010101" pitchFamily="2" charset="-122"/>
                      </a:endParaRPr>
                    </a:p>
                  </a:txBody>
                  <a:tcPr marL="9525" marR="9525" marT="9525" marB="0" anchor="ctr"/>
                </a:tc>
                <a:tc vMerge="1">
                  <a:txBody>
                    <a:bodyPr/>
                    <a:lstStyle/>
                    <a:p>
                      <a:pPr algn="ctr" fontAlgn="ctr"/>
                      <a:endParaRPr lang="en-US" altLang="zh-CN" sz="1800" b="0" i="0" u="none" strike="noStrike" dirty="0">
                        <a:solidFill>
                          <a:srgbClr val="000000"/>
                        </a:solidFill>
                        <a:effectLst/>
                        <a:latin typeface="Arial" panose="020B0604020202020204" pitchFamily="34" charset="0"/>
                        <a:ea typeface="宋体" panose="02010600030101010101" pitchFamily="2" charset="-122"/>
                      </a:endParaRPr>
                    </a:p>
                  </a:txBody>
                  <a:tcPr marL="9525" marR="9525" marT="9525" marB="0" anchor="ctr"/>
                </a:tc>
                <a:tc vMerge="1">
                  <a:txBody>
                    <a:bodyPr/>
                    <a:lstStyle/>
                    <a:p>
                      <a:pPr algn="ctr" fontAlgn="ctr"/>
                      <a:endParaRPr lang="en-US" altLang="zh-CN" sz="1800" b="0" i="0" u="none" strike="noStrike" dirty="0">
                        <a:solidFill>
                          <a:srgbClr val="000000"/>
                        </a:solidFill>
                        <a:effectLst/>
                        <a:latin typeface="Arial" panose="020B0604020202020204" pitchFamily="34" charset="0"/>
                        <a:ea typeface="宋体" panose="02010600030101010101" pitchFamily="2" charset="-122"/>
                      </a:endParaRPr>
                    </a:p>
                  </a:txBody>
                  <a:tcPr marL="9525" marR="9525" marT="9525" marB="0" anchor="ctr"/>
                </a:tc>
                <a:extLst>
                  <a:ext uri="{0D108BD9-81ED-4DB2-BD59-A6C34878D82A}">
                    <a16:rowId xmlns:a16="http://schemas.microsoft.com/office/drawing/2014/main" val="10002"/>
                  </a:ext>
                </a:extLst>
              </a:tr>
              <a:tr h="323530">
                <a:tc>
                  <a:txBody>
                    <a:bodyPr/>
                    <a:lstStyle/>
                    <a:p>
                      <a:pPr marL="0" marR="0" indent="0" algn="ctr" defTabSz="821530" eaLnBrk="1" fontAlgn="ctr" latinLnBrk="0" hangingPunct="1">
                        <a:lnSpc>
                          <a:spcPct val="100000"/>
                        </a:lnSpc>
                        <a:spcBef>
                          <a:spcPts val="0"/>
                        </a:spcBef>
                        <a:spcAft>
                          <a:spcPts val="0"/>
                        </a:spcAft>
                        <a:buClrTx/>
                        <a:buSzTx/>
                        <a:buFontTx/>
                        <a:buNone/>
                        <a:tabLst/>
                        <a:defRPr/>
                      </a:pPr>
                      <a:r>
                        <a:rPr lang="en-US" altLang="zh-CN" sz="1800" b="0" i="0" u="none" strike="noStrike" cap="none" spc="0" baseline="0" dirty="0">
                          <a:ln>
                            <a:noFill/>
                          </a:ln>
                          <a:solidFill>
                            <a:schemeClr val="tx1"/>
                          </a:solidFill>
                          <a:effectLst/>
                          <a:uFillTx/>
                          <a:latin typeface="Arial" panose="020B0604020202020204" pitchFamily="34" charset="0"/>
                          <a:ea typeface="+mn-ea"/>
                          <a:cs typeface="Arial" panose="020B0604020202020204" pitchFamily="34" charset="0"/>
                          <a:sym typeface="Helvetica Neue Light"/>
                        </a:rPr>
                        <a:t>5</a:t>
                      </a:r>
                    </a:p>
                  </a:txBody>
                  <a:tcPr marL="9525" marR="9525" marT="9525" marB="0" anchor="ctr"/>
                </a:tc>
                <a:tc vMerge="1">
                  <a:txBody>
                    <a:bodyPr/>
                    <a:lstStyle/>
                    <a:p>
                      <a:pPr algn="ctr" fontAlgn="ctr"/>
                      <a:endParaRPr lang="en-US" altLang="zh-CN" sz="1800" b="0" i="0" u="none" strike="noStrike" dirty="0">
                        <a:solidFill>
                          <a:srgbClr val="000000"/>
                        </a:solidFill>
                        <a:effectLst/>
                        <a:latin typeface="Arial" panose="020B0604020202020204" pitchFamily="34" charset="0"/>
                        <a:ea typeface="宋体" panose="02010600030101010101" pitchFamily="2" charset="-122"/>
                      </a:endParaRPr>
                    </a:p>
                  </a:txBody>
                  <a:tcPr marL="9525" marR="9525" marT="9525" marB="0" anchor="ctr"/>
                </a:tc>
                <a:tc vMerge="1">
                  <a:txBody>
                    <a:bodyPr/>
                    <a:lstStyle/>
                    <a:p>
                      <a:pPr algn="ctr" fontAlgn="ctr"/>
                      <a:endParaRPr lang="en-US" altLang="zh-CN" sz="1800" b="0" i="0" u="none" strike="noStrike" dirty="0">
                        <a:solidFill>
                          <a:srgbClr val="000000"/>
                        </a:solidFill>
                        <a:effectLst/>
                        <a:latin typeface="Arial" panose="020B0604020202020204" pitchFamily="34" charset="0"/>
                        <a:ea typeface="宋体" panose="02010600030101010101" pitchFamily="2" charset="-122"/>
                      </a:endParaRPr>
                    </a:p>
                  </a:txBody>
                  <a:tcPr marL="9525" marR="9525" marT="9525" marB="0" anchor="ctr"/>
                </a:tc>
                <a:tc vMerge="1">
                  <a:txBody>
                    <a:bodyPr/>
                    <a:lstStyle/>
                    <a:p>
                      <a:pPr algn="ctr" fontAlgn="ctr"/>
                      <a:endParaRPr lang="en-US" altLang="zh-CN" sz="1800" b="0" i="0" u="none" strike="noStrike" dirty="0">
                        <a:solidFill>
                          <a:srgbClr val="000000"/>
                        </a:solidFill>
                        <a:effectLst/>
                        <a:latin typeface="Arial" panose="020B0604020202020204" pitchFamily="34" charset="0"/>
                        <a:ea typeface="宋体" panose="02010600030101010101" pitchFamily="2" charset="-122"/>
                      </a:endParaRPr>
                    </a:p>
                  </a:txBody>
                  <a:tcPr marL="9525" marR="9525" marT="9525" marB="0" anchor="ctr"/>
                </a:tc>
                <a:tc vMerge="1">
                  <a:txBody>
                    <a:bodyPr/>
                    <a:lstStyle/>
                    <a:p>
                      <a:pPr algn="ctr" fontAlgn="ctr"/>
                      <a:endParaRPr lang="en-US" altLang="zh-CN" sz="1800" b="0" i="0" u="none" strike="noStrike" dirty="0">
                        <a:solidFill>
                          <a:srgbClr val="000000"/>
                        </a:solidFill>
                        <a:effectLst/>
                        <a:latin typeface="Arial" panose="020B0604020202020204" pitchFamily="34" charset="0"/>
                        <a:ea typeface="宋体" panose="02010600030101010101" pitchFamily="2" charset="-122"/>
                      </a:endParaRPr>
                    </a:p>
                  </a:txBody>
                  <a:tcPr marL="9525" marR="9525" marT="9525" marB="0" anchor="ctr"/>
                </a:tc>
                <a:extLst>
                  <a:ext uri="{0D108BD9-81ED-4DB2-BD59-A6C34878D82A}">
                    <a16:rowId xmlns:a16="http://schemas.microsoft.com/office/drawing/2014/main" val="10003"/>
                  </a:ext>
                </a:extLst>
              </a:tr>
              <a:tr h="323530">
                <a:tc>
                  <a:txBody>
                    <a:bodyPr/>
                    <a:lstStyle/>
                    <a:p>
                      <a:pPr marL="0" marR="0" indent="0" algn="ctr" defTabSz="821530" eaLnBrk="1" fontAlgn="ctr" latinLnBrk="0" hangingPunct="1">
                        <a:lnSpc>
                          <a:spcPct val="100000"/>
                        </a:lnSpc>
                        <a:spcBef>
                          <a:spcPts val="0"/>
                        </a:spcBef>
                        <a:spcAft>
                          <a:spcPts val="0"/>
                        </a:spcAft>
                        <a:buClrTx/>
                        <a:buSzTx/>
                        <a:buFontTx/>
                        <a:buNone/>
                        <a:tabLst/>
                        <a:defRPr/>
                      </a:pPr>
                      <a:r>
                        <a:rPr lang="en-US" altLang="zh-CN" sz="1800" b="0" i="0" u="none" strike="noStrike" cap="none" spc="0" baseline="0" dirty="0">
                          <a:ln>
                            <a:noFill/>
                          </a:ln>
                          <a:solidFill>
                            <a:schemeClr val="tx1"/>
                          </a:solidFill>
                          <a:effectLst/>
                          <a:uFillTx/>
                          <a:latin typeface="Arial" panose="020B0604020202020204" pitchFamily="34" charset="0"/>
                          <a:ea typeface="+mn-ea"/>
                          <a:cs typeface="Arial" panose="020B0604020202020204" pitchFamily="34" charset="0"/>
                          <a:sym typeface="Helvetica Neue Light"/>
                        </a:rPr>
                        <a:t>6</a:t>
                      </a:r>
                    </a:p>
                  </a:txBody>
                  <a:tcPr marL="9525" marR="9525" marT="9525" marB="0" anchor="ctr"/>
                </a:tc>
                <a:tc vMerge="1">
                  <a:txBody>
                    <a:bodyPr/>
                    <a:lstStyle/>
                    <a:p>
                      <a:pPr algn="ctr" fontAlgn="ctr"/>
                      <a:endParaRPr lang="en-US" altLang="zh-CN" sz="1800" b="0" i="0" u="none" strike="noStrike" dirty="0">
                        <a:solidFill>
                          <a:srgbClr val="000000"/>
                        </a:solidFill>
                        <a:effectLst/>
                        <a:latin typeface="Arial" panose="020B0604020202020204" pitchFamily="34" charset="0"/>
                        <a:ea typeface="宋体" panose="02010600030101010101" pitchFamily="2" charset="-122"/>
                      </a:endParaRPr>
                    </a:p>
                  </a:txBody>
                  <a:tcPr marL="9525" marR="9525" marT="9525" marB="0" anchor="ctr"/>
                </a:tc>
                <a:tc vMerge="1">
                  <a:txBody>
                    <a:bodyPr/>
                    <a:lstStyle/>
                    <a:p>
                      <a:pPr algn="ctr" fontAlgn="ctr"/>
                      <a:endParaRPr lang="en-US" altLang="zh-CN" sz="1800" b="0" i="0" u="none" strike="noStrike" dirty="0">
                        <a:solidFill>
                          <a:srgbClr val="000000"/>
                        </a:solidFill>
                        <a:effectLst/>
                        <a:latin typeface="Arial" panose="020B0604020202020204" pitchFamily="34" charset="0"/>
                        <a:ea typeface="宋体" panose="02010600030101010101" pitchFamily="2" charset="-122"/>
                      </a:endParaRPr>
                    </a:p>
                  </a:txBody>
                  <a:tcPr marL="9525" marR="9525" marT="9525" marB="0" anchor="ctr"/>
                </a:tc>
                <a:tc vMerge="1">
                  <a:txBody>
                    <a:bodyPr/>
                    <a:lstStyle/>
                    <a:p>
                      <a:pPr algn="ctr" fontAlgn="ctr"/>
                      <a:endParaRPr lang="en-US" altLang="zh-CN" sz="1800" b="0" i="0" u="none" strike="noStrike" dirty="0">
                        <a:solidFill>
                          <a:srgbClr val="000000"/>
                        </a:solidFill>
                        <a:effectLst/>
                        <a:latin typeface="Arial" panose="020B0604020202020204" pitchFamily="34" charset="0"/>
                        <a:ea typeface="宋体" panose="02010600030101010101" pitchFamily="2" charset="-122"/>
                      </a:endParaRPr>
                    </a:p>
                  </a:txBody>
                  <a:tcPr marL="9525" marR="9525" marT="9525" marB="0" anchor="ctr"/>
                </a:tc>
                <a:tc vMerge="1">
                  <a:txBody>
                    <a:bodyPr/>
                    <a:lstStyle/>
                    <a:p>
                      <a:pPr algn="ctr" fontAlgn="ctr"/>
                      <a:endParaRPr lang="en-US" altLang="zh-CN" sz="1800" b="0" i="0" u="none" strike="noStrike" dirty="0">
                        <a:solidFill>
                          <a:srgbClr val="000000"/>
                        </a:solidFill>
                        <a:effectLst/>
                        <a:latin typeface="Arial" panose="020B0604020202020204" pitchFamily="34" charset="0"/>
                        <a:ea typeface="宋体" panose="02010600030101010101" pitchFamily="2" charset="-122"/>
                      </a:endParaRPr>
                    </a:p>
                  </a:txBody>
                  <a:tcPr marL="9525" marR="9525" marT="9525" marB="0" anchor="ctr"/>
                </a:tc>
                <a:extLst>
                  <a:ext uri="{0D108BD9-81ED-4DB2-BD59-A6C34878D82A}">
                    <a16:rowId xmlns:a16="http://schemas.microsoft.com/office/drawing/2014/main" val="10004"/>
                  </a:ext>
                </a:extLst>
              </a:tr>
              <a:tr h="323530">
                <a:tc>
                  <a:txBody>
                    <a:bodyPr/>
                    <a:lstStyle/>
                    <a:p>
                      <a:pPr marL="0" marR="0" indent="0" algn="ctr" defTabSz="821530" eaLnBrk="1" fontAlgn="ctr" latinLnBrk="0" hangingPunct="1">
                        <a:lnSpc>
                          <a:spcPct val="100000"/>
                        </a:lnSpc>
                        <a:spcBef>
                          <a:spcPts val="0"/>
                        </a:spcBef>
                        <a:spcAft>
                          <a:spcPts val="0"/>
                        </a:spcAft>
                        <a:buClrTx/>
                        <a:buSzTx/>
                        <a:buFontTx/>
                        <a:buNone/>
                        <a:tabLst/>
                        <a:defRPr/>
                      </a:pPr>
                      <a:r>
                        <a:rPr lang="en-US" altLang="zh-CN" sz="1800" b="0" i="0" u="none" strike="noStrike" cap="none" spc="0" baseline="0" dirty="0">
                          <a:ln>
                            <a:noFill/>
                          </a:ln>
                          <a:solidFill>
                            <a:schemeClr val="tx1"/>
                          </a:solidFill>
                          <a:effectLst/>
                          <a:uFillTx/>
                          <a:latin typeface="Arial" panose="020B0604020202020204" pitchFamily="34" charset="0"/>
                          <a:ea typeface="+mn-ea"/>
                          <a:cs typeface="Arial" panose="020B0604020202020204" pitchFamily="34" charset="0"/>
                          <a:sym typeface="Helvetica Neue Light"/>
                        </a:rPr>
                        <a:t>7</a:t>
                      </a:r>
                    </a:p>
                  </a:txBody>
                  <a:tcPr marL="9525" marR="9525" marT="9525" marB="0" anchor="ctr"/>
                </a:tc>
                <a:tc vMerge="1">
                  <a:txBody>
                    <a:bodyPr/>
                    <a:lstStyle/>
                    <a:p>
                      <a:pPr algn="ctr" fontAlgn="ctr"/>
                      <a:endParaRPr lang="en-US" altLang="zh-CN" sz="1800" b="0" i="0" u="none" strike="noStrike" dirty="0">
                        <a:solidFill>
                          <a:srgbClr val="000000"/>
                        </a:solidFill>
                        <a:effectLst/>
                        <a:latin typeface="Arial" panose="020B0604020202020204" pitchFamily="34" charset="0"/>
                        <a:ea typeface="宋体" panose="02010600030101010101" pitchFamily="2" charset="-122"/>
                      </a:endParaRPr>
                    </a:p>
                  </a:txBody>
                  <a:tcPr marL="9525" marR="9525" marT="9525" marB="0" anchor="ctr"/>
                </a:tc>
                <a:tc vMerge="1">
                  <a:txBody>
                    <a:bodyPr/>
                    <a:lstStyle/>
                    <a:p>
                      <a:pPr algn="ctr" fontAlgn="ctr"/>
                      <a:endParaRPr lang="en-US" altLang="zh-CN" sz="1800" b="0" i="0" u="none" strike="noStrike" dirty="0">
                        <a:solidFill>
                          <a:srgbClr val="000000"/>
                        </a:solidFill>
                        <a:effectLst/>
                        <a:latin typeface="Arial" panose="020B0604020202020204" pitchFamily="34" charset="0"/>
                        <a:ea typeface="宋体" panose="02010600030101010101" pitchFamily="2" charset="-122"/>
                      </a:endParaRPr>
                    </a:p>
                  </a:txBody>
                  <a:tcPr marL="9525" marR="9525" marT="9525" marB="0" anchor="ctr"/>
                </a:tc>
                <a:tc vMerge="1">
                  <a:txBody>
                    <a:bodyPr/>
                    <a:lstStyle/>
                    <a:p>
                      <a:pPr algn="ctr" fontAlgn="ctr"/>
                      <a:endParaRPr lang="en-US" altLang="zh-CN" sz="1800" b="0" i="0" u="none" strike="noStrike" dirty="0">
                        <a:solidFill>
                          <a:srgbClr val="000000"/>
                        </a:solidFill>
                        <a:effectLst/>
                        <a:latin typeface="Arial" panose="020B0604020202020204" pitchFamily="34" charset="0"/>
                        <a:ea typeface="宋体" panose="02010600030101010101" pitchFamily="2" charset="-122"/>
                      </a:endParaRPr>
                    </a:p>
                  </a:txBody>
                  <a:tcPr marL="9525" marR="9525" marT="9525" marB="0" anchor="ctr"/>
                </a:tc>
                <a:tc vMerge="1">
                  <a:txBody>
                    <a:bodyPr/>
                    <a:lstStyle/>
                    <a:p>
                      <a:pPr algn="ctr" fontAlgn="ctr"/>
                      <a:endParaRPr lang="en-US" altLang="zh-CN" sz="1800" b="0" i="0" u="none" strike="noStrike" dirty="0">
                        <a:solidFill>
                          <a:srgbClr val="000000"/>
                        </a:solidFill>
                        <a:effectLst/>
                        <a:latin typeface="Arial" panose="020B0604020202020204" pitchFamily="34" charset="0"/>
                        <a:ea typeface="宋体" panose="02010600030101010101" pitchFamily="2" charset="-122"/>
                      </a:endParaRPr>
                    </a:p>
                  </a:txBody>
                  <a:tcPr marL="9525" marR="9525" marT="9525" marB="0" anchor="ctr"/>
                </a:tc>
                <a:extLst>
                  <a:ext uri="{0D108BD9-81ED-4DB2-BD59-A6C34878D82A}">
                    <a16:rowId xmlns:a16="http://schemas.microsoft.com/office/drawing/2014/main" val="10005"/>
                  </a:ext>
                </a:extLst>
              </a:tr>
            </a:tbl>
          </a:graphicData>
        </a:graphic>
      </p:graphicFrame>
      <p:sp>
        <p:nvSpPr>
          <p:cNvPr id="33" name="灯片编号占位符 3"/>
          <p:cNvSpPr txBox="1">
            <a:spLocks/>
          </p:cNvSpPr>
          <p:nvPr/>
        </p:nvSpPr>
        <p:spPr>
          <a:xfrm>
            <a:off x="11198723" y="13238330"/>
            <a:ext cx="426397" cy="482821"/>
          </a:xfrm>
          <a:prstGeom prst="rect">
            <a:avLst/>
          </a:prstGeom>
          <a:ln w="12700">
            <a:miter lim="400000"/>
          </a:ln>
        </p:spPr>
        <p:txBody>
          <a:bodyPr wrap="none" lIns="71436" tIns="71436" rIns="71436" bIns="71436">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821530" rtl="0" fontAlgn="auto" latinLnBrk="0" hangingPunct="0">
              <a:lnSpc>
                <a:spcPct val="100000"/>
              </a:lnSpc>
              <a:spcBef>
                <a:spcPts val="0"/>
              </a:spcBef>
              <a:spcAft>
                <a:spcPts val="0"/>
              </a:spcAft>
              <a:buClrTx/>
              <a:buSzTx/>
              <a:buFontTx/>
              <a:buNone/>
              <a:tabLst/>
              <a:defRPr kumimoji="0" sz="2200" b="0" i="0" u="none" strike="noStrike" cap="none" spc="0" normalizeH="0" baseline="0">
                <a:ln>
                  <a:noFill/>
                </a:ln>
                <a:solidFill>
                  <a:srgbClr val="000000"/>
                </a:solidFill>
                <a:effectLst/>
                <a:uFillTx/>
                <a:latin typeface="Helvetica Neue Thin"/>
                <a:ea typeface="Helvetica Neue Thin"/>
                <a:cs typeface="Helvetica Neue Thin"/>
                <a:sym typeface="Helvetica Neue Thin"/>
              </a:defRPr>
            </a:lvl1pPr>
            <a:lvl2pPr marL="0" marR="0" indent="0" algn="ctr" defTabSz="82153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000000"/>
                </a:solidFill>
                <a:effectLst/>
                <a:uFillTx/>
                <a:latin typeface="+mj-lt"/>
                <a:ea typeface="+mj-ea"/>
                <a:cs typeface="+mj-cs"/>
                <a:sym typeface="Helvetica Neue Medium"/>
              </a:defRPr>
            </a:lvl2pPr>
            <a:lvl3pPr marL="0" marR="0" indent="0" algn="ctr" defTabSz="82153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000000"/>
                </a:solidFill>
                <a:effectLst/>
                <a:uFillTx/>
                <a:latin typeface="+mj-lt"/>
                <a:ea typeface="+mj-ea"/>
                <a:cs typeface="+mj-cs"/>
                <a:sym typeface="Helvetica Neue Medium"/>
              </a:defRPr>
            </a:lvl3pPr>
            <a:lvl4pPr marL="0" marR="0" indent="0" algn="ctr" defTabSz="82153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000000"/>
                </a:solidFill>
                <a:effectLst/>
                <a:uFillTx/>
                <a:latin typeface="+mj-lt"/>
                <a:ea typeface="+mj-ea"/>
                <a:cs typeface="+mj-cs"/>
                <a:sym typeface="Helvetica Neue Medium"/>
              </a:defRPr>
            </a:lvl4pPr>
            <a:lvl5pPr marL="0" marR="0" indent="0" algn="ctr" defTabSz="82153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000000"/>
                </a:solidFill>
                <a:effectLst/>
                <a:uFillTx/>
                <a:latin typeface="+mj-lt"/>
                <a:ea typeface="+mj-ea"/>
                <a:cs typeface="+mj-cs"/>
                <a:sym typeface="Helvetica Neue Medium"/>
              </a:defRPr>
            </a:lvl5pPr>
            <a:lvl6pPr marL="0" marR="0" indent="0" algn="ctr" defTabSz="82153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000000"/>
                </a:solidFill>
                <a:effectLst/>
                <a:uFillTx/>
                <a:latin typeface="+mj-lt"/>
                <a:ea typeface="+mj-ea"/>
                <a:cs typeface="+mj-cs"/>
                <a:sym typeface="Helvetica Neue Medium"/>
              </a:defRPr>
            </a:lvl6pPr>
            <a:lvl7pPr marL="0" marR="0" indent="0" algn="ctr" defTabSz="82153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000000"/>
                </a:solidFill>
                <a:effectLst/>
                <a:uFillTx/>
                <a:latin typeface="+mj-lt"/>
                <a:ea typeface="+mj-ea"/>
                <a:cs typeface="+mj-cs"/>
                <a:sym typeface="Helvetica Neue Medium"/>
              </a:defRPr>
            </a:lvl7pPr>
            <a:lvl8pPr marL="0" marR="0" indent="0" algn="ctr" defTabSz="82153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000000"/>
                </a:solidFill>
                <a:effectLst/>
                <a:uFillTx/>
                <a:latin typeface="+mj-lt"/>
                <a:ea typeface="+mj-ea"/>
                <a:cs typeface="+mj-cs"/>
                <a:sym typeface="Helvetica Neue Medium"/>
              </a:defRPr>
            </a:lvl8pPr>
            <a:lvl9pPr marL="0" marR="0" indent="0" algn="ctr" defTabSz="82153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000000"/>
                </a:solidFill>
                <a:effectLst/>
                <a:uFillTx/>
                <a:latin typeface="+mj-lt"/>
                <a:ea typeface="+mj-ea"/>
                <a:cs typeface="+mj-cs"/>
                <a:sym typeface="Helvetica Neue Medium"/>
              </a:defRPr>
            </a:lvl9pPr>
          </a:lstStyle>
          <a:p>
            <a:r>
              <a:rPr lang="en-US" altLang="zh-CN" dirty="0"/>
              <a:t>26</a:t>
            </a:r>
            <a:endParaRPr lang="zh-CN" altLang="en-US" dirty="0"/>
          </a:p>
        </p:txBody>
      </p:sp>
      <p:grpSp>
        <p:nvGrpSpPr>
          <p:cNvPr id="34" name="组合 33"/>
          <p:cNvGrpSpPr/>
          <p:nvPr/>
        </p:nvGrpSpPr>
        <p:grpSpPr>
          <a:xfrm>
            <a:off x="12111321" y="7994298"/>
            <a:ext cx="11241968" cy="1675344"/>
            <a:chOff x="1287717" y="8101702"/>
            <a:chExt cx="12173439" cy="1675344"/>
          </a:xfrm>
        </p:grpSpPr>
        <p:pic>
          <p:nvPicPr>
            <p:cNvPr id="35" name="图片 34"/>
            <p:cNvPicPr>
              <a:picLocks noChangeAspect="1"/>
            </p:cNvPicPr>
            <p:nvPr/>
          </p:nvPicPr>
          <p:blipFill>
            <a:blip r:embed="rId12" cstate="email">
              <a:extLst>
                <a:ext uri="{28A0092B-C50C-407E-A947-70E740481C1C}">
                  <a14:useLocalDpi xmlns:a14="http://schemas.microsoft.com/office/drawing/2010/main"/>
                </a:ext>
              </a:extLst>
            </a:blip>
            <a:stretch>
              <a:fillRect/>
            </a:stretch>
          </p:blipFill>
          <p:spPr>
            <a:xfrm>
              <a:off x="1354716" y="8101702"/>
              <a:ext cx="12106440" cy="1675344"/>
            </a:xfrm>
            <a:prstGeom prst="rect">
              <a:avLst/>
            </a:prstGeom>
          </p:spPr>
        </p:pic>
        <p:sp>
          <p:nvSpPr>
            <p:cNvPr id="36" name="矩形 35"/>
            <p:cNvSpPr/>
            <p:nvPr/>
          </p:nvSpPr>
          <p:spPr>
            <a:xfrm>
              <a:off x="1287717" y="8948823"/>
              <a:ext cx="8740799" cy="186188"/>
            </a:xfrm>
            <a:prstGeom prst="rect">
              <a:avLst/>
            </a:prstGeom>
            <a:noFill/>
            <a:ln w="25400" cap="flat">
              <a:solidFill>
                <a:srgbClr val="FF0000"/>
              </a:solid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71436" tIns="71436" rIns="71436" bIns="71436" numCol="1" spcCol="38100" rtlCol="0" anchor="ctr">
              <a:spAutoFit/>
            </a:bodyPr>
            <a:lstStyle/>
            <a:p>
              <a:pPr marL="0" marR="0" indent="0" algn="ctr" defTabSz="821690" rtl="0" fontAlgn="auto" latinLnBrk="0" hangingPunct="0">
                <a:lnSpc>
                  <a:spcPct val="100000"/>
                </a:lnSpc>
                <a:spcBef>
                  <a:spcPts val="0"/>
                </a:spcBef>
                <a:spcAft>
                  <a:spcPts val="0"/>
                </a:spcAft>
                <a:buClrTx/>
                <a:buSzTx/>
                <a:buFontTx/>
                <a:buNone/>
              </a:pPr>
              <a:endParaRPr kumimoji="0" lang="zh-CN" altLang="en-US" sz="3200" b="0" i="0" u="none" strike="noStrike" cap="none" spc="0" normalizeH="0" baseline="0">
                <a:ln>
                  <a:noFill/>
                </a:ln>
                <a:solidFill>
                  <a:srgbClr val="000000"/>
                </a:solidFill>
                <a:effectLst/>
                <a:uFillTx/>
                <a:latin typeface="+mj-lt"/>
                <a:ea typeface="+mj-ea"/>
                <a:cs typeface="+mj-cs"/>
                <a:sym typeface="Helvetica Neue Medium" panose="02000503000000020004"/>
              </a:endParaRPr>
            </a:p>
          </p:txBody>
        </p:sp>
      </p:grpSp>
    </p:spTree>
    <p:extLst>
      <p:ext uri="{BB962C8B-B14F-4D97-AF65-F5344CB8AC3E}">
        <p14:creationId xmlns:p14="http://schemas.microsoft.com/office/powerpoint/2010/main" val="2604094862"/>
      </p:ext>
    </p:extLst>
  </p:cSld>
  <p:clrMapOvr>
    <a:masterClrMapping/>
  </p:clrMapOvr>
  <p:transition spd="me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2"/>
          </p:nvPr>
        </p:nvSpPr>
        <p:spPr>
          <a:xfrm>
            <a:off x="11645055" y="13172823"/>
            <a:ext cx="466265" cy="477668"/>
          </a:xfrm>
        </p:spPr>
        <p:txBody>
          <a:bodyPr/>
          <a:lstStyle/>
          <a:p>
            <a:fld id="{86CB4B4D-7CA3-9044-876B-883B54F8677D}" type="slidenum">
              <a:rPr lang="en-US" altLang="zh-CN" smtClean="0"/>
              <a:t>27</a:t>
            </a:fld>
            <a:endParaRPr lang="en-US" altLang="zh-CN" dirty="0"/>
          </a:p>
        </p:txBody>
      </p:sp>
      <p:graphicFrame>
        <p:nvGraphicFramePr>
          <p:cNvPr id="87" name="表格"/>
          <p:cNvGraphicFramePr/>
          <p:nvPr>
            <p:custDataLst>
              <p:tags r:id="rId1"/>
            </p:custDataLst>
            <p:extLst>
              <p:ext uri="{D42A27DB-BD31-4B8C-83A1-F6EECF244321}">
                <p14:modId xmlns:p14="http://schemas.microsoft.com/office/powerpoint/2010/main" val="2903210847"/>
              </p:ext>
            </p:extLst>
          </p:nvPr>
        </p:nvGraphicFramePr>
        <p:xfrm>
          <a:off x="773476" y="1871134"/>
          <a:ext cx="22965007" cy="11779358"/>
        </p:xfrm>
        <a:graphic>
          <a:graphicData uri="http://schemas.openxmlformats.org/drawingml/2006/table">
            <a:tbl>
              <a:tblPr/>
              <a:tblGrid>
                <a:gridCol w="11060970">
                  <a:extLst>
                    <a:ext uri="{9D8B030D-6E8A-4147-A177-3AD203B41FA5}">
                      <a16:colId xmlns:a16="http://schemas.microsoft.com/office/drawing/2014/main" val="20000"/>
                    </a:ext>
                  </a:extLst>
                </a:gridCol>
                <a:gridCol w="11904037">
                  <a:extLst>
                    <a:ext uri="{9D8B030D-6E8A-4147-A177-3AD203B41FA5}">
                      <a16:colId xmlns:a16="http://schemas.microsoft.com/office/drawing/2014/main" val="20001"/>
                    </a:ext>
                  </a:extLst>
                </a:gridCol>
              </a:tblGrid>
              <a:tr h="668332">
                <a:tc gridSpan="2">
                  <a:txBody>
                    <a:bodyPr/>
                    <a:lstStyle/>
                    <a:p>
                      <a:pPr algn="l" defTabSz="409575">
                        <a:defRPr sz="3000">
                          <a:solidFill>
                            <a:srgbClr val="0433FF"/>
                          </a:solidFill>
                          <a:sym typeface="Helvetica Neue Medium" panose="02000503000000020004"/>
                        </a:defRPr>
                      </a:pPr>
                      <a:r>
                        <a:rPr dirty="0">
                          <a:solidFill>
                            <a:srgbClr val="000000"/>
                          </a:solidFill>
                          <a:latin typeface="Arial" panose="020B0604020202020204" pitchFamily="34" charset="0"/>
                          <a:ea typeface="Arial" panose="020B0604020202020204"/>
                          <a:cs typeface="Arial" panose="020B0604020202020204" pitchFamily="34" charset="0"/>
                          <a:sym typeface="Arial" panose="020B0604020202020204"/>
                        </a:rPr>
                        <a:t>Magnetic Properties:</a:t>
                      </a:r>
                      <a:r>
                        <a:rPr lang="en-US" altLang="zh-CN" dirty="0">
                          <a:solidFill>
                            <a:srgbClr val="000000"/>
                          </a:solidFill>
                          <a:latin typeface="Arial" panose="020B0604020202020204" pitchFamily="34" charset="0"/>
                          <a:ea typeface="Arial" panose="020B0604020202020204"/>
                          <a:cs typeface="Arial" panose="020B0604020202020204" pitchFamily="34" charset="0"/>
                          <a:sym typeface="Arial" panose="020B0604020202020204"/>
                        </a:rPr>
                        <a:t>N45SH:</a:t>
                      </a:r>
                      <a:r>
                        <a:rPr lang="en-US" altLang="zh-CN" dirty="0">
                          <a:solidFill>
                            <a:srgbClr val="000000"/>
                          </a:solidFill>
                          <a:latin typeface="Arial" panose="020B0604020202020204" pitchFamily="34" charset="0"/>
                          <a:cs typeface="Arial" panose="020B0604020202020204" pitchFamily="34" charset="0"/>
                        </a:rPr>
                        <a:t> Br:13.2~13.8kGs; Hcj:20 MIN </a:t>
                      </a:r>
                      <a:r>
                        <a:rPr lang="en-US" altLang="zh-CN" dirty="0" err="1">
                          <a:solidFill>
                            <a:srgbClr val="000000"/>
                          </a:solidFill>
                          <a:latin typeface="Arial" panose="020B0604020202020204" pitchFamily="34" charset="0"/>
                          <a:cs typeface="Arial" panose="020B0604020202020204" pitchFamily="34" charset="0"/>
                        </a:rPr>
                        <a:t>kOe;BH</a:t>
                      </a:r>
                      <a:r>
                        <a:rPr lang="en-US" altLang="zh-CN" dirty="0">
                          <a:solidFill>
                            <a:srgbClr val="000000"/>
                          </a:solidFill>
                          <a:latin typeface="Arial" panose="020B0604020202020204" pitchFamily="34" charset="0"/>
                          <a:cs typeface="Arial" panose="020B0604020202020204" pitchFamily="34" charset="0"/>
                        </a:rPr>
                        <a:t>(Max):42.98~45.99(</a:t>
                      </a:r>
                      <a:r>
                        <a:rPr lang="en-US" altLang="zh-CN" dirty="0" err="1">
                          <a:solidFill>
                            <a:srgbClr val="000000"/>
                          </a:solidFill>
                          <a:latin typeface="Arial" panose="020B0604020202020204" pitchFamily="34" charset="0"/>
                          <a:cs typeface="Arial" panose="020B0604020202020204" pitchFamily="34" charset="0"/>
                        </a:rPr>
                        <a:t>MGOe</a:t>
                      </a:r>
                      <a:r>
                        <a:rPr lang="en-US" altLang="zh-CN" dirty="0">
                          <a:solidFill>
                            <a:srgbClr val="000000"/>
                          </a:solidFill>
                          <a:latin typeface="Arial" panose="020B0604020202020204" pitchFamily="34" charset="0"/>
                          <a:cs typeface="Arial" panose="020B0604020202020204" pitchFamily="34" charset="0"/>
                        </a:rPr>
                        <a:t>)</a:t>
                      </a:r>
                    </a:p>
                  </a:txBody>
                  <a:tcPr marL="12700" marR="12700" marT="12700" marB="12700" anchor="ctr" horzOverflow="overflow">
                    <a:lnL w="6350">
                      <a:solidFill>
                        <a:srgbClr val="000000"/>
                      </a:solidFill>
                    </a:lnL>
                    <a:lnR w="6350">
                      <a:solidFill>
                        <a:srgbClr val="000000"/>
                      </a:solidFill>
                    </a:lnR>
                    <a:lnT w="6350">
                      <a:solidFill>
                        <a:srgbClr val="000000"/>
                      </a:solidFill>
                    </a:lnT>
                    <a:lnB w="6350">
                      <a:solidFill>
                        <a:srgbClr val="000000"/>
                      </a:solidFill>
                    </a:lnB>
                    <a:solidFill>
                      <a:srgbClr val="C1E1FE"/>
                    </a:solidFill>
                  </a:tcPr>
                </a:tc>
                <a:tc hMerge="1">
                  <a:txBody>
                    <a:bodyPr/>
                    <a:lstStyle/>
                    <a:p>
                      <a:endParaRPr lang="zh-CN"/>
                    </a:p>
                  </a:txBody>
                  <a:tcPr/>
                </a:tc>
                <a:extLst>
                  <a:ext uri="{0D108BD9-81ED-4DB2-BD59-A6C34878D82A}">
                    <a16:rowId xmlns:a16="http://schemas.microsoft.com/office/drawing/2014/main" val="10000"/>
                  </a:ext>
                </a:extLst>
              </a:tr>
              <a:tr h="658964">
                <a:tc>
                  <a:txBody>
                    <a:bodyPr/>
                    <a:lstStyle/>
                    <a:p>
                      <a:pPr defTabSz="409575">
                        <a:defRPr sz="1800"/>
                      </a:pPr>
                      <a:r>
                        <a:rPr sz="3000" dirty="0">
                          <a:latin typeface="Arial" panose="020B0604020202020204" pitchFamily="34" charset="0"/>
                          <a:cs typeface="Arial" panose="020B0604020202020204" pitchFamily="34" charset="0"/>
                          <a:sym typeface="Helvetica Neue Medium" panose="02000503000000020004"/>
                        </a:rPr>
                        <a:t>FAI</a:t>
                      </a:r>
                    </a:p>
                  </a:txBody>
                  <a:tcPr marL="12700" marR="12700" marT="12700" marB="12700" anchor="ctr" horzOverflow="overflow">
                    <a:lnL w="6350">
                      <a:solidFill>
                        <a:srgbClr val="000000"/>
                      </a:solidFill>
                    </a:lnL>
                    <a:lnR w="6350">
                      <a:solidFill>
                        <a:srgbClr val="000000"/>
                      </a:solidFill>
                    </a:lnR>
                    <a:lnT w="6350">
                      <a:solidFill>
                        <a:srgbClr val="000000"/>
                      </a:solidFill>
                    </a:lnT>
                    <a:lnB w="6350">
                      <a:solidFill>
                        <a:srgbClr val="000000"/>
                      </a:solidFill>
                    </a:lnB>
                    <a:solidFill>
                      <a:srgbClr val="C1E1FE"/>
                    </a:solidFill>
                  </a:tcPr>
                </a:tc>
                <a:tc>
                  <a:txBody>
                    <a:bodyPr/>
                    <a:lstStyle/>
                    <a:p>
                      <a:pPr defTabSz="409575">
                        <a:defRPr sz="1800"/>
                      </a:pPr>
                      <a:r>
                        <a:rPr sz="3000" dirty="0">
                          <a:latin typeface="Arial" panose="020B0604020202020204" pitchFamily="34" charset="0"/>
                          <a:cs typeface="Arial" panose="020B0604020202020204" pitchFamily="34" charset="0"/>
                          <a:sym typeface="Helvetica Neue Medium" panose="02000503000000020004"/>
                        </a:rPr>
                        <a:t>In-process</a:t>
                      </a:r>
                    </a:p>
                  </a:txBody>
                  <a:tcPr marL="12700" marR="12700" marT="12700" marB="12700" anchor="ctr" horzOverflow="overflow">
                    <a:lnL w="6350">
                      <a:solidFill>
                        <a:srgbClr val="000000"/>
                      </a:solidFill>
                    </a:lnL>
                    <a:lnR w="6350">
                      <a:solidFill>
                        <a:srgbClr val="000000"/>
                      </a:solidFill>
                    </a:lnR>
                    <a:lnT w="6350">
                      <a:solidFill>
                        <a:srgbClr val="000000"/>
                      </a:solidFill>
                    </a:lnT>
                    <a:lnB w="6350">
                      <a:solidFill>
                        <a:srgbClr val="000000"/>
                      </a:solidFill>
                    </a:lnB>
                    <a:solidFill>
                      <a:srgbClr val="C1E1FE"/>
                    </a:solidFill>
                  </a:tcPr>
                </a:tc>
                <a:extLst>
                  <a:ext uri="{0D108BD9-81ED-4DB2-BD59-A6C34878D82A}">
                    <a16:rowId xmlns:a16="http://schemas.microsoft.com/office/drawing/2014/main" val="10001"/>
                  </a:ext>
                </a:extLst>
              </a:tr>
              <a:tr h="10452062">
                <a:tc>
                  <a:txBody>
                    <a:bodyPr/>
                    <a:lstStyle/>
                    <a:p>
                      <a:pPr marL="481330" indent="-481330" algn="l" defTabSz="409575">
                        <a:buSzPct val="100000"/>
                        <a:buAutoNum type="arabicPeriod"/>
                        <a:defRPr sz="2400">
                          <a:sym typeface="Helvetica Neue Medium" panose="02000503000000020004"/>
                        </a:defRPr>
                      </a:pPr>
                      <a:r>
                        <a:rPr dirty="0">
                          <a:solidFill>
                            <a:schemeClr val="tx1"/>
                          </a:solidFill>
                          <a:latin typeface="Arial" panose="020B0604020202020204" pitchFamily="34" charset="0"/>
                          <a:cs typeface="Arial" panose="020B0604020202020204" pitchFamily="34" charset="0"/>
                        </a:rPr>
                        <a:t>Measurement Method ：Magnetic permanent tester</a:t>
                      </a:r>
                    </a:p>
                    <a:p>
                      <a:pPr marL="481330" indent="-481330" algn="l" defTabSz="409575">
                        <a:buSzPct val="100000"/>
                        <a:buAutoNum type="arabicPeriod"/>
                        <a:defRPr sz="2400">
                          <a:sym typeface="Helvetica Neue Medium" panose="02000503000000020004"/>
                        </a:defRPr>
                      </a:pPr>
                      <a:r>
                        <a:rPr dirty="0">
                          <a:solidFill>
                            <a:schemeClr val="tx1"/>
                          </a:solidFill>
                          <a:latin typeface="Arial" panose="020B0604020202020204" pitchFamily="34" charset="0"/>
                          <a:cs typeface="Arial" panose="020B0604020202020204" pitchFamily="34" charset="0"/>
                        </a:rPr>
                        <a:t>Fixture ：Yes</a:t>
                      </a:r>
                    </a:p>
                    <a:p>
                      <a:pPr marL="0" marR="0" indent="0" algn="l" defTabSz="409575" rtl="0" eaLnBrk="1" fontAlgn="auto" latinLnBrk="0" hangingPunct="1">
                        <a:lnSpc>
                          <a:spcPct val="100000"/>
                        </a:lnSpc>
                        <a:spcBef>
                          <a:spcPts val="0"/>
                        </a:spcBef>
                        <a:spcAft>
                          <a:spcPts val="0"/>
                        </a:spcAft>
                        <a:buClrTx/>
                        <a:buSzTx/>
                        <a:buFontTx/>
                        <a:buNone/>
                        <a:defRPr sz="2400">
                          <a:sym typeface="Helvetica Neue Medium" panose="02000503000000020004"/>
                        </a:defRPr>
                      </a:pPr>
                      <a:r>
                        <a:rPr dirty="0">
                          <a:solidFill>
                            <a:schemeClr val="tx1"/>
                          </a:solidFill>
                          <a:latin typeface="Arial" panose="020B0604020202020204" pitchFamily="34" charset="0"/>
                          <a:cs typeface="Arial" panose="020B0604020202020204" pitchFamily="34" charset="0"/>
                        </a:rPr>
                        <a:t>3.  Measurement status ：</a:t>
                      </a:r>
                      <a:r>
                        <a:rPr lang="en-US" altLang="zh-CN" sz="2400" b="0" i="0" u="none" strike="noStrike" cap="none" spc="0" baseline="0" dirty="0">
                          <a:ln>
                            <a:noFill/>
                          </a:ln>
                          <a:solidFill>
                            <a:schemeClr val="tx1"/>
                          </a:solidFill>
                          <a:uFillTx/>
                          <a:latin typeface="Arial" panose="020B0604020202020204" pitchFamily="34" charset="0"/>
                          <a:ea typeface="+mn-ea"/>
                          <a:cs typeface="Arial" panose="020B0604020202020204" pitchFamily="34" charset="0"/>
                          <a:sym typeface="Helvetica Neue Thin" panose="02000503000000020004"/>
                        </a:rPr>
                        <a:t>Constrained</a:t>
                      </a:r>
                      <a:r>
                        <a:rPr lang="en-US" altLang="zh-CN" dirty="0">
                          <a:solidFill>
                            <a:schemeClr val="tx1"/>
                          </a:solidFill>
                          <a:latin typeface="Arial" panose="020B0604020202020204" pitchFamily="34" charset="0"/>
                          <a:cs typeface="Arial" panose="020B0604020202020204" pitchFamily="34" charset="0"/>
                        </a:rPr>
                        <a:t> </a:t>
                      </a:r>
                      <a:endParaRPr lang="en-US" altLang="zh-CN" sz="2600" dirty="0">
                        <a:solidFill>
                          <a:schemeClr val="tx1"/>
                        </a:solidFill>
                        <a:latin typeface="Arial" panose="020B0604020202020204" pitchFamily="34" charset="0"/>
                        <a:cs typeface="Arial" panose="020B0604020202020204" pitchFamily="34" charset="0"/>
                      </a:endParaRPr>
                    </a:p>
                    <a:p>
                      <a:pPr algn="l" defTabSz="409575">
                        <a:defRPr sz="2400">
                          <a:sym typeface="Helvetica Neue Medium" panose="02000503000000020004"/>
                        </a:defRPr>
                      </a:pPr>
                      <a:r>
                        <a:rPr dirty="0">
                          <a:solidFill>
                            <a:schemeClr val="tx1"/>
                          </a:solidFill>
                          <a:latin typeface="Arial" panose="020B0604020202020204" pitchFamily="34" charset="0"/>
                          <a:cs typeface="Arial" panose="020B0604020202020204" pitchFamily="34" charset="0"/>
                        </a:rPr>
                        <a:t>4.  Measurement procedure ： </a:t>
                      </a:r>
                      <a:endParaRPr sz="2600" dirty="0">
                        <a:solidFill>
                          <a:schemeClr val="tx1"/>
                        </a:solidFill>
                        <a:latin typeface="Arial" panose="020B0604020202020204" pitchFamily="34" charset="0"/>
                        <a:cs typeface="Arial" panose="020B0604020202020204" pitchFamily="34" charset="0"/>
                      </a:endParaRPr>
                    </a:p>
                    <a:p>
                      <a:pPr marL="0" marR="0" indent="0" algn="l" defTabSz="409575" rtl="0" latinLnBrk="0">
                        <a:lnSpc>
                          <a:spcPct val="100000"/>
                        </a:lnSpc>
                        <a:spcBef>
                          <a:spcPts val="0"/>
                        </a:spcBef>
                        <a:spcAft>
                          <a:spcPts val="0"/>
                        </a:spcAft>
                        <a:buClrTx/>
                        <a:buSzTx/>
                        <a:buFontTx/>
                        <a:buNone/>
                        <a:defRPr sz="2000">
                          <a:latin typeface="Helvetica"/>
                          <a:ea typeface="Helvetica"/>
                          <a:cs typeface="Helvetica"/>
                          <a:sym typeface="Helvetica"/>
                        </a:defRPr>
                      </a:pPr>
                      <a:r>
                        <a:rPr sz="2000" b="0" i="0" u="none" strike="noStrike" cap="none" spc="0" baseline="0" dirty="0">
                          <a:ln>
                            <a:noFill/>
                          </a:ln>
                          <a:solidFill>
                            <a:schemeClr val="tx1"/>
                          </a:solidFill>
                          <a:uFillTx/>
                          <a:latin typeface="Arial" panose="020B0604020202020204" pitchFamily="34" charset="0"/>
                          <a:ea typeface="Helvetica"/>
                          <a:cs typeface="Arial" panose="020B0604020202020204" pitchFamily="34" charset="0"/>
                          <a:sym typeface="Helvetica Neue Thin" panose="02000503000000020004"/>
                        </a:rPr>
                        <a:t>1.准备Block 规格长宽高：</a:t>
                      </a:r>
                      <a:r>
                        <a:rPr lang="en-US" sz="2000" b="0" i="0" u="none" strike="noStrike" cap="none" spc="0" baseline="0" dirty="0">
                          <a:ln>
                            <a:noFill/>
                          </a:ln>
                          <a:solidFill>
                            <a:schemeClr val="tx1"/>
                          </a:solidFill>
                          <a:uFillTx/>
                          <a:latin typeface="Arial" panose="020B0604020202020204" pitchFamily="34" charset="0"/>
                          <a:ea typeface="Helvetica"/>
                          <a:cs typeface="Arial" panose="020B0604020202020204" pitchFamily="34" charset="0"/>
                          <a:sym typeface="Helvetica Neue Thin" panose="02000503000000020004"/>
                        </a:rPr>
                        <a:t>61</a:t>
                      </a:r>
                      <a:r>
                        <a:rPr lang="en-US" altLang="zh-CN" sz="2000" b="0" i="0" u="none" strike="noStrike" cap="none" spc="0" baseline="0" dirty="0">
                          <a:ln>
                            <a:noFill/>
                          </a:ln>
                          <a:solidFill>
                            <a:schemeClr val="tx1"/>
                          </a:solidFill>
                          <a:uFillTx/>
                          <a:latin typeface="Arial" panose="020B0604020202020204" pitchFamily="34" charset="0"/>
                          <a:ea typeface="Helvetica"/>
                          <a:cs typeface="Arial" panose="020B0604020202020204" pitchFamily="34" charset="0"/>
                          <a:sym typeface="Helvetica Neue Thin" panose="02000503000000020004"/>
                        </a:rPr>
                        <a:t>mm*44mm*34.5mm</a:t>
                      </a:r>
                      <a:r>
                        <a:rPr sz="2000" b="0" i="0" u="none" strike="noStrike" cap="none" spc="0" baseline="0" dirty="0">
                          <a:ln>
                            <a:noFill/>
                          </a:ln>
                          <a:solidFill>
                            <a:schemeClr val="tx1"/>
                          </a:solidFill>
                          <a:uFillTx/>
                          <a:latin typeface="Arial" panose="020B0604020202020204" pitchFamily="34" charset="0"/>
                          <a:ea typeface="Helvetica"/>
                          <a:cs typeface="Arial" panose="020B0604020202020204" pitchFamily="34" charset="0"/>
                          <a:sym typeface="Helvetica Neue Thin" panose="02000503000000020004"/>
                        </a:rPr>
                        <a:t>，然后从Block边角处掏取一块Φ10mm*1</a:t>
                      </a:r>
                      <a:r>
                        <a:rPr lang="en-US" sz="2000" b="0" i="0" u="none" strike="noStrike" cap="none" spc="0" baseline="0" dirty="0">
                          <a:ln>
                            <a:noFill/>
                          </a:ln>
                          <a:solidFill>
                            <a:schemeClr val="tx1"/>
                          </a:solidFill>
                          <a:uFillTx/>
                          <a:latin typeface="Arial" panose="020B0604020202020204" pitchFamily="34" charset="0"/>
                          <a:ea typeface="Helvetica"/>
                          <a:cs typeface="Arial" panose="020B0604020202020204" pitchFamily="34" charset="0"/>
                          <a:sym typeface="Helvetica Neue Thin" panose="02000503000000020004"/>
                        </a:rPr>
                        <a:t>0</a:t>
                      </a:r>
                      <a:r>
                        <a:rPr sz="2000" b="0" i="0" u="none" strike="noStrike" cap="none" spc="0" baseline="0" dirty="0">
                          <a:ln>
                            <a:noFill/>
                          </a:ln>
                          <a:solidFill>
                            <a:schemeClr val="tx1"/>
                          </a:solidFill>
                          <a:uFillTx/>
                          <a:latin typeface="Arial" panose="020B0604020202020204" pitchFamily="34" charset="0"/>
                          <a:ea typeface="Helvetica"/>
                          <a:cs typeface="Arial" panose="020B0604020202020204" pitchFamily="34" charset="0"/>
                          <a:sym typeface="Helvetica Neue Thin" panose="02000503000000020004"/>
                        </a:rPr>
                        <a:t>mm的样柱;再准备规格为φ10mm的线圈（Pic1）</a:t>
                      </a:r>
                    </a:p>
                    <a:p>
                      <a:pPr marL="0" marR="0" indent="0" algn="l" defTabSz="409575" rtl="0" latinLnBrk="0">
                        <a:lnSpc>
                          <a:spcPct val="100000"/>
                        </a:lnSpc>
                        <a:spcBef>
                          <a:spcPts val="0"/>
                        </a:spcBef>
                        <a:spcAft>
                          <a:spcPts val="0"/>
                        </a:spcAft>
                        <a:buClrTx/>
                        <a:buSzTx/>
                        <a:buFontTx/>
                        <a:buNone/>
                        <a:defRPr sz="2000">
                          <a:latin typeface="Helvetica"/>
                          <a:ea typeface="Helvetica"/>
                          <a:cs typeface="Helvetica"/>
                          <a:sym typeface="Helvetica"/>
                        </a:defRPr>
                      </a:pPr>
                      <a:r>
                        <a:rPr sz="2000" b="0" i="0" u="none" strike="noStrike" cap="none" spc="0" baseline="0" dirty="0">
                          <a:ln>
                            <a:noFill/>
                          </a:ln>
                          <a:solidFill>
                            <a:schemeClr val="tx1"/>
                          </a:solidFill>
                          <a:uFillTx/>
                          <a:latin typeface="Arial" panose="020B0604020202020204" pitchFamily="34" charset="0"/>
                          <a:ea typeface="Helvetica"/>
                          <a:cs typeface="Arial" panose="020B0604020202020204" pitchFamily="34" charset="0"/>
                          <a:sym typeface="Helvetica Neue Thin" panose="02000503000000020004"/>
                        </a:rPr>
                        <a:t>2.调试水温，温度控制在18-22度之间，将Block浸泡15分钟后取出，使用纱布擦干（Pic2）</a:t>
                      </a:r>
                    </a:p>
                    <a:p>
                      <a:pPr marL="0" marR="0" indent="0" algn="l" defTabSz="409575" rtl="0" latinLnBrk="0">
                        <a:lnSpc>
                          <a:spcPct val="100000"/>
                        </a:lnSpc>
                        <a:spcBef>
                          <a:spcPts val="0"/>
                        </a:spcBef>
                        <a:spcAft>
                          <a:spcPts val="0"/>
                        </a:spcAft>
                        <a:buClrTx/>
                        <a:buSzTx/>
                        <a:buFontTx/>
                        <a:buNone/>
                        <a:defRPr sz="2000">
                          <a:latin typeface="Helvetica"/>
                          <a:ea typeface="Helvetica"/>
                          <a:cs typeface="Helvetica"/>
                          <a:sym typeface="Helvetica"/>
                        </a:defRPr>
                      </a:pPr>
                      <a:r>
                        <a:rPr sz="2000" b="0" i="0" u="none" strike="noStrike" cap="none" spc="0" baseline="0" dirty="0">
                          <a:ln>
                            <a:noFill/>
                          </a:ln>
                          <a:solidFill>
                            <a:schemeClr val="tx1"/>
                          </a:solidFill>
                          <a:uFillTx/>
                          <a:latin typeface="Arial" panose="020B0604020202020204" pitchFamily="34" charset="0"/>
                          <a:ea typeface="Helvetica"/>
                          <a:cs typeface="Arial" panose="020B0604020202020204" pitchFamily="34" charset="0"/>
                          <a:sym typeface="Helvetica Neue Thin" panose="02000503000000020004"/>
                        </a:rPr>
                        <a:t>3.根据block规格在程式中输入测试面Φ10mm（Pic3）      </a:t>
                      </a:r>
                    </a:p>
                    <a:p>
                      <a:pPr marL="0" marR="0" indent="0" algn="l" defTabSz="409575" rtl="0" latinLnBrk="0">
                        <a:lnSpc>
                          <a:spcPct val="100000"/>
                        </a:lnSpc>
                        <a:spcBef>
                          <a:spcPts val="0"/>
                        </a:spcBef>
                        <a:spcAft>
                          <a:spcPts val="0"/>
                        </a:spcAft>
                        <a:buClrTx/>
                        <a:buSzTx/>
                        <a:buFontTx/>
                        <a:buNone/>
                        <a:defRPr sz="2000">
                          <a:latin typeface="Helvetica"/>
                          <a:ea typeface="Helvetica"/>
                          <a:cs typeface="Helvetica"/>
                          <a:sym typeface="Helvetica"/>
                        </a:defRPr>
                      </a:pPr>
                      <a:r>
                        <a:rPr sz="2000" b="0" i="0" u="none" strike="noStrike" cap="none" spc="0" baseline="0" dirty="0">
                          <a:ln>
                            <a:noFill/>
                          </a:ln>
                          <a:solidFill>
                            <a:schemeClr val="tx1"/>
                          </a:solidFill>
                          <a:uFillTx/>
                          <a:latin typeface="Arial" panose="020B0604020202020204" pitchFamily="34" charset="0"/>
                          <a:ea typeface="Helvetica"/>
                          <a:cs typeface="Arial" panose="020B0604020202020204" pitchFamily="34" charset="0"/>
                          <a:sym typeface="Helvetica Neue Thin" panose="02000503000000020004"/>
                        </a:rPr>
                        <a:t>4.将Block放平在线圈上，再放置电磁铁的正中间，线圈两角调至平行后，压紧Block（Pic4）</a:t>
                      </a:r>
                    </a:p>
                    <a:p>
                      <a:pPr marL="0" marR="0" indent="0" algn="l" defTabSz="409575" rtl="0" latinLnBrk="0">
                        <a:lnSpc>
                          <a:spcPct val="100000"/>
                        </a:lnSpc>
                        <a:spcBef>
                          <a:spcPts val="0"/>
                        </a:spcBef>
                        <a:spcAft>
                          <a:spcPts val="0"/>
                        </a:spcAft>
                        <a:buClrTx/>
                        <a:buSzTx/>
                        <a:buFontTx/>
                        <a:buNone/>
                        <a:defRPr sz="2000">
                          <a:latin typeface="Helvetica"/>
                          <a:ea typeface="Helvetica"/>
                          <a:cs typeface="Helvetica"/>
                          <a:sym typeface="Helvetica"/>
                        </a:defRPr>
                      </a:pPr>
                      <a:r>
                        <a:rPr sz="2000" b="0" i="0" u="none" strike="noStrike" cap="none" spc="0" baseline="0" dirty="0">
                          <a:ln>
                            <a:noFill/>
                          </a:ln>
                          <a:solidFill>
                            <a:schemeClr val="tx1"/>
                          </a:solidFill>
                          <a:uFillTx/>
                          <a:latin typeface="Arial" panose="020B0604020202020204" pitchFamily="34" charset="0"/>
                          <a:ea typeface="Helvetica"/>
                          <a:cs typeface="Arial" panose="020B0604020202020204" pitchFamily="34" charset="0"/>
                          <a:sym typeface="Helvetica Neue Thin" panose="02000503000000020004"/>
                        </a:rPr>
                        <a:t>5.点击操作界面“启动”键，设备自动开始测试（Pic5）</a:t>
                      </a:r>
                    </a:p>
                    <a:p>
                      <a:pPr marL="0" marR="0" indent="0" algn="l" defTabSz="409575" rtl="0" latinLnBrk="0">
                        <a:lnSpc>
                          <a:spcPct val="100000"/>
                        </a:lnSpc>
                        <a:spcBef>
                          <a:spcPts val="0"/>
                        </a:spcBef>
                        <a:spcAft>
                          <a:spcPts val="0"/>
                        </a:spcAft>
                        <a:buClrTx/>
                        <a:buSzTx/>
                        <a:buFontTx/>
                        <a:buNone/>
                        <a:defRPr sz="2000">
                          <a:latin typeface="Helvetica"/>
                          <a:ea typeface="Helvetica"/>
                          <a:cs typeface="Helvetica"/>
                          <a:sym typeface="Helvetica"/>
                        </a:defRPr>
                      </a:pPr>
                      <a:r>
                        <a:rPr sz="2000" b="0" i="0" u="none" strike="noStrike" cap="none" spc="0" baseline="0" dirty="0">
                          <a:ln>
                            <a:noFill/>
                          </a:ln>
                          <a:solidFill>
                            <a:schemeClr val="tx1"/>
                          </a:solidFill>
                          <a:uFillTx/>
                          <a:latin typeface="Arial" panose="020B0604020202020204" pitchFamily="34" charset="0"/>
                          <a:ea typeface="Helvetica"/>
                          <a:cs typeface="Arial" panose="020B0604020202020204" pitchFamily="34" charset="0"/>
                          <a:sym typeface="Helvetica Neue Thin" panose="02000503000000020004"/>
                        </a:rPr>
                        <a:t>6.输出磁性曲线，记录Br， </a:t>
                      </a:r>
                      <a:r>
                        <a:rPr sz="2000" b="0" i="0" u="none" strike="noStrike" cap="none" spc="0" baseline="0" dirty="0" err="1">
                          <a:ln>
                            <a:noFill/>
                          </a:ln>
                          <a:solidFill>
                            <a:schemeClr val="tx1"/>
                          </a:solidFill>
                          <a:uFillTx/>
                          <a:latin typeface="Arial" panose="020B0604020202020204" pitchFamily="34" charset="0"/>
                          <a:ea typeface="Helvetica"/>
                          <a:cs typeface="Arial" panose="020B0604020202020204" pitchFamily="34" charset="0"/>
                          <a:sym typeface="Helvetica Neue Thin" panose="02000503000000020004"/>
                        </a:rPr>
                        <a:t>Hcj</a:t>
                      </a:r>
                      <a:r>
                        <a:rPr sz="2000" b="0" i="0" u="none" strike="noStrike" cap="none" spc="0" baseline="0" dirty="0">
                          <a:ln>
                            <a:noFill/>
                          </a:ln>
                          <a:solidFill>
                            <a:schemeClr val="tx1"/>
                          </a:solidFill>
                          <a:uFillTx/>
                          <a:latin typeface="Arial" panose="020B0604020202020204" pitchFamily="34" charset="0"/>
                          <a:ea typeface="Helvetica"/>
                          <a:cs typeface="Arial" panose="020B0604020202020204" pitchFamily="34" charset="0"/>
                          <a:sym typeface="Helvetica Neue Thin" panose="02000503000000020004"/>
                        </a:rPr>
                        <a:t> , BH max值（Pic6）</a:t>
                      </a:r>
                    </a:p>
                    <a:p>
                      <a:pPr marL="0" marR="0" indent="0" algn="l" defTabSz="409575" rtl="0" latinLnBrk="0">
                        <a:lnSpc>
                          <a:spcPct val="100000"/>
                        </a:lnSpc>
                        <a:spcBef>
                          <a:spcPts val="0"/>
                        </a:spcBef>
                        <a:spcAft>
                          <a:spcPts val="0"/>
                        </a:spcAft>
                        <a:buClrTx/>
                        <a:buSzTx/>
                        <a:buFontTx/>
                        <a:buNone/>
                        <a:defRPr sz="2000">
                          <a:latin typeface="Helvetica"/>
                          <a:ea typeface="Helvetica"/>
                          <a:cs typeface="Helvetica"/>
                          <a:sym typeface="Helvetica"/>
                        </a:defRPr>
                      </a:pPr>
                      <a:r>
                        <a:rPr sz="2000" b="0" i="0" u="none" strike="noStrike" cap="none" spc="0" baseline="0" dirty="0">
                          <a:ln>
                            <a:noFill/>
                          </a:ln>
                          <a:solidFill>
                            <a:schemeClr val="tx1"/>
                          </a:solidFill>
                          <a:uFillTx/>
                          <a:latin typeface="Arial" panose="020B0604020202020204" pitchFamily="34" charset="0"/>
                          <a:ea typeface="Helvetica"/>
                          <a:cs typeface="Arial" panose="020B0604020202020204" pitchFamily="34" charset="0"/>
                          <a:sym typeface="Helvetica Neue Thin" panose="02000503000000020004"/>
                        </a:rPr>
                        <a:t>1. Prepare Block size </a:t>
                      </a:r>
                      <a:r>
                        <a:rPr lang="en-US" sz="2000" b="0" i="0" u="none" strike="noStrike" cap="none" spc="0" baseline="0" dirty="0">
                          <a:ln>
                            <a:noFill/>
                          </a:ln>
                          <a:solidFill>
                            <a:schemeClr val="tx1"/>
                          </a:solidFill>
                          <a:uFillTx/>
                          <a:latin typeface="Arial" panose="020B0604020202020204" pitchFamily="34" charset="0"/>
                          <a:ea typeface="Helvetica"/>
                          <a:cs typeface="Arial" panose="020B0604020202020204" pitchFamily="34" charset="0"/>
                          <a:sym typeface="+mn-ea"/>
                        </a:rPr>
                        <a:t>61</a:t>
                      </a:r>
                      <a:r>
                        <a:rPr lang="en-US" altLang="zh-CN" sz="2000" b="0" i="0" u="none" strike="noStrike" cap="none" spc="0" baseline="0" dirty="0">
                          <a:ln>
                            <a:noFill/>
                          </a:ln>
                          <a:solidFill>
                            <a:schemeClr val="tx1"/>
                          </a:solidFill>
                          <a:uFillTx/>
                          <a:latin typeface="Arial" panose="020B0604020202020204" pitchFamily="34" charset="0"/>
                          <a:ea typeface="Helvetica"/>
                          <a:cs typeface="Arial" panose="020B0604020202020204" pitchFamily="34" charset="0"/>
                          <a:sym typeface="+mn-ea"/>
                        </a:rPr>
                        <a:t>mm*44mm*34.5</a:t>
                      </a:r>
                      <a:r>
                        <a:rPr lang="en-GB" altLang="zh-CN" sz="2000" b="0" i="0" u="none" strike="noStrike" cap="none" spc="0" baseline="0" dirty="0">
                          <a:ln>
                            <a:noFill/>
                          </a:ln>
                          <a:solidFill>
                            <a:schemeClr val="tx1"/>
                          </a:solidFill>
                          <a:uFillTx/>
                          <a:latin typeface="Arial" panose="020B0604020202020204" pitchFamily="34" charset="0"/>
                          <a:ea typeface="Helvetica"/>
                          <a:cs typeface="Arial" panose="020B0604020202020204" pitchFamily="34" charset="0"/>
                          <a:sym typeface="Helvetica Neue Thin" panose="02000503000000020004"/>
                        </a:rPr>
                        <a:t>mm</a:t>
                      </a:r>
                      <a:r>
                        <a:rPr sz="2000" b="0" i="0" u="none" strike="noStrike" cap="none" spc="0" baseline="0" dirty="0">
                          <a:ln>
                            <a:noFill/>
                          </a:ln>
                          <a:solidFill>
                            <a:schemeClr val="tx1"/>
                          </a:solidFill>
                          <a:uFillTx/>
                          <a:latin typeface="Arial" panose="020B0604020202020204" pitchFamily="34" charset="0"/>
                          <a:ea typeface="Helvetica"/>
                          <a:cs typeface="Arial" panose="020B0604020202020204" pitchFamily="34" charset="0"/>
                          <a:sym typeface="Helvetica Neue Thin" panose="02000503000000020004"/>
                        </a:rPr>
                        <a:t>; drilling a column sample of Φ10mm*</a:t>
                      </a:r>
                      <a:r>
                        <a:rPr lang="en-US" sz="2000" b="0" i="0" u="none" strike="noStrike" cap="none" spc="0" baseline="0" dirty="0">
                          <a:ln>
                            <a:noFill/>
                          </a:ln>
                          <a:solidFill>
                            <a:schemeClr val="tx1"/>
                          </a:solidFill>
                          <a:uFillTx/>
                          <a:latin typeface="Arial" panose="020B0604020202020204" pitchFamily="34" charset="0"/>
                          <a:ea typeface="Helvetica"/>
                          <a:cs typeface="Arial" panose="020B0604020202020204" pitchFamily="34" charset="0"/>
                          <a:sym typeface="Helvetica Neue Thin" panose="02000503000000020004"/>
                        </a:rPr>
                        <a:t>10</a:t>
                      </a:r>
                      <a:r>
                        <a:rPr sz="2000" b="0" i="0" u="none" strike="noStrike" cap="none" spc="0" baseline="0" dirty="0">
                          <a:ln>
                            <a:noFill/>
                          </a:ln>
                          <a:solidFill>
                            <a:schemeClr val="tx1"/>
                          </a:solidFill>
                          <a:uFillTx/>
                          <a:latin typeface="Arial" panose="020B0604020202020204" pitchFamily="34" charset="0"/>
                          <a:ea typeface="Helvetica"/>
                          <a:cs typeface="Arial" panose="020B0604020202020204" pitchFamily="34" charset="0"/>
                          <a:sym typeface="Helvetica Neue Thin" panose="02000503000000020004"/>
                        </a:rPr>
                        <a:t>mm from the corner of block;  then prepare a coil size of φ10mm (Pic1)</a:t>
                      </a:r>
                    </a:p>
                    <a:p>
                      <a:pPr marL="0" marR="0" indent="0" algn="l" defTabSz="409575" rtl="0" latinLnBrk="0">
                        <a:lnSpc>
                          <a:spcPct val="100000"/>
                        </a:lnSpc>
                        <a:spcBef>
                          <a:spcPts val="0"/>
                        </a:spcBef>
                        <a:spcAft>
                          <a:spcPts val="0"/>
                        </a:spcAft>
                        <a:buClrTx/>
                        <a:buSzTx/>
                        <a:buFontTx/>
                        <a:buNone/>
                        <a:defRPr sz="2000">
                          <a:latin typeface="Helvetica"/>
                          <a:ea typeface="Helvetica"/>
                          <a:cs typeface="Helvetica"/>
                          <a:sym typeface="Helvetica"/>
                        </a:defRPr>
                      </a:pPr>
                      <a:r>
                        <a:rPr sz="2000" b="0" i="0" u="none" strike="noStrike" cap="none" spc="0" baseline="0" dirty="0">
                          <a:ln>
                            <a:noFill/>
                          </a:ln>
                          <a:solidFill>
                            <a:schemeClr val="tx1"/>
                          </a:solidFill>
                          <a:uFillTx/>
                          <a:latin typeface="Arial" panose="020B0604020202020204" pitchFamily="34" charset="0"/>
                          <a:ea typeface="Helvetica"/>
                          <a:cs typeface="Arial" panose="020B0604020202020204" pitchFamily="34" charset="0"/>
                          <a:sym typeface="Helvetica Neue Thin" panose="02000503000000020004"/>
                        </a:rPr>
                        <a:t>2. Adjust the water temperature and control it to between 18 and 22 degrees. Soak the Block with 15 minutes and remove it.</a:t>
                      </a:r>
                    </a:p>
                    <a:p>
                      <a:pPr marL="0" marR="0" indent="0" algn="l" defTabSz="409575" rtl="0" latinLnBrk="0">
                        <a:lnSpc>
                          <a:spcPct val="100000"/>
                        </a:lnSpc>
                        <a:spcBef>
                          <a:spcPts val="0"/>
                        </a:spcBef>
                        <a:spcAft>
                          <a:spcPts val="0"/>
                        </a:spcAft>
                        <a:buClrTx/>
                        <a:buSzTx/>
                        <a:buFontTx/>
                        <a:buNone/>
                        <a:defRPr sz="2000">
                          <a:latin typeface="Helvetica"/>
                          <a:ea typeface="Helvetica"/>
                          <a:cs typeface="Helvetica"/>
                          <a:sym typeface="Helvetica"/>
                        </a:defRPr>
                      </a:pPr>
                      <a:r>
                        <a:rPr sz="2000" b="0" i="0" u="none" strike="noStrike" cap="none" spc="0" baseline="0" dirty="0">
                          <a:ln>
                            <a:noFill/>
                          </a:ln>
                          <a:solidFill>
                            <a:schemeClr val="tx1"/>
                          </a:solidFill>
                          <a:uFillTx/>
                          <a:latin typeface="Arial" panose="020B0604020202020204" pitchFamily="34" charset="0"/>
                          <a:ea typeface="Helvetica"/>
                          <a:cs typeface="Arial" panose="020B0604020202020204" pitchFamily="34" charset="0"/>
                          <a:sym typeface="Helvetica Neue Thin" panose="02000503000000020004"/>
                        </a:rPr>
                        <a:t>3. Input the Φ10mm into the program according to the block specification (Pic3)</a:t>
                      </a:r>
                    </a:p>
                    <a:p>
                      <a:pPr marL="0" marR="0" indent="0" algn="l" defTabSz="409575" rtl="0" latinLnBrk="0">
                        <a:lnSpc>
                          <a:spcPct val="100000"/>
                        </a:lnSpc>
                        <a:spcBef>
                          <a:spcPts val="0"/>
                        </a:spcBef>
                        <a:spcAft>
                          <a:spcPts val="0"/>
                        </a:spcAft>
                        <a:buClrTx/>
                        <a:buSzTx/>
                        <a:buFontTx/>
                        <a:buNone/>
                        <a:defRPr sz="2000">
                          <a:latin typeface="Helvetica"/>
                          <a:ea typeface="Helvetica"/>
                          <a:cs typeface="Helvetica"/>
                          <a:sym typeface="Helvetica"/>
                        </a:defRPr>
                      </a:pPr>
                      <a:r>
                        <a:rPr sz="2000" b="0" i="0" u="none" strike="noStrike" cap="none" spc="0" baseline="0" dirty="0">
                          <a:ln>
                            <a:noFill/>
                          </a:ln>
                          <a:solidFill>
                            <a:schemeClr val="tx1"/>
                          </a:solidFill>
                          <a:uFillTx/>
                          <a:latin typeface="Arial" panose="020B0604020202020204" pitchFamily="34" charset="0"/>
                          <a:ea typeface="Helvetica"/>
                          <a:cs typeface="Arial" panose="020B0604020202020204" pitchFamily="34" charset="0"/>
                          <a:sym typeface="Helvetica Neue Thin" panose="02000503000000020004"/>
                        </a:rPr>
                        <a:t>4. Put Block on the coil, and then place the middle of the electromagnet. When the coil angles are adjusted to parallel, press the Block (Pic4).</a:t>
                      </a:r>
                    </a:p>
                    <a:p>
                      <a:pPr marL="0" marR="0" indent="0" algn="l" defTabSz="409575" rtl="0" latinLnBrk="0">
                        <a:lnSpc>
                          <a:spcPct val="100000"/>
                        </a:lnSpc>
                        <a:spcBef>
                          <a:spcPts val="0"/>
                        </a:spcBef>
                        <a:spcAft>
                          <a:spcPts val="0"/>
                        </a:spcAft>
                        <a:buClrTx/>
                        <a:buSzTx/>
                        <a:buFontTx/>
                        <a:buNone/>
                        <a:defRPr sz="2000">
                          <a:latin typeface="Helvetica"/>
                          <a:ea typeface="Helvetica"/>
                          <a:cs typeface="Helvetica"/>
                          <a:sym typeface="Helvetica"/>
                        </a:defRPr>
                      </a:pPr>
                      <a:r>
                        <a:rPr sz="2000" b="0" i="0" u="none" strike="noStrike" cap="none" spc="0" baseline="0" dirty="0">
                          <a:ln>
                            <a:noFill/>
                          </a:ln>
                          <a:solidFill>
                            <a:schemeClr val="tx1"/>
                          </a:solidFill>
                          <a:uFillTx/>
                          <a:latin typeface="Arial" panose="020B0604020202020204" pitchFamily="34" charset="0"/>
                          <a:ea typeface="Helvetica"/>
                          <a:cs typeface="Arial" panose="020B0604020202020204" pitchFamily="34" charset="0"/>
                          <a:sym typeface="Helvetica Neue Thin" panose="02000503000000020004"/>
                        </a:rPr>
                        <a:t>5. Click the "start" button in the operation interface, and the device will start testing automatically (Pic5).</a:t>
                      </a:r>
                    </a:p>
                    <a:p>
                      <a:pPr marL="0" marR="0" indent="0" algn="l" defTabSz="409575" rtl="0" latinLnBrk="0">
                        <a:lnSpc>
                          <a:spcPct val="100000"/>
                        </a:lnSpc>
                        <a:spcBef>
                          <a:spcPts val="0"/>
                        </a:spcBef>
                        <a:spcAft>
                          <a:spcPts val="0"/>
                        </a:spcAft>
                        <a:buClrTx/>
                        <a:buSzTx/>
                        <a:buFontTx/>
                        <a:buNone/>
                        <a:defRPr sz="2000">
                          <a:latin typeface="Helvetica"/>
                          <a:ea typeface="Helvetica"/>
                          <a:cs typeface="Helvetica"/>
                          <a:sym typeface="Helvetica"/>
                        </a:defRPr>
                      </a:pPr>
                      <a:r>
                        <a:rPr sz="2000" b="0" i="0" u="none" strike="noStrike" cap="none" spc="0" baseline="0" dirty="0">
                          <a:ln>
                            <a:noFill/>
                          </a:ln>
                          <a:solidFill>
                            <a:schemeClr val="tx1"/>
                          </a:solidFill>
                          <a:uFillTx/>
                          <a:latin typeface="Arial" panose="020B0604020202020204" pitchFamily="34" charset="0"/>
                          <a:ea typeface="Helvetica"/>
                          <a:cs typeface="Arial" panose="020B0604020202020204" pitchFamily="34" charset="0"/>
                          <a:sym typeface="Helvetica Neue Thin" panose="02000503000000020004"/>
                        </a:rPr>
                        <a:t>6. Output magnetic curve, record the value of Br,  </a:t>
                      </a:r>
                      <a:r>
                        <a:rPr sz="2000" b="0" i="0" u="none" strike="noStrike" cap="none" spc="0" baseline="0" dirty="0" err="1">
                          <a:ln>
                            <a:noFill/>
                          </a:ln>
                          <a:solidFill>
                            <a:schemeClr val="tx1"/>
                          </a:solidFill>
                          <a:uFillTx/>
                          <a:latin typeface="Arial" panose="020B0604020202020204" pitchFamily="34" charset="0"/>
                          <a:ea typeface="Helvetica"/>
                          <a:cs typeface="Arial" panose="020B0604020202020204" pitchFamily="34" charset="0"/>
                          <a:sym typeface="Helvetica Neue Thin" panose="02000503000000020004"/>
                        </a:rPr>
                        <a:t>Hcj</a:t>
                      </a:r>
                      <a:r>
                        <a:rPr sz="2000" b="0" i="0" u="none" strike="noStrike" cap="none" spc="0" baseline="0" dirty="0">
                          <a:ln>
                            <a:noFill/>
                          </a:ln>
                          <a:solidFill>
                            <a:schemeClr val="tx1"/>
                          </a:solidFill>
                          <a:uFillTx/>
                          <a:latin typeface="Arial" panose="020B0604020202020204" pitchFamily="34" charset="0"/>
                          <a:ea typeface="Helvetica"/>
                          <a:cs typeface="Arial" panose="020B0604020202020204" pitchFamily="34" charset="0"/>
                          <a:sym typeface="Helvetica Neue Thin" panose="02000503000000020004"/>
                        </a:rPr>
                        <a:t>, BH Max (Pic6)</a:t>
                      </a:r>
                    </a:p>
                  </a:txBody>
                  <a:tcPr marL="12700" marR="12700" marT="12700" marB="12700" horzOverflow="overflow">
                    <a:lnL w="6350">
                      <a:solidFill>
                        <a:srgbClr val="000000"/>
                      </a:solidFill>
                    </a:lnL>
                    <a:lnR w="6350">
                      <a:solidFill>
                        <a:srgbClr val="000000"/>
                      </a:solidFill>
                    </a:lnR>
                    <a:lnT w="6350">
                      <a:solidFill>
                        <a:srgbClr val="000000"/>
                      </a:solidFill>
                    </a:lnT>
                    <a:lnB w="6350">
                      <a:solidFill>
                        <a:srgbClr val="000000"/>
                      </a:solidFill>
                    </a:lnB>
                  </a:tcPr>
                </a:tc>
                <a:tc>
                  <a:txBody>
                    <a:bodyPr/>
                    <a:lstStyle/>
                    <a:p>
                      <a:pPr marL="444500" indent="-444500" algn="l" defTabSz="409575">
                        <a:buSzPct val="100000"/>
                        <a:buAutoNum type="arabicPeriod"/>
                        <a:defRPr sz="2400">
                          <a:sym typeface="Helvetica Neue Medium" panose="02000503000000020004"/>
                        </a:defRPr>
                      </a:pPr>
                      <a:r>
                        <a:rPr dirty="0">
                          <a:latin typeface="Arial" panose="020B0604020202020204" pitchFamily="34" charset="0"/>
                          <a:cs typeface="Arial" panose="020B0604020202020204" pitchFamily="34" charset="0"/>
                        </a:rPr>
                        <a:t>Measurement Method ：</a:t>
                      </a:r>
                      <a:r>
                        <a:rPr lang="en-US" altLang="zh-CN" dirty="0">
                          <a:latin typeface="Arial" panose="020B0604020202020204" pitchFamily="34" charset="0"/>
                          <a:cs typeface="Arial" panose="020B0604020202020204" pitchFamily="34" charset="0"/>
                        </a:rPr>
                        <a:t>Magnetic permanent tester</a:t>
                      </a:r>
                    </a:p>
                    <a:p>
                      <a:pPr marL="0" indent="0" algn="l" defTabSz="409575">
                        <a:buSzPct val="100000"/>
                        <a:buNone/>
                        <a:defRPr sz="2400">
                          <a:sym typeface="Helvetica Neue Medium" panose="02000503000000020004"/>
                        </a:defRPr>
                      </a:pPr>
                      <a:r>
                        <a:rPr dirty="0">
                          <a:latin typeface="Arial" panose="020B0604020202020204" pitchFamily="34" charset="0"/>
                          <a:cs typeface="Arial" panose="020B0604020202020204" pitchFamily="34" charset="0"/>
                        </a:rPr>
                        <a:t>2.  Fixture ：Yes</a:t>
                      </a:r>
                    </a:p>
                    <a:p>
                      <a:pPr marL="0" marR="0" indent="0" algn="l" defTabSz="409575" rtl="0" eaLnBrk="1" fontAlgn="auto" latinLnBrk="0" hangingPunct="1">
                        <a:lnSpc>
                          <a:spcPct val="100000"/>
                        </a:lnSpc>
                        <a:spcBef>
                          <a:spcPts val="0"/>
                        </a:spcBef>
                        <a:spcAft>
                          <a:spcPts val="0"/>
                        </a:spcAft>
                        <a:buClrTx/>
                        <a:buSzTx/>
                        <a:buFontTx/>
                        <a:buNone/>
                        <a:defRPr sz="2400">
                          <a:sym typeface="Helvetica Neue Medium" panose="02000503000000020004"/>
                        </a:defRPr>
                      </a:pPr>
                      <a:r>
                        <a:rPr dirty="0">
                          <a:latin typeface="Arial" panose="020B0604020202020204" pitchFamily="34" charset="0"/>
                          <a:cs typeface="Arial" panose="020B0604020202020204" pitchFamily="34" charset="0"/>
                        </a:rPr>
                        <a:t>3.  Measurement status ：</a:t>
                      </a:r>
                      <a:r>
                        <a:rPr lang="en-US" altLang="zh-CN" sz="2400" b="0" i="0" u="none" strike="noStrike" cap="none" spc="0" baseline="0" dirty="0">
                          <a:ln>
                            <a:noFill/>
                          </a:ln>
                          <a:solidFill>
                            <a:schemeClr val="tx1"/>
                          </a:solidFill>
                          <a:uFillTx/>
                          <a:latin typeface="Arial" panose="020B0604020202020204" pitchFamily="34" charset="0"/>
                          <a:ea typeface="+mn-ea"/>
                          <a:cs typeface="Arial" panose="020B0604020202020204" pitchFamily="34" charset="0"/>
                          <a:sym typeface="Helvetica Neue Thin" panose="02000503000000020004"/>
                        </a:rPr>
                        <a:t>Constrained</a:t>
                      </a:r>
                      <a:r>
                        <a:rPr lang="en-US" altLang="zh-CN" dirty="0">
                          <a:solidFill>
                            <a:schemeClr val="tx1"/>
                          </a:solidFill>
                          <a:latin typeface="Arial" panose="020B0604020202020204" pitchFamily="34" charset="0"/>
                          <a:cs typeface="Arial" panose="020B0604020202020204" pitchFamily="34" charset="0"/>
                        </a:rPr>
                        <a:t> </a:t>
                      </a:r>
                      <a:endParaRPr lang="en-US" altLang="zh-CN" sz="2600" dirty="0">
                        <a:solidFill>
                          <a:schemeClr val="tx1"/>
                        </a:solidFill>
                        <a:latin typeface="Arial" panose="020B0604020202020204" pitchFamily="34" charset="0"/>
                        <a:cs typeface="Arial" panose="020B0604020202020204" pitchFamily="34" charset="0"/>
                      </a:endParaRPr>
                    </a:p>
                    <a:p>
                      <a:pPr marL="0" marR="0" indent="0" algn="l" defTabSz="409575" rtl="0" eaLnBrk="1" fontAlgn="auto" latinLnBrk="0" hangingPunct="1">
                        <a:lnSpc>
                          <a:spcPct val="100000"/>
                        </a:lnSpc>
                        <a:spcBef>
                          <a:spcPts val="0"/>
                        </a:spcBef>
                        <a:spcAft>
                          <a:spcPts val="0"/>
                        </a:spcAft>
                        <a:buClrTx/>
                        <a:buSzTx/>
                        <a:buFontTx/>
                        <a:buNone/>
                        <a:defRPr sz="2400">
                          <a:sym typeface="Helvetica Neue Medium" panose="02000503000000020004"/>
                        </a:defRPr>
                      </a:pPr>
                      <a:r>
                        <a:rPr dirty="0">
                          <a:latin typeface="Arial" panose="020B0604020202020204" pitchFamily="34" charset="0"/>
                          <a:cs typeface="Arial" panose="020B0604020202020204" pitchFamily="34" charset="0"/>
                        </a:rPr>
                        <a:t>4.  Measurement procedure ：</a:t>
                      </a:r>
                      <a:r>
                        <a:rPr lang="en-US" altLang="zh-CN" sz="2400" b="0" i="0" u="none" strike="noStrike" cap="none" spc="0" baseline="0" dirty="0">
                          <a:ln>
                            <a:noFill/>
                          </a:ln>
                          <a:solidFill>
                            <a:schemeClr val="tx1"/>
                          </a:solidFill>
                          <a:uFillTx/>
                          <a:latin typeface="Arial" panose="020B0604020202020204" pitchFamily="34" charset="0"/>
                          <a:ea typeface="+mn-ea"/>
                          <a:cs typeface="Arial" panose="020B0604020202020204" pitchFamily="34" charset="0"/>
                          <a:sym typeface="Helvetica Neue Thin" panose="02000503000000020004"/>
                        </a:rPr>
                        <a:t>Same as the FAI</a:t>
                      </a:r>
                      <a:endParaRPr lang="en-US" altLang="zh-CN" sz="2000" b="0" i="0" u="none" strike="noStrike" cap="none" spc="0" baseline="0" dirty="0">
                        <a:ln>
                          <a:noFill/>
                        </a:ln>
                        <a:solidFill>
                          <a:schemeClr val="tx1"/>
                        </a:solidFill>
                        <a:uFillTx/>
                        <a:latin typeface="Arial" panose="020B0604020202020204" pitchFamily="34" charset="0"/>
                        <a:ea typeface="+mn-ea"/>
                        <a:cs typeface="Arial" panose="020B0604020202020204" pitchFamily="34" charset="0"/>
                        <a:sym typeface="Helvetica Neue Medium" panose="02000503000000020004"/>
                      </a:endParaRPr>
                    </a:p>
                    <a:p>
                      <a:pPr algn="l" defTabSz="409575">
                        <a:defRPr sz="2400">
                          <a:sym typeface="Helvetica Neue Medium" panose="02000503000000020004"/>
                        </a:defRPr>
                      </a:pPr>
                      <a:endParaRPr dirty="0">
                        <a:latin typeface="Arial" panose="020B0604020202020204" pitchFamily="34" charset="0"/>
                        <a:cs typeface="Arial" panose="020B0604020202020204" pitchFamily="34" charset="0"/>
                      </a:endParaRPr>
                    </a:p>
                  </a:txBody>
                  <a:tcPr marL="12700" marR="12700" marT="12700" marB="12700" horzOverflow="overflow">
                    <a:lnL w="6350">
                      <a:solidFill>
                        <a:srgbClr val="000000"/>
                      </a:solidFill>
                    </a:lnL>
                    <a:lnR w="6350">
                      <a:solidFill>
                        <a:srgbClr val="000000"/>
                      </a:solidFill>
                    </a:lnR>
                    <a:lnT w="6350">
                      <a:solidFill>
                        <a:srgbClr val="000000"/>
                      </a:solidFill>
                    </a:lnT>
                    <a:lnB w="6350">
                      <a:solidFill>
                        <a:srgbClr val="000000"/>
                      </a:solidFill>
                    </a:lnB>
                  </a:tcPr>
                </a:tc>
                <a:extLst>
                  <a:ext uri="{0D108BD9-81ED-4DB2-BD59-A6C34878D82A}">
                    <a16:rowId xmlns:a16="http://schemas.microsoft.com/office/drawing/2014/main" val="10002"/>
                  </a:ext>
                </a:extLst>
              </a:tr>
            </a:tbl>
          </a:graphicData>
        </a:graphic>
      </p:graphicFrame>
      <p:sp>
        <p:nvSpPr>
          <p:cNvPr id="88" name="PIC 3  Set Block size into program"/>
          <p:cNvSpPr txBox="1"/>
          <p:nvPr/>
        </p:nvSpPr>
        <p:spPr>
          <a:xfrm>
            <a:off x="8216611" y="12874411"/>
            <a:ext cx="3693937" cy="384721"/>
          </a:xfrm>
          <a:prstGeom prst="rect">
            <a:avLst/>
          </a:prstGeom>
          <a:noFill/>
          <a:ln w="12700" cap="flat">
            <a:noFill/>
            <a:miter lim="400000"/>
          </a:ln>
          <a:effectLst/>
        </p:spPr>
        <p:txBody>
          <a:bodyPr wrap="square" lIns="76200" tIns="76200" rIns="76200" bIns="76200" numCol="1" anchor="ctr">
            <a:spAutoFit/>
          </a:bodyPr>
          <a:lstStyle>
            <a:lvl1pPr algn="l" defTabSz="819150">
              <a:defRPr sz="1800"/>
            </a:lvl1pPr>
          </a:lstStyle>
          <a:p>
            <a:r>
              <a:rPr sz="1500" dirty="0"/>
              <a:t>PIC 3  Set Block size into program</a:t>
            </a:r>
          </a:p>
        </p:txBody>
      </p:sp>
      <p:pic>
        <p:nvPicPr>
          <p:cNvPr id="89" name="image14.png" descr="image14.png"/>
          <p:cNvPicPr>
            <a:picLocks noChangeAspect="1"/>
          </p:cNvPicPr>
          <p:nvPr/>
        </p:nvPicPr>
        <p:blipFill>
          <a:blip r:embed="rId4"/>
          <a:srcRect/>
          <a:stretch>
            <a:fillRect/>
          </a:stretch>
        </p:blipFill>
        <p:spPr>
          <a:xfrm>
            <a:off x="15118904" y="9971755"/>
            <a:ext cx="2444153" cy="2247794"/>
          </a:xfrm>
          <a:prstGeom prst="rect">
            <a:avLst/>
          </a:prstGeom>
          <a:ln w="12700" cap="flat">
            <a:noFill/>
            <a:miter lim="400000"/>
            <a:headEnd/>
            <a:tailEnd/>
          </a:ln>
          <a:effectLst/>
        </p:spPr>
      </p:pic>
      <p:pic>
        <p:nvPicPr>
          <p:cNvPr id="90" name="image15.png" descr="image15.png"/>
          <p:cNvPicPr>
            <a:picLocks noChangeAspect="1"/>
          </p:cNvPicPr>
          <p:nvPr/>
        </p:nvPicPr>
        <p:blipFill>
          <a:blip r:embed="rId5"/>
          <a:stretch>
            <a:fillRect/>
          </a:stretch>
        </p:blipFill>
        <p:spPr>
          <a:xfrm>
            <a:off x="17534050" y="9971755"/>
            <a:ext cx="1952242" cy="2247794"/>
          </a:xfrm>
          <a:prstGeom prst="rect">
            <a:avLst/>
          </a:prstGeom>
          <a:ln w="12700" cap="flat">
            <a:noFill/>
            <a:miter lim="400000"/>
            <a:headEnd/>
            <a:tailEnd/>
          </a:ln>
          <a:effectLst/>
        </p:spPr>
      </p:pic>
      <p:sp>
        <p:nvSpPr>
          <p:cNvPr id="91" name="PIC 5  Start test"/>
          <p:cNvSpPr txBox="1"/>
          <p:nvPr/>
        </p:nvSpPr>
        <p:spPr>
          <a:xfrm>
            <a:off x="16340980" y="12874411"/>
            <a:ext cx="2087809" cy="384721"/>
          </a:xfrm>
          <a:prstGeom prst="rect">
            <a:avLst/>
          </a:prstGeom>
          <a:noFill/>
          <a:ln w="12700" cap="flat">
            <a:noFill/>
            <a:miter lim="400000"/>
          </a:ln>
          <a:effectLst/>
        </p:spPr>
        <p:txBody>
          <a:bodyPr wrap="square" lIns="76200" tIns="76200" rIns="76200" bIns="76200" numCol="1" anchor="ctr">
            <a:spAutoFit/>
          </a:bodyPr>
          <a:lstStyle>
            <a:lvl1pPr algn="l" defTabSz="819150">
              <a:defRPr sz="1800"/>
            </a:lvl1pPr>
          </a:lstStyle>
          <a:p>
            <a:r>
              <a:rPr sz="1500" dirty="0"/>
              <a:t>PIC 5  Start test</a:t>
            </a:r>
          </a:p>
        </p:txBody>
      </p:sp>
      <p:pic>
        <p:nvPicPr>
          <p:cNvPr id="121" name="image16.png" descr="image16.png"/>
          <p:cNvPicPr>
            <a:picLocks noChangeAspect="1"/>
          </p:cNvPicPr>
          <p:nvPr/>
        </p:nvPicPr>
        <p:blipFill rotWithShape="1">
          <a:blip r:embed="rId6" cstate="screen"/>
          <a:srcRect/>
          <a:stretch>
            <a:fillRect/>
          </a:stretch>
        </p:blipFill>
        <p:spPr>
          <a:xfrm>
            <a:off x="19905578" y="9785882"/>
            <a:ext cx="3667401" cy="2498682"/>
          </a:xfrm>
          <a:prstGeom prst="rect">
            <a:avLst/>
          </a:prstGeom>
          <a:ln w="12700" cap="flat">
            <a:noFill/>
            <a:miter lim="400000"/>
            <a:headEnd/>
            <a:tailEnd/>
          </a:ln>
          <a:effectLst/>
        </p:spPr>
      </p:pic>
      <p:sp>
        <p:nvSpPr>
          <p:cNvPr id="124" name="PIC 6  Record the value of BR, Hcb, Hcj, BH max."/>
          <p:cNvSpPr txBox="1"/>
          <p:nvPr/>
        </p:nvSpPr>
        <p:spPr>
          <a:xfrm>
            <a:off x="20471845" y="12873992"/>
            <a:ext cx="3101134" cy="615553"/>
          </a:xfrm>
          <a:prstGeom prst="rect">
            <a:avLst/>
          </a:prstGeom>
          <a:noFill/>
          <a:ln w="12700" cap="flat">
            <a:noFill/>
            <a:miter lim="400000"/>
          </a:ln>
          <a:effectLst/>
        </p:spPr>
        <p:txBody>
          <a:bodyPr wrap="square" lIns="76200" tIns="76200" rIns="76200" bIns="76200" numCol="1" anchor="ctr">
            <a:spAutoFit/>
          </a:bodyPr>
          <a:lstStyle>
            <a:lvl1pPr algn="l" defTabSz="819150">
              <a:defRPr sz="1800"/>
            </a:lvl1pPr>
          </a:lstStyle>
          <a:p>
            <a:r>
              <a:rPr sz="1500" dirty="0"/>
              <a:t>PIC 6  Record the value of BR, </a:t>
            </a:r>
            <a:r>
              <a:rPr sz="1500" dirty="0" err="1"/>
              <a:t>Hcb</a:t>
            </a:r>
            <a:r>
              <a:rPr sz="1500" dirty="0"/>
              <a:t>, </a:t>
            </a:r>
            <a:r>
              <a:rPr sz="1500" dirty="0" err="1"/>
              <a:t>Hcj</a:t>
            </a:r>
            <a:r>
              <a:rPr sz="1500" dirty="0"/>
              <a:t>, BH max.</a:t>
            </a:r>
          </a:p>
        </p:txBody>
      </p:sp>
      <p:sp>
        <p:nvSpPr>
          <p:cNvPr id="125" name="线条"/>
          <p:cNvSpPr/>
          <p:nvPr/>
        </p:nvSpPr>
        <p:spPr>
          <a:xfrm>
            <a:off x="5204020" y="11256194"/>
            <a:ext cx="360000" cy="1"/>
          </a:xfrm>
          <a:prstGeom prst="line">
            <a:avLst/>
          </a:prstGeom>
          <a:ln w="38100">
            <a:solidFill>
              <a:srgbClr val="51A7F9"/>
            </a:solidFill>
            <a:miter lim="400000"/>
            <a:tailEnd type="triangle"/>
          </a:ln>
        </p:spPr>
        <p:txBody>
          <a:bodyPr lIns="0" tIns="0" rIns="0" bIns="0"/>
          <a:lstStyle/>
          <a:p>
            <a:pPr algn="l" defTabSz="457200">
              <a:defRPr sz="1200">
                <a:latin typeface="Helvetica"/>
                <a:ea typeface="Helvetica"/>
                <a:cs typeface="Helvetica"/>
                <a:sym typeface="Helvetica"/>
              </a:defRPr>
            </a:pPr>
            <a:endParaRPr/>
          </a:p>
        </p:txBody>
      </p:sp>
      <p:sp>
        <p:nvSpPr>
          <p:cNvPr id="126" name="PIC 1  Block/column sample and measuring Coil"/>
          <p:cNvSpPr txBox="1"/>
          <p:nvPr/>
        </p:nvSpPr>
        <p:spPr>
          <a:xfrm>
            <a:off x="635281" y="12703551"/>
            <a:ext cx="4568740" cy="671708"/>
          </a:xfrm>
          <a:prstGeom prst="rect">
            <a:avLst/>
          </a:prstGeom>
          <a:ln w="12700">
            <a:miter lim="400000"/>
          </a:ln>
        </p:spPr>
        <p:txBody>
          <a:bodyPr lIns="76200" tIns="76200" rIns="76200" bIns="76200" anchor="ctr"/>
          <a:lstStyle>
            <a:lvl1pPr defTabSz="819150">
              <a:defRPr sz="1500"/>
            </a:lvl1pPr>
          </a:lstStyle>
          <a:p>
            <a:r>
              <a:rPr dirty="0"/>
              <a:t>PIC</a:t>
            </a:r>
            <a:r>
              <a:rPr lang="en-US" dirty="0"/>
              <a:t>1 </a:t>
            </a:r>
            <a:r>
              <a:rPr dirty="0"/>
              <a:t>Block/column sample and measuring Coil</a:t>
            </a:r>
          </a:p>
        </p:txBody>
      </p:sp>
      <p:pic>
        <p:nvPicPr>
          <p:cNvPr id="128" name="图像" descr="图像"/>
          <p:cNvPicPr>
            <a:picLocks noChangeAspect="1"/>
          </p:cNvPicPr>
          <p:nvPr/>
        </p:nvPicPr>
        <p:blipFill>
          <a:blip r:embed="rId7" cstate="email"/>
          <a:stretch>
            <a:fillRect/>
          </a:stretch>
        </p:blipFill>
        <p:spPr>
          <a:xfrm>
            <a:off x="790522" y="9976487"/>
            <a:ext cx="3264320" cy="2564149"/>
          </a:xfrm>
          <a:prstGeom prst="rect">
            <a:avLst/>
          </a:prstGeom>
          <a:ln w="12700" cap="flat">
            <a:noFill/>
            <a:miter lim="400000"/>
            <a:headEnd/>
            <a:tailEnd/>
          </a:ln>
          <a:effectLst/>
        </p:spPr>
      </p:pic>
      <p:pic>
        <p:nvPicPr>
          <p:cNvPr id="129" name="图像" descr="图像"/>
          <p:cNvPicPr>
            <a:picLocks noChangeAspect="1"/>
          </p:cNvPicPr>
          <p:nvPr/>
        </p:nvPicPr>
        <p:blipFill>
          <a:blip r:embed="rId8" cstate="email"/>
          <a:stretch>
            <a:fillRect/>
          </a:stretch>
        </p:blipFill>
        <p:spPr>
          <a:xfrm>
            <a:off x="4104704" y="9976487"/>
            <a:ext cx="1032907" cy="2564149"/>
          </a:xfrm>
          <a:prstGeom prst="rect">
            <a:avLst/>
          </a:prstGeom>
          <a:ln w="12700" cap="flat">
            <a:noFill/>
            <a:miter lim="400000"/>
            <a:headEnd/>
            <a:tailEnd/>
          </a:ln>
          <a:effectLst/>
        </p:spPr>
      </p:pic>
      <p:sp>
        <p:nvSpPr>
          <p:cNvPr id="133" name="Block…"/>
          <p:cNvSpPr txBox="1"/>
          <p:nvPr/>
        </p:nvSpPr>
        <p:spPr>
          <a:xfrm>
            <a:off x="785412" y="11736516"/>
            <a:ext cx="1832124" cy="1026572"/>
          </a:xfrm>
          <a:prstGeom prst="rect">
            <a:avLst/>
          </a:prstGeom>
          <a:noFill/>
          <a:ln w="12700" cap="flat">
            <a:noFill/>
            <a:miter lim="400000"/>
          </a:ln>
          <a:effectLst/>
        </p:spPr>
        <p:txBody>
          <a:bodyPr wrap="square" lIns="50800" tIns="50800" rIns="50800" bIns="50800" numCol="1" anchor="ctr">
            <a:noAutofit/>
          </a:bodyPr>
          <a:lstStyle/>
          <a:p>
            <a:pPr defTabSz="821690">
              <a:defRPr sz="1300" b="1">
                <a:latin typeface="Lucida Grande" panose="020B0600040502020204"/>
                <a:ea typeface="Lucida Grande" panose="020B0600040502020204"/>
                <a:cs typeface="Lucida Grande" panose="020B0600040502020204"/>
                <a:sym typeface="Lucida Grande" panose="020B0600040502020204"/>
              </a:defRPr>
            </a:pPr>
            <a:r>
              <a:rPr dirty="0">
                <a:latin typeface="Arial" panose="020B0604020202020204" pitchFamily="34" charset="0"/>
                <a:cs typeface="Arial" panose="020B0604020202020204" pitchFamily="34" charset="0"/>
              </a:rPr>
              <a:t>Block</a:t>
            </a:r>
          </a:p>
          <a:p>
            <a:pPr defTabSz="821690">
              <a:defRPr sz="1300">
                <a:latin typeface="Lucida Grande" panose="020B0600040502020204"/>
                <a:ea typeface="Lucida Grande" panose="020B0600040502020204"/>
                <a:cs typeface="Lucida Grande" panose="020B0600040502020204"/>
                <a:sym typeface="Lucida Grande" panose="020B0600040502020204"/>
              </a:defRPr>
            </a:pPr>
            <a:r>
              <a:rPr dirty="0">
                <a:latin typeface="Arial" panose="020B0604020202020204" pitchFamily="34" charset="0"/>
                <a:cs typeface="Arial" panose="020B0604020202020204" pitchFamily="34" charset="0"/>
              </a:rPr>
              <a:t>Specification</a:t>
            </a:r>
          </a:p>
          <a:p>
            <a:pPr defTabSz="821690">
              <a:defRPr sz="1300">
                <a:latin typeface="Lucida Grande" panose="020B0600040502020204"/>
                <a:ea typeface="Lucida Grande" panose="020B0600040502020204"/>
                <a:cs typeface="Lucida Grande" panose="020B0600040502020204"/>
                <a:sym typeface="Lucida Grande" panose="020B0600040502020204"/>
              </a:defRPr>
            </a:pPr>
            <a:r>
              <a:rPr lang="en-US" dirty="0">
                <a:latin typeface="Arial" panose="020B0604020202020204" pitchFamily="34" charset="0"/>
                <a:cs typeface="Arial" panose="020B0604020202020204" pitchFamily="34" charset="0"/>
              </a:rPr>
              <a:t>61</a:t>
            </a:r>
            <a:r>
              <a:rPr dirty="0">
                <a:latin typeface="Arial" panose="020B0604020202020204" pitchFamily="34" charset="0"/>
                <a:cs typeface="Arial" panose="020B0604020202020204" pitchFamily="34" charset="0"/>
              </a:rPr>
              <a:t>*4</a:t>
            </a:r>
            <a:r>
              <a:rPr lang="en-US" dirty="0">
                <a:latin typeface="Arial" panose="020B0604020202020204" pitchFamily="34" charset="0"/>
                <a:cs typeface="Arial" panose="020B0604020202020204" pitchFamily="34" charset="0"/>
              </a:rPr>
              <a:t>4</a:t>
            </a:r>
            <a:r>
              <a:rPr dirty="0">
                <a:latin typeface="Arial" panose="020B0604020202020204" pitchFamily="34" charset="0"/>
                <a:cs typeface="Arial" panose="020B0604020202020204" pitchFamily="34" charset="0"/>
              </a:rPr>
              <a:t>*3</a:t>
            </a:r>
            <a:r>
              <a:rPr lang="en-US" altLang="zh-CN" dirty="0">
                <a:latin typeface="Arial" panose="020B0604020202020204" pitchFamily="34" charset="0"/>
                <a:cs typeface="Arial" panose="020B0604020202020204" pitchFamily="34" charset="0"/>
              </a:rPr>
              <a:t>4.5</a:t>
            </a:r>
            <a:r>
              <a:rPr dirty="0">
                <a:latin typeface="Arial" panose="020B0604020202020204" pitchFamily="34" charset="0"/>
                <a:cs typeface="Arial" panose="020B0604020202020204" pitchFamily="34" charset="0"/>
              </a:rPr>
              <a:t>mm</a:t>
            </a:r>
          </a:p>
        </p:txBody>
      </p:sp>
      <p:sp>
        <p:nvSpPr>
          <p:cNvPr id="146" name="Coil…"/>
          <p:cNvSpPr txBox="1"/>
          <p:nvPr/>
        </p:nvSpPr>
        <p:spPr>
          <a:xfrm>
            <a:off x="4036612" y="11764181"/>
            <a:ext cx="1174982" cy="916880"/>
          </a:xfrm>
          <a:prstGeom prst="rect">
            <a:avLst/>
          </a:prstGeom>
          <a:noFill/>
          <a:ln w="12700" cap="flat">
            <a:noFill/>
            <a:miter lim="400000"/>
          </a:ln>
          <a:effectLst/>
        </p:spPr>
        <p:txBody>
          <a:bodyPr wrap="square" lIns="50800" tIns="50800" rIns="50800" bIns="50800" numCol="1" anchor="ctr">
            <a:noAutofit/>
          </a:bodyPr>
          <a:lstStyle/>
          <a:p>
            <a:pPr defTabSz="821690">
              <a:defRPr sz="1300" b="1">
                <a:solidFill>
                  <a:srgbClr val="0080FF"/>
                </a:solidFill>
                <a:latin typeface="Lucida Grande" panose="020B0600040502020204"/>
                <a:ea typeface="Lucida Grande" panose="020B0600040502020204"/>
                <a:cs typeface="Lucida Grande" panose="020B0600040502020204"/>
                <a:sym typeface="Lucida Grande" panose="020B0600040502020204"/>
              </a:defRPr>
            </a:pPr>
            <a:r>
              <a:rPr dirty="0">
                <a:solidFill>
                  <a:schemeClr val="tx1"/>
                </a:solidFill>
                <a:latin typeface="Arial" panose="020B0604020202020204" pitchFamily="34" charset="0"/>
                <a:cs typeface="Arial" panose="020B0604020202020204" pitchFamily="34" charset="0"/>
              </a:rPr>
              <a:t>Coil</a:t>
            </a:r>
          </a:p>
          <a:p>
            <a:pPr defTabSz="821690">
              <a:defRPr sz="1300">
                <a:solidFill>
                  <a:srgbClr val="0080FF"/>
                </a:solidFill>
                <a:latin typeface="Lucida Grande" panose="020B0600040502020204"/>
                <a:ea typeface="Lucida Grande" panose="020B0600040502020204"/>
                <a:cs typeface="Lucida Grande" panose="020B0600040502020204"/>
                <a:sym typeface="Lucida Grande" panose="020B0600040502020204"/>
              </a:defRPr>
            </a:pPr>
            <a:r>
              <a:rPr dirty="0">
                <a:solidFill>
                  <a:schemeClr val="tx1"/>
                </a:solidFill>
                <a:latin typeface="Arial" panose="020B0604020202020204" pitchFamily="34" charset="0"/>
                <a:cs typeface="Arial" panose="020B0604020202020204" pitchFamily="34" charset="0"/>
              </a:rPr>
              <a:t>Specification</a:t>
            </a:r>
          </a:p>
          <a:p>
            <a:pPr defTabSz="821690">
              <a:defRPr sz="1300">
                <a:solidFill>
                  <a:srgbClr val="0080FF"/>
                </a:solidFill>
                <a:latin typeface="Lucida Grande" panose="020B0600040502020204"/>
                <a:ea typeface="Lucida Grande" panose="020B0600040502020204"/>
                <a:cs typeface="Lucida Grande" panose="020B0600040502020204"/>
                <a:sym typeface="Lucida Grande" panose="020B0600040502020204"/>
              </a:defRPr>
            </a:pPr>
            <a:r>
              <a:rPr dirty="0">
                <a:solidFill>
                  <a:schemeClr val="tx1"/>
                </a:solidFill>
                <a:latin typeface="Arial" panose="020B0604020202020204" pitchFamily="34" charset="0"/>
                <a:cs typeface="Arial" panose="020B0604020202020204" pitchFamily="34" charset="0"/>
              </a:rPr>
              <a:t>Φ10mm</a:t>
            </a:r>
          </a:p>
        </p:txBody>
      </p:sp>
      <p:sp>
        <p:nvSpPr>
          <p:cNvPr id="147" name="Sample…"/>
          <p:cNvSpPr txBox="1"/>
          <p:nvPr/>
        </p:nvSpPr>
        <p:spPr>
          <a:xfrm>
            <a:off x="2772128" y="11783314"/>
            <a:ext cx="1335609" cy="932976"/>
          </a:xfrm>
          <a:prstGeom prst="rect">
            <a:avLst/>
          </a:prstGeom>
          <a:noFill/>
          <a:ln w="12700" cap="flat">
            <a:noFill/>
            <a:miter lim="400000"/>
          </a:ln>
          <a:effectLst/>
        </p:spPr>
        <p:txBody>
          <a:bodyPr wrap="square" lIns="50800" tIns="50800" rIns="50800" bIns="50800" numCol="1" anchor="ctr">
            <a:noAutofit/>
          </a:bodyPr>
          <a:lstStyle/>
          <a:p>
            <a:pPr defTabSz="821690">
              <a:defRPr sz="1300" b="1">
                <a:solidFill>
                  <a:srgbClr val="0096FF"/>
                </a:solidFill>
                <a:latin typeface="Lucida Grande" panose="020B0600040502020204"/>
                <a:ea typeface="Lucida Grande" panose="020B0600040502020204"/>
                <a:cs typeface="Lucida Grande" panose="020B0600040502020204"/>
                <a:sym typeface="Lucida Grande" panose="020B0600040502020204"/>
              </a:defRPr>
            </a:pPr>
            <a:r>
              <a:rPr dirty="0">
                <a:solidFill>
                  <a:schemeClr val="tx1"/>
                </a:solidFill>
                <a:latin typeface="Arial" panose="020B0604020202020204" pitchFamily="34" charset="0"/>
                <a:cs typeface="Arial" panose="020B0604020202020204" pitchFamily="34" charset="0"/>
              </a:rPr>
              <a:t>Sample</a:t>
            </a:r>
          </a:p>
          <a:p>
            <a:pPr defTabSz="821690">
              <a:defRPr sz="1300">
                <a:solidFill>
                  <a:srgbClr val="0096FF"/>
                </a:solidFill>
                <a:latin typeface="Lucida Grande" panose="020B0600040502020204"/>
                <a:ea typeface="Lucida Grande" panose="020B0600040502020204"/>
                <a:cs typeface="Lucida Grande" panose="020B0600040502020204"/>
                <a:sym typeface="Lucida Grande" panose="020B0600040502020204"/>
              </a:defRPr>
            </a:pPr>
            <a:r>
              <a:rPr dirty="0">
                <a:solidFill>
                  <a:schemeClr val="tx1"/>
                </a:solidFill>
                <a:latin typeface="Arial" panose="020B0604020202020204" pitchFamily="34" charset="0"/>
                <a:cs typeface="Arial" panose="020B0604020202020204" pitchFamily="34" charset="0"/>
              </a:rPr>
              <a:t>Specification</a:t>
            </a:r>
          </a:p>
          <a:p>
            <a:pPr defTabSz="821690">
              <a:defRPr sz="1300">
                <a:solidFill>
                  <a:srgbClr val="0096FF"/>
                </a:solidFill>
                <a:latin typeface="Lucida Grande" panose="020B0600040502020204"/>
                <a:ea typeface="Lucida Grande" panose="020B0600040502020204"/>
                <a:cs typeface="Lucida Grande" panose="020B0600040502020204"/>
                <a:sym typeface="Lucida Grande" panose="020B0600040502020204"/>
              </a:defRPr>
            </a:pPr>
            <a:r>
              <a:rPr dirty="0">
                <a:solidFill>
                  <a:schemeClr val="tx1"/>
                </a:solidFill>
                <a:latin typeface="Arial" panose="020B0604020202020204" pitchFamily="34" charset="0"/>
                <a:cs typeface="Arial" panose="020B0604020202020204" pitchFamily="34" charset="0"/>
              </a:rPr>
              <a:t>Φ10mm*15mm</a:t>
            </a:r>
          </a:p>
        </p:txBody>
      </p:sp>
      <p:pic>
        <p:nvPicPr>
          <p:cNvPr id="148" name="图像" descr="图像"/>
          <p:cNvPicPr>
            <a:picLocks noChangeAspect="1"/>
          </p:cNvPicPr>
          <p:nvPr/>
        </p:nvPicPr>
        <p:blipFill>
          <a:blip r:embed="rId9" cstate="email"/>
          <a:stretch>
            <a:fillRect/>
          </a:stretch>
        </p:blipFill>
        <p:spPr>
          <a:xfrm>
            <a:off x="5654512" y="9971755"/>
            <a:ext cx="1956219" cy="2568881"/>
          </a:xfrm>
          <a:prstGeom prst="rect">
            <a:avLst/>
          </a:prstGeom>
          <a:ln w="12700">
            <a:miter lim="400000"/>
            <a:headEnd/>
            <a:tailEnd/>
          </a:ln>
        </p:spPr>
      </p:pic>
      <p:sp>
        <p:nvSpPr>
          <p:cNvPr id="149" name="PIC 2  Soak into 18℃-22℃water"/>
          <p:cNvSpPr txBox="1"/>
          <p:nvPr/>
        </p:nvSpPr>
        <p:spPr>
          <a:xfrm>
            <a:off x="5118499" y="12857086"/>
            <a:ext cx="3193592" cy="412755"/>
          </a:xfrm>
          <a:prstGeom prst="rect">
            <a:avLst/>
          </a:prstGeom>
          <a:ln w="12700">
            <a:miter lim="400000"/>
          </a:ln>
        </p:spPr>
        <p:txBody>
          <a:bodyPr lIns="76200" tIns="76200" rIns="76200" bIns="76200" anchor="ctr"/>
          <a:lstStyle>
            <a:lvl1pPr algn="l" defTabSz="819150">
              <a:defRPr sz="1500"/>
            </a:lvl1pPr>
          </a:lstStyle>
          <a:p>
            <a:r>
              <a:rPr dirty="0"/>
              <a:t>PIC 2  Soak into 18℃-22℃water</a:t>
            </a:r>
          </a:p>
        </p:txBody>
      </p:sp>
      <p:sp>
        <p:nvSpPr>
          <p:cNvPr id="150" name="PIC 4  Put column sample at machine plane with coil"/>
          <p:cNvSpPr txBox="1"/>
          <p:nvPr/>
        </p:nvSpPr>
        <p:spPr>
          <a:xfrm>
            <a:off x="11693142" y="12857086"/>
            <a:ext cx="3048332" cy="729343"/>
          </a:xfrm>
          <a:prstGeom prst="rect">
            <a:avLst/>
          </a:prstGeom>
          <a:solidFill>
            <a:srgbClr val="FFFFFF"/>
          </a:solidFill>
          <a:ln w="12700">
            <a:miter lim="400000"/>
          </a:ln>
        </p:spPr>
        <p:txBody>
          <a:bodyPr lIns="76200" tIns="76200" rIns="76200" bIns="76200" anchor="ctr"/>
          <a:lstStyle>
            <a:lvl1pPr defTabSz="819150">
              <a:defRPr sz="1500"/>
            </a:lvl1pPr>
          </a:lstStyle>
          <a:p>
            <a:r>
              <a:rPr dirty="0"/>
              <a:t>PIC 4  Put column sample at machine plane with coil</a:t>
            </a:r>
          </a:p>
        </p:txBody>
      </p:sp>
      <p:pic>
        <p:nvPicPr>
          <p:cNvPr id="151" name="图片 150"/>
          <p:cNvPicPr>
            <a:picLocks noChangeAspect="1"/>
          </p:cNvPicPr>
          <p:nvPr/>
        </p:nvPicPr>
        <p:blipFill>
          <a:blip r:embed="rId10" cstate="email"/>
          <a:stretch>
            <a:fillRect/>
          </a:stretch>
        </p:blipFill>
        <p:spPr>
          <a:xfrm>
            <a:off x="8105079" y="9971755"/>
            <a:ext cx="2786994" cy="2568881"/>
          </a:xfrm>
          <a:prstGeom prst="rect">
            <a:avLst/>
          </a:prstGeom>
        </p:spPr>
      </p:pic>
      <p:pic>
        <p:nvPicPr>
          <p:cNvPr id="152" name="图片 151"/>
          <p:cNvPicPr>
            <a:picLocks noChangeAspect="1"/>
          </p:cNvPicPr>
          <p:nvPr/>
        </p:nvPicPr>
        <p:blipFill>
          <a:blip r:embed="rId11"/>
          <a:stretch>
            <a:fillRect/>
          </a:stretch>
        </p:blipFill>
        <p:spPr>
          <a:xfrm>
            <a:off x="11312748" y="9971755"/>
            <a:ext cx="3405261" cy="2568881"/>
          </a:xfrm>
          <a:prstGeom prst="rect">
            <a:avLst/>
          </a:prstGeom>
        </p:spPr>
      </p:pic>
      <p:sp>
        <p:nvSpPr>
          <p:cNvPr id="153" name="线条"/>
          <p:cNvSpPr/>
          <p:nvPr/>
        </p:nvSpPr>
        <p:spPr>
          <a:xfrm>
            <a:off x="7683008" y="11291939"/>
            <a:ext cx="360000" cy="1"/>
          </a:xfrm>
          <a:prstGeom prst="line">
            <a:avLst/>
          </a:prstGeom>
          <a:ln w="38100">
            <a:solidFill>
              <a:srgbClr val="51A7F9"/>
            </a:solidFill>
            <a:miter lim="400000"/>
            <a:tailEnd type="triangle"/>
          </a:ln>
        </p:spPr>
        <p:txBody>
          <a:bodyPr lIns="0" tIns="0" rIns="0" bIns="0"/>
          <a:lstStyle/>
          <a:p>
            <a:pPr algn="l" defTabSz="457200">
              <a:defRPr sz="1200">
                <a:latin typeface="Helvetica"/>
                <a:ea typeface="Helvetica"/>
                <a:cs typeface="Helvetica"/>
                <a:sym typeface="Helvetica"/>
              </a:defRPr>
            </a:pPr>
            <a:endParaRPr/>
          </a:p>
        </p:txBody>
      </p:sp>
      <p:sp>
        <p:nvSpPr>
          <p:cNvPr id="154" name="线条"/>
          <p:cNvSpPr/>
          <p:nvPr/>
        </p:nvSpPr>
        <p:spPr>
          <a:xfrm>
            <a:off x="10942801" y="11291939"/>
            <a:ext cx="360000" cy="1"/>
          </a:xfrm>
          <a:prstGeom prst="line">
            <a:avLst/>
          </a:prstGeom>
          <a:ln w="38100">
            <a:solidFill>
              <a:srgbClr val="51A7F9"/>
            </a:solidFill>
            <a:miter lim="400000"/>
            <a:tailEnd type="triangle"/>
          </a:ln>
        </p:spPr>
        <p:txBody>
          <a:bodyPr lIns="0" tIns="0" rIns="0" bIns="0"/>
          <a:lstStyle/>
          <a:p>
            <a:pPr algn="l" defTabSz="457200">
              <a:defRPr sz="1200">
                <a:latin typeface="Helvetica"/>
                <a:ea typeface="Helvetica"/>
                <a:cs typeface="Helvetica"/>
                <a:sym typeface="Helvetica"/>
              </a:defRPr>
            </a:pPr>
            <a:endParaRPr/>
          </a:p>
        </p:txBody>
      </p:sp>
      <p:sp>
        <p:nvSpPr>
          <p:cNvPr id="155" name="线条"/>
          <p:cNvSpPr/>
          <p:nvPr/>
        </p:nvSpPr>
        <p:spPr>
          <a:xfrm>
            <a:off x="14736057" y="11291939"/>
            <a:ext cx="360000" cy="1"/>
          </a:xfrm>
          <a:prstGeom prst="line">
            <a:avLst/>
          </a:prstGeom>
          <a:ln w="38100">
            <a:solidFill>
              <a:srgbClr val="51A7F9"/>
            </a:solidFill>
            <a:miter lim="400000"/>
            <a:tailEnd type="triangle"/>
          </a:ln>
        </p:spPr>
        <p:txBody>
          <a:bodyPr lIns="0" tIns="0" rIns="0" bIns="0"/>
          <a:lstStyle/>
          <a:p>
            <a:pPr algn="l" defTabSz="457200">
              <a:defRPr sz="1200">
                <a:latin typeface="Helvetica"/>
                <a:ea typeface="Helvetica"/>
                <a:cs typeface="Helvetica"/>
                <a:sym typeface="Helvetica"/>
              </a:defRPr>
            </a:pPr>
            <a:endParaRPr/>
          </a:p>
        </p:txBody>
      </p:sp>
      <p:sp>
        <p:nvSpPr>
          <p:cNvPr id="156" name="线条"/>
          <p:cNvSpPr/>
          <p:nvPr/>
        </p:nvSpPr>
        <p:spPr>
          <a:xfrm>
            <a:off x="19546252" y="11287227"/>
            <a:ext cx="360000" cy="1"/>
          </a:xfrm>
          <a:prstGeom prst="line">
            <a:avLst/>
          </a:prstGeom>
          <a:ln w="38100">
            <a:solidFill>
              <a:srgbClr val="51A7F9"/>
            </a:solidFill>
            <a:miter lim="400000"/>
            <a:tailEnd type="triangle"/>
          </a:ln>
        </p:spPr>
        <p:txBody>
          <a:bodyPr lIns="0" tIns="0" rIns="0" bIns="0"/>
          <a:lstStyle/>
          <a:p>
            <a:pPr algn="l" defTabSz="457200">
              <a:defRPr sz="1200">
                <a:latin typeface="Helvetica"/>
                <a:ea typeface="Helvetica"/>
                <a:cs typeface="Helvetica"/>
                <a:sym typeface="Helvetica"/>
              </a:defRPr>
            </a:pPr>
            <a:endParaRPr/>
          </a:p>
        </p:txBody>
      </p:sp>
      <p:sp>
        <p:nvSpPr>
          <p:cNvPr id="30" name="MTD | X1335 Metrology Details-Magnet 160-02017-05 (Series)">
            <a:extLst>
              <a:ext uri="{FF2B5EF4-FFF2-40B4-BE49-F238E27FC236}">
                <a16:creationId xmlns:a16="http://schemas.microsoft.com/office/drawing/2014/main" id="{97E9F8AC-CB39-1B4D-BC63-0DDCCB87880A}"/>
              </a:ext>
            </a:extLst>
          </p:cNvPr>
          <p:cNvSpPr txBox="1">
            <a:spLocks/>
          </p:cNvSpPr>
          <p:nvPr/>
        </p:nvSpPr>
        <p:spPr>
          <a:xfrm>
            <a:off x="851245" y="959195"/>
            <a:ext cx="14591955" cy="84420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noAutofit/>
          </a:bodyPr>
          <a:lstStyle>
            <a:lvl1pPr marL="0" marR="0" indent="0" algn="ctr" defTabSz="821530" rtl="0" latinLnBrk="0">
              <a:lnSpc>
                <a:spcPct val="100000"/>
              </a:lnSpc>
              <a:spcBef>
                <a:spcPts val="0"/>
              </a:spcBef>
              <a:spcAft>
                <a:spcPts val="0"/>
              </a:spcAft>
              <a:buClrTx/>
              <a:buSzTx/>
              <a:buFontTx/>
              <a:buNone/>
              <a:tabLst/>
              <a:defRPr sz="11200" b="0" i="0" u="none" strike="noStrike" cap="none" spc="0" baseline="0">
                <a:ln>
                  <a:noFill/>
                </a:ln>
                <a:solidFill>
                  <a:srgbClr val="000000"/>
                </a:solidFill>
                <a:uFillTx/>
                <a:latin typeface="+mj-lt"/>
                <a:ea typeface="+mj-ea"/>
                <a:cs typeface="+mj-cs"/>
                <a:sym typeface="Helvetica Neue Medium"/>
              </a:defRPr>
            </a:lvl1pPr>
            <a:lvl2pPr marL="0" marR="0" indent="0" algn="ctr" defTabSz="821530" rtl="0" latinLnBrk="0">
              <a:lnSpc>
                <a:spcPct val="100000"/>
              </a:lnSpc>
              <a:spcBef>
                <a:spcPts val="0"/>
              </a:spcBef>
              <a:spcAft>
                <a:spcPts val="0"/>
              </a:spcAft>
              <a:buClrTx/>
              <a:buSzTx/>
              <a:buFontTx/>
              <a:buNone/>
              <a:tabLst/>
              <a:defRPr sz="11200" b="0" i="0" u="none" strike="noStrike" cap="none" spc="0" baseline="0">
                <a:ln>
                  <a:noFill/>
                </a:ln>
                <a:solidFill>
                  <a:srgbClr val="000000"/>
                </a:solidFill>
                <a:uFillTx/>
                <a:latin typeface="+mj-lt"/>
                <a:ea typeface="+mj-ea"/>
                <a:cs typeface="+mj-cs"/>
                <a:sym typeface="Helvetica Neue Medium"/>
              </a:defRPr>
            </a:lvl2pPr>
            <a:lvl3pPr marL="0" marR="0" indent="0" algn="ctr" defTabSz="821530" rtl="0" latinLnBrk="0">
              <a:lnSpc>
                <a:spcPct val="100000"/>
              </a:lnSpc>
              <a:spcBef>
                <a:spcPts val="0"/>
              </a:spcBef>
              <a:spcAft>
                <a:spcPts val="0"/>
              </a:spcAft>
              <a:buClrTx/>
              <a:buSzTx/>
              <a:buFontTx/>
              <a:buNone/>
              <a:tabLst/>
              <a:defRPr sz="11200" b="0" i="0" u="none" strike="noStrike" cap="none" spc="0" baseline="0">
                <a:ln>
                  <a:noFill/>
                </a:ln>
                <a:solidFill>
                  <a:srgbClr val="000000"/>
                </a:solidFill>
                <a:uFillTx/>
                <a:latin typeface="+mj-lt"/>
                <a:ea typeface="+mj-ea"/>
                <a:cs typeface="+mj-cs"/>
                <a:sym typeface="Helvetica Neue Medium"/>
              </a:defRPr>
            </a:lvl3pPr>
            <a:lvl4pPr marL="0" marR="0" indent="0" algn="ctr" defTabSz="821530" rtl="0" latinLnBrk="0">
              <a:lnSpc>
                <a:spcPct val="100000"/>
              </a:lnSpc>
              <a:spcBef>
                <a:spcPts val="0"/>
              </a:spcBef>
              <a:spcAft>
                <a:spcPts val="0"/>
              </a:spcAft>
              <a:buClrTx/>
              <a:buSzTx/>
              <a:buFontTx/>
              <a:buNone/>
              <a:tabLst/>
              <a:defRPr sz="11200" b="0" i="0" u="none" strike="noStrike" cap="none" spc="0" baseline="0">
                <a:ln>
                  <a:noFill/>
                </a:ln>
                <a:solidFill>
                  <a:srgbClr val="000000"/>
                </a:solidFill>
                <a:uFillTx/>
                <a:latin typeface="+mj-lt"/>
                <a:ea typeface="+mj-ea"/>
                <a:cs typeface="+mj-cs"/>
                <a:sym typeface="Helvetica Neue Medium"/>
              </a:defRPr>
            </a:lvl4pPr>
            <a:lvl5pPr marL="0" marR="0" indent="0" algn="ctr" defTabSz="821530" rtl="0" latinLnBrk="0">
              <a:lnSpc>
                <a:spcPct val="100000"/>
              </a:lnSpc>
              <a:spcBef>
                <a:spcPts val="0"/>
              </a:spcBef>
              <a:spcAft>
                <a:spcPts val="0"/>
              </a:spcAft>
              <a:buClrTx/>
              <a:buSzTx/>
              <a:buFontTx/>
              <a:buNone/>
              <a:tabLst/>
              <a:defRPr sz="11200" b="0" i="0" u="none" strike="noStrike" cap="none" spc="0" baseline="0">
                <a:ln>
                  <a:noFill/>
                </a:ln>
                <a:solidFill>
                  <a:srgbClr val="000000"/>
                </a:solidFill>
                <a:uFillTx/>
                <a:latin typeface="+mj-lt"/>
                <a:ea typeface="+mj-ea"/>
                <a:cs typeface="+mj-cs"/>
                <a:sym typeface="Helvetica Neue Medium"/>
              </a:defRPr>
            </a:lvl5pPr>
            <a:lvl6pPr marL="0" marR="0" indent="0" algn="ctr" defTabSz="821530" rtl="0" latinLnBrk="0">
              <a:lnSpc>
                <a:spcPct val="100000"/>
              </a:lnSpc>
              <a:spcBef>
                <a:spcPts val="0"/>
              </a:spcBef>
              <a:spcAft>
                <a:spcPts val="0"/>
              </a:spcAft>
              <a:buClrTx/>
              <a:buSzTx/>
              <a:buFontTx/>
              <a:buNone/>
              <a:tabLst/>
              <a:defRPr sz="11200" b="0" i="0" u="none" strike="noStrike" cap="none" spc="0" baseline="0">
                <a:ln>
                  <a:noFill/>
                </a:ln>
                <a:solidFill>
                  <a:srgbClr val="000000"/>
                </a:solidFill>
                <a:uFillTx/>
                <a:latin typeface="+mj-lt"/>
                <a:ea typeface="+mj-ea"/>
                <a:cs typeface="+mj-cs"/>
                <a:sym typeface="Helvetica Neue Medium"/>
              </a:defRPr>
            </a:lvl6pPr>
            <a:lvl7pPr marL="0" marR="0" indent="0" algn="ctr" defTabSz="821530" rtl="0" latinLnBrk="0">
              <a:lnSpc>
                <a:spcPct val="100000"/>
              </a:lnSpc>
              <a:spcBef>
                <a:spcPts val="0"/>
              </a:spcBef>
              <a:spcAft>
                <a:spcPts val="0"/>
              </a:spcAft>
              <a:buClrTx/>
              <a:buSzTx/>
              <a:buFontTx/>
              <a:buNone/>
              <a:tabLst/>
              <a:defRPr sz="11200" b="0" i="0" u="none" strike="noStrike" cap="none" spc="0" baseline="0">
                <a:ln>
                  <a:noFill/>
                </a:ln>
                <a:solidFill>
                  <a:srgbClr val="000000"/>
                </a:solidFill>
                <a:uFillTx/>
                <a:latin typeface="+mj-lt"/>
                <a:ea typeface="+mj-ea"/>
                <a:cs typeface="+mj-cs"/>
                <a:sym typeface="Helvetica Neue Medium"/>
              </a:defRPr>
            </a:lvl7pPr>
            <a:lvl8pPr marL="0" marR="0" indent="0" algn="ctr" defTabSz="821530" rtl="0" latinLnBrk="0">
              <a:lnSpc>
                <a:spcPct val="100000"/>
              </a:lnSpc>
              <a:spcBef>
                <a:spcPts val="0"/>
              </a:spcBef>
              <a:spcAft>
                <a:spcPts val="0"/>
              </a:spcAft>
              <a:buClrTx/>
              <a:buSzTx/>
              <a:buFontTx/>
              <a:buNone/>
              <a:tabLst/>
              <a:defRPr sz="11200" b="0" i="0" u="none" strike="noStrike" cap="none" spc="0" baseline="0">
                <a:ln>
                  <a:noFill/>
                </a:ln>
                <a:solidFill>
                  <a:srgbClr val="000000"/>
                </a:solidFill>
                <a:uFillTx/>
                <a:latin typeface="+mj-lt"/>
                <a:ea typeface="+mj-ea"/>
                <a:cs typeface="+mj-cs"/>
                <a:sym typeface="Helvetica Neue Medium"/>
              </a:defRPr>
            </a:lvl8pPr>
            <a:lvl9pPr marL="0" marR="0" indent="0" algn="ctr" defTabSz="821530" rtl="0" latinLnBrk="0">
              <a:lnSpc>
                <a:spcPct val="100000"/>
              </a:lnSpc>
              <a:spcBef>
                <a:spcPts val="0"/>
              </a:spcBef>
              <a:spcAft>
                <a:spcPts val="0"/>
              </a:spcAft>
              <a:buClrTx/>
              <a:buSzTx/>
              <a:buFontTx/>
              <a:buNone/>
              <a:tabLst/>
              <a:defRPr sz="11200" b="0" i="0" u="none" strike="noStrike" cap="none" spc="0" baseline="0">
                <a:ln>
                  <a:noFill/>
                </a:ln>
                <a:solidFill>
                  <a:srgbClr val="000000"/>
                </a:solidFill>
                <a:uFillTx/>
                <a:latin typeface="+mj-lt"/>
                <a:ea typeface="+mj-ea"/>
                <a:cs typeface="+mj-cs"/>
                <a:sym typeface="Helvetica Neue Medium"/>
              </a:defRPr>
            </a:lvl9pPr>
          </a:lstStyle>
          <a:p>
            <a:pPr algn="l" defTabSz="212866" hangingPunct="1">
              <a:defRPr sz="4400">
                <a:solidFill>
                  <a:srgbClr val="024C90"/>
                </a:solidFill>
                <a:latin typeface="Helvetica Neue Light"/>
                <a:ea typeface="Helvetica Neue Light"/>
                <a:cs typeface="Helvetica Neue Light"/>
                <a:sym typeface="Helvetica Neue Light"/>
              </a:defRPr>
            </a:pPr>
            <a:r>
              <a:rPr lang="en" sz="4400" dirty="0">
                <a:solidFill>
                  <a:srgbClr val="024C90"/>
                </a:solidFill>
                <a:latin typeface="Arial" panose="020B0604020202020204" pitchFamily="34" charset="0"/>
                <a:ea typeface="Helvetica Neue Light"/>
                <a:cs typeface="Arial" panose="020B0604020202020204" pitchFamily="34" charset="0"/>
                <a:sym typeface="Helvetica Neue Light"/>
              </a:rPr>
              <a:t>MTD</a:t>
            </a:r>
            <a:r>
              <a:rPr lang="en" sz="4400" dirty="0">
                <a:latin typeface="Arial" panose="020B0604020202020204" pitchFamily="34" charset="0"/>
                <a:ea typeface="Helvetica Neue Light"/>
                <a:cs typeface="Arial" panose="020B0604020202020204" pitchFamily="34" charset="0"/>
                <a:sym typeface="Helvetica Neue Light"/>
              </a:rPr>
              <a:t> | </a:t>
            </a:r>
            <a:r>
              <a:rPr lang="en-US" sz="4400" dirty="0">
                <a:solidFill>
                  <a:schemeClr val="tx1"/>
                </a:solidFill>
                <a:latin typeface="Arial" panose="020B0604020202020204" pitchFamily="34" charset="0"/>
                <a:ea typeface="Helvetica Neue Light"/>
                <a:cs typeface="Arial" panose="020B0604020202020204" pitchFamily="34" charset="0"/>
                <a:sym typeface="Helvetica Neue Light"/>
              </a:rPr>
              <a:t>R240</a:t>
            </a:r>
            <a:r>
              <a:rPr lang="en" sz="4400" dirty="0">
                <a:latin typeface="Arial" panose="020B0604020202020204" pitchFamily="34" charset="0"/>
                <a:ea typeface="Helvetica Neue Light"/>
                <a:cs typeface="Arial" panose="020B0604020202020204" pitchFamily="34" charset="0"/>
                <a:sym typeface="Helvetica Neue Light"/>
              </a:rPr>
              <a:t> </a:t>
            </a:r>
            <a:r>
              <a:rPr lang="en" sz="4400" dirty="0">
                <a:solidFill>
                  <a:schemeClr val="tx1"/>
                </a:solidFill>
                <a:latin typeface="Arial" panose="020B0604020202020204" pitchFamily="34" charset="0"/>
                <a:ea typeface="Helvetica Neue Light"/>
                <a:cs typeface="Arial" panose="020B0604020202020204" pitchFamily="34" charset="0"/>
                <a:sym typeface="Helvetica Neue Light"/>
              </a:rPr>
              <a:t>Metrology Details-Magnet </a:t>
            </a:r>
            <a:r>
              <a:rPr lang="sv-SE" altLang="zh-CN" sz="4400" dirty="0">
                <a:solidFill>
                  <a:schemeClr val="tx1"/>
                </a:solidFill>
                <a:latin typeface="Arial" panose="020B0604020202020204" pitchFamily="34" charset="0"/>
                <a:ea typeface="Helvetica Neue Light"/>
                <a:cs typeface="Arial" panose="020B0604020202020204" pitchFamily="34" charset="0"/>
                <a:sym typeface="Helvetica Neue Light"/>
              </a:rPr>
              <a:t>099-53721-08</a:t>
            </a:r>
          </a:p>
        </p:txBody>
      </p:sp>
      <p:graphicFrame>
        <p:nvGraphicFramePr>
          <p:cNvPr id="31" name="表格 30"/>
          <p:cNvGraphicFramePr>
            <a:graphicFrameLocks noGrp="1"/>
          </p:cNvGraphicFramePr>
          <p:nvPr>
            <p:extLst>
              <p:ext uri="{D42A27DB-BD31-4B8C-83A1-F6EECF244321}">
                <p14:modId xmlns:p14="http://schemas.microsoft.com/office/powerpoint/2010/main" val="1502011630"/>
              </p:ext>
            </p:extLst>
          </p:nvPr>
        </p:nvGraphicFramePr>
        <p:xfrm>
          <a:off x="13660985" y="4672938"/>
          <a:ext cx="8361427" cy="3106720"/>
        </p:xfrm>
        <a:graphic>
          <a:graphicData uri="http://schemas.openxmlformats.org/drawingml/2006/table">
            <a:tbl>
              <a:tblPr>
                <a:tableStyleId>{5940675A-B579-460E-94D1-54222C63F5DA}</a:tableStyleId>
              </a:tblPr>
              <a:tblGrid>
                <a:gridCol w="958094">
                  <a:extLst>
                    <a:ext uri="{9D8B030D-6E8A-4147-A177-3AD203B41FA5}">
                      <a16:colId xmlns:a16="http://schemas.microsoft.com/office/drawing/2014/main" val="20000"/>
                    </a:ext>
                  </a:extLst>
                </a:gridCol>
                <a:gridCol w="1106331">
                  <a:extLst>
                    <a:ext uri="{9D8B030D-6E8A-4147-A177-3AD203B41FA5}">
                      <a16:colId xmlns:a16="http://schemas.microsoft.com/office/drawing/2014/main" val="20001"/>
                    </a:ext>
                  </a:extLst>
                </a:gridCol>
                <a:gridCol w="1581433">
                  <a:extLst>
                    <a:ext uri="{9D8B030D-6E8A-4147-A177-3AD203B41FA5}">
                      <a16:colId xmlns:a16="http://schemas.microsoft.com/office/drawing/2014/main" val="20003"/>
                    </a:ext>
                  </a:extLst>
                </a:gridCol>
                <a:gridCol w="1557027">
                  <a:extLst>
                    <a:ext uri="{9D8B030D-6E8A-4147-A177-3AD203B41FA5}">
                      <a16:colId xmlns:a16="http://schemas.microsoft.com/office/drawing/2014/main" val="20004"/>
                    </a:ext>
                  </a:extLst>
                </a:gridCol>
                <a:gridCol w="1601514">
                  <a:extLst>
                    <a:ext uri="{9D8B030D-6E8A-4147-A177-3AD203B41FA5}">
                      <a16:colId xmlns:a16="http://schemas.microsoft.com/office/drawing/2014/main" val="20005"/>
                    </a:ext>
                  </a:extLst>
                </a:gridCol>
                <a:gridCol w="1557028">
                  <a:extLst>
                    <a:ext uri="{9D8B030D-6E8A-4147-A177-3AD203B41FA5}">
                      <a16:colId xmlns:a16="http://schemas.microsoft.com/office/drawing/2014/main" val="20006"/>
                    </a:ext>
                  </a:extLst>
                </a:gridCol>
              </a:tblGrid>
              <a:tr h="462187">
                <a:tc>
                  <a:txBody>
                    <a:bodyPr/>
                    <a:lstStyle/>
                    <a:p>
                      <a:pPr marL="0" marR="0" lvl="0" indent="0" algn="ctr" defTabSz="821530" eaLnBrk="1" fontAlgn="ctr" latinLnBrk="0" hangingPunct="1">
                        <a:lnSpc>
                          <a:spcPct val="100000"/>
                        </a:lnSpc>
                        <a:spcBef>
                          <a:spcPts val="0"/>
                        </a:spcBef>
                        <a:spcAft>
                          <a:spcPts val="0"/>
                        </a:spcAft>
                        <a:buClrTx/>
                        <a:buSzTx/>
                        <a:buFontTx/>
                        <a:buNone/>
                        <a:tabLst/>
                        <a:defRPr/>
                      </a:pPr>
                      <a:r>
                        <a:rPr kumimoji="0" lang="en-US" altLang="zh-CN" sz="1800" b="0" i="0" u="none" strike="noStrike" kern="0" cap="none" spc="0" normalizeH="0" baseline="0" noProof="0" dirty="0">
                          <a:ln>
                            <a:noFill/>
                          </a:ln>
                          <a:solidFill>
                            <a:srgbClr val="000000"/>
                          </a:solidFill>
                          <a:effectLst/>
                          <a:uLnTx/>
                          <a:uFillTx/>
                          <a:latin typeface="Arial" panose="020B0604020202020204" pitchFamily="34" charset="0"/>
                          <a:ea typeface="Arial Unicode MS" panose="020B0604020202020204" pitchFamily="34" charset="-122"/>
                          <a:cs typeface="Arial" panose="020B0604020202020204" pitchFamily="34" charset="0"/>
                          <a:sym typeface="Helvetica Neue Light"/>
                        </a:rPr>
                        <a:t>No.</a:t>
                      </a:r>
                    </a:p>
                  </a:txBody>
                  <a:tcPr marL="9525" marR="9525" marT="9525" marB="0" anchor="ctr">
                    <a:solidFill>
                      <a:schemeClr val="accent1">
                        <a:lumMod val="60000"/>
                        <a:lumOff val="40000"/>
                      </a:schemeClr>
                    </a:solidFill>
                  </a:tcPr>
                </a:tc>
                <a:tc>
                  <a:txBody>
                    <a:bodyPr/>
                    <a:lstStyle/>
                    <a:p>
                      <a:pPr marL="0" marR="0" lvl="0" indent="0" algn="ctr" defTabSz="821530" eaLnBrk="1" fontAlgn="ctr" latinLnBrk="0" hangingPunct="1">
                        <a:lnSpc>
                          <a:spcPct val="100000"/>
                        </a:lnSpc>
                        <a:spcBef>
                          <a:spcPts val="0"/>
                        </a:spcBef>
                        <a:spcAft>
                          <a:spcPts val="0"/>
                        </a:spcAft>
                        <a:buClrTx/>
                        <a:buSzTx/>
                        <a:buFontTx/>
                        <a:buNone/>
                        <a:tabLst/>
                        <a:defRPr/>
                      </a:pPr>
                      <a:r>
                        <a:rPr kumimoji="0" lang="en-US" altLang="zh-CN" sz="1800" b="0" i="0" u="none" strike="noStrike" kern="0" cap="none" spc="0" normalizeH="0" baseline="0" noProof="0">
                          <a:ln>
                            <a:noFill/>
                          </a:ln>
                          <a:solidFill>
                            <a:srgbClr val="000000"/>
                          </a:solidFill>
                          <a:effectLst/>
                          <a:uLnTx/>
                          <a:uFillTx/>
                          <a:latin typeface="Arial" panose="020B0604020202020204" pitchFamily="34" charset="0"/>
                          <a:ea typeface="Arial Unicode MS" panose="020B0604020202020204" pitchFamily="34" charset="-122"/>
                          <a:cs typeface="Arial" panose="020B0604020202020204" pitchFamily="34" charset="0"/>
                          <a:sym typeface="Helvetica Neue Light"/>
                        </a:rPr>
                        <a:t>No.</a:t>
                      </a:r>
                      <a:endParaRPr kumimoji="0" lang="en-US" altLang="zh-CN" sz="1800" b="0" i="0" u="none" strike="noStrike" kern="0" cap="none" spc="0" normalizeH="0" baseline="0" noProof="0" dirty="0">
                        <a:ln>
                          <a:noFill/>
                        </a:ln>
                        <a:solidFill>
                          <a:srgbClr val="000000"/>
                        </a:solidFill>
                        <a:effectLst/>
                        <a:uLnTx/>
                        <a:uFillTx/>
                        <a:latin typeface="Arial" panose="020B0604020202020204" pitchFamily="34" charset="0"/>
                        <a:ea typeface="Arial Unicode MS" panose="020B0604020202020204" pitchFamily="34" charset="-122"/>
                        <a:cs typeface="Arial" panose="020B0604020202020204" pitchFamily="34" charset="0"/>
                        <a:sym typeface="Helvetica Neue Light"/>
                      </a:endParaRPr>
                    </a:p>
                  </a:txBody>
                  <a:tcPr marL="9525" marR="9525" marT="9525" marB="0" anchor="ctr">
                    <a:solidFill>
                      <a:schemeClr val="accent1">
                        <a:lumMod val="60000"/>
                        <a:lumOff val="40000"/>
                      </a:schemeClr>
                    </a:solidFill>
                  </a:tcPr>
                </a:tc>
                <a:tc>
                  <a:txBody>
                    <a:bodyPr/>
                    <a:lstStyle/>
                    <a:p>
                      <a:pPr algn="ctr" fontAlgn="ctr"/>
                      <a:r>
                        <a:rPr lang="en-US" sz="1800" u="none" strike="noStrike" dirty="0">
                          <a:effectLst/>
                          <a:latin typeface="Arial" panose="020B0604020202020204" pitchFamily="34" charset="0"/>
                          <a:cs typeface="Arial" panose="020B0604020202020204" pitchFamily="34" charset="0"/>
                        </a:rPr>
                        <a:t>Grade</a:t>
                      </a:r>
                      <a:endParaRPr lang="en-US" sz="1800" b="0" i="0" u="none" strike="noStrike" dirty="0">
                        <a:solidFill>
                          <a:srgbClr val="000000"/>
                        </a:solidFill>
                        <a:effectLst/>
                        <a:latin typeface="Arial" panose="020B0604020202020204" pitchFamily="34" charset="0"/>
                        <a:ea typeface="宋体" panose="02010600030101010101" pitchFamily="2" charset="-122"/>
                        <a:cs typeface="Arial" panose="020B0604020202020204" pitchFamily="34" charset="0"/>
                      </a:endParaRPr>
                    </a:p>
                  </a:txBody>
                  <a:tcPr marL="9525" marR="9525" marT="9525" marB="0" anchor="ctr">
                    <a:solidFill>
                      <a:schemeClr val="accent1">
                        <a:lumMod val="60000"/>
                        <a:lumOff val="40000"/>
                      </a:schemeClr>
                    </a:solidFill>
                  </a:tcPr>
                </a:tc>
                <a:tc>
                  <a:txBody>
                    <a:bodyPr/>
                    <a:lstStyle/>
                    <a:p>
                      <a:pPr algn="ctr" fontAlgn="ctr"/>
                      <a:r>
                        <a:rPr lang="en-US" sz="1800" u="none" strike="noStrike" dirty="0">
                          <a:effectLst/>
                          <a:latin typeface="Arial" panose="020B0604020202020204" pitchFamily="34" charset="0"/>
                          <a:cs typeface="Arial" panose="020B0604020202020204" pitchFamily="34" charset="0"/>
                        </a:rPr>
                        <a:t>Br(KGs)</a:t>
                      </a:r>
                      <a:endParaRPr lang="en-US" sz="1800" b="0" i="0" u="none" strike="noStrike" dirty="0">
                        <a:solidFill>
                          <a:srgbClr val="000000"/>
                        </a:solidFill>
                        <a:effectLst/>
                        <a:latin typeface="Arial" panose="020B0604020202020204" pitchFamily="34" charset="0"/>
                        <a:ea typeface="宋体" panose="02010600030101010101" pitchFamily="2" charset="-122"/>
                        <a:cs typeface="Arial" panose="020B0604020202020204" pitchFamily="34" charset="0"/>
                      </a:endParaRPr>
                    </a:p>
                  </a:txBody>
                  <a:tcPr marL="9525" marR="9525" marT="9525" marB="0" anchor="ctr">
                    <a:solidFill>
                      <a:schemeClr val="accent1">
                        <a:lumMod val="60000"/>
                        <a:lumOff val="40000"/>
                      </a:schemeClr>
                    </a:solidFill>
                  </a:tcPr>
                </a:tc>
                <a:tc>
                  <a:txBody>
                    <a:bodyPr/>
                    <a:lstStyle/>
                    <a:p>
                      <a:pPr algn="ctr" fontAlgn="ctr"/>
                      <a:r>
                        <a:rPr lang="en-US" sz="1800" u="none" strike="noStrike" dirty="0" err="1">
                          <a:effectLst/>
                          <a:latin typeface="Arial" panose="020B0604020202020204" pitchFamily="34" charset="0"/>
                          <a:cs typeface="Arial" panose="020B0604020202020204" pitchFamily="34" charset="0"/>
                        </a:rPr>
                        <a:t>HcJ</a:t>
                      </a:r>
                      <a:r>
                        <a:rPr lang="en-US" sz="1800" u="none" strike="noStrike" dirty="0">
                          <a:effectLst/>
                          <a:latin typeface="Arial" panose="020B0604020202020204" pitchFamily="34" charset="0"/>
                          <a:cs typeface="Arial" panose="020B0604020202020204" pitchFamily="34" charset="0"/>
                        </a:rPr>
                        <a:t>(</a:t>
                      </a:r>
                      <a:r>
                        <a:rPr lang="en-US" sz="1800" u="none" strike="noStrike" dirty="0" err="1">
                          <a:effectLst/>
                          <a:latin typeface="Arial" panose="020B0604020202020204" pitchFamily="34" charset="0"/>
                          <a:cs typeface="Arial" panose="020B0604020202020204" pitchFamily="34" charset="0"/>
                        </a:rPr>
                        <a:t>KOe</a:t>
                      </a:r>
                      <a:r>
                        <a:rPr lang="en-US" sz="1800" u="none" strike="noStrike" dirty="0">
                          <a:effectLst/>
                          <a:latin typeface="Arial" panose="020B0604020202020204" pitchFamily="34" charset="0"/>
                          <a:cs typeface="Arial" panose="020B0604020202020204" pitchFamily="34" charset="0"/>
                        </a:rPr>
                        <a:t>)</a:t>
                      </a:r>
                      <a:endParaRPr lang="en-US" sz="1800" b="0" i="0" u="none" strike="noStrike" dirty="0">
                        <a:solidFill>
                          <a:srgbClr val="000000"/>
                        </a:solidFill>
                        <a:effectLst/>
                        <a:latin typeface="Arial" panose="020B0604020202020204" pitchFamily="34" charset="0"/>
                        <a:ea typeface="宋体" panose="02010600030101010101" pitchFamily="2" charset="-122"/>
                        <a:cs typeface="Arial" panose="020B0604020202020204" pitchFamily="34" charset="0"/>
                      </a:endParaRPr>
                    </a:p>
                  </a:txBody>
                  <a:tcPr marL="9525" marR="9525" marT="9525" marB="0" anchor="ctr">
                    <a:solidFill>
                      <a:schemeClr val="accent1">
                        <a:lumMod val="60000"/>
                        <a:lumOff val="40000"/>
                      </a:schemeClr>
                    </a:solidFill>
                  </a:tcPr>
                </a:tc>
                <a:tc>
                  <a:txBody>
                    <a:bodyPr/>
                    <a:lstStyle/>
                    <a:p>
                      <a:pPr algn="ctr" fontAlgn="ctr"/>
                      <a:r>
                        <a:rPr lang="en-US" sz="1800" u="none" strike="noStrike" dirty="0">
                          <a:effectLst/>
                          <a:latin typeface="Arial" panose="020B0604020202020204" pitchFamily="34" charset="0"/>
                          <a:cs typeface="Arial" panose="020B0604020202020204" pitchFamily="34" charset="0"/>
                        </a:rPr>
                        <a:t>BH Max(</a:t>
                      </a:r>
                      <a:r>
                        <a:rPr lang="en-US" sz="1800" u="none" strike="noStrike" dirty="0" err="1">
                          <a:effectLst/>
                          <a:latin typeface="Arial" panose="020B0604020202020204" pitchFamily="34" charset="0"/>
                          <a:cs typeface="Arial" panose="020B0604020202020204" pitchFamily="34" charset="0"/>
                        </a:rPr>
                        <a:t>MGOe</a:t>
                      </a:r>
                      <a:r>
                        <a:rPr lang="en-US" sz="1800" u="none" strike="noStrike" dirty="0">
                          <a:effectLst/>
                          <a:latin typeface="Arial" panose="020B0604020202020204" pitchFamily="34" charset="0"/>
                          <a:cs typeface="Arial" panose="020B0604020202020204" pitchFamily="34" charset="0"/>
                        </a:rPr>
                        <a:t>)</a:t>
                      </a:r>
                      <a:endParaRPr lang="en-US" sz="1800" b="0" i="0" u="none" strike="noStrike" dirty="0">
                        <a:solidFill>
                          <a:srgbClr val="000000"/>
                        </a:solidFill>
                        <a:effectLst/>
                        <a:latin typeface="Arial" panose="020B0604020202020204" pitchFamily="34" charset="0"/>
                        <a:ea typeface="宋体" panose="02010600030101010101" pitchFamily="2" charset="-122"/>
                        <a:cs typeface="Arial" panose="020B0604020202020204" pitchFamily="34" charset="0"/>
                      </a:endParaRPr>
                    </a:p>
                  </a:txBody>
                  <a:tcPr marL="9525" marR="9525" marT="9525" marB="0" anchor="ctr">
                    <a:solidFill>
                      <a:schemeClr val="accent1">
                        <a:lumMod val="60000"/>
                        <a:lumOff val="40000"/>
                      </a:schemeClr>
                    </a:solidFill>
                  </a:tcPr>
                </a:tc>
                <a:extLst>
                  <a:ext uri="{0D108BD9-81ED-4DB2-BD59-A6C34878D82A}">
                    <a16:rowId xmlns:a16="http://schemas.microsoft.com/office/drawing/2014/main" val="10000"/>
                  </a:ext>
                </a:extLst>
              </a:tr>
              <a:tr h="323530">
                <a:tc>
                  <a:txBody>
                    <a:bodyPr/>
                    <a:lstStyle/>
                    <a:p>
                      <a:pPr algn="ctr" fontAlgn="ctr"/>
                      <a:r>
                        <a:rPr lang="en-US" altLang="zh-CN" sz="1800" b="0" i="0" u="none" strike="noStrike" cap="none" spc="0" baseline="0" dirty="0">
                          <a:ln>
                            <a:noFill/>
                          </a:ln>
                          <a:solidFill>
                            <a:schemeClr val="tx1"/>
                          </a:solidFill>
                          <a:effectLst/>
                          <a:uFillTx/>
                          <a:latin typeface="Arial" panose="020B0604020202020204" pitchFamily="34" charset="0"/>
                          <a:ea typeface="+mn-ea"/>
                          <a:cs typeface="Arial" panose="020B0604020202020204" pitchFamily="34" charset="0"/>
                          <a:sym typeface="Helvetica Neue Light"/>
                        </a:rPr>
                        <a:t>20</a:t>
                      </a:r>
                    </a:p>
                  </a:txBody>
                  <a:tcPr marL="9525" marR="9525" marT="9525" marB="0" anchor="ctr"/>
                </a:tc>
                <a:tc>
                  <a:txBody>
                    <a:bodyPr/>
                    <a:lstStyle/>
                    <a:p>
                      <a:pPr algn="ctr" fontAlgn="ctr"/>
                      <a:r>
                        <a:rPr lang="en-US" altLang="zh-CN" sz="1800" b="0" i="0" u="none" strike="noStrike" cap="none" spc="0" baseline="0" dirty="0">
                          <a:ln>
                            <a:noFill/>
                          </a:ln>
                          <a:solidFill>
                            <a:schemeClr val="tx1"/>
                          </a:solidFill>
                          <a:effectLst/>
                          <a:uFillTx/>
                          <a:latin typeface="Arial" panose="020B0604020202020204" pitchFamily="34" charset="0"/>
                          <a:ea typeface="+mn-ea"/>
                          <a:cs typeface="Arial" panose="020B0604020202020204" pitchFamily="34" charset="0"/>
                          <a:sym typeface="Helvetica Neue Light"/>
                        </a:rPr>
                        <a:t>28</a:t>
                      </a:r>
                    </a:p>
                  </a:txBody>
                  <a:tcPr marL="9525" marR="9525" marT="9525" marB="0" anchor="ctr"/>
                </a:tc>
                <a:tc rowSpan="8">
                  <a:txBody>
                    <a:bodyPr/>
                    <a:lstStyle/>
                    <a:p>
                      <a:pPr marL="0" marR="0" indent="0" algn="ctr" defTabSz="821530" eaLnBrk="1" fontAlgn="ctr" latinLnBrk="0" hangingPunct="1">
                        <a:lnSpc>
                          <a:spcPct val="100000"/>
                        </a:lnSpc>
                        <a:spcBef>
                          <a:spcPts val="0"/>
                        </a:spcBef>
                        <a:spcAft>
                          <a:spcPts val="0"/>
                        </a:spcAft>
                        <a:buClrTx/>
                        <a:buSzTx/>
                        <a:buFontTx/>
                        <a:buNone/>
                        <a:tabLst/>
                        <a:defRPr/>
                      </a:pPr>
                      <a:r>
                        <a:rPr lang="en-US" altLang="zh-CN" sz="1800" u="none" strike="noStrike" dirty="0">
                          <a:effectLst/>
                          <a:latin typeface="Arial" panose="020B0604020202020204" pitchFamily="34" charset="0"/>
                          <a:cs typeface="Arial" panose="020B0604020202020204" pitchFamily="34" charset="0"/>
                        </a:rPr>
                        <a:t>N45SH</a:t>
                      </a:r>
                      <a:endParaRPr lang="en-US" altLang="zh-CN" sz="1800" b="0" i="0" u="none" strike="noStrike" dirty="0">
                        <a:solidFill>
                          <a:srgbClr val="000000"/>
                        </a:solidFill>
                        <a:effectLst/>
                        <a:latin typeface="Arial" panose="020B0604020202020204" pitchFamily="34" charset="0"/>
                        <a:ea typeface="宋体" panose="02010600030101010101" pitchFamily="2" charset="-122"/>
                        <a:cs typeface="Arial" panose="020B0604020202020204" pitchFamily="34" charset="0"/>
                      </a:endParaRPr>
                    </a:p>
                  </a:txBody>
                  <a:tcPr marL="9525" marR="9525" marT="9525" marB="0" anchor="ctr"/>
                </a:tc>
                <a:tc rowSpan="8">
                  <a:txBody>
                    <a:bodyPr/>
                    <a:lstStyle/>
                    <a:p>
                      <a:pPr marL="0" marR="0" indent="0" algn="ctr" defTabSz="821530" eaLnBrk="1" fontAlgn="ctr" latinLnBrk="0" hangingPunct="1">
                        <a:lnSpc>
                          <a:spcPct val="100000"/>
                        </a:lnSpc>
                        <a:spcBef>
                          <a:spcPts val="0"/>
                        </a:spcBef>
                        <a:spcAft>
                          <a:spcPts val="0"/>
                        </a:spcAft>
                        <a:buClrTx/>
                        <a:buSzTx/>
                        <a:buFontTx/>
                        <a:buNone/>
                        <a:tabLst/>
                        <a:defRPr/>
                      </a:pPr>
                      <a:r>
                        <a:rPr lang="en-US" altLang="zh-CN" sz="1800" u="none" strike="noStrike" dirty="0">
                          <a:effectLst/>
                          <a:latin typeface="Arial" panose="020B0604020202020204" pitchFamily="34" charset="0"/>
                          <a:cs typeface="Arial" panose="020B0604020202020204" pitchFamily="34" charset="0"/>
                        </a:rPr>
                        <a:t>13.2 – 13.8</a:t>
                      </a:r>
                      <a:endParaRPr lang="en-US" altLang="zh-CN" sz="1800" b="0" i="0" u="none" strike="noStrike" dirty="0">
                        <a:solidFill>
                          <a:srgbClr val="000000"/>
                        </a:solidFill>
                        <a:effectLst/>
                        <a:latin typeface="Arial" panose="020B0604020202020204" pitchFamily="34" charset="0"/>
                        <a:ea typeface="宋体" panose="02010600030101010101" pitchFamily="2" charset="-122"/>
                        <a:cs typeface="Arial" panose="020B0604020202020204" pitchFamily="34" charset="0"/>
                      </a:endParaRPr>
                    </a:p>
                  </a:txBody>
                  <a:tcPr marL="9525" marR="9525" marT="9525" marB="0" anchor="ctr"/>
                </a:tc>
                <a:tc rowSpan="8">
                  <a:txBody>
                    <a:bodyPr/>
                    <a:lstStyle/>
                    <a:p>
                      <a:pPr marL="0" marR="0" indent="0" algn="ctr" defTabSz="821530" eaLnBrk="1" fontAlgn="ctr" latinLnBrk="0" hangingPunct="1">
                        <a:lnSpc>
                          <a:spcPct val="100000"/>
                        </a:lnSpc>
                        <a:spcBef>
                          <a:spcPts val="0"/>
                        </a:spcBef>
                        <a:spcAft>
                          <a:spcPts val="0"/>
                        </a:spcAft>
                        <a:buClrTx/>
                        <a:buSzTx/>
                        <a:buFontTx/>
                        <a:buNone/>
                        <a:tabLst/>
                        <a:defRPr/>
                      </a:pPr>
                      <a:r>
                        <a:rPr lang="en-US" altLang="zh-CN" sz="1800" u="none" strike="noStrike" dirty="0">
                          <a:effectLst/>
                          <a:latin typeface="Arial" panose="020B0604020202020204" pitchFamily="34" charset="0"/>
                          <a:cs typeface="Arial" panose="020B0604020202020204" pitchFamily="34" charset="0"/>
                        </a:rPr>
                        <a:t>20 MIN</a:t>
                      </a:r>
                      <a:endParaRPr lang="en-US" altLang="zh-CN" sz="1800" b="0" i="0" u="none" strike="noStrike" dirty="0">
                        <a:solidFill>
                          <a:srgbClr val="000000"/>
                        </a:solidFill>
                        <a:effectLst/>
                        <a:latin typeface="Arial" panose="020B0604020202020204" pitchFamily="34" charset="0"/>
                        <a:ea typeface="宋体" panose="02010600030101010101" pitchFamily="2" charset="-122"/>
                        <a:cs typeface="Arial" panose="020B0604020202020204" pitchFamily="34" charset="0"/>
                      </a:endParaRPr>
                    </a:p>
                  </a:txBody>
                  <a:tcPr marL="9525" marR="9525" marT="9525" marB="0" anchor="ctr"/>
                </a:tc>
                <a:tc rowSpan="8">
                  <a:txBody>
                    <a:bodyPr/>
                    <a:lstStyle/>
                    <a:p>
                      <a:pPr marL="0" marR="0" indent="0" algn="ctr" defTabSz="821530" eaLnBrk="1" fontAlgn="ctr" latinLnBrk="0" hangingPunct="1">
                        <a:lnSpc>
                          <a:spcPct val="100000"/>
                        </a:lnSpc>
                        <a:spcBef>
                          <a:spcPts val="0"/>
                        </a:spcBef>
                        <a:spcAft>
                          <a:spcPts val="0"/>
                        </a:spcAft>
                        <a:buClrTx/>
                        <a:buSzTx/>
                        <a:buFontTx/>
                        <a:buNone/>
                        <a:tabLst/>
                        <a:defRPr/>
                      </a:pPr>
                      <a:r>
                        <a:rPr lang="en-US" altLang="zh-CN" sz="1800" u="none" strike="noStrike" dirty="0">
                          <a:effectLst/>
                          <a:latin typeface="Arial" panose="020B0604020202020204" pitchFamily="34" charset="0"/>
                          <a:cs typeface="Arial" panose="020B0604020202020204" pitchFamily="34" charset="0"/>
                        </a:rPr>
                        <a:t>42.98-45.99</a:t>
                      </a:r>
                      <a:endParaRPr lang="en-US" altLang="zh-CN" sz="1800" b="0" i="0" u="none" strike="noStrike" dirty="0">
                        <a:solidFill>
                          <a:srgbClr val="000000"/>
                        </a:solidFill>
                        <a:effectLst/>
                        <a:latin typeface="Arial" panose="020B0604020202020204" pitchFamily="34" charset="0"/>
                        <a:ea typeface="宋体" panose="02010600030101010101" pitchFamily="2" charset="-122"/>
                        <a:cs typeface="Arial" panose="020B0604020202020204" pitchFamily="34" charset="0"/>
                      </a:endParaRPr>
                    </a:p>
                  </a:txBody>
                  <a:tcPr marL="9525" marR="9525" marT="9525" marB="0" anchor="ctr"/>
                </a:tc>
                <a:extLst>
                  <a:ext uri="{0D108BD9-81ED-4DB2-BD59-A6C34878D82A}">
                    <a16:rowId xmlns:a16="http://schemas.microsoft.com/office/drawing/2014/main" val="10001"/>
                  </a:ext>
                </a:extLst>
              </a:tr>
              <a:tr h="323530">
                <a:tc>
                  <a:txBody>
                    <a:bodyPr/>
                    <a:lstStyle/>
                    <a:p>
                      <a:pPr algn="ctr" fontAlgn="ctr"/>
                      <a:r>
                        <a:rPr lang="en-US" altLang="zh-CN" sz="1800" b="0" i="0" u="none" strike="noStrike" cap="none" spc="0" baseline="0" dirty="0">
                          <a:ln>
                            <a:noFill/>
                          </a:ln>
                          <a:solidFill>
                            <a:schemeClr val="tx1"/>
                          </a:solidFill>
                          <a:effectLst/>
                          <a:uFillTx/>
                          <a:latin typeface="Arial" panose="020B0604020202020204" pitchFamily="34" charset="0"/>
                          <a:ea typeface="+mn-ea"/>
                          <a:cs typeface="Arial" panose="020B0604020202020204" pitchFamily="34" charset="0"/>
                          <a:sym typeface="Helvetica Neue Light"/>
                        </a:rPr>
                        <a:t>21</a:t>
                      </a:r>
                    </a:p>
                  </a:txBody>
                  <a:tcPr marL="9525" marR="9525" marT="9525" marB="0" anchor="ctr"/>
                </a:tc>
                <a:tc>
                  <a:txBody>
                    <a:bodyPr/>
                    <a:lstStyle/>
                    <a:p>
                      <a:pPr algn="ctr" fontAlgn="ctr"/>
                      <a:r>
                        <a:rPr lang="en-US" altLang="zh-CN" sz="1800" b="0" i="0" u="none" strike="noStrike" cap="none" spc="0" baseline="0" dirty="0">
                          <a:ln>
                            <a:noFill/>
                          </a:ln>
                          <a:solidFill>
                            <a:schemeClr val="tx1"/>
                          </a:solidFill>
                          <a:effectLst/>
                          <a:uFillTx/>
                          <a:latin typeface="Arial" panose="020B0604020202020204" pitchFamily="34" charset="0"/>
                          <a:ea typeface="+mn-ea"/>
                          <a:cs typeface="Arial" panose="020B0604020202020204" pitchFamily="34" charset="0"/>
                          <a:sym typeface="Helvetica Neue Light"/>
                        </a:rPr>
                        <a:t>43</a:t>
                      </a:r>
                    </a:p>
                  </a:txBody>
                  <a:tcPr marL="9525" marR="9525" marT="9525" marB="0" anchor="ctr"/>
                </a:tc>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extLst>
                  <a:ext uri="{0D108BD9-81ED-4DB2-BD59-A6C34878D82A}">
                    <a16:rowId xmlns:a16="http://schemas.microsoft.com/office/drawing/2014/main" val="102445585"/>
                  </a:ext>
                </a:extLst>
              </a:tr>
              <a:tr h="323530">
                <a:tc>
                  <a:txBody>
                    <a:bodyPr/>
                    <a:lstStyle/>
                    <a:p>
                      <a:pPr algn="ctr" fontAlgn="ctr"/>
                      <a:r>
                        <a:rPr lang="en-US" altLang="zh-CN" sz="1800" b="0" i="0" u="none" strike="noStrike" cap="none" spc="0" baseline="0" dirty="0">
                          <a:ln>
                            <a:noFill/>
                          </a:ln>
                          <a:solidFill>
                            <a:schemeClr val="tx1"/>
                          </a:solidFill>
                          <a:effectLst/>
                          <a:uFillTx/>
                          <a:latin typeface="Arial" panose="020B0604020202020204" pitchFamily="34" charset="0"/>
                          <a:ea typeface="+mn-ea"/>
                          <a:cs typeface="Arial" panose="020B0604020202020204" pitchFamily="34" charset="0"/>
                          <a:sym typeface="Helvetica Neue Light"/>
                        </a:rPr>
                        <a:t>22</a:t>
                      </a:r>
                    </a:p>
                  </a:txBody>
                  <a:tcPr marL="9525" marR="9525" marT="9525" marB="0" anchor="ctr"/>
                </a:tc>
                <a:tc>
                  <a:txBody>
                    <a:bodyPr/>
                    <a:lstStyle/>
                    <a:p>
                      <a:pPr algn="ctr" fontAlgn="ctr"/>
                      <a:r>
                        <a:rPr lang="en-US" altLang="zh-CN" sz="1800" b="0" i="0" u="none" strike="noStrike" cap="none" spc="0" baseline="0">
                          <a:ln>
                            <a:noFill/>
                          </a:ln>
                          <a:solidFill>
                            <a:schemeClr val="tx1"/>
                          </a:solidFill>
                          <a:effectLst/>
                          <a:uFillTx/>
                          <a:latin typeface="Arial" panose="020B0604020202020204" pitchFamily="34" charset="0"/>
                          <a:ea typeface="+mn-ea"/>
                          <a:cs typeface="Arial" panose="020B0604020202020204" pitchFamily="34" charset="0"/>
                          <a:sym typeface="Helvetica Neue Light"/>
                        </a:rPr>
                        <a:t>44</a:t>
                      </a:r>
                    </a:p>
                  </a:txBody>
                  <a:tcPr marL="9525" marR="9525" marT="9525" marB="0" anchor="ctr"/>
                </a:tc>
                <a:tc vMerge="1">
                  <a:txBody>
                    <a:bodyPr/>
                    <a:lstStyle/>
                    <a:p>
                      <a:pPr algn="ctr" fontAlgn="ctr"/>
                      <a:endParaRPr lang="en-US" altLang="zh-CN" sz="1800" b="0" i="0" u="none" strike="noStrike" dirty="0">
                        <a:solidFill>
                          <a:srgbClr val="000000"/>
                        </a:solidFill>
                        <a:effectLst/>
                        <a:latin typeface="Arial" panose="020B0604020202020204" pitchFamily="34" charset="0"/>
                        <a:ea typeface="宋体" panose="02010600030101010101" pitchFamily="2" charset="-122"/>
                      </a:endParaRPr>
                    </a:p>
                  </a:txBody>
                  <a:tcPr marL="9525" marR="9525" marT="9525" marB="0" anchor="ctr"/>
                </a:tc>
                <a:tc vMerge="1">
                  <a:txBody>
                    <a:bodyPr/>
                    <a:lstStyle/>
                    <a:p>
                      <a:pPr algn="ctr" fontAlgn="ctr"/>
                      <a:endParaRPr lang="en-US" altLang="zh-CN" sz="1800" b="0" i="0" u="none" strike="noStrike" dirty="0">
                        <a:solidFill>
                          <a:srgbClr val="000000"/>
                        </a:solidFill>
                        <a:effectLst/>
                        <a:latin typeface="Arial" panose="020B0604020202020204" pitchFamily="34" charset="0"/>
                        <a:ea typeface="宋体" panose="02010600030101010101" pitchFamily="2" charset="-122"/>
                      </a:endParaRPr>
                    </a:p>
                  </a:txBody>
                  <a:tcPr marL="9525" marR="9525" marT="9525" marB="0" anchor="ctr"/>
                </a:tc>
                <a:tc vMerge="1">
                  <a:txBody>
                    <a:bodyPr/>
                    <a:lstStyle/>
                    <a:p>
                      <a:pPr algn="ctr" fontAlgn="ctr"/>
                      <a:endParaRPr lang="en-US" altLang="zh-CN" sz="1800" b="0" i="0" u="none" strike="noStrike" dirty="0">
                        <a:solidFill>
                          <a:srgbClr val="000000"/>
                        </a:solidFill>
                        <a:effectLst/>
                        <a:latin typeface="Arial" panose="020B0604020202020204" pitchFamily="34" charset="0"/>
                        <a:ea typeface="宋体" panose="02010600030101010101" pitchFamily="2" charset="-122"/>
                      </a:endParaRPr>
                    </a:p>
                  </a:txBody>
                  <a:tcPr marL="9525" marR="9525" marT="9525" marB="0" anchor="ctr"/>
                </a:tc>
                <a:tc vMerge="1">
                  <a:txBody>
                    <a:bodyPr/>
                    <a:lstStyle/>
                    <a:p>
                      <a:pPr algn="ctr" fontAlgn="ctr"/>
                      <a:endParaRPr lang="en-US" altLang="zh-CN" sz="1800" b="0" i="0" u="none" strike="noStrike" dirty="0">
                        <a:solidFill>
                          <a:srgbClr val="000000"/>
                        </a:solidFill>
                        <a:effectLst/>
                        <a:latin typeface="Arial" panose="020B0604020202020204" pitchFamily="34" charset="0"/>
                        <a:ea typeface="宋体" panose="02010600030101010101" pitchFamily="2" charset="-122"/>
                      </a:endParaRPr>
                    </a:p>
                  </a:txBody>
                  <a:tcPr marL="9525" marR="9525" marT="9525" marB="0" anchor="ctr"/>
                </a:tc>
                <a:extLst>
                  <a:ext uri="{0D108BD9-81ED-4DB2-BD59-A6C34878D82A}">
                    <a16:rowId xmlns:a16="http://schemas.microsoft.com/office/drawing/2014/main" val="10002"/>
                  </a:ext>
                </a:extLst>
              </a:tr>
              <a:tr h="323530">
                <a:tc>
                  <a:txBody>
                    <a:bodyPr/>
                    <a:lstStyle/>
                    <a:p>
                      <a:pPr algn="ctr" fontAlgn="ctr"/>
                      <a:r>
                        <a:rPr lang="en-US" altLang="zh-CN" sz="1800" b="0" i="0" u="none" strike="noStrike" cap="none" spc="0" baseline="0" dirty="0">
                          <a:ln>
                            <a:noFill/>
                          </a:ln>
                          <a:solidFill>
                            <a:schemeClr val="tx1"/>
                          </a:solidFill>
                          <a:effectLst/>
                          <a:uFillTx/>
                          <a:latin typeface="Arial" panose="020B0604020202020204" pitchFamily="34" charset="0"/>
                          <a:ea typeface="+mn-ea"/>
                          <a:cs typeface="Arial" panose="020B0604020202020204" pitchFamily="34" charset="0"/>
                          <a:sym typeface="Helvetica Neue Light"/>
                        </a:rPr>
                        <a:t>23</a:t>
                      </a:r>
                    </a:p>
                  </a:txBody>
                  <a:tcPr marL="9525" marR="9525" marT="9525" marB="0" anchor="ctr"/>
                </a:tc>
                <a:tc>
                  <a:txBody>
                    <a:bodyPr/>
                    <a:lstStyle/>
                    <a:p>
                      <a:pPr algn="ctr" fontAlgn="ctr"/>
                      <a:r>
                        <a:rPr lang="en-US" altLang="zh-CN" sz="1800" b="0" i="0" u="none" strike="noStrike" cap="none" spc="0" baseline="0">
                          <a:ln>
                            <a:noFill/>
                          </a:ln>
                          <a:solidFill>
                            <a:schemeClr val="tx1"/>
                          </a:solidFill>
                          <a:effectLst/>
                          <a:uFillTx/>
                          <a:latin typeface="Arial" panose="020B0604020202020204" pitchFamily="34" charset="0"/>
                          <a:ea typeface="+mn-ea"/>
                          <a:cs typeface="Arial" panose="020B0604020202020204" pitchFamily="34" charset="0"/>
                          <a:sym typeface="Helvetica Neue Light"/>
                        </a:rPr>
                        <a:t>45</a:t>
                      </a:r>
                    </a:p>
                  </a:txBody>
                  <a:tcPr marL="9525" marR="9525" marT="9525" marB="0" anchor="ctr"/>
                </a:tc>
                <a:tc vMerge="1">
                  <a:txBody>
                    <a:bodyPr/>
                    <a:lstStyle/>
                    <a:p>
                      <a:pPr algn="ctr" fontAlgn="ctr"/>
                      <a:endParaRPr lang="en-US" altLang="zh-CN" sz="1800" b="0" i="0" u="none" strike="noStrike" dirty="0">
                        <a:solidFill>
                          <a:srgbClr val="000000"/>
                        </a:solidFill>
                        <a:effectLst/>
                        <a:latin typeface="Arial" panose="020B0604020202020204" pitchFamily="34" charset="0"/>
                        <a:ea typeface="宋体" panose="02010600030101010101" pitchFamily="2" charset="-122"/>
                      </a:endParaRPr>
                    </a:p>
                  </a:txBody>
                  <a:tcPr marL="9525" marR="9525" marT="9525" marB="0" anchor="ctr"/>
                </a:tc>
                <a:tc vMerge="1">
                  <a:txBody>
                    <a:bodyPr/>
                    <a:lstStyle/>
                    <a:p>
                      <a:pPr algn="ctr" fontAlgn="ctr"/>
                      <a:endParaRPr lang="en-US" altLang="zh-CN" sz="1800" b="0" i="0" u="none" strike="noStrike" dirty="0">
                        <a:solidFill>
                          <a:srgbClr val="000000"/>
                        </a:solidFill>
                        <a:effectLst/>
                        <a:latin typeface="Arial" panose="020B0604020202020204" pitchFamily="34" charset="0"/>
                        <a:ea typeface="宋体" panose="02010600030101010101" pitchFamily="2" charset="-122"/>
                      </a:endParaRPr>
                    </a:p>
                  </a:txBody>
                  <a:tcPr marL="9525" marR="9525" marT="9525" marB="0" anchor="ctr"/>
                </a:tc>
                <a:tc vMerge="1">
                  <a:txBody>
                    <a:bodyPr/>
                    <a:lstStyle/>
                    <a:p>
                      <a:pPr algn="ctr" fontAlgn="ctr"/>
                      <a:endParaRPr lang="en-US" altLang="zh-CN" sz="1800" b="0" i="0" u="none" strike="noStrike" dirty="0">
                        <a:solidFill>
                          <a:srgbClr val="000000"/>
                        </a:solidFill>
                        <a:effectLst/>
                        <a:latin typeface="Arial" panose="020B0604020202020204" pitchFamily="34" charset="0"/>
                        <a:ea typeface="宋体" panose="02010600030101010101" pitchFamily="2" charset="-122"/>
                      </a:endParaRPr>
                    </a:p>
                  </a:txBody>
                  <a:tcPr marL="9525" marR="9525" marT="9525" marB="0" anchor="ctr"/>
                </a:tc>
                <a:tc vMerge="1">
                  <a:txBody>
                    <a:bodyPr/>
                    <a:lstStyle/>
                    <a:p>
                      <a:pPr algn="ctr" fontAlgn="ctr"/>
                      <a:endParaRPr lang="en-US" altLang="zh-CN" sz="1800" b="0" i="0" u="none" strike="noStrike" dirty="0">
                        <a:solidFill>
                          <a:srgbClr val="000000"/>
                        </a:solidFill>
                        <a:effectLst/>
                        <a:latin typeface="Arial" panose="020B0604020202020204" pitchFamily="34" charset="0"/>
                        <a:ea typeface="宋体" panose="02010600030101010101" pitchFamily="2" charset="-122"/>
                      </a:endParaRPr>
                    </a:p>
                  </a:txBody>
                  <a:tcPr marL="9525" marR="9525" marT="9525" marB="0" anchor="ctr"/>
                </a:tc>
                <a:extLst>
                  <a:ext uri="{0D108BD9-81ED-4DB2-BD59-A6C34878D82A}">
                    <a16:rowId xmlns:a16="http://schemas.microsoft.com/office/drawing/2014/main" val="10003"/>
                  </a:ext>
                </a:extLst>
              </a:tr>
              <a:tr h="323530">
                <a:tc>
                  <a:txBody>
                    <a:bodyPr/>
                    <a:lstStyle/>
                    <a:p>
                      <a:pPr algn="ctr" fontAlgn="ctr"/>
                      <a:r>
                        <a:rPr lang="en-US" altLang="zh-CN" sz="1800" b="0" i="0" u="none" strike="noStrike" cap="none" spc="0" baseline="0" dirty="0">
                          <a:ln>
                            <a:noFill/>
                          </a:ln>
                          <a:solidFill>
                            <a:schemeClr val="tx1"/>
                          </a:solidFill>
                          <a:effectLst/>
                          <a:uFillTx/>
                          <a:latin typeface="Arial" panose="020B0604020202020204" pitchFamily="34" charset="0"/>
                          <a:ea typeface="+mn-ea"/>
                          <a:cs typeface="Arial" panose="020B0604020202020204" pitchFamily="34" charset="0"/>
                          <a:sym typeface="Helvetica Neue Light"/>
                        </a:rPr>
                        <a:t>24</a:t>
                      </a:r>
                    </a:p>
                  </a:txBody>
                  <a:tcPr marL="9525" marR="9525" marT="9525" marB="0" anchor="ctr"/>
                </a:tc>
                <a:tc>
                  <a:txBody>
                    <a:bodyPr/>
                    <a:lstStyle/>
                    <a:p>
                      <a:pPr algn="ctr" fontAlgn="ctr"/>
                      <a:r>
                        <a:rPr lang="en-US" altLang="zh-CN" sz="1800" b="0" i="0" u="none" strike="noStrike" cap="none" spc="0" baseline="0">
                          <a:ln>
                            <a:noFill/>
                          </a:ln>
                          <a:solidFill>
                            <a:schemeClr val="tx1"/>
                          </a:solidFill>
                          <a:effectLst/>
                          <a:uFillTx/>
                          <a:latin typeface="Arial" panose="020B0604020202020204" pitchFamily="34" charset="0"/>
                          <a:ea typeface="+mn-ea"/>
                          <a:cs typeface="Arial" panose="020B0604020202020204" pitchFamily="34" charset="0"/>
                          <a:sym typeface="Helvetica Neue Light"/>
                        </a:rPr>
                        <a:t>46</a:t>
                      </a:r>
                    </a:p>
                  </a:txBody>
                  <a:tcPr marL="9525" marR="9525" marT="9525" marB="0" anchor="ctr"/>
                </a:tc>
                <a:tc vMerge="1">
                  <a:txBody>
                    <a:bodyPr/>
                    <a:lstStyle/>
                    <a:p>
                      <a:pPr algn="ctr" fontAlgn="ctr"/>
                      <a:endParaRPr lang="en-US" altLang="zh-CN" sz="1800" b="0" i="0" u="none" strike="noStrike" dirty="0">
                        <a:solidFill>
                          <a:srgbClr val="000000"/>
                        </a:solidFill>
                        <a:effectLst/>
                        <a:latin typeface="Arial" panose="020B0604020202020204" pitchFamily="34" charset="0"/>
                        <a:ea typeface="宋体" panose="02010600030101010101" pitchFamily="2" charset="-122"/>
                      </a:endParaRPr>
                    </a:p>
                  </a:txBody>
                  <a:tcPr marL="9525" marR="9525" marT="9525" marB="0" anchor="ctr"/>
                </a:tc>
                <a:tc vMerge="1">
                  <a:txBody>
                    <a:bodyPr/>
                    <a:lstStyle/>
                    <a:p>
                      <a:pPr algn="ctr" fontAlgn="ctr"/>
                      <a:endParaRPr lang="en-US" altLang="zh-CN" sz="1800" b="0" i="0" u="none" strike="noStrike" dirty="0">
                        <a:solidFill>
                          <a:srgbClr val="000000"/>
                        </a:solidFill>
                        <a:effectLst/>
                        <a:latin typeface="Arial" panose="020B0604020202020204" pitchFamily="34" charset="0"/>
                        <a:ea typeface="宋体" panose="02010600030101010101" pitchFamily="2" charset="-122"/>
                      </a:endParaRPr>
                    </a:p>
                  </a:txBody>
                  <a:tcPr marL="9525" marR="9525" marT="9525" marB="0" anchor="ctr"/>
                </a:tc>
                <a:tc vMerge="1">
                  <a:txBody>
                    <a:bodyPr/>
                    <a:lstStyle/>
                    <a:p>
                      <a:pPr algn="ctr" fontAlgn="ctr"/>
                      <a:endParaRPr lang="en-US" altLang="zh-CN" sz="1800" b="0" i="0" u="none" strike="noStrike" dirty="0">
                        <a:solidFill>
                          <a:srgbClr val="000000"/>
                        </a:solidFill>
                        <a:effectLst/>
                        <a:latin typeface="Arial" panose="020B0604020202020204" pitchFamily="34" charset="0"/>
                        <a:ea typeface="宋体" panose="02010600030101010101" pitchFamily="2" charset="-122"/>
                      </a:endParaRPr>
                    </a:p>
                  </a:txBody>
                  <a:tcPr marL="9525" marR="9525" marT="9525" marB="0" anchor="ctr"/>
                </a:tc>
                <a:tc vMerge="1">
                  <a:txBody>
                    <a:bodyPr/>
                    <a:lstStyle/>
                    <a:p>
                      <a:pPr algn="ctr" fontAlgn="ctr"/>
                      <a:endParaRPr lang="en-US" altLang="zh-CN" sz="1800" b="0" i="0" u="none" strike="noStrike" dirty="0">
                        <a:solidFill>
                          <a:srgbClr val="000000"/>
                        </a:solidFill>
                        <a:effectLst/>
                        <a:latin typeface="Arial" panose="020B0604020202020204" pitchFamily="34" charset="0"/>
                        <a:ea typeface="宋体" panose="02010600030101010101" pitchFamily="2" charset="-122"/>
                      </a:endParaRPr>
                    </a:p>
                  </a:txBody>
                  <a:tcPr marL="9525" marR="9525" marT="9525" marB="0" anchor="ctr"/>
                </a:tc>
                <a:extLst>
                  <a:ext uri="{0D108BD9-81ED-4DB2-BD59-A6C34878D82A}">
                    <a16:rowId xmlns:a16="http://schemas.microsoft.com/office/drawing/2014/main" val="10004"/>
                  </a:ext>
                </a:extLst>
              </a:tr>
              <a:tr h="323530">
                <a:tc>
                  <a:txBody>
                    <a:bodyPr/>
                    <a:lstStyle/>
                    <a:p>
                      <a:pPr algn="ctr" fontAlgn="ctr"/>
                      <a:r>
                        <a:rPr lang="en-US" altLang="zh-CN" sz="1800" b="0" i="0" u="none" strike="noStrike" cap="none" spc="0" baseline="0" dirty="0">
                          <a:ln>
                            <a:noFill/>
                          </a:ln>
                          <a:solidFill>
                            <a:schemeClr val="tx1"/>
                          </a:solidFill>
                          <a:effectLst/>
                          <a:uFillTx/>
                          <a:latin typeface="Arial" panose="020B0604020202020204" pitchFamily="34" charset="0"/>
                          <a:ea typeface="+mn-ea"/>
                          <a:cs typeface="Arial" panose="020B0604020202020204" pitchFamily="34" charset="0"/>
                          <a:sym typeface="Helvetica Neue Light"/>
                        </a:rPr>
                        <a:t>25</a:t>
                      </a:r>
                    </a:p>
                  </a:txBody>
                  <a:tcPr marL="9525" marR="9525" marT="9525" marB="0" anchor="ctr"/>
                </a:tc>
                <a:tc>
                  <a:txBody>
                    <a:bodyPr/>
                    <a:lstStyle/>
                    <a:p>
                      <a:pPr algn="ctr" fontAlgn="ctr"/>
                      <a:r>
                        <a:rPr lang="en-US" altLang="zh-CN" sz="1800" b="0" i="0" u="none" strike="noStrike" cap="none" spc="0" baseline="0">
                          <a:ln>
                            <a:noFill/>
                          </a:ln>
                          <a:solidFill>
                            <a:schemeClr val="tx1"/>
                          </a:solidFill>
                          <a:effectLst/>
                          <a:uFillTx/>
                          <a:latin typeface="Arial" panose="020B0604020202020204" pitchFamily="34" charset="0"/>
                          <a:ea typeface="+mn-ea"/>
                          <a:cs typeface="Arial" panose="020B0604020202020204" pitchFamily="34" charset="0"/>
                          <a:sym typeface="Helvetica Neue Light"/>
                        </a:rPr>
                        <a:t>47</a:t>
                      </a:r>
                    </a:p>
                  </a:txBody>
                  <a:tcPr marL="9525" marR="9525" marT="9525" marB="0" anchor="ctr"/>
                </a:tc>
                <a:tc vMerge="1">
                  <a:txBody>
                    <a:bodyPr/>
                    <a:lstStyle/>
                    <a:p>
                      <a:pPr algn="ctr" fontAlgn="ctr"/>
                      <a:endParaRPr lang="en-US" altLang="zh-CN" sz="1800" b="0" i="0" u="none" strike="noStrike" dirty="0">
                        <a:solidFill>
                          <a:srgbClr val="000000"/>
                        </a:solidFill>
                        <a:effectLst/>
                        <a:latin typeface="Arial" panose="020B0604020202020204" pitchFamily="34" charset="0"/>
                        <a:ea typeface="宋体" panose="02010600030101010101" pitchFamily="2" charset="-122"/>
                      </a:endParaRPr>
                    </a:p>
                  </a:txBody>
                  <a:tcPr marL="9525" marR="9525" marT="9525" marB="0" anchor="ctr"/>
                </a:tc>
                <a:tc vMerge="1">
                  <a:txBody>
                    <a:bodyPr/>
                    <a:lstStyle/>
                    <a:p>
                      <a:pPr algn="ctr" fontAlgn="ctr"/>
                      <a:endParaRPr lang="en-US" altLang="zh-CN" sz="1800" b="0" i="0" u="none" strike="noStrike" dirty="0">
                        <a:solidFill>
                          <a:srgbClr val="000000"/>
                        </a:solidFill>
                        <a:effectLst/>
                        <a:latin typeface="Arial" panose="020B0604020202020204" pitchFamily="34" charset="0"/>
                        <a:ea typeface="宋体" panose="02010600030101010101" pitchFamily="2" charset="-122"/>
                      </a:endParaRPr>
                    </a:p>
                  </a:txBody>
                  <a:tcPr marL="9525" marR="9525" marT="9525" marB="0" anchor="ctr"/>
                </a:tc>
                <a:tc vMerge="1">
                  <a:txBody>
                    <a:bodyPr/>
                    <a:lstStyle/>
                    <a:p>
                      <a:pPr algn="ctr" fontAlgn="ctr"/>
                      <a:endParaRPr lang="en-US" altLang="zh-CN" sz="1800" b="0" i="0" u="none" strike="noStrike" dirty="0">
                        <a:solidFill>
                          <a:srgbClr val="000000"/>
                        </a:solidFill>
                        <a:effectLst/>
                        <a:latin typeface="Arial" panose="020B0604020202020204" pitchFamily="34" charset="0"/>
                        <a:ea typeface="宋体" panose="02010600030101010101" pitchFamily="2" charset="-122"/>
                      </a:endParaRPr>
                    </a:p>
                  </a:txBody>
                  <a:tcPr marL="9525" marR="9525" marT="9525" marB="0" anchor="ctr"/>
                </a:tc>
                <a:tc vMerge="1">
                  <a:txBody>
                    <a:bodyPr/>
                    <a:lstStyle/>
                    <a:p>
                      <a:pPr algn="ctr" fontAlgn="ctr"/>
                      <a:endParaRPr lang="en-US" altLang="zh-CN" sz="1800" b="0" i="0" u="none" strike="noStrike" dirty="0">
                        <a:solidFill>
                          <a:srgbClr val="000000"/>
                        </a:solidFill>
                        <a:effectLst/>
                        <a:latin typeface="Arial" panose="020B0604020202020204" pitchFamily="34" charset="0"/>
                        <a:ea typeface="宋体" panose="02010600030101010101" pitchFamily="2" charset="-122"/>
                      </a:endParaRPr>
                    </a:p>
                  </a:txBody>
                  <a:tcPr marL="9525" marR="9525" marT="9525" marB="0" anchor="ctr"/>
                </a:tc>
                <a:extLst>
                  <a:ext uri="{0D108BD9-81ED-4DB2-BD59-A6C34878D82A}">
                    <a16:rowId xmlns:a16="http://schemas.microsoft.com/office/drawing/2014/main" val="10005"/>
                  </a:ext>
                </a:extLst>
              </a:tr>
              <a:tr h="323530">
                <a:tc>
                  <a:txBody>
                    <a:bodyPr/>
                    <a:lstStyle/>
                    <a:p>
                      <a:pPr algn="ctr" fontAlgn="ctr"/>
                      <a:r>
                        <a:rPr lang="en-US" altLang="zh-CN" sz="1800" b="0" i="0" u="none" strike="noStrike" cap="none" spc="0" baseline="0" dirty="0">
                          <a:ln>
                            <a:noFill/>
                          </a:ln>
                          <a:solidFill>
                            <a:schemeClr val="tx1"/>
                          </a:solidFill>
                          <a:effectLst/>
                          <a:uFillTx/>
                          <a:latin typeface="Arial" panose="020B0604020202020204" pitchFamily="34" charset="0"/>
                          <a:ea typeface="+mn-ea"/>
                          <a:cs typeface="Arial" panose="020B0604020202020204" pitchFamily="34" charset="0"/>
                          <a:sym typeface="Helvetica Neue Light"/>
                        </a:rPr>
                        <a:t>26</a:t>
                      </a:r>
                    </a:p>
                  </a:txBody>
                  <a:tcPr marL="9525" marR="9525" marT="9525" marB="0" anchor="ctr"/>
                </a:tc>
                <a:tc>
                  <a:txBody>
                    <a:bodyPr/>
                    <a:lstStyle/>
                    <a:p>
                      <a:pPr algn="ctr" fontAlgn="ctr"/>
                      <a:r>
                        <a:rPr lang="en-US" altLang="zh-CN" sz="1800" b="0" i="0" u="none" strike="noStrike" cap="none" spc="0" baseline="0" dirty="0">
                          <a:ln>
                            <a:noFill/>
                          </a:ln>
                          <a:solidFill>
                            <a:schemeClr val="tx1"/>
                          </a:solidFill>
                          <a:effectLst/>
                          <a:uFillTx/>
                          <a:latin typeface="Arial" panose="020B0604020202020204" pitchFamily="34" charset="0"/>
                          <a:ea typeface="+mn-ea"/>
                          <a:cs typeface="Arial" panose="020B0604020202020204" pitchFamily="34" charset="0"/>
                          <a:sym typeface="Helvetica Neue Light"/>
                        </a:rPr>
                        <a:t>48</a:t>
                      </a:r>
                    </a:p>
                  </a:txBody>
                  <a:tcPr marL="9525" marR="9525" marT="9525" marB="0" anchor="ctr"/>
                </a:tc>
                <a:tc vMerge="1">
                  <a:txBody>
                    <a:bodyPr/>
                    <a:lstStyle/>
                    <a:p>
                      <a:pPr algn="ctr" fontAlgn="ctr"/>
                      <a:endParaRPr lang="en-US" altLang="zh-CN" sz="1800" b="0" i="0" u="none" strike="noStrike" dirty="0">
                        <a:solidFill>
                          <a:srgbClr val="000000"/>
                        </a:solidFill>
                        <a:effectLst/>
                        <a:latin typeface="Arial" panose="020B0604020202020204" pitchFamily="34" charset="0"/>
                        <a:ea typeface="宋体" panose="02010600030101010101" pitchFamily="2" charset="-122"/>
                      </a:endParaRPr>
                    </a:p>
                  </a:txBody>
                  <a:tcPr marL="9525" marR="9525" marT="9525" marB="0" anchor="ctr"/>
                </a:tc>
                <a:tc vMerge="1">
                  <a:txBody>
                    <a:bodyPr/>
                    <a:lstStyle/>
                    <a:p>
                      <a:pPr algn="ctr" fontAlgn="ctr"/>
                      <a:endParaRPr lang="en-US" altLang="zh-CN" sz="1800" b="0" i="0" u="none" strike="noStrike" dirty="0">
                        <a:solidFill>
                          <a:srgbClr val="000000"/>
                        </a:solidFill>
                        <a:effectLst/>
                        <a:latin typeface="Arial" panose="020B0604020202020204" pitchFamily="34" charset="0"/>
                        <a:ea typeface="宋体" panose="02010600030101010101" pitchFamily="2" charset="-122"/>
                      </a:endParaRPr>
                    </a:p>
                  </a:txBody>
                  <a:tcPr marL="9525" marR="9525" marT="9525" marB="0" anchor="ctr"/>
                </a:tc>
                <a:tc vMerge="1">
                  <a:txBody>
                    <a:bodyPr/>
                    <a:lstStyle/>
                    <a:p>
                      <a:pPr algn="ctr" fontAlgn="ctr"/>
                      <a:endParaRPr lang="en-US" altLang="zh-CN" sz="1800" b="0" i="0" u="none" strike="noStrike" dirty="0">
                        <a:solidFill>
                          <a:srgbClr val="000000"/>
                        </a:solidFill>
                        <a:effectLst/>
                        <a:latin typeface="Arial" panose="020B0604020202020204" pitchFamily="34" charset="0"/>
                        <a:ea typeface="宋体" panose="02010600030101010101" pitchFamily="2" charset="-122"/>
                      </a:endParaRPr>
                    </a:p>
                  </a:txBody>
                  <a:tcPr marL="9525" marR="9525" marT="9525" marB="0" anchor="ctr"/>
                </a:tc>
                <a:tc vMerge="1">
                  <a:txBody>
                    <a:bodyPr/>
                    <a:lstStyle/>
                    <a:p>
                      <a:pPr algn="ctr" fontAlgn="ctr"/>
                      <a:endParaRPr lang="en-US" altLang="zh-CN" sz="1800" b="0" i="0" u="none" strike="noStrike" dirty="0">
                        <a:solidFill>
                          <a:srgbClr val="000000"/>
                        </a:solidFill>
                        <a:effectLst/>
                        <a:latin typeface="Arial" panose="020B0604020202020204" pitchFamily="34" charset="0"/>
                        <a:ea typeface="宋体" panose="02010600030101010101" pitchFamily="2" charset="-122"/>
                      </a:endParaRPr>
                    </a:p>
                  </a:txBody>
                  <a:tcPr marL="9525" marR="9525" marT="9525" marB="0" anchor="ctr"/>
                </a:tc>
                <a:extLst>
                  <a:ext uri="{0D108BD9-81ED-4DB2-BD59-A6C34878D82A}">
                    <a16:rowId xmlns:a16="http://schemas.microsoft.com/office/drawing/2014/main" val="10006"/>
                  </a:ext>
                </a:extLst>
              </a:tr>
              <a:tr h="244575">
                <a:tc>
                  <a:txBody>
                    <a:bodyPr/>
                    <a:lstStyle/>
                    <a:p>
                      <a:pPr algn="ctr" fontAlgn="ctr"/>
                      <a:r>
                        <a:rPr lang="en-US" altLang="zh-CN" sz="1800" b="0" i="0" u="none" strike="noStrike" cap="none" spc="0" baseline="0" dirty="0">
                          <a:ln>
                            <a:noFill/>
                          </a:ln>
                          <a:solidFill>
                            <a:schemeClr val="tx1"/>
                          </a:solidFill>
                          <a:effectLst/>
                          <a:uFillTx/>
                          <a:latin typeface="Arial" panose="020B0604020202020204" pitchFamily="34" charset="0"/>
                          <a:ea typeface="+mn-ea"/>
                          <a:cs typeface="Arial" panose="020B0604020202020204" pitchFamily="34" charset="0"/>
                          <a:sym typeface="Helvetica Neue Light"/>
                        </a:rPr>
                        <a:t>27</a:t>
                      </a:r>
                    </a:p>
                  </a:txBody>
                  <a:tcPr marL="9525" marR="9525" marT="9525" marB="0" anchor="ctr"/>
                </a:tc>
                <a:tc>
                  <a:txBody>
                    <a:bodyPr/>
                    <a:lstStyle/>
                    <a:p>
                      <a:pPr algn="ctr" fontAlgn="ctr"/>
                      <a:endParaRPr lang="en-US" altLang="zh-CN" sz="1800" b="0" i="0" u="none" strike="noStrike" cap="none" spc="0" baseline="0" dirty="0">
                        <a:ln>
                          <a:noFill/>
                        </a:ln>
                        <a:solidFill>
                          <a:schemeClr val="tx1"/>
                        </a:solidFill>
                        <a:effectLst/>
                        <a:uFillTx/>
                        <a:latin typeface="Arial" panose="020B0604020202020204" pitchFamily="34" charset="0"/>
                        <a:ea typeface="+mn-ea"/>
                        <a:cs typeface="Arial" panose="020B0604020202020204" pitchFamily="34" charset="0"/>
                        <a:sym typeface="Helvetica Neue Light"/>
                      </a:endParaRPr>
                    </a:p>
                  </a:txBody>
                  <a:tcPr marL="9525" marR="9525" marT="9525" marB="0" anchor="ctr"/>
                </a:tc>
                <a:tc vMerge="1">
                  <a:txBody>
                    <a:bodyPr/>
                    <a:lstStyle/>
                    <a:p>
                      <a:pPr algn="ctr" fontAlgn="ctr"/>
                      <a:endParaRPr lang="en-US" altLang="zh-CN" sz="1800" b="0" i="0" u="none" strike="noStrike" dirty="0">
                        <a:solidFill>
                          <a:srgbClr val="000000"/>
                        </a:solidFill>
                        <a:effectLst/>
                        <a:latin typeface="Arial" panose="020B0604020202020204" pitchFamily="34" charset="0"/>
                        <a:ea typeface="宋体" panose="02010600030101010101" pitchFamily="2" charset="-122"/>
                      </a:endParaRPr>
                    </a:p>
                  </a:txBody>
                  <a:tcPr marL="9525" marR="9525" marT="9525" marB="0" anchor="ctr"/>
                </a:tc>
                <a:tc vMerge="1">
                  <a:txBody>
                    <a:bodyPr/>
                    <a:lstStyle/>
                    <a:p>
                      <a:pPr algn="ctr" fontAlgn="ctr"/>
                      <a:endParaRPr lang="en-US" altLang="zh-CN" sz="1800" b="0" i="0" u="none" strike="noStrike" dirty="0">
                        <a:solidFill>
                          <a:srgbClr val="000000"/>
                        </a:solidFill>
                        <a:effectLst/>
                        <a:latin typeface="Arial" panose="020B0604020202020204" pitchFamily="34" charset="0"/>
                        <a:ea typeface="宋体" panose="02010600030101010101" pitchFamily="2" charset="-122"/>
                      </a:endParaRPr>
                    </a:p>
                  </a:txBody>
                  <a:tcPr marL="9525" marR="9525" marT="9525" marB="0" anchor="ctr"/>
                </a:tc>
                <a:tc vMerge="1">
                  <a:txBody>
                    <a:bodyPr/>
                    <a:lstStyle/>
                    <a:p>
                      <a:pPr algn="ctr" fontAlgn="ctr"/>
                      <a:endParaRPr lang="en-US" altLang="zh-CN" sz="1800" b="0" i="0" u="none" strike="noStrike" dirty="0">
                        <a:solidFill>
                          <a:srgbClr val="000000"/>
                        </a:solidFill>
                        <a:effectLst/>
                        <a:latin typeface="Arial" panose="020B0604020202020204" pitchFamily="34" charset="0"/>
                        <a:ea typeface="宋体" panose="02010600030101010101" pitchFamily="2" charset="-122"/>
                      </a:endParaRPr>
                    </a:p>
                  </a:txBody>
                  <a:tcPr marL="9525" marR="9525" marT="9525" marB="0" anchor="ctr"/>
                </a:tc>
                <a:tc vMerge="1">
                  <a:txBody>
                    <a:bodyPr/>
                    <a:lstStyle/>
                    <a:p>
                      <a:pPr algn="ctr" fontAlgn="ctr"/>
                      <a:endParaRPr lang="en-US" altLang="zh-CN" sz="1800" b="0" i="0" u="none" strike="noStrike" dirty="0">
                        <a:solidFill>
                          <a:srgbClr val="000000"/>
                        </a:solidFill>
                        <a:effectLst/>
                        <a:latin typeface="Arial" panose="020B0604020202020204" pitchFamily="34" charset="0"/>
                        <a:ea typeface="宋体" panose="02010600030101010101" pitchFamily="2" charset="-122"/>
                      </a:endParaRPr>
                    </a:p>
                  </a:txBody>
                  <a:tcPr marL="9525" marR="9525" marT="9525" marB="0" anchor="ctr"/>
                </a:tc>
                <a:extLst>
                  <a:ext uri="{0D108BD9-81ED-4DB2-BD59-A6C34878D82A}">
                    <a16:rowId xmlns:a16="http://schemas.microsoft.com/office/drawing/2014/main" val="10007"/>
                  </a:ext>
                </a:extLst>
              </a:tr>
            </a:tbl>
          </a:graphicData>
        </a:graphic>
      </p:graphicFrame>
      <p:sp>
        <p:nvSpPr>
          <p:cNvPr id="33" name="灯片编号占位符 3"/>
          <p:cNvSpPr txBox="1">
            <a:spLocks/>
          </p:cNvSpPr>
          <p:nvPr/>
        </p:nvSpPr>
        <p:spPr>
          <a:xfrm>
            <a:off x="11344616" y="13211253"/>
            <a:ext cx="426397" cy="482821"/>
          </a:xfrm>
          <a:prstGeom prst="rect">
            <a:avLst/>
          </a:prstGeom>
          <a:ln w="12700">
            <a:miter lim="400000"/>
          </a:ln>
        </p:spPr>
        <p:txBody>
          <a:bodyPr wrap="none" lIns="71436" tIns="71436" rIns="71436" bIns="71436">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821530" rtl="0" fontAlgn="auto" latinLnBrk="0" hangingPunct="0">
              <a:lnSpc>
                <a:spcPct val="100000"/>
              </a:lnSpc>
              <a:spcBef>
                <a:spcPts val="0"/>
              </a:spcBef>
              <a:spcAft>
                <a:spcPts val="0"/>
              </a:spcAft>
              <a:buClrTx/>
              <a:buSzTx/>
              <a:buFontTx/>
              <a:buNone/>
              <a:tabLst/>
              <a:defRPr kumimoji="0" sz="2200" b="0" i="0" u="none" strike="noStrike" cap="none" spc="0" normalizeH="0" baseline="0">
                <a:ln>
                  <a:noFill/>
                </a:ln>
                <a:solidFill>
                  <a:srgbClr val="000000"/>
                </a:solidFill>
                <a:effectLst/>
                <a:uFillTx/>
                <a:latin typeface="Helvetica Neue Thin"/>
                <a:ea typeface="Helvetica Neue Thin"/>
                <a:cs typeface="Helvetica Neue Thin"/>
                <a:sym typeface="Helvetica Neue Thin"/>
              </a:defRPr>
            </a:lvl1pPr>
            <a:lvl2pPr marL="0" marR="0" indent="0" algn="ctr" defTabSz="82153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000000"/>
                </a:solidFill>
                <a:effectLst/>
                <a:uFillTx/>
                <a:latin typeface="+mj-lt"/>
                <a:ea typeface="+mj-ea"/>
                <a:cs typeface="+mj-cs"/>
                <a:sym typeface="Helvetica Neue Medium"/>
              </a:defRPr>
            </a:lvl2pPr>
            <a:lvl3pPr marL="0" marR="0" indent="0" algn="ctr" defTabSz="82153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000000"/>
                </a:solidFill>
                <a:effectLst/>
                <a:uFillTx/>
                <a:latin typeface="+mj-lt"/>
                <a:ea typeface="+mj-ea"/>
                <a:cs typeface="+mj-cs"/>
                <a:sym typeface="Helvetica Neue Medium"/>
              </a:defRPr>
            </a:lvl3pPr>
            <a:lvl4pPr marL="0" marR="0" indent="0" algn="ctr" defTabSz="82153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000000"/>
                </a:solidFill>
                <a:effectLst/>
                <a:uFillTx/>
                <a:latin typeface="+mj-lt"/>
                <a:ea typeface="+mj-ea"/>
                <a:cs typeface="+mj-cs"/>
                <a:sym typeface="Helvetica Neue Medium"/>
              </a:defRPr>
            </a:lvl4pPr>
            <a:lvl5pPr marL="0" marR="0" indent="0" algn="ctr" defTabSz="82153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000000"/>
                </a:solidFill>
                <a:effectLst/>
                <a:uFillTx/>
                <a:latin typeface="+mj-lt"/>
                <a:ea typeface="+mj-ea"/>
                <a:cs typeface="+mj-cs"/>
                <a:sym typeface="Helvetica Neue Medium"/>
              </a:defRPr>
            </a:lvl5pPr>
            <a:lvl6pPr marL="0" marR="0" indent="0" algn="ctr" defTabSz="82153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000000"/>
                </a:solidFill>
                <a:effectLst/>
                <a:uFillTx/>
                <a:latin typeface="+mj-lt"/>
                <a:ea typeface="+mj-ea"/>
                <a:cs typeface="+mj-cs"/>
                <a:sym typeface="Helvetica Neue Medium"/>
              </a:defRPr>
            </a:lvl6pPr>
            <a:lvl7pPr marL="0" marR="0" indent="0" algn="ctr" defTabSz="82153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000000"/>
                </a:solidFill>
                <a:effectLst/>
                <a:uFillTx/>
                <a:latin typeface="+mj-lt"/>
                <a:ea typeface="+mj-ea"/>
                <a:cs typeface="+mj-cs"/>
                <a:sym typeface="Helvetica Neue Medium"/>
              </a:defRPr>
            </a:lvl7pPr>
            <a:lvl8pPr marL="0" marR="0" indent="0" algn="ctr" defTabSz="82153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000000"/>
                </a:solidFill>
                <a:effectLst/>
                <a:uFillTx/>
                <a:latin typeface="+mj-lt"/>
                <a:ea typeface="+mj-ea"/>
                <a:cs typeface="+mj-cs"/>
                <a:sym typeface="Helvetica Neue Medium"/>
              </a:defRPr>
            </a:lvl8pPr>
            <a:lvl9pPr marL="0" marR="0" indent="0" algn="ctr" defTabSz="82153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000000"/>
                </a:solidFill>
                <a:effectLst/>
                <a:uFillTx/>
                <a:latin typeface="+mj-lt"/>
                <a:ea typeface="+mj-ea"/>
                <a:cs typeface="+mj-cs"/>
                <a:sym typeface="Helvetica Neue Medium"/>
              </a:defRPr>
            </a:lvl9pPr>
          </a:lstStyle>
          <a:p>
            <a:r>
              <a:rPr lang="en-US" altLang="zh-CN" dirty="0"/>
              <a:t>27</a:t>
            </a:r>
            <a:endParaRPr lang="zh-CN" altLang="en-US" dirty="0"/>
          </a:p>
        </p:txBody>
      </p:sp>
      <p:grpSp>
        <p:nvGrpSpPr>
          <p:cNvPr id="34" name="组合 33"/>
          <p:cNvGrpSpPr/>
          <p:nvPr/>
        </p:nvGrpSpPr>
        <p:grpSpPr>
          <a:xfrm>
            <a:off x="12111321" y="7994298"/>
            <a:ext cx="11241968" cy="1675344"/>
            <a:chOff x="1287717" y="8101702"/>
            <a:chExt cx="12173439" cy="1675344"/>
          </a:xfrm>
        </p:grpSpPr>
        <p:pic>
          <p:nvPicPr>
            <p:cNvPr id="35" name="图片 34"/>
            <p:cNvPicPr>
              <a:picLocks noChangeAspect="1"/>
            </p:cNvPicPr>
            <p:nvPr/>
          </p:nvPicPr>
          <p:blipFill>
            <a:blip r:embed="rId12" cstate="email">
              <a:extLst>
                <a:ext uri="{28A0092B-C50C-407E-A947-70E740481C1C}">
                  <a14:useLocalDpi xmlns:a14="http://schemas.microsoft.com/office/drawing/2010/main"/>
                </a:ext>
              </a:extLst>
            </a:blip>
            <a:stretch>
              <a:fillRect/>
            </a:stretch>
          </p:blipFill>
          <p:spPr>
            <a:xfrm>
              <a:off x="1354716" y="8101702"/>
              <a:ext cx="12106440" cy="1675344"/>
            </a:xfrm>
            <a:prstGeom prst="rect">
              <a:avLst/>
            </a:prstGeom>
          </p:spPr>
        </p:pic>
        <p:sp>
          <p:nvSpPr>
            <p:cNvPr id="36" name="矩形 35"/>
            <p:cNvSpPr/>
            <p:nvPr/>
          </p:nvSpPr>
          <p:spPr>
            <a:xfrm>
              <a:off x="1287717" y="9081823"/>
              <a:ext cx="8740799" cy="186188"/>
            </a:xfrm>
            <a:prstGeom prst="rect">
              <a:avLst/>
            </a:prstGeom>
            <a:noFill/>
            <a:ln w="25400" cap="flat">
              <a:solidFill>
                <a:srgbClr val="FF0000"/>
              </a:solid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71436" tIns="71436" rIns="71436" bIns="71436" numCol="1" spcCol="38100" rtlCol="0" anchor="ctr">
              <a:spAutoFit/>
            </a:bodyPr>
            <a:lstStyle/>
            <a:p>
              <a:pPr marL="0" marR="0" indent="0" algn="ctr" defTabSz="821690" rtl="0" fontAlgn="auto" latinLnBrk="0" hangingPunct="0">
                <a:lnSpc>
                  <a:spcPct val="100000"/>
                </a:lnSpc>
                <a:spcBef>
                  <a:spcPts val="0"/>
                </a:spcBef>
                <a:spcAft>
                  <a:spcPts val="0"/>
                </a:spcAft>
                <a:buClrTx/>
                <a:buSzTx/>
                <a:buFontTx/>
                <a:buNone/>
              </a:pPr>
              <a:endParaRPr kumimoji="0" lang="zh-CN" altLang="en-US" sz="3200" b="0" i="0" u="none" strike="noStrike" cap="none" spc="0" normalizeH="0" baseline="0">
                <a:ln>
                  <a:noFill/>
                </a:ln>
                <a:solidFill>
                  <a:srgbClr val="000000"/>
                </a:solidFill>
                <a:effectLst/>
                <a:uFillTx/>
                <a:latin typeface="+mj-lt"/>
                <a:ea typeface="+mj-ea"/>
                <a:cs typeface="+mj-cs"/>
                <a:sym typeface="Helvetica Neue Medium" panose="02000503000000020004"/>
              </a:endParaRPr>
            </a:p>
          </p:txBody>
        </p:sp>
      </p:grpSp>
    </p:spTree>
    <p:extLst>
      <p:ext uri="{BB962C8B-B14F-4D97-AF65-F5344CB8AC3E}">
        <p14:creationId xmlns:p14="http://schemas.microsoft.com/office/powerpoint/2010/main" val="1619141313"/>
      </p:ext>
    </p:extLst>
  </p:cSld>
  <p:clrMapOvr>
    <a:masterClrMapping/>
  </p:clrMapOvr>
  <p:transition spd="med"/>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表格 5"/>
          <p:cNvGraphicFramePr>
            <a:graphicFrameLocks noGrp="1"/>
          </p:cNvGraphicFramePr>
          <p:nvPr>
            <p:custDataLst>
              <p:tags r:id="rId1"/>
            </p:custDataLst>
            <p:extLst>
              <p:ext uri="{D42A27DB-BD31-4B8C-83A1-F6EECF244321}">
                <p14:modId xmlns:p14="http://schemas.microsoft.com/office/powerpoint/2010/main" val="1780972020"/>
              </p:ext>
            </p:extLst>
          </p:nvPr>
        </p:nvGraphicFramePr>
        <p:xfrm>
          <a:off x="771524" y="1888000"/>
          <a:ext cx="22886893" cy="11729380"/>
        </p:xfrm>
        <a:graphic>
          <a:graphicData uri="http://schemas.openxmlformats.org/drawingml/2006/table">
            <a:tbl>
              <a:tblPr>
                <a:tableStyleId>{4C3C2611-4C71-4FC5-86AE-919BDF0F9419}</a:tableStyleId>
              </a:tblPr>
              <a:tblGrid>
                <a:gridCol w="11027753">
                  <a:extLst>
                    <a:ext uri="{9D8B030D-6E8A-4147-A177-3AD203B41FA5}">
                      <a16:colId xmlns:a16="http://schemas.microsoft.com/office/drawing/2014/main" val="20000"/>
                    </a:ext>
                  </a:extLst>
                </a:gridCol>
                <a:gridCol w="11859140">
                  <a:extLst>
                    <a:ext uri="{9D8B030D-6E8A-4147-A177-3AD203B41FA5}">
                      <a16:colId xmlns:a16="http://schemas.microsoft.com/office/drawing/2014/main" val="20001"/>
                    </a:ext>
                  </a:extLst>
                </a:gridCol>
              </a:tblGrid>
              <a:tr h="659867">
                <a:tc gridSpan="2">
                  <a:txBody>
                    <a:bodyPr/>
                    <a:lstStyle/>
                    <a:p>
                      <a:pPr algn="l" defTabSz="409575">
                        <a:defRPr sz="3000">
                          <a:solidFill>
                            <a:srgbClr val="0433FF"/>
                          </a:solidFill>
                          <a:sym typeface="Helvetica Neue Medium" panose="02000503000000020004"/>
                        </a:defRPr>
                      </a:pPr>
                      <a:r>
                        <a:rPr lang="en-US" altLang="zh-CN" sz="3000" b="0" i="0" u="none" strike="noStrike" cap="none" spc="0" baseline="0" dirty="0">
                          <a:ln>
                            <a:noFill/>
                          </a:ln>
                          <a:solidFill>
                            <a:srgbClr val="000000"/>
                          </a:solidFill>
                          <a:uFillTx/>
                          <a:latin typeface="Arial" panose="020B0604020202020204" pitchFamily="34" charset="0"/>
                          <a:ea typeface="Helvetica Neue Light" panose="02000503000000020004"/>
                          <a:cs typeface="Arial" panose="020B0604020202020204" pitchFamily="34" charset="0"/>
                          <a:sym typeface="Helvetica Neue Medium" panose="02000503000000020004"/>
                        </a:rPr>
                        <a:t>MATERIAL</a:t>
                      </a:r>
                      <a:r>
                        <a:rPr lang="en-US" altLang="zh-CN" sz="3000" dirty="0">
                          <a:latin typeface="Arial" panose="020B0604020202020204" pitchFamily="34" charset="0"/>
                          <a:cs typeface="Arial" panose="020B0604020202020204" pitchFamily="34" charset="0"/>
                          <a:sym typeface="Helvetica Neue Medium" panose="02000503000000020004"/>
                        </a:rPr>
                        <a:t> </a:t>
                      </a:r>
                      <a:r>
                        <a:rPr lang="en-US" altLang="zh-CN" sz="3000" b="0" i="0" u="none" strike="noStrike" cap="none" spc="0" baseline="0" dirty="0">
                          <a:ln>
                            <a:noFill/>
                          </a:ln>
                          <a:solidFill>
                            <a:srgbClr val="000000"/>
                          </a:solidFill>
                          <a:uFillTx/>
                          <a:latin typeface="Arial" panose="020B0604020202020204" pitchFamily="34" charset="0"/>
                          <a:ea typeface="Helvetica Neue Light" panose="02000503000000020004"/>
                          <a:cs typeface="Arial" panose="020B0604020202020204" pitchFamily="34" charset="0"/>
                          <a:sym typeface="Helvetica Neue Medium" panose="02000503000000020004"/>
                        </a:rPr>
                        <a:t>PROPERTIES:</a:t>
                      </a:r>
                      <a:r>
                        <a:rPr lang="en-US" altLang="zh-CN" dirty="0">
                          <a:solidFill>
                            <a:srgbClr val="000000"/>
                          </a:solidFill>
                          <a:latin typeface="Arial" panose="020B0604020202020204" pitchFamily="34" charset="0"/>
                          <a:ea typeface="Arial" panose="020B0604020202020204"/>
                          <a:cs typeface="Arial" panose="020B0604020202020204" pitchFamily="34" charset="0"/>
                          <a:sym typeface="Arial" panose="020B0604020202020204"/>
                        </a:rPr>
                        <a:t>8-100RC:</a:t>
                      </a:r>
                      <a:r>
                        <a:rPr lang="en-US" altLang="zh-CN" dirty="0">
                          <a:solidFill>
                            <a:srgbClr val="000000"/>
                          </a:solidFill>
                          <a:latin typeface="Arial" panose="020B0604020202020204" pitchFamily="34" charset="0"/>
                          <a:cs typeface="Arial" panose="020B0604020202020204" pitchFamily="34" charset="0"/>
                        </a:rPr>
                        <a:t> Br:6.0~6.8kGs;Hcb:4.5~5.5kOe;Hcj:8.0~10.0kOe;BH(Max):7.5~9.0(</a:t>
                      </a:r>
                      <a:r>
                        <a:rPr lang="en-US" altLang="zh-CN" dirty="0" err="1">
                          <a:solidFill>
                            <a:srgbClr val="000000"/>
                          </a:solidFill>
                          <a:latin typeface="Arial" panose="020B0604020202020204" pitchFamily="34" charset="0"/>
                          <a:cs typeface="Arial" panose="020B0604020202020204" pitchFamily="34" charset="0"/>
                        </a:rPr>
                        <a:t>MGOe</a:t>
                      </a:r>
                      <a:r>
                        <a:rPr lang="en-US" altLang="zh-CN" dirty="0">
                          <a:solidFill>
                            <a:srgbClr val="000000"/>
                          </a:solidFill>
                          <a:latin typeface="Arial" panose="020B0604020202020204" pitchFamily="34" charset="0"/>
                          <a:cs typeface="Arial" panose="020B0604020202020204" pitchFamily="34" charset="0"/>
                        </a:rPr>
                        <a:t>)</a:t>
                      </a:r>
                    </a:p>
                  </a:txBody>
                  <a:tcPr marL="12700" marR="12700" marT="12700" marB="12700" anchor="ctr" horzOverflow="overflow">
                    <a:lnL w="6350">
                      <a:solidFill>
                        <a:srgbClr val="000000"/>
                      </a:solidFill>
                    </a:lnL>
                    <a:lnR w="6350">
                      <a:solidFill>
                        <a:srgbClr val="000000"/>
                      </a:solidFill>
                    </a:lnR>
                    <a:lnT w="6350">
                      <a:solidFill>
                        <a:srgbClr val="000000"/>
                      </a:solidFill>
                    </a:lnT>
                    <a:lnB w="6350">
                      <a:solidFill>
                        <a:srgbClr val="000000"/>
                      </a:solidFill>
                    </a:lnB>
                    <a:solidFill>
                      <a:srgbClr val="C1E1FE"/>
                    </a:solidFill>
                  </a:tcPr>
                </a:tc>
                <a:tc hMerge="1">
                  <a:txBody>
                    <a:bodyPr/>
                    <a:lstStyle/>
                    <a:p>
                      <a:endParaRPr lang="zh-CN"/>
                    </a:p>
                  </a:txBody>
                  <a:tcPr/>
                </a:tc>
                <a:extLst>
                  <a:ext uri="{0D108BD9-81ED-4DB2-BD59-A6C34878D82A}">
                    <a16:rowId xmlns:a16="http://schemas.microsoft.com/office/drawing/2014/main" val="10000"/>
                  </a:ext>
                </a:extLst>
              </a:tr>
              <a:tr h="650433">
                <a:tc>
                  <a:txBody>
                    <a:bodyPr/>
                    <a:lstStyle/>
                    <a:p>
                      <a:pPr defTabSz="409575">
                        <a:defRPr sz="1800"/>
                      </a:pPr>
                      <a:r>
                        <a:rPr sz="3000" b="0" i="0" u="none" strike="noStrike" cap="none" spc="0" baseline="0" dirty="0">
                          <a:ln>
                            <a:noFill/>
                          </a:ln>
                          <a:solidFill>
                            <a:srgbClr val="000000"/>
                          </a:solidFill>
                          <a:uFillTx/>
                          <a:latin typeface="Arial" panose="020B0604020202020204" pitchFamily="34" charset="0"/>
                          <a:ea typeface="Helvetica Neue Light" panose="02000503000000020004"/>
                          <a:cs typeface="Arial" panose="020B0604020202020204" pitchFamily="34" charset="0"/>
                          <a:sym typeface="Helvetica Neue Medium" panose="02000503000000020004"/>
                        </a:rPr>
                        <a:t>FAI</a:t>
                      </a:r>
                    </a:p>
                  </a:txBody>
                  <a:tcPr marL="12700" marR="12700" marT="12700" marB="12700" anchor="ctr" horzOverflow="overflow">
                    <a:lnL w="6350">
                      <a:solidFill>
                        <a:srgbClr val="000000"/>
                      </a:solidFill>
                    </a:lnL>
                    <a:lnR w="6350">
                      <a:solidFill>
                        <a:srgbClr val="000000"/>
                      </a:solidFill>
                    </a:lnR>
                    <a:lnT w="6350">
                      <a:solidFill>
                        <a:srgbClr val="000000"/>
                      </a:solidFill>
                    </a:lnT>
                    <a:lnB w="6350">
                      <a:solidFill>
                        <a:srgbClr val="000000"/>
                      </a:solidFill>
                    </a:lnB>
                    <a:solidFill>
                      <a:srgbClr val="C1E1FE"/>
                    </a:solidFill>
                  </a:tcPr>
                </a:tc>
                <a:tc>
                  <a:txBody>
                    <a:bodyPr/>
                    <a:lstStyle/>
                    <a:p>
                      <a:pPr defTabSz="409575">
                        <a:defRPr sz="1800"/>
                      </a:pPr>
                      <a:r>
                        <a:rPr sz="3000" b="0" i="0" u="none" strike="noStrike" cap="none" spc="0" baseline="0" dirty="0">
                          <a:ln>
                            <a:noFill/>
                          </a:ln>
                          <a:solidFill>
                            <a:srgbClr val="000000"/>
                          </a:solidFill>
                          <a:uFillTx/>
                          <a:latin typeface="Arial" panose="020B0604020202020204" pitchFamily="34" charset="0"/>
                          <a:ea typeface="Helvetica Neue Light" panose="02000503000000020004"/>
                          <a:cs typeface="Arial" panose="020B0604020202020204" pitchFamily="34" charset="0"/>
                          <a:sym typeface="Helvetica Neue Medium" panose="02000503000000020004"/>
                        </a:rPr>
                        <a:t>In-process</a:t>
                      </a:r>
                    </a:p>
                  </a:txBody>
                  <a:tcPr marL="12700" marR="12700" marT="12700" marB="12700" anchor="ctr" horzOverflow="overflow">
                    <a:lnL w="6350">
                      <a:solidFill>
                        <a:srgbClr val="000000"/>
                      </a:solidFill>
                    </a:lnL>
                    <a:lnR w="6350">
                      <a:solidFill>
                        <a:srgbClr val="000000"/>
                      </a:solidFill>
                    </a:lnR>
                    <a:lnT w="6350">
                      <a:solidFill>
                        <a:srgbClr val="000000"/>
                      </a:solidFill>
                    </a:lnT>
                    <a:lnB w="6350">
                      <a:solidFill>
                        <a:srgbClr val="000000"/>
                      </a:solidFill>
                    </a:lnB>
                    <a:solidFill>
                      <a:srgbClr val="C1E1FE"/>
                    </a:solidFill>
                  </a:tcPr>
                </a:tc>
                <a:extLst>
                  <a:ext uri="{0D108BD9-81ED-4DB2-BD59-A6C34878D82A}">
                    <a16:rowId xmlns:a16="http://schemas.microsoft.com/office/drawing/2014/main" val="10001"/>
                  </a:ext>
                </a:extLst>
              </a:tr>
              <a:tr h="10419080">
                <a:tc>
                  <a:txBody>
                    <a:bodyPr/>
                    <a:lstStyle/>
                    <a:p>
                      <a:pPr marL="0" marR="0" lvl="0" indent="0" algn="l" defTabSz="821055" rtl="0" eaLnBrk="1" fontAlgn="auto" latinLnBrk="0" hangingPunct="1">
                        <a:lnSpc>
                          <a:spcPct val="100000"/>
                        </a:lnSpc>
                        <a:spcBef>
                          <a:spcPts val="0"/>
                        </a:spcBef>
                        <a:spcAft>
                          <a:spcPts val="0"/>
                        </a:spcAft>
                        <a:buClrTx/>
                        <a:buSzTx/>
                        <a:buFontTx/>
                        <a:buNone/>
                        <a:defRPr sz="2600">
                          <a:sym typeface="Helvetica Neue Medium" panose="02000503000000020004"/>
                        </a:defRPr>
                      </a:pPr>
                      <a:r>
                        <a:rPr lang="en-US" sz="2600" b="0" i="0" u="none" strike="noStrike" cap="none" spc="0" baseline="0" dirty="0">
                          <a:ln>
                            <a:noFill/>
                          </a:ln>
                          <a:solidFill>
                            <a:srgbClr val="000000"/>
                          </a:solidFill>
                          <a:uFillTx/>
                          <a:latin typeface="Arial" panose="020B0604020202020204" pitchFamily="34" charset="0"/>
                          <a:ea typeface="Helvetica Neue Light" panose="02000503000000020004"/>
                          <a:cs typeface="Arial" panose="020B0604020202020204" pitchFamily="34" charset="0"/>
                          <a:sym typeface="Helvetica Neue Light" panose="02000503000000020004"/>
                        </a:rPr>
                        <a:t>1.  </a:t>
                      </a:r>
                      <a:r>
                        <a:rPr sz="2600" b="0" i="0" u="none" strike="noStrike" cap="none" spc="0" baseline="0" dirty="0">
                          <a:ln>
                            <a:noFill/>
                          </a:ln>
                          <a:solidFill>
                            <a:srgbClr val="000000"/>
                          </a:solidFill>
                          <a:uFillTx/>
                          <a:latin typeface="Arial" panose="020B0604020202020204" pitchFamily="34" charset="0"/>
                          <a:ea typeface="Helvetica Neue Light" panose="02000503000000020004"/>
                          <a:cs typeface="Arial" panose="020B0604020202020204" pitchFamily="34" charset="0"/>
                          <a:sym typeface="Helvetica Neue Light" panose="02000503000000020004"/>
                        </a:rPr>
                        <a:t>Measurement Method ：Magnetic permanent tester</a:t>
                      </a:r>
                    </a:p>
                    <a:p>
                      <a:pPr marL="0" marR="0" lvl="0" indent="0" algn="l" defTabSz="821055" rtl="0" eaLnBrk="1" fontAlgn="auto" latinLnBrk="0" hangingPunct="1">
                        <a:lnSpc>
                          <a:spcPct val="100000"/>
                        </a:lnSpc>
                        <a:spcBef>
                          <a:spcPts val="0"/>
                        </a:spcBef>
                        <a:spcAft>
                          <a:spcPts val="0"/>
                        </a:spcAft>
                        <a:buClrTx/>
                        <a:buSzTx/>
                        <a:buFontTx/>
                        <a:buNone/>
                        <a:defRPr sz="2600">
                          <a:sym typeface="Helvetica Neue Medium" panose="02000503000000020004"/>
                        </a:defRPr>
                      </a:pPr>
                      <a:r>
                        <a:rPr lang="en-US" sz="2600" b="0" i="0" u="none" strike="noStrike" cap="none" spc="0" baseline="0" dirty="0">
                          <a:ln>
                            <a:noFill/>
                          </a:ln>
                          <a:solidFill>
                            <a:srgbClr val="000000"/>
                          </a:solidFill>
                          <a:uFillTx/>
                          <a:latin typeface="Arial" panose="020B0604020202020204" pitchFamily="34" charset="0"/>
                          <a:ea typeface="Helvetica Neue Light" panose="02000503000000020004"/>
                          <a:cs typeface="Arial" panose="020B0604020202020204" pitchFamily="34" charset="0"/>
                          <a:sym typeface="Helvetica Neue Light" panose="02000503000000020004"/>
                        </a:rPr>
                        <a:t>2.  </a:t>
                      </a:r>
                      <a:r>
                        <a:rPr sz="2600" b="0" i="0" u="none" strike="noStrike" cap="none" spc="0" baseline="0" dirty="0">
                          <a:ln>
                            <a:noFill/>
                          </a:ln>
                          <a:solidFill>
                            <a:srgbClr val="000000"/>
                          </a:solidFill>
                          <a:uFillTx/>
                          <a:latin typeface="Arial" panose="020B0604020202020204" pitchFamily="34" charset="0"/>
                          <a:ea typeface="Helvetica Neue Light" panose="02000503000000020004"/>
                          <a:cs typeface="Arial" panose="020B0604020202020204" pitchFamily="34" charset="0"/>
                          <a:sym typeface="Helvetica Neue Light" panose="02000503000000020004"/>
                        </a:rPr>
                        <a:t>Fixture ：</a:t>
                      </a:r>
                      <a:r>
                        <a:rPr lang="en-US" sz="2600" b="0" i="0" u="none" strike="noStrike" cap="none" spc="0" baseline="0" dirty="0">
                          <a:ln>
                            <a:noFill/>
                          </a:ln>
                          <a:solidFill>
                            <a:srgbClr val="000000"/>
                          </a:solidFill>
                          <a:uFillTx/>
                          <a:latin typeface="Arial" panose="020B0604020202020204" pitchFamily="34" charset="0"/>
                          <a:ea typeface="Helvetica Neue Light" panose="02000503000000020004"/>
                          <a:cs typeface="Arial" panose="020B0604020202020204" pitchFamily="34" charset="0"/>
                          <a:sym typeface="Helvetica Neue Light" panose="02000503000000020004"/>
                        </a:rPr>
                        <a:t>/</a:t>
                      </a:r>
                      <a:endParaRPr sz="2600" b="0" i="0" u="none" strike="noStrike" cap="none" spc="0" baseline="0" dirty="0">
                        <a:ln>
                          <a:noFill/>
                        </a:ln>
                        <a:solidFill>
                          <a:srgbClr val="000000"/>
                        </a:solidFill>
                        <a:uFillTx/>
                        <a:latin typeface="Arial" panose="020B0604020202020204" pitchFamily="34" charset="0"/>
                        <a:ea typeface="Helvetica Neue Light" panose="02000503000000020004"/>
                        <a:cs typeface="Arial" panose="020B0604020202020204" pitchFamily="34" charset="0"/>
                        <a:sym typeface="Helvetica Neue Light" panose="02000503000000020004"/>
                      </a:endParaRPr>
                    </a:p>
                    <a:p>
                      <a:pPr marL="0" marR="0" lvl="0" indent="0" algn="l" defTabSz="821055" rtl="0" eaLnBrk="1" fontAlgn="auto" latinLnBrk="0" hangingPunct="1">
                        <a:lnSpc>
                          <a:spcPct val="100000"/>
                        </a:lnSpc>
                        <a:spcBef>
                          <a:spcPts val="0"/>
                        </a:spcBef>
                        <a:spcAft>
                          <a:spcPts val="0"/>
                        </a:spcAft>
                        <a:buClrTx/>
                        <a:buSzTx/>
                        <a:buFontTx/>
                        <a:buNone/>
                        <a:defRPr sz="2600">
                          <a:sym typeface="Helvetica Neue Medium" panose="02000503000000020004"/>
                        </a:defRPr>
                      </a:pPr>
                      <a:r>
                        <a:rPr sz="2600" b="0" i="0" u="none" strike="noStrike" cap="none" spc="0" baseline="0" dirty="0">
                          <a:ln>
                            <a:noFill/>
                          </a:ln>
                          <a:solidFill>
                            <a:srgbClr val="000000"/>
                          </a:solidFill>
                          <a:uFillTx/>
                          <a:latin typeface="Arial" panose="020B0604020202020204" pitchFamily="34" charset="0"/>
                          <a:ea typeface="Helvetica Neue Light" panose="02000503000000020004"/>
                          <a:cs typeface="Arial" panose="020B0604020202020204" pitchFamily="34" charset="0"/>
                          <a:sym typeface="Helvetica Neue Light" panose="02000503000000020004"/>
                        </a:rPr>
                        <a:t>3.  Measurement status ：Free</a:t>
                      </a:r>
                    </a:p>
                    <a:p>
                      <a:pPr marL="0" marR="0" lvl="0" indent="0" algn="l" defTabSz="821055" rtl="0" eaLnBrk="1" fontAlgn="auto" latinLnBrk="0" hangingPunct="1">
                        <a:lnSpc>
                          <a:spcPct val="100000"/>
                        </a:lnSpc>
                        <a:spcBef>
                          <a:spcPts val="0"/>
                        </a:spcBef>
                        <a:spcAft>
                          <a:spcPts val="0"/>
                        </a:spcAft>
                        <a:buClrTx/>
                        <a:buSzTx/>
                        <a:buFontTx/>
                        <a:buNone/>
                        <a:tabLst/>
                        <a:defRPr sz="2600">
                          <a:sym typeface="Helvetica Neue Medium" panose="02000503000000020004"/>
                        </a:defRPr>
                      </a:pPr>
                      <a:r>
                        <a:rPr sz="2600" b="0" i="0" u="none" strike="noStrike" cap="none" spc="0" baseline="0" dirty="0">
                          <a:ln>
                            <a:noFill/>
                          </a:ln>
                          <a:solidFill>
                            <a:srgbClr val="000000"/>
                          </a:solidFill>
                          <a:uFillTx/>
                          <a:latin typeface="Arial" panose="020B0604020202020204" pitchFamily="34" charset="0"/>
                          <a:ea typeface="Helvetica Neue Light" panose="02000503000000020004"/>
                          <a:cs typeface="Arial" panose="020B0604020202020204" pitchFamily="34" charset="0"/>
                          <a:sym typeface="Helvetica Neue Light" panose="02000503000000020004"/>
                        </a:rPr>
                        <a:t>4.  Measurement procedure ： </a:t>
                      </a:r>
                      <a:r>
                        <a:rPr lang="en-US" altLang="zh-CN" sz="2600" b="0" i="0" u="none" strike="noStrike" cap="none" spc="0" baseline="0" dirty="0">
                          <a:ln>
                            <a:noFill/>
                          </a:ln>
                          <a:solidFill>
                            <a:srgbClr val="000000"/>
                          </a:solidFill>
                          <a:uFillTx/>
                          <a:latin typeface="Arial" panose="020B0604020202020204" pitchFamily="34" charset="0"/>
                          <a:ea typeface="Helvetica Neue Light" panose="02000503000000020004"/>
                          <a:cs typeface="Arial" panose="020B0604020202020204" pitchFamily="34" charset="0"/>
                          <a:sym typeface="Helvetica Neue Thin" panose="02000503000000020004"/>
                        </a:rPr>
                        <a:t>Same as the FAI</a:t>
                      </a:r>
                      <a:endParaRPr sz="2600" b="0" i="0" u="none" strike="noStrike" cap="none" spc="0" baseline="0" dirty="0">
                        <a:ln>
                          <a:noFill/>
                        </a:ln>
                        <a:solidFill>
                          <a:srgbClr val="000000"/>
                        </a:solidFill>
                        <a:uFillTx/>
                        <a:latin typeface="Arial" panose="020B0604020202020204" pitchFamily="34" charset="0"/>
                        <a:ea typeface="Helvetica Neue Light" panose="02000503000000020004"/>
                        <a:cs typeface="Arial" panose="020B0604020202020204" pitchFamily="34" charset="0"/>
                        <a:sym typeface="Helvetica Neue Light" panose="02000503000000020004"/>
                      </a:endParaRPr>
                    </a:p>
                    <a:p>
                      <a:pPr marL="401320" indent="-401320" algn="l" defTabSz="409575">
                        <a:buSzPct val="100000"/>
                        <a:buAutoNum type="alphaLcPeriod"/>
                        <a:defRPr sz="1700">
                          <a:latin typeface="+mn-lt"/>
                          <a:ea typeface="+mn-ea"/>
                          <a:cs typeface="+mn-cs"/>
                          <a:sym typeface="Helvetica"/>
                        </a:defRPr>
                      </a:pPr>
                      <a:r>
                        <a:rPr lang="zh-CN" altLang="en-US" sz="2000" dirty="0">
                          <a:solidFill>
                            <a:schemeClr val="tx1"/>
                          </a:solidFill>
                          <a:latin typeface="Arial" panose="020B0604020202020204" pitchFamily="34" charset="0"/>
                          <a:cs typeface="Arial" panose="020B0604020202020204" pitchFamily="34" charset="0"/>
                        </a:rPr>
                        <a:t>使用模具</a:t>
                      </a:r>
                      <a:r>
                        <a:rPr sz="2000" dirty="0">
                          <a:solidFill>
                            <a:schemeClr val="tx1"/>
                          </a:solidFill>
                          <a:latin typeface="Arial" panose="020B0604020202020204" pitchFamily="34" charset="0"/>
                          <a:cs typeface="Arial" panose="020B0604020202020204" pitchFamily="34" charset="0"/>
                        </a:rPr>
                        <a:t>准备规格为Φ10mm*</a:t>
                      </a:r>
                      <a:r>
                        <a:rPr lang="en-US" sz="2000" dirty="0">
                          <a:solidFill>
                            <a:schemeClr val="tx1"/>
                          </a:solidFill>
                          <a:latin typeface="Arial" panose="020B0604020202020204" pitchFamily="34" charset="0"/>
                          <a:cs typeface="Arial" panose="020B0604020202020204" pitchFamily="34" charset="0"/>
                        </a:rPr>
                        <a:t>10</a:t>
                      </a:r>
                      <a:r>
                        <a:rPr sz="2000" dirty="0">
                          <a:solidFill>
                            <a:schemeClr val="tx1"/>
                          </a:solidFill>
                          <a:latin typeface="Arial" panose="020B0604020202020204" pitchFamily="34" charset="0"/>
                          <a:cs typeface="Arial" panose="020B0604020202020204" pitchFamily="34" charset="0"/>
                        </a:rPr>
                        <a:t>mm的样柱</a:t>
                      </a:r>
                      <a:r>
                        <a:rPr lang="en-US" sz="2000" dirty="0">
                          <a:solidFill>
                            <a:schemeClr val="tx1"/>
                          </a:solidFill>
                          <a:latin typeface="Arial" panose="020B0604020202020204" pitchFamily="34" charset="0"/>
                          <a:cs typeface="Arial" panose="020B0604020202020204" pitchFamily="34" charset="0"/>
                        </a:rPr>
                        <a:t>(Pic1&amp;Pic2)</a:t>
                      </a:r>
                      <a:r>
                        <a:rPr sz="2000" dirty="0">
                          <a:solidFill>
                            <a:schemeClr val="tx1"/>
                          </a:solidFill>
                          <a:latin typeface="Arial" panose="020B0604020202020204" pitchFamily="34" charset="0"/>
                          <a:cs typeface="Arial" panose="020B0604020202020204" pitchFamily="34" charset="0"/>
                        </a:rPr>
                        <a:t>;</a:t>
                      </a:r>
                    </a:p>
                    <a:p>
                      <a:pPr marL="401320" indent="-401320" algn="l" defTabSz="409575">
                        <a:buSzPct val="100000"/>
                        <a:buAutoNum type="alphaLcPeriod"/>
                        <a:defRPr sz="1700">
                          <a:latin typeface="+mn-lt"/>
                          <a:ea typeface="+mn-ea"/>
                          <a:cs typeface="+mn-cs"/>
                          <a:sym typeface="Helvetica"/>
                        </a:defRPr>
                      </a:pPr>
                      <a:r>
                        <a:rPr sz="2000" dirty="0">
                          <a:solidFill>
                            <a:schemeClr val="tx1"/>
                          </a:solidFill>
                          <a:latin typeface="Arial" panose="020B0604020202020204" pitchFamily="34" charset="0"/>
                          <a:cs typeface="Arial" panose="020B0604020202020204" pitchFamily="34" charset="0"/>
                        </a:rPr>
                        <a:t>根据测试样柱的规格在程式中输入测试面直径10mm（Pic3） </a:t>
                      </a:r>
                    </a:p>
                    <a:p>
                      <a:pPr marL="401320" indent="-401320" algn="l" defTabSz="409575">
                        <a:buSzPct val="100000"/>
                        <a:buAutoNum type="alphaLcPeriod"/>
                        <a:defRPr sz="1700">
                          <a:latin typeface="+mn-lt"/>
                          <a:ea typeface="+mn-ea"/>
                          <a:cs typeface="+mn-cs"/>
                          <a:sym typeface="Helvetica"/>
                        </a:defRPr>
                      </a:pPr>
                      <a:r>
                        <a:rPr sz="2000" dirty="0">
                          <a:solidFill>
                            <a:schemeClr val="tx1"/>
                          </a:solidFill>
                          <a:latin typeface="Arial" panose="020B0604020202020204" pitchFamily="34" charset="0"/>
                          <a:cs typeface="Arial" panose="020B0604020202020204" pitchFamily="34" charset="0"/>
                        </a:rPr>
                        <a:t>将样柱放平在线圈上，再放置电磁铁的正中间，线圈两角调至平行后，压紧样柱（Pic4）</a:t>
                      </a:r>
                    </a:p>
                    <a:p>
                      <a:pPr marL="401320" indent="-401320" algn="l" defTabSz="409575">
                        <a:buSzPct val="100000"/>
                        <a:buAutoNum type="alphaLcPeriod"/>
                        <a:defRPr sz="1700">
                          <a:latin typeface="+mn-lt"/>
                          <a:ea typeface="+mn-ea"/>
                          <a:cs typeface="+mn-cs"/>
                          <a:sym typeface="Helvetica"/>
                        </a:defRPr>
                      </a:pPr>
                      <a:r>
                        <a:rPr sz="2000" dirty="0">
                          <a:solidFill>
                            <a:schemeClr val="tx1"/>
                          </a:solidFill>
                          <a:latin typeface="Arial" panose="020B0604020202020204" pitchFamily="34" charset="0"/>
                          <a:cs typeface="Arial" panose="020B0604020202020204" pitchFamily="34" charset="0"/>
                        </a:rPr>
                        <a:t>点击操作界面“启动”键，设备自动开始测试（Pic5）</a:t>
                      </a:r>
                    </a:p>
                    <a:p>
                      <a:pPr marL="401320" indent="-401320" algn="l" defTabSz="409575">
                        <a:buSzPct val="100000"/>
                        <a:buAutoNum type="alphaLcPeriod"/>
                        <a:defRPr sz="1700">
                          <a:latin typeface="+mn-lt"/>
                          <a:ea typeface="+mn-ea"/>
                          <a:cs typeface="+mn-cs"/>
                          <a:sym typeface="Helvetica"/>
                        </a:defRPr>
                      </a:pPr>
                      <a:r>
                        <a:rPr sz="2000" dirty="0" err="1">
                          <a:solidFill>
                            <a:schemeClr val="tx1"/>
                          </a:solidFill>
                          <a:latin typeface="Arial" panose="020B0604020202020204" pitchFamily="34" charset="0"/>
                          <a:cs typeface="Arial" panose="020B0604020202020204" pitchFamily="34" charset="0"/>
                        </a:rPr>
                        <a:t>输出磁性曲线，记录Br，Hcb</a:t>
                      </a:r>
                      <a:r>
                        <a:rPr sz="2000" dirty="0">
                          <a:solidFill>
                            <a:schemeClr val="tx1"/>
                          </a:solidFill>
                          <a:latin typeface="Arial" panose="020B0604020202020204" pitchFamily="34" charset="0"/>
                          <a:cs typeface="Arial" panose="020B0604020202020204" pitchFamily="34" charset="0"/>
                        </a:rPr>
                        <a:t>, </a:t>
                      </a:r>
                      <a:r>
                        <a:rPr sz="2000" dirty="0" err="1">
                          <a:solidFill>
                            <a:schemeClr val="tx1"/>
                          </a:solidFill>
                          <a:latin typeface="Arial" panose="020B0604020202020204" pitchFamily="34" charset="0"/>
                          <a:cs typeface="Arial" panose="020B0604020202020204" pitchFamily="34" charset="0"/>
                        </a:rPr>
                        <a:t>Hcj</a:t>
                      </a:r>
                      <a:r>
                        <a:rPr sz="2000" dirty="0">
                          <a:solidFill>
                            <a:schemeClr val="tx1"/>
                          </a:solidFill>
                          <a:latin typeface="Arial" panose="020B0604020202020204" pitchFamily="34" charset="0"/>
                          <a:cs typeface="Arial" panose="020B0604020202020204" pitchFamily="34" charset="0"/>
                        </a:rPr>
                        <a:t> , BH max值（Pic6）</a:t>
                      </a:r>
                    </a:p>
                    <a:p>
                      <a:pPr marL="401320" indent="-401320" algn="l" defTabSz="409575">
                        <a:buSzPct val="100000"/>
                        <a:buAutoNum type="alphaLcPeriod"/>
                        <a:defRPr sz="1700">
                          <a:latin typeface="+mn-lt"/>
                          <a:ea typeface="+mn-ea"/>
                          <a:cs typeface="+mn-cs"/>
                          <a:sym typeface="Helvetica"/>
                        </a:defRPr>
                      </a:pPr>
                      <a:r>
                        <a:rPr sz="2000" dirty="0">
                          <a:solidFill>
                            <a:schemeClr val="tx1"/>
                          </a:solidFill>
                          <a:latin typeface="Arial" panose="020B0604020202020204" pitchFamily="34" charset="0"/>
                          <a:cs typeface="Arial" panose="020B0604020202020204" pitchFamily="34" charset="0"/>
                        </a:rPr>
                        <a:t>Prepare a column sample of Φ10mm*</a:t>
                      </a:r>
                      <a:r>
                        <a:rPr lang="en-US" sz="2000" dirty="0">
                          <a:solidFill>
                            <a:schemeClr val="tx1"/>
                          </a:solidFill>
                          <a:latin typeface="Arial" panose="020B0604020202020204" pitchFamily="34" charset="0"/>
                          <a:cs typeface="Arial" panose="020B0604020202020204" pitchFamily="34" charset="0"/>
                        </a:rPr>
                        <a:t>10</a:t>
                      </a:r>
                      <a:r>
                        <a:rPr sz="2000" dirty="0">
                          <a:solidFill>
                            <a:schemeClr val="tx1"/>
                          </a:solidFill>
                          <a:latin typeface="Arial" panose="020B0604020202020204" pitchFamily="34" charset="0"/>
                          <a:cs typeface="Arial" panose="020B0604020202020204" pitchFamily="34" charset="0"/>
                        </a:rPr>
                        <a:t>mm</a:t>
                      </a:r>
                      <a:r>
                        <a:rPr lang="en-US" sz="2000" dirty="0">
                          <a:solidFill>
                            <a:schemeClr val="tx1"/>
                          </a:solidFill>
                          <a:latin typeface="Arial" panose="020B0604020202020204" pitchFamily="34" charset="0"/>
                          <a:cs typeface="Arial" panose="020B0604020202020204" pitchFamily="34" charset="0"/>
                        </a:rPr>
                        <a:t> </a:t>
                      </a:r>
                      <a:r>
                        <a:rPr lang="en-US" altLang="zh-CN" sz="2000" dirty="0">
                          <a:solidFill>
                            <a:schemeClr val="tx1"/>
                          </a:solidFill>
                          <a:latin typeface="Arial" panose="020B0604020202020204" pitchFamily="34" charset="0"/>
                          <a:cs typeface="Arial" panose="020B0604020202020204" pitchFamily="34" charset="0"/>
                        </a:rPr>
                        <a:t>by the column mold</a:t>
                      </a:r>
                      <a:r>
                        <a:rPr lang="en-US" sz="2000" dirty="0">
                          <a:solidFill>
                            <a:schemeClr val="tx1"/>
                          </a:solidFill>
                          <a:latin typeface="Arial" panose="020B0604020202020204" pitchFamily="34" charset="0"/>
                          <a:cs typeface="Arial" panose="020B0604020202020204" pitchFamily="34" charset="0"/>
                        </a:rPr>
                        <a:t>;(Pic1&amp;Pic2)</a:t>
                      </a:r>
                      <a:endParaRPr sz="2000" dirty="0">
                        <a:solidFill>
                          <a:schemeClr val="tx1"/>
                        </a:solidFill>
                        <a:latin typeface="Arial" panose="020B0604020202020204" pitchFamily="34" charset="0"/>
                        <a:cs typeface="Arial" panose="020B0604020202020204" pitchFamily="34" charset="0"/>
                      </a:endParaRPr>
                    </a:p>
                    <a:p>
                      <a:pPr marL="401320" indent="-401320" algn="l" defTabSz="409575">
                        <a:buSzPct val="100000"/>
                        <a:buAutoNum type="alphaLcPeriod"/>
                        <a:defRPr sz="1700">
                          <a:latin typeface="+mn-lt"/>
                          <a:ea typeface="+mn-ea"/>
                          <a:cs typeface="+mn-cs"/>
                          <a:sym typeface="Helvetica"/>
                        </a:defRPr>
                      </a:pPr>
                      <a:r>
                        <a:rPr sz="2000" dirty="0">
                          <a:solidFill>
                            <a:schemeClr val="tx1"/>
                          </a:solidFill>
                          <a:latin typeface="Arial" panose="020B0604020202020204" pitchFamily="34" charset="0"/>
                          <a:cs typeface="Arial" panose="020B0604020202020204" pitchFamily="34" charset="0"/>
                        </a:rPr>
                        <a:t>Input the diameter 10mm into the program according to the column sample specification (Pic3)</a:t>
                      </a:r>
                    </a:p>
                    <a:p>
                      <a:pPr marL="401320" indent="-401320" algn="l" defTabSz="409575">
                        <a:buSzPct val="100000"/>
                        <a:buAutoNum type="alphaLcPeriod"/>
                        <a:defRPr sz="1700">
                          <a:latin typeface="+mn-lt"/>
                          <a:ea typeface="+mn-ea"/>
                          <a:cs typeface="+mn-cs"/>
                          <a:sym typeface="Helvetica"/>
                        </a:defRPr>
                      </a:pPr>
                      <a:r>
                        <a:rPr sz="2000" dirty="0">
                          <a:solidFill>
                            <a:schemeClr val="tx1"/>
                          </a:solidFill>
                          <a:latin typeface="Arial" panose="020B0604020202020204" pitchFamily="34" charset="0"/>
                          <a:cs typeface="Arial" panose="020B0604020202020204" pitchFamily="34" charset="0"/>
                        </a:rPr>
                        <a:t>Put column sample on the coil, and then place the middle of the electromagnet. When the coil angles are adjusted to parallel, press the column sample (Pic4).</a:t>
                      </a:r>
                    </a:p>
                    <a:p>
                      <a:pPr marL="401320" indent="-401320" algn="l" defTabSz="409575">
                        <a:buSzPct val="100000"/>
                        <a:buAutoNum type="alphaLcPeriod"/>
                        <a:defRPr sz="1700">
                          <a:latin typeface="+mn-lt"/>
                          <a:ea typeface="+mn-ea"/>
                          <a:cs typeface="+mn-cs"/>
                          <a:sym typeface="Helvetica"/>
                        </a:defRPr>
                      </a:pPr>
                      <a:r>
                        <a:rPr sz="2000" dirty="0">
                          <a:solidFill>
                            <a:schemeClr val="tx1"/>
                          </a:solidFill>
                          <a:latin typeface="Arial" panose="020B0604020202020204" pitchFamily="34" charset="0"/>
                          <a:cs typeface="Arial" panose="020B0604020202020204" pitchFamily="34" charset="0"/>
                        </a:rPr>
                        <a:t>Click the "start" button in the operation interface, and the device will start testing automatically (Pic5).</a:t>
                      </a:r>
                    </a:p>
                    <a:p>
                      <a:pPr marL="401320" indent="-401320" algn="l" defTabSz="409575">
                        <a:buSzPct val="100000"/>
                        <a:buAutoNum type="alphaLcPeriod"/>
                        <a:defRPr sz="1700">
                          <a:latin typeface="+mn-lt"/>
                          <a:ea typeface="+mn-ea"/>
                          <a:cs typeface="+mn-cs"/>
                          <a:sym typeface="Helvetica"/>
                        </a:defRPr>
                      </a:pPr>
                      <a:r>
                        <a:rPr sz="2000" dirty="0">
                          <a:solidFill>
                            <a:schemeClr val="tx1"/>
                          </a:solidFill>
                          <a:latin typeface="Arial" panose="020B0604020202020204" pitchFamily="34" charset="0"/>
                          <a:cs typeface="Arial" panose="020B0604020202020204" pitchFamily="34" charset="0"/>
                        </a:rPr>
                        <a:t>Output magnetic curve, record the value of Br, Hcb, Hcj, BH Max (Pic6)</a:t>
                      </a:r>
                    </a:p>
                  </a:txBody>
                  <a:tcPr marL="12700" marR="12700" marT="12700" marB="12700" horzOverflow="overflow">
                    <a:lnL w="6350">
                      <a:solidFill>
                        <a:srgbClr val="000000"/>
                      </a:solidFill>
                    </a:lnL>
                    <a:lnR w="6350">
                      <a:solidFill>
                        <a:srgbClr val="000000"/>
                      </a:solidFill>
                    </a:lnR>
                    <a:lnT w="6350">
                      <a:solidFill>
                        <a:srgbClr val="000000"/>
                      </a:solidFill>
                    </a:lnT>
                    <a:lnB w="6350">
                      <a:solidFill>
                        <a:srgbClr val="000000"/>
                      </a:solidFill>
                    </a:lnB>
                  </a:tcPr>
                </a:tc>
                <a:tc>
                  <a:txBody>
                    <a:bodyPr/>
                    <a:lstStyle/>
                    <a:p>
                      <a:pPr marL="0" marR="0" lvl="0" indent="0" algn="l" defTabSz="821055" rtl="0" eaLnBrk="1" fontAlgn="auto" latinLnBrk="0" hangingPunct="1">
                        <a:lnSpc>
                          <a:spcPct val="100000"/>
                        </a:lnSpc>
                        <a:spcBef>
                          <a:spcPts val="0"/>
                        </a:spcBef>
                        <a:spcAft>
                          <a:spcPts val="0"/>
                        </a:spcAft>
                        <a:buClrTx/>
                        <a:buSzTx/>
                        <a:buFontTx/>
                        <a:buNone/>
                        <a:defRPr sz="2600">
                          <a:sym typeface="Helvetica Neue Medium" panose="02000503000000020004"/>
                        </a:defRPr>
                      </a:pPr>
                      <a:r>
                        <a:rPr sz="2600" b="0" i="0" u="none" strike="noStrike" cap="none" spc="0" baseline="0" dirty="0">
                          <a:ln>
                            <a:noFill/>
                          </a:ln>
                          <a:solidFill>
                            <a:srgbClr val="000000"/>
                          </a:solidFill>
                          <a:uFillTx/>
                          <a:latin typeface="Arial" panose="020B0604020202020204" pitchFamily="34" charset="0"/>
                          <a:ea typeface="Helvetica Neue Light" panose="02000503000000020004"/>
                          <a:cs typeface="Arial" panose="020B0604020202020204" pitchFamily="34" charset="0"/>
                          <a:sym typeface="Helvetica Neue Light" panose="02000503000000020004"/>
                        </a:rPr>
                        <a:t>1. Measurement Method ：Magnetic permanent tester</a:t>
                      </a:r>
                    </a:p>
                    <a:p>
                      <a:pPr marL="0" marR="0" lvl="0" indent="0" algn="l" defTabSz="821055" rtl="0" eaLnBrk="1" fontAlgn="auto" latinLnBrk="0" hangingPunct="1">
                        <a:lnSpc>
                          <a:spcPct val="100000"/>
                        </a:lnSpc>
                        <a:spcBef>
                          <a:spcPts val="0"/>
                        </a:spcBef>
                        <a:spcAft>
                          <a:spcPts val="0"/>
                        </a:spcAft>
                        <a:buClrTx/>
                        <a:buSzTx/>
                        <a:buFontTx/>
                        <a:buNone/>
                        <a:defRPr sz="2600">
                          <a:sym typeface="Helvetica Neue Medium" panose="02000503000000020004"/>
                        </a:defRPr>
                      </a:pPr>
                      <a:r>
                        <a:rPr sz="2600" b="0" i="0" u="none" strike="noStrike" cap="none" spc="0" baseline="0" dirty="0">
                          <a:ln>
                            <a:noFill/>
                          </a:ln>
                          <a:solidFill>
                            <a:srgbClr val="000000"/>
                          </a:solidFill>
                          <a:uFillTx/>
                          <a:latin typeface="Arial" panose="020B0604020202020204" pitchFamily="34" charset="0"/>
                          <a:ea typeface="Helvetica Neue Light" panose="02000503000000020004"/>
                          <a:cs typeface="Arial" panose="020B0604020202020204" pitchFamily="34" charset="0"/>
                          <a:sym typeface="Helvetica Neue Light" panose="02000503000000020004"/>
                        </a:rPr>
                        <a:t>2.  Fixture ：</a:t>
                      </a:r>
                      <a:r>
                        <a:rPr lang="en-US" sz="2600" b="0" i="0" u="none" strike="noStrike" cap="none" spc="0" baseline="0" dirty="0">
                          <a:ln>
                            <a:noFill/>
                          </a:ln>
                          <a:solidFill>
                            <a:srgbClr val="000000"/>
                          </a:solidFill>
                          <a:uFillTx/>
                          <a:latin typeface="Arial" panose="020B0604020202020204" pitchFamily="34" charset="0"/>
                          <a:ea typeface="Helvetica Neue Light" panose="02000503000000020004"/>
                          <a:cs typeface="Arial" panose="020B0604020202020204" pitchFamily="34" charset="0"/>
                          <a:sym typeface="Helvetica Neue Light" panose="02000503000000020004"/>
                        </a:rPr>
                        <a:t>/</a:t>
                      </a:r>
                      <a:endParaRPr sz="2600" b="0" i="0" u="none" strike="noStrike" cap="none" spc="0" baseline="0" dirty="0">
                        <a:ln>
                          <a:noFill/>
                        </a:ln>
                        <a:solidFill>
                          <a:srgbClr val="000000"/>
                        </a:solidFill>
                        <a:uFillTx/>
                        <a:latin typeface="Arial" panose="020B0604020202020204" pitchFamily="34" charset="0"/>
                        <a:ea typeface="Helvetica Neue Light" panose="02000503000000020004"/>
                        <a:cs typeface="Arial" panose="020B0604020202020204" pitchFamily="34" charset="0"/>
                        <a:sym typeface="Helvetica Neue Light" panose="02000503000000020004"/>
                      </a:endParaRPr>
                    </a:p>
                    <a:p>
                      <a:pPr marL="0" marR="0" lvl="0" indent="0" algn="l" defTabSz="821055" rtl="0" eaLnBrk="1" fontAlgn="auto" latinLnBrk="0" hangingPunct="1">
                        <a:lnSpc>
                          <a:spcPct val="100000"/>
                        </a:lnSpc>
                        <a:spcBef>
                          <a:spcPts val="0"/>
                        </a:spcBef>
                        <a:spcAft>
                          <a:spcPts val="0"/>
                        </a:spcAft>
                        <a:buClrTx/>
                        <a:buSzTx/>
                        <a:buFontTx/>
                        <a:buNone/>
                        <a:defRPr sz="2600">
                          <a:sym typeface="Helvetica Neue Medium" panose="02000503000000020004"/>
                        </a:defRPr>
                      </a:pPr>
                      <a:r>
                        <a:rPr sz="2600" b="0" i="0" u="none" strike="noStrike" cap="none" spc="0" baseline="0" dirty="0">
                          <a:ln>
                            <a:noFill/>
                          </a:ln>
                          <a:solidFill>
                            <a:srgbClr val="000000"/>
                          </a:solidFill>
                          <a:uFillTx/>
                          <a:latin typeface="Arial" panose="020B0604020202020204" pitchFamily="34" charset="0"/>
                          <a:ea typeface="Helvetica Neue Light" panose="02000503000000020004"/>
                          <a:cs typeface="Arial" panose="020B0604020202020204" pitchFamily="34" charset="0"/>
                          <a:sym typeface="Helvetica Neue Light" panose="02000503000000020004"/>
                        </a:rPr>
                        <a:t>3.  Measurement status ：Free</a:t>
                      </a:r>
                    </a:p>
                    <a:p>
                      <a:pPr marL="0" marR="0" lvl="0" indent="0" algn="l" defTabSz="821055" rtl="0" eaLnBrk="1" fontAlgn="auto" latinLnBrk="0" hangingPunct="1">
                        <a:lnSpc>
                          <a:spcPct val="100000"/>
                        </a:lnSpc>
                        <a:spcBef>
                          <a:spcPts val="0"/>
                        </a:spcBef>
                        <a:spcAft>
                          <a:spcPts val="0"/>
                        </a:spcAft>
                        <a:buClrTx/>
                        <a:buSzTx/>
                        <a:buFontTx/>
                        <a:buNone/>
                        <a:defRPr sz="2600">
                          <a:sym typeface="Helvetica Neue Medium" panose="02000503000000020004"/>
                        </a:defRPr>
                      </a:pPr>
                      <a:r>
                        <a:rPr sz="2600" b="0" i="0" u="none" strike="noStrike" cap="none" spc="0" baseline="0" dirty="0">
                          <a:ln>
                            <a:noFill/>
                          </a:ln>
                          <a:solidFill>
                            <a:srgbClr val="000000"/>
                          </a:solidFill>
                          <a:uFillTx/>
                          <a:latin typeface="Arial" panose="020B0604020202020204" pitchFamily="34" charset="0"/>
                          <a:ea typeface="Helvetica Neue Light" panose="02000503000000020004"/>
                          <a:cs typeface="Arial" panose="020B0604020202020204" pitchFamily="34" charset="0"/>
                          <a:sym typeface="Helvetica Neue Light" panose="02000503000000020004"/>
                        </a:rPr>
                        <a:t>4.  Measurement procedure </a:t>
                      </a:r>
                      <a:r>
                        <a:rPr sz="2600" b="0" i="0" u="none" strike="noStrike" cap="none" spc="0" baseline="0" dirty="0">
                          <a:solidFill>
                            <a:srgbClr val="000000"/>
                          </a:solidFill>
                          <a:uFillTx/>
                          <a:latin typeface="Arial" panose="020B0604020202020204" pitchFamily="34" charset="0"/>
                          <a:ea typeface="+mn-ea"/>
                          <a:cs typeface="Arial" panose="020B0604020202020204" pitchFamily="34" charset="0"/>
                          <a:sym typeface="Helvetica Neue Light" panose="02000503000000020004"/>
                        </a:rPr>
                        <a:t>：</a:t>
                      </a:r>
                      <a:r>
                        <a:rPr lang="en-US" sz="2600" b="0" i="0" u="none" strike="noStrike" cap="none" spc="0" baseline="0" dirty="0">
                          <a:ln>
                            <a:noFill/>
                          </a:ln>
                          <a:solidFill>
                            <a:srgbClr val="000000"/>
                          </a:solidFill>
                          <a:uFillTx/>
                          <a:latin typeface="Arial" panose="020B0604020202020204" pitchFamily="34" charset="0"/>
                          <a:ea typeface="Helvetica Neue Light" panose="02000503000000020004"/>
                          <a:cs typeface="Arial" panose="020B0604020202020204" pitchFamily="34" charset="0"/>
                          <a:sym typeface="Helvetica Neue Thin" panose="02000503000000020004"/>
                        </a:rPr>
                        <a:t>Same as the FAI</a:t>
                      </a:r>
                      <a:endParaRPr lang="en-US" sz="2600" b="0" i="0" u="none" strike="noStrike" cap="none" spc="0" baseline="0" dirty="0">
                        <a:solidFill>
                          <a:srgbClr val="000000"/>
                        </a:solidFill>
                        <a:uFillTx/>
                        <a:latin typeface="Arial" panose="020B0604020202020204" pitchFamily="34" charset="0"/>
                        <a:ea typeface="+mn-ea"/>
                        <a:cs typeface="Arial" panose="020B0604020202020204" pitchFamily="34" charset="0"/>
                        <a:sym typeface="Helvetica Neue Light" panose="02000503000000020004"/>
                      </a:endParaRPr>
                    </a:p>
                  </a:txBody>
                  <a:tcPr marL="12700" marR="12700" marT="12700" marB="12700" horzOverflow="overflow">
                    <a:lnL w="6350">
                      <a:solidFill>
                        <a:srgbClr val="000000"/>
                      </a:solidFill>
                    </a:lnL>
                    <a:lnR w="6350">
                      <a:solidFill>
                        <a:srgbClr val="000000"/>
                      </a:solidFill>
                    </a:lnR>
                    <a:lnT w="6350">
                      <a:solidFill>
                        <a:srgbClr val="000000"/>
                      </a:solidFill>
                    </a:lnT>
                    <a:lnB w="6350">
                      <a:solidFill>
                        <a:srgbClr val="000000"/>
                      </a:solidFill>
                    </a:lnB>
                  </a:tcPr>
                </a:tc>
                <a:extLst>
                  <a:ext uri="{0D108BD9-81ED-4DB2-BD59-A6C34878D82A}">
                    <a16:rowId xmlns:a16="http://schemas.microsoft.com/office/drawing/2014/main" val="10002"/>
                  </a:ext>
                </a:extLst>
              </a:tr>
            </a:tbl>
          </a:graphicData>
        </a:graphic>
      </p:graphicFrame>
      <p:sp>
        <p:nvSpPr>
          <p:cNvPr id="32" name="幻灯片编号"/>
          <p:cNvSpPr txBox="1">
            <a:spLocks noGrp="1"/>
          </p:cNvSpPr>
          <p:nvPr/>
        </p:nvSpPr>
        <p:spPr>
          <a:xfrm>
            <a:off x="11053811" y="13072808"/>
            <a:ext cx="474483" cy="482817"/>
          </a:xfrm>
          <a:prstGeom prst="rect">
            <a:avLst/>
          </a:prstGeom>
          <a:ln w="12700">
            <a:miter lim="400000"/>
          </a:ln>
        </p:spPr>
        <p:txBody>
          <a:bodyPr wrap="none" lIns="71434" tIns="71434" rIns="71434" bIns="71434">
            <a:sp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marL="0" marR="0" indent="0" algn="ctr" defTabSz="819150" rtl="0" fontAlgn="auto" latinLnBrk="0" hangingPunct="0">
              <a:lnSpc>
                <a:spcPct val="100000"/>
              </a:lnSpc>
              <a:spcBef>
                <a:spcPts val="0"/>
              </a:spcBef>
              <a:spcAft>
                <a:spcPts val="0"/>
              </a:spcAft>
              <a:buClrTx/>
              <a:buSzTx/>
              <a:buFontTx/>
              <a:buNone/>
              <a:defRPr kumimoji="0" sz="1200" b="0" i="0" u="none" strike="noStrike" cap="none" spc="0" normalizeH="0" baseline="0">
                <a:ln>
                  <a:noFill/>
                </a:ln>
                <a:solidFill>
                  <a:srgbClr val="606060"/>
                </a:solidFill>
                <a:effectLst/>
                <a:uFillTx/>
                <a:latin typeface="Helvetica Neue Light" panose="02000503000000020004"/>
                <a:ea typeface="Helvetica Neue Light" panose="02000503000000020004"/>
                <a:cs typeface="Helvetica Neue Light" panose="02000503000000020004"/>
                <a:sym typeface="Helvetica Neue Light" panose="02000503000000020004"/>
              </a:defRPr>
            </a:lvl1pPr>
            <a:lvl2pPr marL="0" marR="0" indent="0" algn="ctr" defTabSz="821055" rtl="0" fontAlgn="auto" latinLnBrk="0" hangingPunct="0">
              <a:lnSpc>
                <a:spcPct val="100000"/>
              </a:lnSpc>
              <a:spcBef>
                <a:spcPts val="0"/>
              </a:spcBef>
              <a:spcAft>
                <a:spcPts val="0"/>
              </a:spcAft>
              <a:buClrTx/>
              <a:buSzTx/>
              <a:buFontTx/>
              <a:buNone/>
              <a:defRPr kumimoji="0" sz="3200" b="0" i="0" u="none" strike="noStrike" cap="none" spc="0" normalizeH="0" baseline="0">
                <a:ln>
                  <a:noFill/>
                </a:ln>
                <a:solidFill>
                  <a:srgbClr val="000000"/>
                </a:solidFill>
                <a:effectLst/>
                <a:uFillTx/>
                <a:latin typeface="Helvetica Neue" panose="02000503000000020004"/>
                <a:ea typeface="Helvetica Neue" panose="02000503000000020004"/>
                <a:cs typeface="Helvetica Neue" panose="02000503000000020004"/>
                <a:sym typeface="Helvetica Neue" panose="02000503000000020004"/>
              </a:defRPr>
            </a:lvl2pPr>
            <a:lvl3pPr marL="0" marR="0" indent="0" algn="ctr" defTabSz="821055" rtl="0" fontAlgn="auto" latinLnBrk="0" hangingPunct="0">
              <a:lnSpc>
                <a:spcPct val="100000"/>
              </a:lnSpc>
              <a:spcBef>
                <a:spcPts val="0"/>
              </a:spcBef>
              <a:spcAft>
                <a:spcPts val="0"/>
              </a:spcAft>
              <a:buClrTx/>
              <a:buSzTx/>
              <a:buFontTx/>
              <a:buNone/>
              <a:defRPr kumimoji="0" sz="3200" b="0" i="0" u="none" strike="noStrike" cap="none" spc="0" normalizeH="0" baseline="0">
                <a:ln>
                  <a:noFill/>
                </a:ln>
                <a:solidFill>
                  <a:srgbClr val="000000"/>
                </a:solidFill>
                <a:effectLst/>
                <a:uFillTx/>
                <a:latin typeface="Helvetica Neue" panose="02000503000000020004"/>
                <a:ea typeface="Helvetica Neue" panose="02000503000000020004"/>
                <a:cs typeface="Helvetica Neue" panose="02000503000000020004"/>
                <a:sym typeface="Helvetica Neue" panose="02000503000000020004"/>
              </a:defRPr>
            </a:lvl3pPr>
            <a:lvl4pPr marL="0" marR="0" indent="0" algn="ctr" defTabSz="821055" rtl="0" fontAlgn="auto" latinLnBrk="0" hangingPunct="0">
              <a:lnSpc>
                <a:spcPct val="100000"/>
              </a:lnSpc>
              <a:spcBef>
                <a:spcPts val="0"/>
              </a:spcBef>
              <a:spcAft>
                <a:spcPts val="0"/>
              </a:spcAft>
              <a:buClrTx/>
              <a:buSzTx/>
              <a:buFontTx/>
              <a:buNone/>
              <a:defRPr kumimoji="0" sz="3200" b="0" i="0" u="none" strike="noStrike" cap="none" spc="0" normalizeH="0" baseline="0">
                <a:ln>
                  <a:noFill/>
                </a:ln>
                <a:solidFill>
                  <a:srgbClr val="000000"/>
                </a:solidFill>
                <a:effectLst/>
                <a:uFillTx/>
                <a:latin typeface="Helvetica Neue" panose="02000503000000020004"/>
                <a:ea typeface="Helvetica Neue" panose="02000503000000020004"/>
                <a:cs typeface="Helvetica Neue" panose="02000503000000020004"/>
                <a:sym typeface="Helvetica Neue" panose="02000503000000020004"/>
              </a:defRPr>
            </a:lvl4pPr>
            <a:lvl5pPr marL="0" marR="0" indent="0" algn="ctr" defTabSz="821055" rtl="0" fontAlgn="auto" latinLnBrk="0" hangingPunct="0">
              <a:lnSpc>
                <a:spcPct val="100000"/>
              </a:lnSpc>
              <a:spcBef>
                <a:spcPts val="0"/>
              </a:spcBef>
              <a:spcAft>
                <a:spcPts val="0"/>
              </a:spcAft>
              <a:buClrTx/>
              <a:buSzTx/>
              <a:buFontTx/>
              <a:buNone/>
              <a:defRPr kumimoji="0" sz="3200" b="0" i="0" u="none" strike="noStrike" cap="none" spc="0" normalizeH="0" baseline="0">
                <a:ln>
                  <a:noFill/>
                </a:ln>
                <a:solidFill>
                  <a:srgbClr val="000000"/>
                </a:solidFill>
                <a:effectLst/>
                <a:uFillTx/>
                <a:latin typeface="Helvetica Neue" panose="02000503000000020004"/>
                <a:ea typeface="Helvetica Neue" panose="02000503000000020004"/>
                <a:cs typeface="Helvetica Neue" panose="02000503000000020004"/>
                <a:sym typeface="Helvetica Neue" panose="02000503000000020004"/>
              </a:defRPr>
            </a:lvl5pPr>
            <a:lvl6pPr marL="0" marR="0" indent="0" algn="ctr" defTabSz="821055" rtl="0" fontAlgn="auto" latinLnBrk="0" hangingPunct="0">
              <a:lnSpc>
                <a:spcPct val="100000"/>
              </a:lnSpc>
              <a:spcBef>
                <a:spcPts val="0"/>
              </a:spcBef>
              <a:spcAft>
                <a:spcPts val="0"/>
              </a:spcAft>
              <a:buClrTx/>
              <a:buSzTx/>
              <a:buFontTx/>
              <a:buNone/>
              <a:defRPr kumimoji="0" sz="3200" b="0" i="0" u="none" strike="noStrike" cap="none" spc="0" normalizeH="0" baseline="0">
                <a:ln>
                  <a:noFill/>
                </a:ln>
                <a:solidFill>
                  <a:srgbClr val="000000"/>
                </a:solidFill>
                <a:effectLst/>
                <a:uFillTx/>
                <a:latin typeface="Helvetica Neue" panose="02000503000000020004"/>
                <a:ea typeface="Helvetica Neue" panose="02000503000000020004"/>
                <a:cs typeface="Helvetica Neue" panose="02000503000000020004"/>
                <a:sym typeface="Helvetica Neue" panose="02000503000000020004"/>
              </a:defRPr>
            </a:lvl6pPr>
            <a:lvl7pPr marL="0" marR="0" indent="0" algn="ctr" defTabSz="821055" rtl="0" fontAlgn="auto" latinLnBrk="0" hangingPunct="0">
              <a:lnSpc>
                <a:spcPct val="100000"/>
              </a:lnSpc>
              <a:spcBef>
                <a:spcPts val="0"/>
              </a:spcBef>
              <a:spcAft>
                <a:spcPts val="0"/>
              </a:spcAft>
              <a:buClrTx/>
              <a:buSzTx/>
              <a:buFontTx/>
              <a:buNone/>
              <a:defRPr kumimoji="0" sz="3200" b="0" i="0" u="none" strike="noStrike" cap="none" spc="0" normalizeH="0" baseline="0">
                <a:ln>
                  <a:noFill/>
                </a:ln>
                <a:solidFill>
                  <a:srgbClr val="000000"/>
                </a:solidFill>
                <a:effectLst/>
                <a:uFillTx/>
                <a:latin typeface="Helvetica Neue" panose="02000503000000020004"/>
                <a:ea typeface="Helvetica Neue" panose="02000503000000020004"/>
                <a:cs typeface="Helvetica Neue" panose="02000503000000020004"/>
                <a:sym typeface="Helvetica Neue" panose="02000503000000020004"/>
              </a:defRPr>
            </a:lvl7pPr>
            <a:lvl8pPr marL="0" marR="0" indent="0" algn="ctr" defTabSz="821055" rtl="0" fontAlgn="auto" latinLnBrk="0" hangingPunct="0">
              <a:lnSpc>
                <a:spcPct val="100000"/>
              </a:lnSpc>
              <a:spcBef>
                <a:spcPts val="0"/>
              </a:spcBef>
              <a:spcAft>
                <a:spcPts val="0"/>
              </a:spcAft>
              <a:buClrTx/>
              <a:buSzTx/>
              <a:buFontTx/>
              <a:buNone/>
              <a:defRPr kumimoji="0" sz="3200" b="0" i="0" u="none" strike="noStrike" cap="none" spc="0" normalizeH="0" baseline="0">
                <a:ln>
                  <a:noFill/>
                </a:ln>
                <a:solidFill>
                  <a:srgbClr val="000000"/>
                </a:solidFill>
                <a:effectLst/>
                <a:uFillTx/>
                <a:latin typeface="Helvetica Neue" panose="02000503000000020004"/>
                <a:ea typeface="Helvetica Neue" panose="02000503000000020004"/>
                <a:cs typeface="Helvetica Neue" panose="02000503000000020004"/>
                <a:sym typeface="Helvetica Neue" panose="02000503000000020004"/>
              </a:defRPr>
            </a:lvl8pPr>
            <a:lvl9pPr marL="0" marR="0" indent="0" algn="ctr" defTabSz="821055" rtl="0" fontAlgn="auto" latinLnBrk="0" hangingPunct="0">
              <a:lnSpc>
                <a:spcPct val="100000"/>
              </a:lnSpc>
              <a:spcBef>
                <a:spcPts val="0"/>
              </a:spcBef>
              <a:spcAft>
                <a:spcPts val="0"/>
              </a:spcAft>
              <a:buClrTx/>
              <a:buSzTx/>
              <a:buFontTx/>
              <a:buNone/>
              <a:defRPr kumimoji="0" sz="3200" b="0" i="0" u="none" strike="noStrike" cap="none" spc="0" normalizeH="0" baseline="0">
                <a:ln>
                  <a:noFill/>
                </a:ln>
                <a:solidFill>
                  <a:srgbClr val="000000"/>
                </a:solidFill>
                <a:effectLst/>
                <a:uFillTx/>
                <a:latin typeface="Helvetica Neue" panose="02000503000000020004"/>
                <a:ea typeface="Helvetica Neue" panose="02000503000000020004"/>
                <a:cs typeface="Helvetica Neue" panose="02000503000000020004"/>
                <a:sym typeface="Helvetica Neue" panose="02000503000000020004"/>
              </a:defRPr>
            </a:lvl9pPr>
          </a:lstStyle>
          <a:p>
            <a:pPr defTabSz="821055"/>
            <a:r>
              <a:rPr lang="en-US" sz="2200" dirty="0">
                <a:solidFill>
                  <a:srgbClr val="000000"/>
                </a:solidFill>
                <a:latin typeface="Helvetica Neue Thin" panose="02000503000000020004"/>
                <a:ea typeface="Helvetica Neue Thin" panose="02000503000000020004"/>
                <a:cs typeface="Helvetica Neue Thin" panose="02000503000000020004"/>
              </a:rPr>
              <a:t>28</a:t>
            </a:r>
            <a:endParaRPr sz="2200" dirty="0">
              <a:solidFill>
                <a:srgbClr val="000000"/>
              </a:solidFill>
              <a:latin typeface="Helvetica Neue Thin" panose="02000503000000020004"/>
              <a:ea typeface="Helvetica Neue Thin" panose="02000503000000020004"/>
              <a:cs typeface="Helvetica Neue Thin" panose="02000503000000020004"/>
            </a:endParaRPr>
          </a:p>
        </p:txBody>
      </p:sp>
      <p:sp>
        <p:nvSpPr>
          <p:cNvPr id="44" name="线条"/>
          <p:cNvSpPr/>
          <p:nvPr/>
        </p:nvSpPr>
        <p:spPr>
          <a:xfrm>
            <a:off x="6759097" y="11968029"/>
            <a:ext cx="1479959" cy="1"/>
          </a:xfrm>
          <a:prstGeom prst="line">
            <a:avLst/>
          </a:prstGeom>
          <a:ln w="25400">
            <a:solidFill>
              <a:srgbClr val="FFFFFF"/>
            </a:solidFill>
            <a:custDash>
              <a:ds d="200000" sp="200000"/>
            </a:custDash>
            <a:miter lim="400000"/>
            <a:tailEnd type="triangle"/>
          </a:ln>
        </p:spPr>
        <p:txBody>
          <a:bodyPr lIns="45718" tIns="45718" rIns="45718" bIns="45718"/>
          <a:lstStyle/>
          <a:p>
            <a:endParaRPr/>
          </a:p>
        </p:txBody>
      </p:sp>
      <p:sp>
        <p:nvSpPr>
          <p:cNvPr id="45" name="线条"/>
          <p:cNvSpPr/>
          <p:nvPr/>
        </p:nvSpPr>
        <p:spPr>
          <a:xfrm flipV="1">
            <a:off x="7106033" y="11507152"/>
            <a:ext cx="2" cy="741266"/>
          </a:xfrm>
          <a:prstGeom prst="line">
            <a:avLst/>
          </a:prstGeom>
          <a:ln w="25400">
            <a:solidFill>
              <a:srgbClr val="FFFFFF"/>
            </a:solidFill>
            <a:custDash>
              <a:ds d="200000" sp="200000"/>
            </a:custDash>
            <a:miter lim="400000"/>
            <a:tailEnd type="triangle"/>
          </a:ln>
        </p:spPr>
        <p:txBody>
          <a:bodyPr lIns="45718" tIns="45718" rIns="45718" bIns="45718"/>
          <a:lstStyle/>
          <a:p>
            <a:endParaRPr/>
          </a:p>
        </p:txBody>
      </p:sp>
      <p:sp>
        <p:nvSpPr>
          <p:cNvPr id="46" name="线条"/>
          <p:cNvSpPr/>
          <p:nvPr/>
        </p:nvSpPr>
        <p:spPr>
          <a:xfrm flipV="1">
            <a:off x="7472742" y="11546596"/>
            <a:ext cx="2" cy="741266"/>
          </a:xfrm>
          <a:prstGeom prst="line">
            <a:avLst/>
          </a:prstGeom>
          <a:ln w="25400">
            <a:solidFill>
              <a:srgbClr val="FFFFFF"/>
            </a:solidFill>
            <a:custDash>
              <a:ds d="200000" sp="200000"/>
            </a:custDash>
            <a:miter lim="400000"/>
            <a:tailEnd type="triangle"/>
          </a:ln>
        </p:spPr>
        <p:txBody>
          <a:bodyPr lIns="45718" tIns="45718" rIns="45718" bIns="45718"/>
          <a:lstStyle/>
          <a:p>
            <a:endParaRPr/>
          </a:p>
        </p:txBody>
      </p:sp>
      <p:sp>
        <p:nvSpPr>
          <p:cNvPr id="47" name="线条"/>
          <p:cNvSpPr/>
          <p:nvPr/>
        </p:nvSpPr>
        <p:spPr>
          <a:xfrm flipV="1">
            <a:off x="7788652" y="11546596"/>
            <a:ext cx="2" cy="741266"/>
          </a:xfrm>
          <a:prstGeom prst="line">
            <a:avLst/>
          </a:prstGeom>
          <a:ln w="25400">
            <a:solidFill>
              <a:srgbClr val="FFFFFF"/>
            </a:solidFill>
            <a:custDash>
              <a:ds d="200000" sp="200000"/>
            </a:custDash>
            <a:miter lim="400000"/>
            <a:tailEnd type="triangle"/>
          </a:ln>
        </p:spPr>
        <p:txBody>
          <a:bodyPr lIns="45718" tIns="45718" rIns="45718" bIns="45718"/>
          <a:lstStyle/>
          <a:p>
            <a:endParaRPr/>
          </a:p>
        </p:txBody>
      </p:sp>
      <p:sp>
        <p:nvSpPr>
          <p:cNvPr id="48" name="Length-Center"/>
          <p:cNvSpPr txBox="1"/>
          <p:nvPr/>
        </p:nvSpPr>
        <p:spPr>
          <a:xfrm>
            <a:off x="5994197" y="12094637"/>
            <a:ext cx="1332180" cy="311269"/>
          </a:xfrm>
          <a:prstGeom prst="rect">
            <a:avLst/>
          </a:prstGeom>
          <a:ln w="12700">
            <a:miter lim="400000"/>
          </a:ln>
        </p:spPr>
        <p:txBody>
          <a:bodyPr wrap="none" lIns="50800" tIns="50800" rIns="50800" bIns="50800" anchor="ctr">
            <a:spAutoFit/>
          </a:bodyPr>
          <a:lstStyle>
            <a:lvl1pPr defTabSz="457200">
              <a:tabLst>
                <a:tab pos="1282700" algn="l"/>
              </a:tabLst>
              <a:defRPr sz="1500">
                <a:solidFill>
                  <a:srgbClr val="FFFFFF"/>
                </a:solidFill>
                <a:latin typeface="Arial" panose="020B0604020202090204"/>
                <a:ea typeface="Arial" panose="020B0604020202090204"/>
                <a:cs typeface="Arial" panose="020B0604020202090204"/>
                <a:sym typeface="Arial" panose="020B0604020202090204"/>
              </a:defRPr>
            </a:lvl1pPr>
          </a:lstStyle>
          <a:p>
            <a:r>
              <a:t>Length-Center</a:t>
            </a:r>
          </a:p>
        </p:txBody>
      </p:sp>
      <p:sp>
        <p:nvSpPr>
          <p:cNvPr id="49" name="Width-Center"/>
          <p:cNvSpPr txBox="1"/>
          <p:nvPr/>
        </p:nvSpPr>
        <p:spPr>
          <a:xfrm>
            <a:off x="7642716" y="11118414"/>
            <a:ext cx="1161654" cy="298984"/>
          </a:xfrm>
          <a:prstGeom prst="rect">
            <a:avLst/>
          </a:prstGeom>
          <a:ln w="12700">
            <a:miter lim="400000"/>
          </a:ln>
        </p:spPr>
        <p:txBody>
          <a:bodyPr wrap="none" lIns="50800" tIns="50800" rIns="50800" bIns="50800" anchor="ctr">
            <a:spAutoFit/>
          </a:bodyPr>
          <a:lstStyle>
            <a:lvl1pPr defTabSz="457200">
              <a:tabLst>
                <a:tab pos="1282700" algn="l"/>
              </a:tabLst>
              <a:defRPr sz="1400">
                <a:solidFill>
                  <a:srgbClr val="FFFFFF"/>
                </a:solidFill>
                <a:latin typeface="Arial" panose="020B0604020202090204"/>
                <a:ea typeface="Arial" panose="020B0604020202090204"/>
                <a:cs typeface="Arial" panose="020B0604020202090204"/>
                <a:sym typeface="Arial" panose="020B0604020202090204"/>
              </a:defRPr>
            </a:lvl1pPr>
          </a:lstStyle>
          <a:p>
            <a:r>
              <a:t>Width-Center</a:t>
            </a:r>
          </a:p>
        </p:txBody>
      </p:sp>
      <p:sp>
        <p:nvSpPr>
          <p:cNvPr id="50" name="PIC 1  Block/column sample and measuring Coil"/>
          <p:cNvSpPr txBox="1"/>
          <p:nvPr/>
        </p:nvSpPr>
        <p:spPr>
          <a:xfrm>
            <a:off x="624537" y="12564024"/>
            <a:ext cx="3385298" cy="671708"/>
          </a:xfrm>
          <a:prstGeom prst="rect">
            <a:avLst/>
          </a:prstGeom>
          <a:ln w="12700">
            <a:miter lim="400000"/>
          </a:ln>
        </p:spPr>
        <p:txBody>
          <a:bodyPr lIns="76200" tIns="76200" rIns="76200" bIns="76200" anchor="ctr"/>
          <a:lstStyle>
            <a:lvl1pPr defTabSz="819150">
              <a:defRPr sz="1500"/>
            </a:lvl1pPr>
          </a:lstStyle>
          <a:p>
            <a:r>
              <a:rPr sz="1600" dirty="0">
                <a:latin typeface="Arial" panose="020B0604020202020204" pitchFamily="34" charset="0"/>
                <a:cs typeface="Arial" panose="020B0604020202020204" pitchFamily="34" charset="0"/>
              </a:rPr>
              <a:t>PIC 1 </a:t>
            </a:r>
            <a:r>
              <a:rPr lang="en-US" sz="1600" dirty="0">
                <a:latin typeface="Arial" panose="020B0604020202020204" pitchFamily="34" charset="0"/>
                <a:cs typeface="Arial" panose="020B0604020202020204" pitchFamily="34" charset="0"/>
              </a:rPr>
              <a:t>column mold </a:t>
            </a:r>
          </a:p>
        </p:txBody>
      </p:sp>
      <p:sp>
        <p:nvSpPr>
          <p:cNvPr id="53" name="线条"/>
          <p:cNvSpPr/>
          <p:nvPr/>
        </p:nvSpPr>
        <p:spPr>
          <a:xfrm>
            <a:off x="3773108" y="11417396"/>
            <a:ext cx="701113" cy="1"/>
          </a:xfrm>
          <a:prstGeom prst="line">
            <a:avLst/>
          </a:prstGeom>
          <a:ln w="38100">
            <a:solidFill>
              <a:srgbClr val="0365C0"/>
            </a:solidFill>
            <a:miter lim="400000"/>
            <a:tailEnd type="triangle"/>
          </a:ln>
        </p:spPr>
        <p:txBody>
          <a:bodyPr lIns="0" tIns="0" rIns="0" bIns="0"/>
          <a:lstStyle/>
          <a:p>
            <a:pPr defTabSz="825500">
              <a:defRPr sz="3600">
                <a:latin typeface="Helvetica Neue Light" panose="02000503000000020004"/>
                <a:ea typeface="Helvetica Neue Light" panose="02000503000000020004"/>
                <a:cs typeface="Helvetica Neue Light" panose="02000503000000020004"/>
                <a:sym typeface="Helvetica Neue Light" panose="02000503000000020004"/>
              </a:defRPr>
            </a:pPr>
            <a:endParaRPr/>
          </a:p>
        </p:txBody>
      </p:sp>
      <p:pic>
        <p:nvPicPr>
          <p:cNvPr id="54" name="成组" descr="成组"/>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8430372" y="10000489"/>
            <a:ext cx="2514605" cy="2548133"/>
          </a:xfrm>
          <a:prstGeom prst="rect">
            <a:avLst/>
          </a:prstGeom>
          <a:ln w="12700">
            <a:miter lim="400000"/>
            <a:headEnd/>
            <a:tailEnd/>
          </a:ln>
        </p:spPr>
      </p:pic>
      <p:sp>
        <p:nvSpPr>
          <p:cNvPr id="55" name="PIC 3  Set column sample size into program"/>
          <p:cNvSpPr txBox="1"/>
          <p:nvPr/>
        </p:nvSpPr>
        <p:spPr>
          <a:xfrm>
            <a:off x="8376950" y="12558390"/>
            <a:ext cx="3330874" cy="563403"/>
          </a:xfrm>
          <a:prstGeom prst="rect">
            <a:avLst/>
          </a:prstGeom>
          <a:ln w="12700">
            <a:miter lim="400000"/>
          </a:ln>
        </p:spPr>
        <p:txBody>
          <a:bodyPr lIns="76200" tIns="76200" rIns="76200" bIns="76200" anchor="ctr"/>
          <a:lstStyle>
            <a:lvl1pPr algn="l" defTabSz="819150">
              <a:defRPr sz="1500"/>
            </a:lvl1pPr>
          </a:lstStyle>
          <a:p>
            <a:r>
              <a:rPr dirty="0">
                <a:latin typeface="Arial" panose="020B0604020202020204" pitchFamily="34" charset="0"/>
                <a:cs typeface="Arial" panose="020B0604020202020204" pitchFamily="34" charset="0"/>
              </a:rPr>
              <a:t>PIC </a:t>
            </a:r>
            <a:r>
              <a:rPr lang="en-US" dirty="0">
                <a:latin typeface="Arial" panose="020B0604020202020204" pitchFamily="34" charset="0"/>
                <a:cs typeface="Arial" panose="020B0604020202020204" pitchFamily="34" charset="0"/>
              </a:rPr>
              <a:t>3</a:t>
            </a:r>
            <a:r>
              <a:rPr dirty="0">
                <a:latin typeface="Arial" panose="020B0604020202020204" pitchFamily="34" charset="0"/>
                <a:cs typeface="Arial" panose="020B0604020202020204" pitchFamily="34" charset="0"/>
              </a:rPr>
              <a:t>  Set column sample size into program</a:t>
            </a:r>
          </a:p>
        </p:txBody>
      </p:sp>
      <p:sp>
        <p:nvSpPr>
          <p:cNvPr id="56" name="线条"/>
          <p:cNvSpPr/>
          <p:nvPr/>
        </p:nvSpPr>
        <p:spPr>
          <a:xfrm>
            <a:off x="11082137" y="11417398"/>
            <a:ext cx="701113" cy="1"/>
          </a:xfrm>
          <a:prstGeom prst="line">
            <a:avLst/>
          </a:prstGeom>
          <a:ln w="38100">
            <a:solidFill>
              <a:srgbClr val="0365C0"/>
            </a:solidFill>
            <a:miter lim="400000"/>
            <a:tailEnd type="triangle"/>
          </a:ln>
        </p:spPr>
        <p:txBody>
          <a:bodyPr lIns="0" tIns="0" rIns="0" bIns="0"/>
          <a:lstStyle/>
          <a:p>
            <a:pPr defTabSz="825500">
              <a:defRPr sz="3600">
                <a:latin typeface="Helvetica Neue Light" panose="02000503000000020004"/>
                <a:ea typeface="Helvetica Neue Light" panose="02000503000000020004"/>
                <a:cs typeface="Helvetica Neue Light" panose="02000503000000020004"/>
                <a:sym typeface="Helvetica Neue Light" panose="02000503000000020004"/>
              </a:defRPr>
            </a:pPr>
            <a:endParaRPr/>
          </a:p>
        </p:txBody>
      </p:sp>
      <p:sp>
        <p:nvSpPr>
          <p:cNvPr id="57" name="PIC 4  Put column sample at machine plane with coil"/>
          <p:cNvSpPr txBox="1"/>
          <p:nvPr/>
        </p:nvSpPr>
        <p:spPr>
          <a:xfrm>
            <a:off x="11479318" y="12577954"/>
            <a:ext cx="3685381" cy="729342"/>
          </a:xfrm>
          <a:prstGeom prst="rect">
            <a:avLst/>
          </a:prstGeom>
          <a:solidFill>
            <a:srgbClr val="FFFFFF"/>
          </a:solidFill>
          <a:ln w="12700">
            <a:miter lim="400000"/>
          </a:ln>
        </p:spPr>
        <p:txBody>
          <a:bodyPr lIns="76200" tIns="76200" rIns="76200" bIns="76200" anchor="ctr"/>
          <a:lstStyle>
            <a:lvl1pPr defTabSz="819150">
              <a:defRPr sz="1500"/>
            </a:lvl1pPr>
          </a:lstStyle>
          <a:p>
            <a:r>
              <a:rPr dirty="0">
                <a:latin typeface="Arial" panose="020B0604020202020204" pitchFamily="34" charset="0"/>
                <a:cs typeface="Arial" panose="020B0604020202020204" pitchFamily="34" charset="0"/>
              </a:rPr>
              <a:t>PIC </a:t>
            </a:r>
            <a:r>
              <a:rPr lang="en-US" dirty="0">
                <a:latin typeface="Arial" panose="020B0604020202020204" pitchFamily="34" charset="0"/>
                <a:cs typeface="Arial" panose="020B0604020202020204" pitchFamily="34" charset="0"/>
              </a:rPr>
              <a:t>4</a:t>
            </a:r>
            <a:r>
              <a:rPr dirty="0">
                <a:latin typeface="Arial" panose="020B0604020202020204" pitchFamily="34" charset="0"/>
                <a:cs typeface="Arial" panose="020B0604020202020204" pitchFamily="34" charset="0"/>
              </a:rPr>
              <a:t>  Put column sample at machine plane </a:t>
            </a:r>
          </a:p>
        </p:txBody>
      </p:sp>
      <p:sp>
        <p:nvSpPr>
          <p:cNvPr id="58" name="线条"/>
          <p:cNvSpPr/>
          <p:nvPr/>
        </p:nvSpPr>
        <p:spPr>
          <a:xfrm>
            <a:off x="14120685" y="11546594"/>
            <a:ext cx="701114" cy="1"/>
          </a:xfrm>
          <a:prstGeom prst="line">
            <a:avLst/>
          </a:prstGeom>
          <a:ln w="38100">
            <a:solidFill>
              <a:srgbClr val="0365C0"/>
            </a:solidFill>
            <a:miter lim="400000"/>
            <a:tailEnd type="triangle"/>
          </a:ln>
        </p:spPr>
        <p:txBody>
          <a:bodyPr lIns="0" tIns="0" rIns="0" bIns="0"/>
          <a:lstStyle/>
          <a:p>
            <a:pPr defTabSz="825500">
              <a:defRPr sz="3600">
                <a:latin typeface="Helvetica Neue Light" panose="02000503000000020004"/>
                <a:ea typeface="Helvetica Neue Light" panose="02000503000000020004"/>
                <a:cs typeface="Helvetica Neue Light" panose="02000503000000020004"/>
                <a:sym typeface="Helvetica Neue Light" panose="02000503000000020004"/>
              </a:defRPr>
            </a:pPr>
            <a:endParaRPr/>
          </a:p>
        </p:txBody>
      </p:sp>
      <p:sp>
        <p:nvSpPr>
          <p:cNvPr id="62" name="PIC 5  Start test"/>
          <p:cNvSpPr txBox="1"/>
          <p:nvPr/>
        </p:nvSpPr>
        <p:spPr>
          <a:xfrm>
            <a:off x="16219536" y="12664388"/>
            <a:ext cx="2200229" cy="377914"/>
          </a:xfrm>
          <a:prstGeom prst="rect">
            <a:avLst/>
          </a:prstGeom>
          <a:ln w="12700">
            <a:miter lim="400000"/>
          </a:ln>
        </p:spPr>
        <p:txBody>
          <a:bodyPr lIns="76200" tIns="76200" rIns="76200" bIns="76200" anchor="ctr"/>
          <a:lstStyle>
            <a:lvl1pPr algn="l" defTabSz="819150">
              <a:defRPr sz="1500"/>
            </a:lvl1pPr>
          </a:lstStyle>
          <a:p>
            <a:r>
              <a:rPr dirty="0">
                <a:latin typeface="Arial" panose="020B0604020202020204" pitchFamily="34" charset="0"/>
                <a:cs typeface="Arial" panose="020B0604020202020204" pitchFamily="34" charset="0"/>
              </a:rPr>
              <a:t>PIC </a:t>
            </a:r>
            <a:r>
              <a:rPr lang="en-US" dirty="0">
                <a:latin typeface="Arial" panose="020B0604020202020204" pitchFamily="34" charset="0"/>
                <a:cs typeface="Arial" panose="020B0604020202020204" pitchFamily="34" charset="0"/>
              </a:rPr>
              <a:t>5</a:t>
            </a:r>
            <a:r>
              <a:rPr dirty="0">
                <a:latin typeface="Arial" panose="020B0604020202020204" pitchFamily="34" charset="0"/>
                <a:cs typeface="Arial" panose="020B0604020202020204" pitchFamily="34" charset="0"/>
              </a:rPr>
              <a:t>  Start test</a:t>
            </a:r>
          </a:p>
        </p:txBody>
      </p:sp>
      <p:sp>
        <p:nvSpPr>
          <p:cNvPr id="64" name="线条"/>
          <p:cNvSpPr/>
          <p:nvPr/>
        </p:nvSpPr>
        <p:spPr>
          <a:xfrm>
            <a:off x="19061919" y="11546595"/>
            <a:ext cx="701113" cy="1"/>
          </a:xfrm>
          <a:prstGeom prst="line">
            <a:avLst/>
          </a:prstGeom>
          <a:ln w="38100">
            <a:solidFill>
              <a:srgbClr val="0365C0"/>
            </a:solidFill>
            <a:miter lim="400000"/>
            <a:tailEnd type="triangle"/>
          </a:ln>
        </p:spPr>
        <p:txBody>
          <a:bodyPr lIns="0" tIns="0" rIns="0" bIns="0"/>
          <a:lstStyle/>
          <a:p>
            <a:pPr defTabSz="825500">
              <a:defRPr sz="3600">
                <a:latin typeface="Helvetica Neue Light" panose="02000503000000020004"/>
                <a:ea typeface="Helvetica Neue Light" panose="02000503000000020004"/>
                <a:cs typeface="Helvetica Neue Light" panose="02000503000000020004"/>
                <a:sym typeface="Helvetica Neue Light" panose="02000503000000020004"/>
              </a:defRPr>
            </a:pPr>
            <a:endParaRPr/>
          </a:p>
        </p:txBody>
      </p:sp>
      <p:sp>
        <p:nvSpPr>
          <p:cNvPr id="65" name="PIC 6  Record the value of Br, Hcb, Hcj, BH max."/>
          <p:cNvSpPr txBox="1"/>
          <p:nvPr/>
        </p:nvSpPr>
        <p:spPr>
          <a:xfrm>
            <a:off x="20116801" y="12528991"/>
            <a:ext cx="3338122" cy="615553"/>
          </a:xfrm>
          <a:prstGeom prst="rect">
            <a:avLst/>
          </a:prstGeom>
          <a:ln w="12700">
            <a:miter lim="400000"/>
          </a:ln>
        </p:spPr>
        <p:txBody>
          <a:bodyPr wrap="square" lIns="76200" tIns="76200" rIns="76200" bIns="76200" anchor="ctr">
            <a:spAutoFit/>
          </a:bodyPr>
          <a:lstStyle>
            <a:lvl1pPr defTabSz="819150">
              <a:defRPr sz="1500"/>
            </a:lvl1pPr>
          </a:lstStyle>
          <a:p>
            <a:r>
              <a:rPr dirty="0">
                <a:latin typeface="Arial" panose="020B0604020202020204" pitchFamily="34" charset="0"/>
                <a:cs typeface="Arial" panose="020B0604020202020204" pitchFamily="34" charset="0"/>
              </a:rPr>
              <a:t>PIC </a:t>
            </a:r>
            <a:r>
              <a:rPr lang="en-US" dirty="0">
                <a:latin typeface="Arial" panose="020B0604020202020204" pitchFamily="34" charset="0"/>
                <a:cs typeface="Arial" panose="020B0604020202020204" pitchFamily="34" charset="0"/>
              </a:rPr>
              <a:t>6</a:t>
            </a:r>
            <a:r>
              <a:rPr dirty="0">
                <a:latin typeface="Arial" panose="020B0604020202020204" pitchFamily="34" charset="0"/>
                <a:cs typeface="Arial" panose="020B0604020202020204" pitchFamily="34" charset="0"/>
              </a:rPr>
              <a:t>  Record the value of Br, Hcb, Hcj, BH max.</a:t>
            </a:r>
          </a:p>
        </p:txBody>
      </p:sp>
      <p:pic>
        <p:nvPicPr>
          <p:cNvPr id="35842" name="Picture 2"/>
          <p:cNvPicPr>
            <a:picLocks noChangeAspect="1" noChangeArrowheads="1"/>
          </p:cNvPicPr>
          <p:nvPr/>
        </p:nvPicPr>
        <p:blipFill>
          <a:blip r:embed="rId5"/>
          <a:srcRect/>
          <a:stretch>
            <a:fillRect/>
          </a:stretch>
        </p:blipFill>
        <p:spPr bwMode="auto">
          <a:xfrm>
            <a:off x="1067195" y="9352465"/>
            <a:ext cx="2562225" cy="3152775"/>
          </a:xfrm>
          <a:prstGeom prst="rect">
            <a:avLst/>
          </a:prstGeom>
          <a:noFill/>
          <a:ln w="9525">
            <a:noFill/>
            <a:miter lim="800000"/>
            <a:headEnd/>
            <a:tailEnd/>
          </a:ln>
          <a:effectLst/>
        </p:spPr>
      </p:pic>
      <p:pic>
        <p:nvPicPr>
          <p:cNvPr id="35843" name="Picture 3"/>
          <p:cNvPicPr>
            <a:picLocks noChangeAspect="1" noChangeArrowheads="1"/>
          </p:cNvPicPr>
          <p:nvPr/>
        </p:nvPicPr>
        <p:blipFill>
          <a:blip r:embed="rId6" cstate="email">
            <a:extLst>
              <a:ext uri="{28A0092B-C50C-407E-A947-70E740481C1C}">
                <a14:useLocalDpi xmlns:a14="http://schemas.microsoft.com/office/drawing/2010/main"/>
              </a:ext>
            </a:extLst>
          </a:blip>
          <a:srcRect/>
          <a:stretch>
            <a:fillRect/>
          </a:stretch>
        </p:blipFill>
        <p:spPr bwMode="auto">
          <a:xfrm>
            <a:off x="11781317" y="9849010"/>
            <a:ext cx="2270788" cy="2781078"/>
          </a:xfrm>
          <a:prstGeom prst="rect">
            <a:avLst/>
          </a:prstGeom>
          <a:noFill/>
          <a:ln w="9525">
            <a:noFill/>
            <a:miter lim="800000"/>
            <a:headEnd/>
            <a:tailEnd/>
          </a:ln>
          <a:effectLst/>
        </p:spPr>
      </p:pic>
      <p:pic>
        <p:nvPicPr>
          <p:cNvPr id="35844" name="Picture 4"/>
          <p:cNvPicPr>
            <a:picLocks noChangeAspect="1" noChangeArrowheads="1"/>
          </p:cNvPicPr>
          <p:nvPr/>
        </p:nvPicPr>
        <p:blipFill>
          <a:blip r:embed="rId7"/>
          <a:srcRect/>
          <a:stretch>
            <a:fillRect/>
          </a:stretch>
        </p:blipFill>
        <p:spPr bwMode="auto">
          <a:xfrm>
            <a:off x="19717312" y="9863329"/>
            <a:ext cx="3829050" cy="2714625"/>
          </a:xfrm>
          <a:prstGeom prst="rect">
            <a:avLst/>
          </a:prstGeom>
          <a:noFill/>
          <a:ln w="9525">
            <a:noFill/>
            <a:miter lim="800000"/>
            <a:headEnd/>
            <a:tailEnd/>
          </a:ln>
          <a:effectLst/>
        </p:spPr>
      </p:pic>
      <p:grpSp>
        <p:nvGrpSpPr>
          <p:cNvPr id="33" name="组合 32"/>
          <p:cNvGrpSpPr/>
          <p:nvPr/>
        </p:nvGrpSpPr>
        <p:grpSpPr>
          <a:xfrm>
            <a:off x="14776079" y="9989136"/>
            <a:ext cx="4307904" cy="2506586"/>
            <a:chOff x="14046038" y="9741105"/>
            <a:chExt cx="4734179" cy="2754617"/>
          </a:xfrm>
        </p:grpSpPr>
        <p:pic>
          <p:nvPicPr>
            <p:cNvPr id="60" name="Picture 3398" descr="Picture 3398"/>
            <p:cNvPicPr>
              <a:picLocks noChangeAspect="1"/>
            </p:cNvPicPr>
            <p:nvPr/>
          </p:nvPicPr>
          <p:blipFill>
            <a:blip r:embed="rId8" cstate="email"/>
            <a:srcRect/>
            <a:stretch>
              <a:fillRect/>
            </a:stretch>
          </p:blipFill>
          <p:spPr>
            <a:xfrm>
              <a:off x="14046038" y="9741105"/>
              <a:ext cx="1744466" cy="2754617"/>
            </a:xfrm>
            <a:prstGeom prst="rect">
              <a:avLst/>
            </a:prstGeom>
            <a:ln w="12700" cap="flat">
              <a:noFill/>
              <a:miter lim="400000"/>
              <a:headEnd/>
              <a:tailEnd/>
            </a:ln>
            <a:effectLst/>
          </p:spPr>
        </p:pic>
        <p:pic>
          <p:nvPicPr>
            <p:cNvPr id="2" name="Picture 2"/>
            <p:cNvPicPr>
              <a:picLocks noChangeAspect="1" noChangeArrowheads="1"/>
            </p:cNvPicPr>
            <p:nvPr/>
          </p:nvPicPr>
          <p:blipFill>
            <a:blip r:embed="rId9" cstate="email">
              <a:extLst>
                <a:ext uri="{28A0092B-C50C-407E-A947-70E740481C1C}">
                  <a14:useLocalDpi xmlns:a14="http://schemas.microsoft.com/office/drawing/2010/main"/>
                </a:ext>
              </a:extLst>
            </a:blip>
            <a:srcRect/>
            <a:stretch>
              <a:fillRect/>
            </a:stretch>
          </p:blipFill>
          <p:spPr bwMode="auto">
            <a:xfrm>
              <a:off x="15859084" y="10577320"/>
              <a:ext cx="2921133" cy="1517317"/>
            </a:xfrm>
            <a:prstGeom prst="rect">
              <a:avLst/>
            </a:prstGeom>
            <a:noFill/>
            <a:ln w="9525">
              <a:noFill/>
              <a:miter lim="800000"/>
              <a:headEnd/>
              <a:tailEnd/>
            </a:ln>
            <a:effectLst/>
          </p:spPr>
        </p:pic>
      </p:grpSp>
      <p:pic>
        <p:nvPicPr>
          <p:cNvPr id="3" name="Picture 3"/>
          <p:cNvPicPr>
            <a:picLocks noChangeAspect="1" noChangeArrowheads="1"/>
          </p:cNvPicPr>
          <p:nvPr/>
        </p:nvPicPr>
        <p:blipFill>
          <a:blip r:embed="rId10"/>
          <a:srcRect/>
          <a:stretch>
            <a:fillRect/>
          </a:stretch>
        </p:blipFill>
        <p:spPr bwMode="auto">
          <a:xfrm>
            <a:off x="4500622" y="10263456"/>
            <a:ext cx="3105150" cy="2200275"/>
          </a:xfrm>
          <a:prstGeom prst="rect">
            <a:avLst/>
          </a:prstGeom>
          <a:noFill/>
          <a:ln w="9525">
            <a:noFill/>
            <a:miter lim="800000"/>
            <a:headEnd/>
            <a:tailEnd/>
          </a:ln>
          <a:effectLst/>
        </p:spPr>
      </p:pic>
      <p:sp>
        <p:nvSpPr>
          <p:cNvPr id="34" name="线条"/>
          <p:cNvSpPr/>
          <p:nvPr/>
        </p:nvSpPr>
        <p:spPr>
          <a:xfrm>
            <a:off x="7682759" y="11417395"/>
            <a:ext cx="701113" cy="1"/>
          </a:xfrm>
          <a:prstGeom prst="line">
            <a:avLst/>
          </a:prstGeom>
          <a:ln w="38100">
            <a:solidFill>
              <a:srgbClr val="0365C0"/>
            </a:solidFill>
            <a:miter lim="400000"/>
            <a:tailEnd type="triangle"/>
          </a:ln>
        </p:spPr>
        <p:txBody>
          <a:bodyPr lIns="0" tIns="0" rIns="0" bIns="0"/>
          <a:lstStyle/>
          <a:p>
            <a:pPr defTabSz="825500">
              <a:defRPr sz="3600">
                <a:latin typeface="Helvetica Neue Light" panose="02000503000000020004"/>
                <a:ea typeface="Helvetica Neue Light" panose="02000503000000020004"/>
                <a:cs typeface="Helvetica Neue Light" panose="02000503000000020004"/>
                <a:sym typeface="Helvetica Neue Light" panose="02000503000000020004"/>
              </a:defRPr>
            </a:pPr>
            <a:endParaRPr/>
          </a:p>
        </p:txBody>
      </p:sp>
      <p:sp>
        <p:nvSpPr>
          <p:cNvPr id="35" name="PIC 3  Set column sample size into program"/>
          <p:cNvSpPr txBox="1"/>
          <p:nvPr/>
        </p:nvSpPr>
        <p:spPr>
          <a:xfrm>
            <a:off x="4557625" y="12495722"/>
            <a:ext cx="3330874" cy="563403"/>
          </a:xfrm>
          <a:prstGeom prst="rect">
            <a:avLst/>
          </a:prstGeom>
          <a:ln w="12700">
            <a:miter lim="400000"/>
          </a:ln>
        </p:spPr>
        <p:txBody>
          <a:bodyPr lIns="76200" tIns="76200" rIns="76200" bIns="76200" anchor="ctr"/>
          <a:lstStyle>
            <a:lvl1pPr algn="l" defTabSz="819150">
              <a:defRPr sz="1500"/>
            </a:lvl1pPr>
          </a:lstStyle>
          <a:p>
            <a:r>
              <a:rPr dirty="0">
                <a:latin typeface="Arial" panose="020B0604020202020204" pitchFamily="34" charset="0"/>
                <a:cs typeface="Arial" panose="020B0604020202020204" pitchFamily="34" charset="0"/>
              </a:rPr>
              <a:t>PIC </a:t>
            </a:r>
            <a:r>
              <a:rPr lang="en-US" dirty="0">
                <a:latin typeface="Arial" panose="020B0604020202020204" pitchFamily="34" charset="0"/>
                <a:cs typeface="Arial" panose="020B0604020202020204" pitchFamily="34" charset="0"/>
              </a:rPr>
              <a:t>2</a:t>
            </a:r>
            <a:r>
              <a:rPr dirty="0">
                <a:latin typeface="Arial" panose="020B0604020202020204" pitchFamily="34" charset="0"/>
                <a:cs typeface="Arial" panose="020B0604020202020204" pitchFamily="34" charset="0"/>
              </a:rPr>
              <a:t> </a:t>
            </a:r>
            <a:r>
              <a:rPr lang="en-US" dirty="0">
                <a:latin typeface="Arial" panose="020B0604020202020204" pitchFamily="34" charset="0"/>
                <a:cs typeface="Arial" panose="020B0604020202020204" pitchFamily="34" charset="0"/>
              </a:rPr>
              <a:t> </a:t>
            </a:r>
            <a:r>
              <a:rPr lang="el-GR" dirty="0">
                <a:solidFill>
                  <a:schemeClr val="tx1"/>
                </a:solidFill>
                <a:latin typeface="Arial" panose="020B0604020202020204" pitchFamily="34" charset="0"/>
                <a:cs typeface="Arial" panose="020B0604020202020204" pitchFamily="34" charset="0"/>
              </a:rPr>
              <a:t>Φ10</a:t>
            </a:r>
            <a:r>
              <a:rPr lang="en-US" dirty="0">
                <a:solidFill>
                  <a:schemeClr val="tx1"/>
                </a:solidFill>
                <a:latin typeface="Arial" panose="020B0604020202020204" pitchFamily="34" charset="0"/>
                <a:cs typeface="Arial" panose="020B0604020202020204" pitchFamily="34" charset="0"/>
              </a:rPr>
              <a:t>mm*10mm samples</a:t>
            </a:r>
            <a:endParaRPr dirty="0">
              <a:solidFill>
                <a:schemeClr val="tx1"/>
              </a:solidFill>
              <a:latin typeface="Arial" panose="020B0604020202020204" pitchFamily="34" charset="0"/>
              <a:cs typeface="Arial" panose="020B0604020202020204" pitchFamily="34" charset="0"/>
            </a:endParaRPr>
          </a:p>
        </p:txBody>
      </p:sp>
      <p:sp>
        <p:nvSpPr>
          <p:cNvPr id="36" name="MTD | X1335 Metrology Details-Magnet 160-02017-05 (Series)">
            <a:extLst>
              <a:ext uri="{FF2B5EF4-FFF2-40B4-BE49-F238E27FC236}">
                <a16:creationId xmlns:a16="http://schemas.microsoft.com/office/drawing/2014/main" id="{97E9F8AC-CB39-1B4D-BC63-0DDCCB87880A}"/>
              </a:ext>
            </a:extLst>
          </p:cNvPr>
          <p:cNvSpPr txBox="1">
            <a:spLocks/>
          </p:cNvSpPr>
          <p:nvPr/>
        </p:nvSpPr>
        <p:spPr>
          <a:xfrm>
            <a:off x="851245" y="959195"/>
            <a:ext cx="14591955" cy="84420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noAutofit/>
          </a:bodyPr>
          <a:lstStyle>
            <a:lvl1pPr marL="0" marR="0" indent="0" algn="ctr" defTabSz="821530" rtl="0" latinLnBrk="0">
              <a:lnSpc>
                <a:spcPct val="100000"/>
              </a:lnSpc>
              <a:spcBef>
                <a:spcPts val="0"/>
              </a:spcBef>
              <a:spcAft>
                <a:spcPts val="0"/>
              </a:spcAft>
              <a:buClrTx/>
              <a:buSzTx/>
              <a:buFontTx/>
              <a:buNone/>
              <a:tabLst/>
              <a:defRPr sz="11200" b="0" i="0" u="none" strike="noStrike" cap="none" spc="0" baseline="0">
                <a:ln>
                  <a:noFill/>
                </a:ln>
                <a:solidFill>
                  <a:srgbClr val="000000"/>
                </a:solidFill>
                <a:uFillTx/>
                <a:latin typeface="+mj-lt"/>
                <a:ea typeface="+mj-ea"/>
                <a:cs typeface="+mj-cs"/>
                <a:sym typeface="Helvetica Neue Medium"/>
              </a:defRPr>
            </a:lvl1pPr>
            <a:lvl2pPr marL="0" marR="0" indent="0" algn="ctr" defTabSz="821530" rtl="0" latinLnBrk="0">
              <a:lnSpc>
                <a:spcPct val="100000"/>
              </a:lnSpc>
              <a:spcBef>
                <a:spcPts val="0"/>
              </a:spcBef>
              <a:spcAft>
                <a:spcPts val="0"/>
              </a:spcAft>
              <a:buClrTx/>
              <a:buSzTx/>
              <a:buFontTx/>
              <a:buNone/>
              <a:tabLst/>
              <a:defRPr sz="11200" b="0" i="0" u="none" strike="noStrike" cap="none" spc="0" baseline="0">
                <a:ln>
                  <a:noFill/>
                </a:ln>
                <a:solidFill>
                  <a:srgbClr val="000000"/>
                </a:solidFill>
                <a:uFillTx/>
                <a:latin typeface="+mj-lt"/>
                <a:ea typeface="+mj-ea"/>
                <a:cs typeface="+mj-cs"/>
                <a:sym typeface="Helvetica Neue Medium"/>
              </a:defRPr>
            </a:lvl2pPr>
            <a:lvl3pPr marL="0" marR="0" indent="0" algn="ctr" defTabSz="821530" rtl="0" latinLnBrk="0">
              <a:lnSpc>
                <a:spcPct val="100000"/>
              </a:lnSpc>
              <a:spcBef>
                <a:spcPts val="0"/>
              </a:spcBef>
              <a:spcAft>
                <a:spcPts val="0"/>
              </a:spcAft>
              <a:buClrTx/>
              <a:buSzTx/>
              <a:buFontTx/>
              <a:buNone/>
              <a:tabLst/>
              <a:defRPr sz="11200" b="0" i="0" u="none" strike="noStrike" cap="none" spc="0" baseline="0">
                <a:ln>
                  <a:noFill/>
                </a:ln>
                <a:solidFill>
                  <a:srgbClr val="000000"/>
                </a:solidFill>
                <a:uFillTx/>
                <a:latin typeface="+mj-lt"/>
                <a:ea typeface="+mj-ea"/>
                <a:cs typeface="+mj-cs"/>
                <a:sym typeface="Helvetica Neue Medium"/>
              </a:defRPr>
            </a:lvl3pPr>
            <a:lvl4pPr marL="0" marR="0" indent="0" algn="ctr" defTabSz="821530" rtl="0" latinLnBrk="0">
              <a:lnSpc>
                <a:spcPct val="100000"/>
              </a:lnSpc>
              <a:spcBef>
                <a:spcPts val="0"/>
              </a:spcBef>
              <a:spcAft>
                <a:spcPts val="0"/>
              </a:spcAft>
              <a:buClrTx/>
              <a:buSzTx/>
              <a:buFontTx/>
              <a:buNone/>
              <a:tabLst/>
              <a:defRPr sz="11200" b="0" i="0" u="none" strike="noStrike" cap="none" spc="0" baseline="0">
                <a:ln>
                  <a:noFill/>
                </a:ln>
                <a:solidFill>
                  <a:srgbClr val="000000"/>
                </a:solidFill>
                <a:uFillTx/>
                <a:latin typeface="+mj-lt"/>
                <a:ea typeface="+mj-ea"/>
                <a:cs typeface="+mj-cs"/>
                <a:sym typeface="Helvetica Neue Medium"/>
              </a:defRPr>
            </a:lvl4pPr>
            <a:lvl5pPr marL="0" marR="0" indent="0" algn="ctr" defTabSz="821530" rtl="0" latinLnBrk="0">
              <a:lnSpc>
                <a:spcPct val="100000"/>
              </a:lnSpc>
              <a:spcBef>
                <a:spcPts val="0"/>
              </a:spcBef>
              <a:spcAft>
                <a:spcPts val="0"/>
              </a:spcAft>
              <a:buClrTx/>
              <a:buSzTx/>
              <a:buFontTx/>
              <a:buNone/>
              <a:tabLst/>
              <a:defRPr sz="11200" b="0" i="0" u="none" strike="noStrike" cap="none" spc="0" baseline="0">
                <a:ln>
                  <a:noFill/>
                </a:ln>
                <a:solidFill>
                  <a:srgbClr val="000000"/>
                </a:solidFill>
                <a:uFillTx/>
                <a:latin typeface="+mj-lt"/>
                <a:ea typeface="+mj-ea"/>
                <a:cs typeface="+mj-cs"/>
                <a:sym typeface="Helvetica Neue Medium"/>
              </a:defRPr>
            </a:lvl5pPr>
            <a:lvl6pPr marL="0" marR="0" indent="0" algn="ctr" defTabSz="821530" rtl="0" latinLnBrk="0">
              <a:lnSpc>
                <a:spcPct val="100000"/>
              </a:lnSpc>
              <a:spcBef>
                <a:spcPts val="0"/>
              </a:spcBef>
              <a:spcAft>
                <a:spcPts val="0"/>
              </a:spcAft>
              <a:buClrTx/>
              <a:buSzTx/>
              <a:buFontTx/>
              <a:buNone/>
              <a:tabLst/>
              <a:defRPr sz="11200" b="0" i="0" u="none" strike="noStrike" cap="none" spc="0" baseline="0">
                <a:ln>
                  <a:noFill/>
                </a:ln>
                <a:solidFill>
                  <a:srgbClr val="000000"/>
                </a:solidFill>
                <a:uFillTx/>
                <a:latin typeface="+mj-lt"/>
                <a:ea typeface="+mj-ea"/>
                <a:cs typeface="+mj-cs"/>
                <a:sym typeface="Helvetica Neue Medium"/>
              </a:defRPr>
            </a:lvl6pPr>
            <a:lvl7pPr marL="0" marR="0" indent="0" algn="ctr" defTabSz="821530" rtl="0" latinLnBrk="0">
              <a:lnSpc>
                <a:spcPct val="100000"/>
              </a:lnSpc>
              <a:spcBef>
                <a:spcPts val="0"/>
              </a:spcBef>
              <a:spcAft>
                <a:spcPts val="0"/>
              </a:spcAft>
              <a:buClrTx/>
              <a:buSzTx/>
              <a:buFontTx/>
              <a:buNone/>
              <a:tabLst/>
              <a:defRPr sz="11200" b="0" i="0" u="none" strike="noStrike" cap="none" spc="0" baseline="0">
                <a:ln>
                  <a:noFill/>
                </a:ln>
                <a:solidFill>
                  <a:srgbClr val="000000"/>
                </a:solidFill>
                <a:uFillTx/>
                <a:latin typeface="+mj-lt"/>
                <a:ea typeface="+mj-ea"/>
                <a:cs typeface="+mj-cs"/>
                <a:sym typeface="Helvetica Neue Medium"/>
              </a:defRPr>
            </a:lvl7pPr>
            <a:lvl8pPr marL="0" marR="0" indent="0" algn="ctr" defTabSz="821530" rtl="0" latinLnBrk="0">
              <a:lnSpc>
                <a:spcPct val="100000"/>
              </a:lnSpc>
              <a:spcBef>
                <a:spcPts val="0"/>
              </a:spcBef>
              <a:spcAft>
                <a:spcPts val="0"/>
              </a:spcAft>
              <a:buClrTx/>
              <a:buSzTx/>
              <a:buFontTx/>
              <a:buNone/>
              <a:tabLst/>
              <a:defRPr sz="11200" b="0" i="0" u="none" strike="noStrike" cap="none" spc="0" baseline="0">
                <a:ln>
                  <a:noFill/>
                </a:ln>
                <a:solidFill>
                  <a:srgbClr val="000000"/>
                </a:solidFill>
                <a:uFillTx/>
                <a:latin typeface="+mj-lt"/>
                <a:ea typeface="+mj-ea"/>
                <a:cs typeface="+mj-cs"/>
                <a:sym typeface="Helvetica Neue Medium"/>
              </a:defRPr>
            </a:lvl8pPr>
            <a:lvl9pPr marL="0" marR="0" indent="0" algn="ctr" defTabSz="821530" rtl="0" latinLnBrk="0">
              <a:lnSpc>
                <a:spcPct val="100000"/>
              </a:lnSpc>
              <a:spcBef>
                <a:spcPts val="0"/>
              </a:spcBef>
              <a:spcAft>
                <a:spcPts val="0"/>
              </a:spcAft>
              <a:buClrTx/>
              <a:buSzTx/>
              <a:buFontTx/>
              <a:buNone/>
              <a:tabLst/>
              <a:defRPr sz="11200" b="0" i="0" u="none" strike="noStrike" cap="none" spc="0" baseline="0">
                <a:ln>
                  <a:noFill/>
                </a:ln>
                <a:solidFill>
                  <a:srgbClr val="000000"/>
                </a:solidFill>
                <a:uFillTx/>
                <a:latin typeface="+mj-lt"/>
                <a:ea typeface="+mj-ea"/>
                <a:cs typeface="+mj-cs"/>
                <a:sym typeface="Helvetica Neue Medium"/>
              </a:defRPr>
            </a:lvl9pPr>
          </a:lstStyle>
          <a:p>
            <a:pPr algn="l" defTabSz="212866" hangingPunct="1">
              <a:defRPr sz="4400">
                <a:solidFill>
                  <a:srgbClr val="024C90"/>
                </a:solidFill>
                <a:latin typeface="Helvetica Neue Light"/>
                <a:ea typeface="Helvetica Neue Light"/>
                <a:cs typeface="Helvetica Neue Light"/>
                <a:sym typeface="Helvetica Neue Light"/>
              </a:defRPr>
            </a:pPr>
            <a:r>
              <a:rPr lang="en" sz="4400" dirty="0">
                <a:solidFill>
                  <a:srgbClr val="024C90"/>
                </a:solidFill>
                <a:latin typeface="Arial" panose="020B0604020202020204" pitchFamily="34" charset="0"/>
                <a:ea typeface="Helvetica Neue Light"/>
                <a:cs typeface="Arial" panose="020B0604020202020204" pitchFamily="34" charset="0"/>
                <a:sym typeface="Helvetica Neue Light"/>
              </a:rPr>
              <a:t>MTD</a:t>
            </a:r>
            <a:r>
              <a:rPr lang="en" sz="4400" dirty="0">
                <a:latin typeface="Arial" panose="020B0604020202020204" pitchFamily="34" charset="0"/>
                <a:ea typeface="Helvetica Neue Light"/>
                <a:cs typeface="Arial" panose="020B0604020202020204" pitchFamily="34" charset="0"/>
                <a:sym typeface="Helvetica Neue Light"/>
              </a:rPr>
              <a:t> | </a:t>
            </a:r>
            <a:r>
              <a:rPr lang="en-US" sz="4400" dirty="0">
                <a:solidFill>
                  <a:schemeClr val="tx1"/>
                </a:solidFill>
                <a:latin typeface="Arial" panose="020B0604020202020204" pitchFamily="34" charset="0"/>
                <a:ea typeface="Helvetica Neue Light"/>
                <a:cs typeface="Arial" panose="020B0604020202020204" pitchFamily="34" charset="0"/>
                <a:sym typeface="Helvetica Neue Light"/>
              </a:rPr>
              <a:t>R240</a:t>
            </a:r>
            <a:r>
              <a:rPr lang="en" sz="4400" dirty="0">
                <a:latin typeface="Arial" panose="020B0604020202020204" pitchFamily="34" charset="0"/>
                <a:ea typeface="Helvetica Neue Light"/>
                <a:cs typeface="Arial" panose="020B0604020202020204" pitchFamily="34" charset="0"/>
                <a:sym typeface="Helvetica Neue Light"/>
              </a:rPr>
              <a:t> </a:t>
            </a:r>
            <a:r>
              <a:rPr lang="en" sz="4400" dirty="0">
                <a:solidFill>
                  <a:schemeClr val="tx1"/>
                </a:solidFill>
                <a:latin typeface="Arial" panose="020B0604020202020204" pitchFamily="34" charset="0"/>
                <a:ea typeface="Helvetica Neue Light"/>
                <a:cs typeface="Arial" panose="020B0604020202020204" pitchFamily="34" charset="0"/>
                <a:sym typeface="Helvetica Neue Light"/>
              </a:rPr>
              <a:t>Metrology Details-Magnet </a:t>
            </a:r>
            <a:r>
              <a:rPr lang="sv-SE" altLang="zh-CN" sz="4400" dirty="0">
                <a:solidFill>
                  <a:schemeClr val="tx1"/>
                </a:solidFill>
                <a:latin typeface="Arial" panose="020B0604020202020204" pitchFamily="34" charset="0"/>
                <a:ea typeface="Helvetica Neue Light"/>
                <a:cs typeface="Arial" panose="020B0604020202020204" pitchFamily="34" charset="0"/>
                <a:sym typeface="Helvetica Neue Light"/>
              </a:rPr>
              <a:t>099-53721-08</a:t>
            </a:r>
          </a:p>
        </p:txBody>
      </p:sp>
      <p:graphicFrame>
        <p:nvGraphicFramePr>
          <p:cNvPr id="38" name="表格 37"/>
          <p:cNvGraphicFramePr>
            <a:graphicFrameLocks noGrp="1"/>
          </p:cNvGraphicFramePr>
          <p:nvPr>
            <p:extLst>
              <p:ext uri="{D42A27DB-BD31-4B8C-83A1-F6EECF244321}">
                <p14:modId xmlns:p14="http://schemas.microsoft.com/office/powerpoint/2010/main" val="3866392740"/>
              </p:ext>
            </p:extLst>
          </p:nvPr>
        </p:nvGraphicFramePr>
        <p:xfrm>
          <a:off x="13657962" y="5091664"/>
          <a:ext cx="9850380" cy="2197781"/>
        </p:xfrm>
        <a:graphic>
          <a:graphicData uri="http://schemas.openxmlformats.org/drawingml/2006/table">
            <a:tbl>
              <a:tblPr>
                <a:tableStyleId>{5940675A-B579-460E-94D1-54222C63F5DA}</a:tableStyleId>
              </a:tblPr>
              <a:tblGrid>
                <a:gridCol w="1213251">
                  <a:extLst>
                    <a:ext uri="{9D8B030D-6E8A-4147-A177-3AD203B41FA5}">
                      <a16:colId xmlns:a16="http://schemas.microsoft.com/office/drawing/2014/main" val="20000"/>
                    </a:ext>
                  </a:extLst>
                </a:gridCol>
                <a:gridCol w="1188976">
                  <a:extLst>
                    <a:ext uri="{9D8B030D-6E8A-4147-A177-3AD203B41FA5}">
                      <a16:colId xmlns:a16="http://schemas.microsoft.com/office/drawing/2014/main" val="20001"/>
                    </a:ext>
                  </a:extLst>
                </a:gridCol>
                <a:gridCol w="1429789">
                  <a:extLst>
                    <a:ext uri="{9D8B030D-6E8A-4147-A177-3AD203B41FA5}">
                      <a16:colId xmlns:a16="http://schemas.microsoft.com/office/drawing/2014/main" val="20002"/>
                    </a:ext>
                  </a:extLst>
                </a:gridCol>
                <a:gridCol w="1878677">
                  <a:extLst>
                    <a:ext uri="{9D8B030D-6E8A-4147-A177-3AD203B41FA5}">
                      <a16:colId xmlns:a16="http://schemas.microsoft.com/office/drawing/2014/main" val="20003"/>
                    </a:ext>
                  </a:extLst>
                </a:gridCol>
                <a:gridCol w="1762298">
                  <a:extLst>
                    <a:ext uri="{9D8B030D-6E8A-4147-A177-3AD203B41FA5}">
                      <a16:colId xmlns:a16="http://schemas.microsoft.com/office/drawing/2014/main" val="20004"/>
                    </a:ext>
                  </a:extLst>
                </a:gridCol>
                <a:gridCol w="2377389">
                  <a:extLst>
                    <a:ext uri="{9D8B030D-6E8A-4147-A177-3AD203B41FA5}">
                      <a16:colId xmlns:a16="http://schemas.microsoft.com/office/drawing/2014/main" val="20005"/>
                    </a:ext>
                  </a:extLst>
                </a:gridCol>
              </a:tblGrid>
              <a:tr h="802433">
                <a:tc>
                  <a:txBody>
                    <a:bodyPr/>
                    <a:lstStyle/>
                    <a:p>
                      <a:pPr algn="ctr" fontAlgn="ctr"/>
                      <a:r>
                        <a:rPr lang="en-US" altLang="zh-CN" sz="2000" b="0" i="0" u="none" strike="noStrike" dirty="0">
                          <a:solidFill>
                            <a:srgbClr val="000000"/>
                          </a:solidFill>
                          <a:effectLst/>
                          <a:latin typeface="Arial" panose="020B0604020202020204" pitchFamily="34" charset="0"/>
                          <a:ea typeface="Arial Unicode MS" panose="020B0604020202020204" pitchFamily="34" charset="-122"/>
                          <a:cs typeface="Arial" panose="020B0604020202020204" pitchFamily="34" charset="0"/>
                        </a:rPr>
                        <a:t>No.</a:t>
                      </a:r>
                    </a:p>
                  </a:txBody>
                  <a:tcPr marL="13693" marR="13693" marT="13693" marB="0" anchor="ctr">
                    <a:solidFill>
                      <a:schemeClr val="accent1">
                        <a:lumMod val="60000"/>
                        <a:lumOff val="40000"/>
                      </a:schemeClr>
                    </a:solidFill>
                  </a:tcPr>
                </a:tc>
                <a:tc>
                  <a:txBody>
                    <a:bodyPr/>
                    <a:lstStyle/>
                    <a:p>
                      <a:pPr algn="ctr" fontAlgn="ctr"/>
                      <a:r>
                        <a:rPr lang="en-US" sz="2000" u="none" strike="noStrike" dirty="0">
                          <a:effectLst/>
                          <a:latin typeface="Arial" panose="020B0604020202020204" pitchFamily="34" charset="0"/>
                          <a:cs typeface="Arial" panose="020B0604020202020204" pitchFamily="34" charset="0"/>
                        </a:rPr>
                        <a:t>Grade</a:t>
                      </a:r>
                      <a:endParaRPr lang="en-US" sz="2000" b="0" i="0" u="none" strike="noStrike" dirty="0">
                        <a:solidFill>
                          <a:srgbClr val="000000"/>
                        </a:solidFill>
                        <a:effectLst/>
                        <a:latin typeface="Arial" panose="020B0604020202020204" pitchFamily="34" charset="0"/>
                        <a:ea typeface="宋体" panose="02010600030101010101" pitchFamily="2" charset="-122"/>
                        <a:cs typeface="Arial" panose="020B0604020202020204" pitchFamily="34" charset="0"/>
                      </a:endParaRPr>
                    </a:p>
                  </a:txBody>
                  <a:tcPr marL="13693" marR="13693" marT="13693" marB="0" anchor="ctr">
                    <a:solidFill>
                      <a:schemeClr val="accent1">
                        <a:lumMod val="60000"/>
                        <a:lumOff val="40000"/>
                      </a:schemeClr>
                    </a:solidFill>
                  </a:tcPr>
                </a:tc>
                <a:tc>
                  <a:txBody>
                    <a:bodyPr/>
                    <a:lstStyle/>
                    <a:p>
                      <a:pPr algn="ctr" fontAlgn="ctr"/>
                      <a:r>
                        <a:rPr lang="en-US" sz="2000" u="none" strike="noStrike" dirty="0">
                          <a:effectLst/>
                          <a:latin typeface="Arial" panose="020B0604020202020204" pitchFamily="34" charset="0"/>
                          <a:cs typeface="Arial" panose="020B0604020202020204" pitchFamily="34" charset="0"/>
                        </a:rPr>
                        <a:t>Br(KGs)</a:t>
                      </a:r>
                      <a:endParaRPr lang="en-US" sz="2000" b="0" i="0" u="none" strike="noStrike" dirty="0">
                        <a:solidFill>
                          <a:srgbClr val="000000"/>
                        </a:solidFill>
                        <a:effectLst/>
                        <a:latin typeface="Arial" panose="020B0604020202020204" pitchFamily="34" charset="0"/>
                        <a:ea typeface="宋体" panose="02010600030101010101" pitchFamily="2" charset="-122"/>
                        <a:cs typeface="Arial" panose="020B0604020202020204" pitchFamily="34" charset="0"/>
                      </a:endParaRPr>
                    </a:p>
                  </a:txBody>
                  <a:tcPr marL="13693" marR="13693" marT="13693" marB="0" anchor="ctr">
                    <a:solidFill>
                      <a:schemeClr val="accent1">
                        <a:lumMod val="60000"/>
                        <a:lumOff val="40000"/>
                      </a:schemeClr>
                    </a:solidFill>
                  </a:tcPr>
                </a:tc>
                <a:tc>
                  <a:txBody>
                    <a:bodyPr/>
                    <a:lstStyle/>
                    <a:p>
                      <a:pPr algn="ctr" fontAlgn="ctr"/>
                      <a:r>
                        <a:rPr lang="en-US" sz="2000" b="0" i="0" u="none" strike="noStrike" dirty="0" err="1">
                          <a:solidFill>
                            <a:srgbClr val="000000"/>
                          </a:solidFill>
                          <a:effectLst/>
                          <a:latin typeface="Arial" panose="020B0604020202020204" pitchFamily="34" charset="0"/>
                          <a:ea typeface="宋体" panose="02010600030101010101" pitchFamily="2" charset="-122"/>
                          <a:cs typeface="Arial" panose="020B0604020202020204" pitchFamily="34" charset="0"/>
                        </a:rPr>
                        <a:t>H</a:t>
                      </a:r>
                      <a:r>
                        <a:rPr lang="en-US" altLang="zh-CN" sz="2000" b="0" i="0" u="none" strike="noStrike" dirty="0" err="1">
                          <a:solidFill>
                            <a:srgbClr val="000000"/>
                          </a:solidFill>
                          <a:effectLst/>
                          <a:latin typeface="Arial" panose="020B0604020202020204" pitchFamily="34" charset="0"/>
                          <a:ea typeface="宋体" panose="02010600030101010101" pitchFamily="2" charset="-122"/>
                          <a:cs typeface="Arial" panose="020B0604020202020204" pitchFamily="34" charset="0"/>
                        </a:rPr>
                        <a:t>cb</a:t>
                      </a:r>
                      <a:r>
                        <a:rPr lang="zh-CN" altLang="en-US" sz="2000" b="0" i="0" u="none" strike="noStrike" dirty="0">
                          <a:solidFill>
                            <a:srgbClr val="000000"/>
                          </a:solidFill>
                          <a:effectLst/>
                          <a:latin typeface="Arial" panose="020B0604020202020204" pitchFamily="34" charset="0"/>
                          <a:ea typeface="宋体" panose="02010600030101010101" pitchFamily="2" charset="-122"/>
                          <a:cs typeface="Arial" panose="020B0604020202020204" pitchFamily="34" charset="0"/>
                        </a:rPr>
                        <a:t>（</a:t>
                      </a:r>
                      <a:r>
                        <a:rPr lang="en-US" altLang="zh-CN" sz="2000" b="0" i="0" u="none" strike="noStrike" dirty="0" err="1">
                          <a:solidFill>
                            <a:srgbClr val="000000"/>
                          </a:solidFill>
                          <a:effectLst/>
                          <a:latin typeface="Arial" panose="020B0604020202020204" pitchFamily="34" charset="0"/>
                          <a:ea typeface="宋体" panose="02010600030101010101" pitchFamily="2" charset="-122"/>
                          <a:cs typeface="Arial" panose="020B0604020202020204" pitchFamily="34" charset="0"/>
                        </a:rPr>
                        <a:t>KOe</a:t>
                      </a:r>
                      <a:r>
                        <a:rPr lang="zh-CN" altLang="en-US" sz="2000" b="0" i="0" u="none" strike="noStrike" dirty="0">
                          <a:solidFill>
                            <a:srgbClr val="000000"/>
                          </a:solidFill>
                          <a:effectLst/>
                          <a:latin typeface="Arial" panose="020B0604020202020204" pitchFamily="34" charset="0"/>
                          <a:ea typeface="宋体" panose="02010600030101010101" pitchFamily="2" charset="-122"/>
                          <a:cs typeface="Arial" panose="020B0604020202020204" pitchFamily="34" charset="0"/>
                        </a:rPr>
                        <a:t>）</a:t>
                      </a:r>
                      <a:endParaRPr lang="en-US" sz="2000" b="0" i="0" u="none" strike="noStrike" dirty="0">
                        <a:solidFill>
                          <a:srgbClr val="000000"/>
                        </a:solidFill>
                        <a:effectLst/>
                        <a:latin typeface="Arial" panose="020B0604020202020204" pitchFamily="34" charset="0"/>
                        <a:ea typeface="宋体" panose="02010600030101010101" pitchFamily="2" charset="-122"/>
                        <a:cs typeface="Arial" panose="020B0604020202020204" pitchFamily="34" charset="0"/>
                      </a:endParaRPr>
                    </a:p>
                  </a:txBody>
                  <a:tcPr marL="13693" marR="13693" marT="13693" marB="0" anchor="ctr">
                    <a:solidFill>
                      <a:schemeClr val="accent1">
                        <a:lumMod val="60000"/>
                        <a:lumOff val="40000"/>
                      </a:schemeClr>
                    </a:solidFill>
                  </a:tcPr>
                </a:tc>
                <a:tc>
                  <a:txBody>
                    <a:bodyPr/>
                    <a:lstStyle/>
                    <a:p>
                      <a:pPr algn="ctr" fontAlgn="ctr"/>
                      <a:r>
                        <a:rPr lang="en-US" sz="2000" u="none" strike="noStrike" dirty="0" err="1">
                          <a:effectLst/>
                          <a:latin typeface="Arial" panose="020B0604020202020204" pitchFamily="34" charset="0"/>
                          <a:cs typeface="Arial" panose="020B0604020202020204" pitchFamily="34" charset="0"/>
                        </a:rPr>
                        <a:t>HcJ</a:t>
                      </a:r>
                      <a:r>
                        <a:rPr lang="en-US" sz="2000" u="none" strike="noStrike" dirty="0">
                          <a:effectLst/>
                          <a:latin typeface="Arial" panose="020B0604020202020204" pitchFamily="34" charset="0"/>
                          <a:cs typeface="Arial" panose="020B0604020202020204" pitchFamily="34" charset="0"/>
                        </a:rPr>
                        <a:t>(</a:t>
                      </a:r>
                      <a:r>
                        <a:rPr lang="en-US" sz="2000" u="none" strike="noStrike" dirty="0" err="1">
                          <a:effectLst/>
                          <a:latin typeface="Arial" panose="020B0604020202020204" pitchFamily="34" charset="0"/>
                          <a:cs typeface="Arial" panose="020B0604020202020204" pitchFamily="34" charset="0"/>
                        </a:rPr>
                        <a:t>KOe</a:t>
                      </a:r>
                      <a:r>
                        <a:rPr lang="en-US" sz="2000" u="none" strike="noStrike" dirty="0">
                          <a:effectLst/>
                          <a:latin typeface="Arial" panose="020B0604020202020204" pitchFamily="34" charset="0"/>
                          <a:cs typeface="Arial" panose="020B0604020202020204" pitchFamily="34" charset="0"/>
                        </a:rPr>
                        <a:t>)</a:t>
                      </a:r>
                      <a:endParaRPr lang="en-US" sz="2000" b="0" i="0" u="none" strike="noStrike" dirty="0">
                        <a:solidFill>
                          <a:srgbClr val="000000"/>
                        </a:solidFill>
                        <a:effectLst/>
                        <a:latin typeface="Arial" panose="020B0604020202020204" pitchFamily="34" charset="0"/>
                        <a:ea typeface="宋体" panose="02010600030101010101" pitchFamily="2" charset="-122"/>
                        <a:cs typeface="Arial" panose="020B0604020202020204" pitchFamily="34" charset="0"/>
                      </a:endParaRPr>
                    </a:p>
                  </a:txBody>
                  <a:tcPr marL="13693" marR="13693" marT="13693" marB="0" anchor="ctr">
                    <a:solidFill>
                      <a:schemeClr val="accent1">
                        <a:lumMod val="60000"/>
                        <a:lumOff val="40000"/>
                      </a:schemeClr>
                    </a:solidFill>
                  </a:tcPr>
                </a:tc>
                <a:tc>
                  <a:txBody>
                    <a:bodyPr/>
                    <a:lstStyle/>
                    <a:p>
                      <a:pPr algn="ctr" fontAlgn="ctr"/>
                      <a:r>
                        <a:rPr lang="en-US" sz="2000" u="none" strike="noStrike" dirty="0">
                          <a:effectLst/>
                          <a:latin typeface="Arial" panose="020B0604020202020204" pitchFamily="34" charset="0"/>
                          <a:cs typeface="Arial" panose="020B0604020202020204" pitchFamily="34" charset="0"/>
                        </a:rPr>
                        <a:t>BH Max(</a:t>
                      </a:r>
                      <a:r>
                        <a:rPr lang="en-US" sz="2000" u="none" strike="noStrike" dirty="0" err="1">
                          <a:effectLst/>
                          <a:latin typeface="Arial" panose="020B0604020202020204" pitchFamily="34" charset="0"/>
                          <a:cs typeface="Arial" panose="020B0604020202020204" pitchFamily="34" charset="0"/>
                        </a:rPr>
                        <a:t>MGOe</a:t>
                      </a:r>
                      <a:r>
                        <a:rPr lang="en-US" sz="2000" u="none" strike="noStrike" dirty="0">
                          <a:effectLst/>
                          <a:latin typeface="Arial" panose="020B0604020202020204" pitchFamily="34" charset="0"/>
                          <a:cs typeface="Arial" panose="020B0604020202020204" pitchFamily="34" charset="0"/>
                        </a:rPr>
                        <a:t>)</a:t>
                      </a:r>
                      <a:endParaRPr lang="en-US" sz="2000" b="0" i="0" u="none" strike="noStrike" dirty="0">
                        <a:solidFill>
                          <a:srgbClr val="000000"/>
                        </a:solidFill>
                        <a:effectLst/>
                        <a:latin typeface="Arial" panose="020B0604020202020204" pitchFamily="34" charset="0"/>
                        <a:ea typeface="宋体" panose="02010600030101010101" pitchFamily="2" charset="-122"/>
                        <a:cs typeface="Arial" panose="020B0604020202020204" pitchFamily="34" charset="0"/>
                      </a:endParaRPr>
                    </a:p>
                  </a:txBody>
                  <a:tcPr marL="13693" marR="13693" marT="13693" marB="0" anchor="ctr">
                    <a:solidFill>
                      <a:schemeClr val="accent1">
                        <a:lumMod val="60000"/>
                        <a:lumOff val="40000"/>
                      </a:schemeClr>
                    </a:solidFill>
                  </a:tcPr>
                </a:tc>
                <a:extLst>
                  <a:ext uri="{0D108BD9-81ED-4DB2-BD59-A6C34878D82A}">
                    <a16:rowId xmlns:a16="http://schemas.microsoft.com/office/drawing/2014/main" val="10000"/>
                  </a:ext>
                </a:extLst>
              </a:tr>
              <a:tr h="465116">
                <a:tc>
                  <a:txBody>
                    <a:bodyPr/>
                    <a:lstStyle/>
                    <a:p>
                      <a:pPr marL="0" marR="0" indent="0" algn="ctr" defTabSz="821530" eaLnBrk="1" fontAlgn="ctr" latinLnBrk="0" hangingPunct="1">
                        <a:lnSpc>
                          <a:spcPct val="100000"/>
                        </a:lnSpc>
                        <a:spcBef>
                          <a:spcPts val="0"/>
                        </a:spcBef>
                        <a:spcAft>
                          <a:spcPts val="0"/>
                        </a:spcAft>
                        <a:buClrTx/>
                        <a:buSzTx/>
                        <a:buFontTx/>
                        <a:buNone/>
                        <a:tabLst/>
                        <a:defRPr/>
                      </a:pPr>
                      <a:r>
                        <a:rPr lang="en-US" altLang="zh-CN" sz="2000" b="0" i="0" u="none" strike="noStrike" cap="none" spc="0" baseline="0" dirty="0">
                          <a:ln>
                            <a:noFill/>
                          </a:ln>
                          <a:solidFill>
                            <a:srgbClr val="000000"/>
                          </a:solidFill>
                          <a:uFillTx/>
                          <a:latin typeface="Arial" panose="020B0604020202020204" pitchFamily="34" charset="0"/>
                          <a:ea typeface="Arial" panose="020B0604020202020204"/>
                          <a:cs typeface="Arial" panose="020B0604020202020204" pitchFamily="34" charset="0"/>
                          <a:sym typeface="Helvetica Neue Light"/>
                        </a:rPr>
                        <a:t>11</a:t>
                      </a:r>
                    </a:p>
                  </a:txBody>
                  <a:tcPr marL="9525" marR="9525" marT="9525" marB="0" anchor="ctr"/>
                </a:tc>
                <a:tc rowSpan="3">
                  <a:txBody>
                    <a:bodyPr/>
                    <a:lstStyle/>
                    <a:p>
                      <a:pPr marL="0" marR="0" indent="0" algn="ctr" defTabSz="821530" eaLnBrk="1" fontAlgn="ctr" latinLnBrk="0" hangingPunct="1">
                        <a:lnSpc>
                          <a:spcPct val="100000"/>
                        </a:lnSpc>
                        <a:spcBef>
                          <a:spcPts val="0"/>
                        </a:spcBef>
                        <a:spcAft>
                          <a:spcPts val="0"/>
                        </a:spcAft>
                        <a:buClrTx/>
                        <a:buSzTx/>
                        <a:buFontTx/>
                        <a:buNone/>
                        <a:tabLst/>
                        <a:defRPr/>
                      </a:pPr>
                      <a:r>
                        <a:rPr lang="en-US" altLang="zh-CN" sz="2000" dirty="0">
                          <a:solidFill>
                            <a:srgbClr val="000000"/>
                          </a:solidFill>
                          <a:latin typeface="Arial" panose="020B0604020202020204" pitchFamily="34" charset="0"/>
                          <a:ea typeface="Arial" panose="020B0604020202020204"/>
                          <a:cs typeface="Arial" panose="020B0604020202020204" pitchFamily="34" charset="0"/>
                          <a:sym typeface="Arial" panose="020B0604020202020204"/>
                        </a:rPr>
                        <a:t>8-100RC</a:t>
                      </a:r>
                      <a:endParaRPr lang="en-US" altLang="zh-CN" sz="2000" b="0" i="0" u="none" strike="noStrike" dirty="0">
                        <a:solidFill>
                          <a:srgbClr val="000000"/>
                        </a:solidFill>
                        <a:effectLst/>
                        <a:latin typeface="Arial" panose="020B0604020202020204" pitchFamily="34" charset="0"/>
                        <a:ea typeface="宋体" panose="02010600030101010101" pitchFamily="2" charset="-122"/>
                        <a:cs typeface="Arial" panose="020B0604020202020204" pitchFamily="34" charset="0"/>
                      </a:endParaRPr>
                    </a:p>
                  </a:txBody>
                  <a:tcPr marL="13693" marR="13693" marT="13693" marB="0" anchor="ctr"/>
                </a:tc>
                <a:tc rowSpan="3">
                  <a:txBody>
                    <a:bodyPr/>
                    <a:lstStyle/>
                    <a:p>
                      <a:pPr marL="0" marR="0" indent="0" algn="ctr" defTabSz="821530" eaLnBrk="1" fontAlgn="ctr" latinLnBrk="0" hangingPunct="1">
                        <a:lnSpc>
                          <a:spcPct val="100000"/>
                        </a:lnSpc>
                        <a:spcBef>
                          <a:spcPts val="0"/>
                        </a:spcBef>
                        <a:spcAft>
                          <a:spcPts val="0"/>
                        </a:spcAft>
                        <a:buClrTx/>
                        <a:buSzTx/>
                        <a:buFontTx/>
                        <a:buNone/>
                        <a:tabLst/>
                        <a:defRPr/>
                      </a:pPr>
                      <a:r>
                        <a:rPr lang="en-US" altLang="zh-CN" sz="2000" b="0" i="0" u="none" strike="noStrike" dirty="0">
                          <a:solidFill>
                            <a:schemeClr val="tx1"/>
                          </a:solidFill>
                          <a:effectLst/>
                          <a:latin typeface="Arial" panose="020B0604020202020204" pitchFamily="34" charset="0"/>
                          <a:ea typeface="+mn-ea"/>
                          <a:cs typeface="Arial" panose="020B0604020202020204" pitchFamily="34" charset="0"/>
                        </a:rPr>
                        <a:t>6.0-6.8</a:t>
                      </a:r>
                      <a:endParaRPr lang="en-US" altLang="zh-CN" sz="2000" b="0" i="0" u="none" strike="noStrike" dirty="0">
                        <a:solidFill>
                          <a:srgbClr val="000000"/>
                        </a:solidFill>
                        <a:effectLst/>
                        <a:latin typeface="Arial" panose="020B0604020202020204" pitchFamily="34" charset="0"/>
                        <a:ea typeface="宋体" panose="02010600030101010101" pitchFamily="2" charset="-122"/>
                        <a:cs typeface="Arial" panose="020B0604020202020204" pitchFamily="34" charset="0"/>
                      </a:endParaRPr>
                    </a:p>
                  </a:txBody>
                  <a:tcPr marL="13693" marR="13693" marT="13693" marB="0" anchor="ctr"/>
                </a:tc>
                <a:tc rowSpan="3">
                  <a:txBody>
                    <a:bodyPr/>
                    <a:lstStyle/>
                    <a:p>
                      <a:pPr marL="0" marR="0" indent="0" algn="ctr" defTabSz="821530" eaLnBrk="1" fontAlgn="ctr" latinLnBrk="0" hangingPunct="1">
                        <a:lnSpc>
                          <a:spcPct val="100000"/>
                        </a:lnSpc>
                        <a:spcBef>
                          <a:spcPts val="0"/>
                        </a:spcBef>
                        <a:spcAft>
                          <a:spcPts val="0"/>
                        </a:spcAft>
                        <a:buClrTx/>
                        <a:buSzTx/>
                        <a:buFontTx/>
                        <a:buNone/>
                        <a:tabLst/>
                        <a:defRPr/>
                      </a:pPr>
                      <a:r>
                        <a:rPr lang="en-US" altLang="zh-CN" sz="2000" b="0" i="0" u="none" strike="noStrike" dirty="0">
                          <a:solidFill>
                            <a:srgbClr val="000000"/>
                          </a:solidFill>
                          <a:effectLst/>
                          <a:latin typeface="Arial" panose="020B0604020202020204" pitchFamily="34" charset="0"/>
                          <a:ea typeface="宋体" panose="02010600030101010101" pitchFamily="2" charset="-122"/>
                          <a:cs typeface="Arial" panose="020B0604020202020204" pitchFamily="34" charset="0"/>
                        </a:rPr>
                        <a:t>4.5-5.5</a:t>
                      </a:r>
                    </a:p>
                  </a:txBody>
                  <a:tcPr marL="13693" marR="13693" marT="13693" marB="0" anchor="ctr"/>
                </a:tc>
                <a:tc rowSpan="3">
                  <a:txBody>
                    <a:bodyPr/>
                    <a:lstStyle/>
                    <a:p>
                      <a:pPr marL="0" marR="0" indent="0" algn="ctr" defTabSz="821530" eaLnBrk="1" fontAlgn="ctr" latinLnBrk="0" hangingPunct="1">
                        <a:lnSpc>
                          <a:spcPct val="100000"/>
                        </a:lnSpc>
                        <a:spcBef>
                          <a:spcPts val="0"/>
                        </a:spcBef>
                        <a:spcAft>
                          <a:spcPts val="0"/>
                        </a:spcAft>
                        <a:buClrTx/>
                        <a:buSzTx/>
                        <a:buFontTx/>
                        <a:buNone/>
                        <a:tabLst/>
                        <a:defRPr/>
                      </a:pPr>
                      <a:r>
                        <a:rPr lang="en-US" altLang="zh-CN" sz="2000" u="none" strike="noStrike" dirty="0">
                          <a:effectLst/>
                          <a:latin typeface="Arial" panose="020B0604020202020204" pitchFamily="34" charset="0"/>
                          <a:cs typeface="Arial" panose="020B0604020202020204" pitchFamily="34" charset="0"/>
                        </a:rPr>
                        <a:t>8.0-10.0</a:t>
                      </a:r>
                      <a:endParaRPr lang="en-US" altLang="zh-CN" sz="2000" b="0" i="0" u="none" strike="noStrike" dirty="0">
                        <a:solidFill>
                          <a:srgbClr val="000000"/>
                        </a:solidFill>
                        <a:effectLst/>
                        <a:latin typeface="Arial" panose="020B0604020202020204" pitchFamily="34" charset="0"/>
                        <a:ea typeface="宋体" panose="02010600030101010101" pitchFamily="2" charset="-122"/>
                        <a:cs typeface="Arial" panose="020B0604020202020204" pitchFamily="34" charset="0"/>
                      </a:endParaRPr>
                    </a:p>
                  </a:txBody>
                  <a:tcPr marL="13693" marR="13693" marT="13693" marB="0" anchor="ctr"/>
                </a:tc>
                <a:tc rowSpan="3">
                  <a:txBody>
                    <a:bodyPr/>
                    <a:lstStyle/>
                    <a:p>
                      <a:pPr marL="0" marR="0" indent="0" algn="ctr" defTabSz="821530" eaLnBrk="1" fontAlgn="ctr" latinLnBrk="0" hangingPunct="1">
                        <a:lnSpc>
                          <a:spcPct val="100000"/>
                        </a:lnSpc>
                        <a:spcBef>
                          <a:spcPts val="0"/>
                        </a:spcBef>
                        <a:spcAft>
                          <a:spcPts val="0"/>
                        </a:spcAft>
                        <a:buClrTx/>
                        <a:buSzTx/>
                        <a:buFontTx/>
                        <a:buNone/>
                        <a:tabLst/>
                        <a:defRPr/>
                      </a:pPr>
                      <a:r>
                        <a:rPr lang="en-US" altLang="zh-CN" sz="2000" u="none" strike="noStrike" dirty="0">
                          <a:effectLst/>
                          <a:latin typeface="Arial" panose="020B0604020202020204" pitchFamily="34" charset="0"/>
                          <a:cs typeface="Arial" panose="020B0604020202020204" pitchFamily="34" charset="0"/>
                        </a:rPr>
                        <a:t>7.5-9.0</a:t>
                      </a:r>
                      <a:endParaRPr lang="en-US" altLang="zh-CN" sz="2000" b="0" i="0" u="none" strike="noStrike" dirty="0">
                        <a:solidFill>
                          <a:srgbClr val="000000"/>
                        </a:solidFill>
                        <a:effectLst/>
                        <a:latin typeface="Arial" panose="020B0604020202020204" pitchFamily="34" charset="0"/>
                        <a:ea typeface="宋体" panose="02010600030101010101" pitchFamily="2" charset="-122"/>
                        <a:cs typeface="Arial" panose="020B0604020202020204" pitchFamily="34" charset="0"/>
                      </a:endParaRPr>
                    </a:p>
                  </a:txBody>
                  <a:tcPr marL="13693" marR="13693" marT="13693" marB="0" anchor="ctr"/>
                </a:tc>
                <a:extLst>
                  <a:ext uri="{0D108BD9-81ED-4DB2-BD59-A6C34878D82A}">
                    <a16:rowId xmlns:a16="http://schemas.microsoft.com/office/drawing/2014/main" val="10001"/>
                  </a:ext>
                </a:extLst>
              </a:tr>
              <a:tr h="465116">
                <a:tc>
                  <a:txBody>
                    <a:bodyPr/>
                    <a:lstStyle/>
                    <a:p>
                      <a:pPr marL="0" marR="0" indent="0" algn="ctr" defTabSz="821530" eaLnBrk="1" fontAlgn="ctr" latinLnBrk="0" hangingPunct="1">
                        <a:lnSpc>
                          <a:spcPct val="100000"/>
                        </a:lnSpc>
                        <a:spcBef>
                          <a:spcPts val="0"/>
                        </a:spcBef>
                        <a:spcAft>
                          <a:spcPts val="0"/>
                        </a:spcAft>
                        <a:buClrTx/>
                        <a:buSzTx/>
                        <a:buFontTx/>
                        <a:buNone/>
                        <a:tabLst/>
                        <a:defRPr/>
                      </a:pPr>
                      <a:r>
                        <a:rPr lang="en-US" altLang="zh-CN" sz="2000" b="0" i="0" u="none" strike="noStrike" cap="none" spc="0" baseline="0" dirty="0">
                          <a:ln>
                            <a:noFill/>
                          </a:ln>
                          <a:solidFill>
                            <a:srgbClr val="000000"/>
                          </a:solidFill>
                          <a:uFillTx/>
                          <a:latin typeface="Arial" panose="020B0604020202020204" pitchFamily="34" charset="0"/>
                          <a:ea typeface="Arial" panose="020B0604020202020204"/>
                          <a:cs typeface="Arial" panose="020B0604020202020204" pitchFamily="34" charset="0"/>
                          <a:sym typeface="Helvetica Neue Light"/>
                        </a:rPr>
                        <a:t>34</a:t>
                      </a:r>
                    </a:p>
                  </a:txBody>
                  <a:tcPr marL="9525" marR="9525" marT="9525" marB="0" anchor="ctr"/>
                </a:tc>
                <a:tc vMerge="1">
                  <a:txBody>
                    <a:bodyPr/>
                    <a:lstStyle/>
                    <a:p>
                      <a:pPr algn="ctr" fontAlgn="ctr"/>
                      <a:endParaRPr lang="en-US" altLang="zh-CN" sz="1800" b="0" i="0" u="none" strike="noStrike" dirty="0">
                        <a:solidFill>
                          <a:srgbClr val="000000"/>
                        </a:solidFill>
                        <a:effectLst/>
                        <a:latin typeface="Arial" panose="020B0604020202020204" pitchFamily="34" charset="0"/>
                        <a:ea typeface="宋体" panose="02010600030101010101" pitchFamily="2" charset="-122"/>
                      </a:endParaRPr>
                    </a:p>
                  </a:txBody>
                  <a:tcPr marL="9525" marR="9525" marT="9525" marB="0" anchor="ctr"/>
                </a:tc>
                <a:tc vMerge="1">
                  <a:txBody>
                    <a:bodyPr/>
                    <a:lstStyle/>
                    <a:p>
                      <a:pPr algn="ctr" fontAlgn="ctr"/>
                      <a:endParaRPr lang="en-US" altLang="zh-CN" sz="1800" b="0" i="0" u="none" strike="noStrike" dirty="0">
                        <a:solidFill>
                          <a:srgbClr val="000000"/>
                        </a:solidFill>
                        <a:effectLst/>
                        <a:latin typeface="Arial" panose="020B0604020202020204" pitchFamily="34" charset="0"/>
                        <a:ea typeface="宋体" panose="02010600030101010101" pitchFamily="2" charset="-122"/>
                      </a:endParaRPr>
                    </a:p>
                  </a:txBody>
                  <a:tcPr marL="9525" marR="9525" marT="9525" marB="0" anchor="ctr"/>
                </a:tc>
                <a:tc vMerge="1">
                  <a:txBody>
                    <a:bodyPr/>
                    <a:lstStyle/>
                    <a:p>
                      <a:endParaRPr lang="zh-CN" altLang="en-US"/>
                    </a:p>
                  </a:txBody>
                  <a:tcPr/>
                </a:tc>
                <a:tc vMerge="1">
                  <a:txBody>
                    <a:bodyPr/>
                    <a:lstStyle/>
                    <a:p>
                      <a:pPr algn="ctr" fontAlgn="ctr"/>
                      <a:endParaRPr lang="en-US" altLang="zh-CN" sz="1800" b="0" i="0" u="none" strike="noStrike" dirty="0">
                        <a:solidFill>
                          <a:srgbClr val="000000"/>
                        </a:solidFill>
                        <a:effectLst/>
                        <a:latin typeface="Arial" panose="020B0604020202020204" pitchFamily="34" charset="0"/>
                        <a:ea typeface="宋体" panose="02010600030101010101" pitchFamily="2" charset="-122"/>
                      </a:endParaRPr>
                    </a:p>
                  </a:txBody>
                  <a:tcPr marL="9525" marR="9525" marT="9525" marB="0" anchor="ctr"/>
                </a:tc>
                <a:tc vMerge="1">
                  <a:txBody>
                    <a:bodyPr/>
                    <a:lstStyle/>
                    <a:p>
                      <a:pPr algn="ctr" fontAlgn="ctr"/>
                      <a:endParaRPr lang="en-US" altLang="zh-CN" sz="1800" b="0" i="0" u="none" strike="noStrike" dirty="0">
                        <a:solidFill>
                          <a:srgbClr val="000000"/>
                        </a:solidFill>
                        <a:effectLst/>
                        <a:latin typeface="Arial" panose="020B0604020202020204" pitchFamily="34" charset="0"/>
                        <a:ea typeface="宋体" panose="02010600030101010101" pitchFamily="2" charset="-122"/>
                      </a:endParaRPr>
                    </a:p>
                  </a:txBody>
                  <a:tcPr marL="9525" marR="9525" marT="9525" marB="0" anchor="ctr"/>
                </a:tc>
                <a:extLst>
                  <a:ext uri="{0D108BD9-81ED-4DB2-BD59-A6C34878D82A}">
                    <a16:rowId xmlns:a16="http://schemas.microsoft.com/office/drawing/2014/main" val="10002"/>
                  </a:ext>
                </a:extLst>
              </a:tr>
              <a:tr h="465116">
                <a:tc>
                  <a:txBody>
                    <a:bodyPr/>
                    <a:lstStyle/>
                    <a:p>
                      <a:pPr marL="0" marR="0" indent="0" algn="ctr" defTabSz="821530" eaLnBrk="1" fontAlgn="ctr" latinLnBrk="0" hangingPunct="1">
                        <a:lnSpc>
                          <a:spcPct val="100000"/>
                        </a:lnSpc>
                        <a:spcBef>
                          <a:spcPts val="0"/>
                        </a:spcBef>
                        <a:spcAft>
                          <a:spcPts val="0"/>
                        </a:spcAft>
                        <a:buClrTx/>
                        <a:buSzTx/>
                        <a:buFontTx/>
                        <a:buNone/>
                        <a:tabLst/>
                        <a:defRPr/>
                      </a:pPr>
                      <a:r>
                        <a:rPr lang="en-US" altLang="zh-CN" sz="2000" b="0" i="0" u="none" strike="noStrike" cap="none" spc="0" baseline="0" dirty="0">
                          <a:ln>
                            <a:noFill/>
                          </a:ln>
                          <a:solidFill>
                            <a:srgbClr val="000000"/>
                          </a:solidFill>
                          <a:uFillTx/>
                          <a:latin typeface="Arial" panose="020B0604020202020204" pitchFamily="34" charset="0"/>
                          <a:ea typeface="Arial" panose="020B0604020202020204"/>
                          <a:cs typeface="Arial" panose="020B0604020202020204" pitchFamily="34" charset="0"/>
                          <a:sym typeface="Helvetica Neue Light"/>
                        </a:rPr>
                        <a:t>35</a:t>
                      </a:r>
                    </a:p>
                  </a:txBody>
                  <a:tcPr marL="9525" marR="9525" marT="9525" marB="0" anchor="ctr"/>
                </a:tc>
                <a:tc vMerge="1">
                  <a:txBody>
                    <a:bodyPr/>
                    <a:lstStyle/>
                    <a:p>
                      <a:pPr algn="ctr" fontAlgn="ctr"/>
                      <a:endParaRPr lang="en-US" altLang="zh-CN" sz="1800" b="0" i="0" u="none" strike="noStrike" dirty="0">
                        <a:solidFill>
                          <a:srgbClr val="000000"/>
                        </a:solidFill>
                        <a:effectLst/>
                        <a:latin typeface="Arial" panose="020B0604020202020204" pitchFamily="34" charset="0"/>
                        <a:ea typeface="宋体" panose="02010600030101010101" pitchFamily="2" charset="-122"/>
                      </a:endParaRPr>
                    </a:p>
                  </a:txBody>
                  <a:tcPr marL="9525" marR="9525" marT="9525" marB="0" anchor="ctr"/>
                </a:tc>
                <a:tc vMerge="1">
                  <a:txBody>
                    <a:bodyPr/>
                    <a:lstStyle/>
                    <a:p>
                      <a:pPr algn="ctr" fontAlgn="ctr"/>
                      <a:endParaRPr lang="en-US" altLang="zh-CN" sz="1800" b="0" i="0" u="none" strike="noStrike" dirty="0">
                        <a:solidFill>
                          <a:srgbClr val="000000"/>
                        </a:solidFill>
                        <a:effectLst/>
                        <a:latin typeface="Arial" panose="020B0604020202020204" pitchFamily="34" charset="0"/>
                        <a:ea typeface="宋体" panose="02010600030101010101" pitchFamily="2" charset="-122"/>
                      </a:endParaRPr>
                    </a:p>
                  </a:txBody>
                  <a:tcPr marL="9525" marR="9525" marT="9525" marB="0" anchor="ctr"/>
                </a:tc>
                <a:tc vMerge="1">
                  <a:txBody>
                    <a:bodyPr/>
                    <a:lstStyle/>
                    <a:p>
                      <a:endParaRPr lang="zh-CN" altLang="en-US"/>
                    </a:p>
                  </a:txBody>
                  <a:tcPr/>
                </a:tc>
                <a:tc vMerge="1">
                  <a:txBody>
                    <a:bodyPr/>
                    <a:lstStyle/>
                    <a:p>
                      <a:pPr algn="ctr" fontAlgn="ctr"/>
                      <a:endParaRPr lang="en-US" altLang="zh-CN" sz="1800" b="0" i="0" u="none" strike="noStrike" dirty="0">
                        <a:solidFill>
                          <a:srgbClr val="000000"/>
                        </a:solidFill>
                        <a:effectLst/>
                        <a:latin typeface="Arial" panose="020B0604020202020204" pitchFamily="34" charset="0"/>
                        <a:ea typeface="宋体" panose="02010600030101010101" pitchFamily="2" charset="-122"/>
                      </a:endParaRPr>
                    </a:p>
                  </a:txBody>
                  <a:tcPr marL="9525" marR="9525" marT="9525" marB="0" anchor="ctr"/>
                </a:tc>
                <a:tc vMerge="1">
                  <a:txBody>
                    <a:bodyPr/>
                    <a:lstStyle/>
                    <a:p>
                      <a:pPr algn="ctr" fontAlgn="ctr"/>
                      <a:endParaRPr lang="en-US" altLang="zh-CN" sz="1800" b="0" i="0" u="none" strike="noStrike" dirty="0">
                        <a:solidFill>
                          <a:srgbClr val="000000"/>
                        </a:solidFill>
                        <a:effectLst/>
                        <a:latin typeface="Arial" panose="020B0604020202020204" pitchFamily="34" charset="0"/>
                        <a:ea typeface="宋体" panose="02010600030101010101" pitchFamily="2" charset="-122"/>
                      </a:endParaRPr>
                    </a:p>
                  </a:txBody>
                  <a:tcPr marL="9525" marR="9525" marT="9525" marB="0" anchor="ctr"/>
                </a:tc>
                <a:extLst>
                  <a:ext uri="{0D108BD9-81ED-4DB2-BD59-A6C34878D82A}">
                    <a16:rowId xmlns:a16="http://schemas.microsoft.com/office/drawing/2014/main" val="10003"/>
                  </a:ext>
                </a:extLst>
              </a:tr>
            </a:tbl>
          </a:graphicData>
        </a:graphic>
      </p:graphicFrame>
      <p:grpSp>
        <p:nvGrpSpPr>
          <p:cNvPr id="40" name="组合 39"/>
          <p:cNvGrpSpPr/>
          <p:nvPr/>
        </p:nvGrpSpPr>
        <p:grpSpPr>
          <a:xfrm>
            <a:off x="12156570" y="7994298"/>
            <a:ext cx="11196719" cy="1675344"/>
            <a:chOff x="1336715" y="8101702"/>
            <a:chExt cx="12124441" cy="1675344"/>
          </a:xfrm>
        </p:grpSpPr>
        <p:pic>
          <p:nvPicPr>
            <p:cNvPr id="41" name="图片 40"/>
            <p:cNvPicPr>
              <a:picLocks noChangeAspect="1"/>
            </p:cNvPicPr>
            <p:nvPr/>
          </p:nvPicPr>
          <p:blipFill>
            <a:blip r:embed="rId11" cstate="email">
              <a:extLst>
                <a:ext uri="{28A0092B-C50C-407E-A947-70E740481C1C}">
                  <a14:useLocalDpi xmlns:a14="http://schemas.microsoft.com/office/drawing/2010/main"/>
                </a:ext>
              </a:extLst>
            </a:blip>
            <a:stretch>
              <a:fillRect/>
            </a:stretch>
          </p:blipFill>
          <p:spPr>
            <a:xfrm>
              <a:off x="1354716" y="8101702"/>
              <a:ext cx="12106440" cy="1675344"/>
            </a:xfrm>
            <a:prstGeom prst="rect">
              <a:avLst/>
            </a:prstGeom>
          </p:spPr>
        </p:pic>
        <p:sp>
          <p:nvSpPr>
            <p:cNvPr id="42" name="矩形 41"/>
            <p:cNvSpPr/>
            <p:nvPr/>
          </p:nvSpPr>
          <p:spPr>
            <a:xfrm>
              <a:off x="1336715" y="8237251"/>
              <a:ext cx="8619790" cy="194480"/>
            </a:xfrm>
            <a:prstGeom prst="rect">
              <a:avLst/>
            </a:prstGeom>
            <a:noFill/>
            <a:ln w="25400" cap="flat">
              <a:solidFill>
                <a:srgbClr val="FF0000"/>
              </a:solid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71436" tIns="71436" rIns="71436" bIns="71436" numCol="1" spcCol="38100" rtlCol="0" anchor="ctr">
              <a:spAutoFit/>
            </a:bodyPr>
            <a:lstStyle/>
            <a:p>
              <a:pPr marL="0" marR="0" indent="0" algn="ctr" defTabSz="821690" rtl="0" fontAlgn="auto" latinLnBrk="0" hangingPunct="0">
                <a:lnSpc>
                  <a:spcPct val="100000"/>
                </a:lnSpc>
                <a:spcBef>
                  <a:spcPts val="0"/>
                </a:spcBef>
                <a:spcAft>
                  <a:spcPts val="0"/>
                </a:spcAft>
                <a:buClrTx/>
                <a:buSzTx/>
                <a:buFontTx/>
                <a:buNone/>
              </a:pPr>
              <a:endParaRPr kumimoji="0" lang="zh-CN" altLang="en-US" sz="3200" b="0" i="0" u="none" strike="noStrike" cap="none" spc="0" normalizeH="0" baseline="0">
                <a:ln>
                  <a:noFill/>
                </a:ln>
                <a:solidFill>
                  <a:srgbClr val="000000"/>
                </a:solidFill>
                <a:effectLst/>
                <a:uFillTx/>
                <a:latin typeface="+mj-lt"/>
                <a:ea typeface="+mj-ea"/>
                <a:cs typeface="+mj-cs"/>
                <a:sym typeface="Helvetica Neue Medium" panose="02000503000000020004"/>
              </a:endParaRPr>
            </a:p>
          </p:txBody>
        </p:sp>
      </p:grpSp>
    </p:spTree>
    <p:extLst>
      <p:ext uri="{BB962C8B-B14F-4D97-AF65-F5344CB8AC3E}">
        <p14:creationId xmlns:p14="http://schemas.microsoft.com/office/powerpoint/2010/main" val="614003024"/>
      </p:ext>
    </p:extLst>
  </p:cSld>
  <p:clrMapOvr>
    <a:masterClrMapping/>
  </p:clrMapOvr>
  <p:transition spd="med"/>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表格 5"/>
          <p:cNvGraphicFramePr>
            <a:graphicFrameLocks noGrp="1"/>
          </p:cNvGraphicFramePr>
          <p:nvPr>
            <p:custDataLst>
              <p:tags r:id="rId1"/>
            </p:custDataLst>
            <p:extLst>
              <p:ext uri="{D42A27DB-BD31-4B8C-83A1-F6EECF244321}">
                <p14:modId xmlns:p14="http://schemas.microsoft.com/office/powerpoint/2010/main" val="3815860270"/>
              </p:ext>
            </p:extLst>
          </p:nvPr>
        </p:nvGraphicFramePr>
        <p:xfrm>
          <a:off x="771524" y="1888000"/>
          <a:ext cx="22886893" cy="11729380"/>
        </p:xfrm>
        <a:graphic>
          <a:graphicData uri="http://schemas.openxmlformats.org/drawingml/2006/table">
            <a:tbl>
              <a:tblPr>
                <a:tableStyleId>{4C3C2611-4C71-4FC5-86AE-919BDF0F9419}</a:tableStyleId>
              </a:tblPr>
              <a:tblGrid>
                <a:gridCol w="11010168">
                  <a:extLst>
                    <a:ext uri="{9D8B030D-6E8A-4147-A177-3AD203B41FA5}">
                      <a16:colId xmlns:a16="http://schemas.microsoft.com/office/drawing/2014/main" val="20000"/>
                    </a:ext>
                  </a:extLst>
                </a:gridCol>
                <a:gridCol w="11876725">
                  <a:extLst>
                    <a:ext uri="{9D8B030D-6E8A-4147-A177-3AD203B41FA5}">
                      <a16:colId xmlns:a16="http://schemas.microsoft.com/office/drawing/2014/main" val="20001"/>
                    </a:ext>
                  </a:extLst>
                </a:gridCol>
              </a:tblGrid>
              <a:tr h="659867">
                <a:tc gridSpan="2">
                  <a:txBody>
                    <a:bodyPr/>
                    <a:lstStyle/>
                    <a:p>
                      <a:pPr algn="l" defTabSz="409575">
                        <a:defRPr sz="3000">
                          <a:solidFill>
                            <a:srgbClr val="0433FF"/>
                          </a:solidFill>
                          <a:sym typeface="Helvetica Neue Medium" panose="02000503000000020004"/>
                        </a:defRPr>
                      </a:pPr>
                      <a:r>
                        <a:rPr lang="en-US" altLang="zh-CN" sz="3000" b="0" i="0" u="none" strike="noStrike" cap="none" spc="0" baseline="0" dirty="0">
                          <a:ln>
                            <a:noFill/>
                          </a:ln>
                          <a:solidFill>
                            <a:srgbClr val="000000"/>
                          </a:solidFill>
                          <a:uFillTx/>
                          <a:latin typeface="Arial" panose="020B0604020202020204" pitchFamily="34" charset="0"/>
                          <a:ea typeface="Helvetica Neue Light" panose="02000503000000020004"/>
                          <a:cs typeface="Arial" panose="020B0604020202020204" pitchFamily="34" charset="0"/>
                          <a:sym typeface="Helvetica Neue Medium" panose="02000503000000020004"/>
                        </a:rPr>
                        <a:t>MATERIAL</a:t>
                      </a:r>
                      <a:r>
                        <a:rPr lang="en-US" altLang="zh-CN" sz="3000" dirty="0">
                          <a:latin typeface="Arial" panose="020B0604020202020204" pitchFamily="34" charset="0"/>
                          <a:cs typeface="Arial" panose="020B0604020202020204" pitchFamily="34" charset="0"/>
                          <a:sym typeface="Helvetica Neue Medium" panose="02000503000000020004"/>
                        </a:rPr>
                        <a:t> </a:t>
                      </a:r>
                      <a:r>
                        <a:rPr lang="en-US" altLang="zh-CN" sz="3000" b="0" i="0" u="none" strike="noStrike" cap="none" spc="0" baseline="0" dirty="0">
                          <a:ln>
                            <a:noFill/>
                          </a:ln>
                          <a:solidFill>
                            <a:srgbClr val="000000"/>
                          </a:solidFill>
                          <a:uFillTx/>
                          <a:latin typeface="Arial" panose="020B0604020202020204" pitchFamily="34" charset="0"/>
                          <a:ea typeface="Helvetica Neue Light" panose="02000503000000020004"/>
                          <a:cs typeface="Arial" panose="020B0604020202020204" pitchFamily="34" charset="0"/>
                          <a:sym typeface="Helvetica Neue Medium" panose="02000503000000020004"/>
                        </a:rPr>
                        <a:t>PROPERTIES:</a:t>
                      </a:r>
                      <a:r>
                        <a:rPr lang="en-US" altLang="zh-CN" dirty="0">
                          <a:solidFill>
                            <a:srgbClr val="000000"/>
                          </a:solidFill>
                          <a:latin typeface="Arial" panose="020B0604020202020204" pitchFamily="34" charset="0"/>
                          <a:ea typeface="Arial" panose="020B0604020202020204"/>
                          <a:cs typeface="Arial" panose="020B0604020202020204" pitchFamily="34" charset="0"/>
                          <a:sym typeface="Arial" panose="020B0604020202020204"/>
                        </a:rPr>
                        <a:t>12H-100RC:</a:t>
                      </a:r>
                      <a:r>
                        <a:rPr lang="en-US" altLang="zh-CN" dirty="0">
                          <a:solidFill>
                            <a:srgbClr val="000000"/>
                          </a:solidFill>
                          <a:latin typeface="Arial" panose="020B0604020202020204" pitchFamily="34" charset="0"/>
                          <a:cs typeface="Arial" panose="020B0604020202020204" pitchFamily="34" charset="0"/>
                        </a:rPr>
                        <a:t> Br:7.2~8.0kGs;Hcb:5.5~6.5kOe;Hcj:9.0~10.0kOe;BH(Max):11.0~12.0(</a:t>
                      </a:r>
                      <a:r>
                        <a:rPr lang="en-US" altLang="zh-CN" dirty="0" err="1">
                          <a:solidFill>
                            <a:srgbClr val="000000"/>
                          </a:solidFill>
                          <a:latin typeface="Arial" panose="020B0604020202020204" pitchFamily="34" charset="0"/>
                          <a:cs typeface="Arial" panose="020B0604020202020204" pitchFamily="34" charset="0"/>
                        </a:rPr>
                        <a:t>MGOe</a:t>
                      </a:r>
                      <a:r>
                        <a:rPr lang="en-US" altLang="zh-CN" dirty="0">
                          <a:solidFill>
                            <a:srgbClr val="000000"/>
                          </a:solidFill>
                          <a:latin typeface="Arial" panose="020B0604020202020204" pitchFamily="34" charset="0"/>
                          <a:cs typeface="Arial" panose="020B0604020202020204" pitchFamily="34" charset="0"/>
                        </a:rPr>
                        <a:t>)</a:t>
                      </a:r>
                    </a:p>
                  </a:txBody>
                  <a:tcPr marL="12700" marR="12700" marT="12700" marB="12700" anchor="ctr" horzOverflow="overflow">
                    <a:lnL w="6350">
                      <a:solidFill>
                        <a:srgbClr val="000000"/>
                      </a:solidFill>
                    </a:lnL>
                    <a:lnR w="6350">
                      <a:solidFill>
                        <a:srgbClr val="000000"/>
                      </a:solidFill>
                    </a:lnR>
                    <a:lnT w="6350">
                      <a:solidFill>
                        <a:srgbClr val="000000"/>
                      </a:solidFill>
                    </a:lnT>
                    <a:lnB w="6350">
                      <a:solidFill>
                        <a:srgbClr val="000000"/>
                      </a:solidFill>
                    </a:lnB>
                    <a:solidFill>
                      <a:srgbClr val="C1E1FE"/>
                    </a:solidFill>
                  </a:tcPr>
                </a:tc>
                <a:tc hMerge="1">
                  <a:txBody>
                    <a:bodyPr/>
                    <a:lstStyle/>
                    <a:p>
                      <a:endParaRPr lang="zh-CN"/>
                    </a:p>
                  </a:txBody>
                  <a:tcPr/>
                </a:tc>
                <a:extLst>
                  <a:ext uri="{0D108BD9-81ED-4DB2-BD59-A6C34878D82A}">
                    <a16:rowId xmlns:a16="http://schemas.microsoft.com/office/drawing/2014/main" val="10000"/>
                  </a:ext>
                </a:extLst>
              </a:tr>
              <a:tr h="650433">
                <a:tc>
                  <a:txBody>
                    <a:bodyPr/>
                    <a:lstStyle/>
                    <a:p>
                      <a:pPr defTabSz="409575">
                        <a:defRPr sz="1800"/>
                      </a:pPr>
                      <a:r>
                        <a:rPr sz="3000" b="0" i="0" u="none" strike="noStrike" cap="none" spc="0" baseline="0" dirty="0">
                          <a:ln>
                            <a:noFill/>
                          </a:ln>
                          <a:solidFill>
                            <a:srgbClr val="000000"/>
                          </a:solidFill>
                          <a:uFillTx/>
                          <a:latin typeface="Arial" panose="020B0604020202020204" pitchFamily="34" charset="0"/>
                          <a:ea typeface="Helvetica Neue Light" panose="02000503000000020004"/>
                          <a:cs typeface="Arial" panose="020B0604020202020204" pitchFamily="34" charset="0"/>
                          <a:sym typeface="Helvetica Neue Medium" panose="02000503000000020004"/>
                        </a:rPr>
                        <a:t>FAI</a:t>
                      </a:r>
                    </a:p>
                  </a:txBody>
                  <a:tcPr marL="12700" marR="12700" marT="12700" marB="12700" anchor="ctr" horzOverflow="overflow">
                    <a:lnL w="6350">
                      <a:solidFill>
                        <a:srgbClr val="000000"/>
                      </a:solidFill>
                    </a:lnL>
                    <a:lnR w="6350">
                      <a:solidFill>
                        <a:srgbClr val="000000"/>
                      </a:solidFill>
                    </a:lnR>
                    <a:lnT w="6350">
                      <a:solidFill>
                        <a:srgbClr val="000000"/>
                      </a:solidFill>
                    </a:lnT>
                    <a:lnB w="6350">
                      <a:solidFill>
                        <a:srgbClr val="000000"/>
                      </a:solidFill>
                    </a:lnB>
                    <a:solidFill>
                      <a:srgbClr val="C1E1FE"/>
                    </a:solidFill>
                  </a:tcPr>
                </a:tc>
                <a:tc>
                  <a:txBody>
                    <a:bodyPr/>
                    <a:lstStyle/>
                    <a:p>
                      <a:pPr defTabSz="409575">
                        <a:defRPr sz="1800"/>
                      </a:pPr>
                      <a:r>
                        <a:rPr sz="3000" b="0" i="0" u="none" strike="noStrike" cap="none" spc="0" baseline="0" dirty="0">
                          <a:ln>
                            <a:noFill/>
                          </a:ln>
                          <a:solidFill>
                            <a:srgbClr val="000000"/>
                          </a:solidFill>
                          <a:uFillTx/>
                          <a:latin typeface="Arial" panose="020B0604020202020204" pitchFamily="34" charset="0"/>
                          <a:ea typeface="Helvetica Neue Light" panose="02000503000000020004"/>
                          <a:cs typeface="Arial" panose="020B0604020202020204" pitchFamily="34" charset="0"/>
                          <a:sym typeface="Helvetica Neue Medium" panose="02000503000000020004"/>
                        </a:rPr>
                        <a:t>In-process</a:t>
                      </a:r>
                    </a:p>
                  </a:txBody>
                  <a:tcPr marL="12700" marR="12700" marT="12700" marB="12700" anchor="ctr" horzOverflow="overflow">
                    <a:lnL w="6350">
                      <a:solidFill>
                        <a:srgbClr val="000000"/>
                      </a:solidFill>
                    </a:lnL>
                    <a:lnR w="6350">
                      <a:solidFill>
                        <a:srgbClr val="000000"/>
                      </a:solidFill>
                    </a:lnR>
                    <a:lnT w="6350">
                      <a:solidFill>
                        <a:srgbClr val="000000"/>
                      </a:solidFill>
                    </a:lnT>
                    <a:lnB w="6350">
                      <a:solidFill>
                        <a:srgbClr val="000000"/>
                      </a:solidFill>
                    </a:lnB>
                    <a:solidFill>
                      <a:srgbClr val="C1E1FE"/>
                    </a:solidFill>
                  </a:tcPr>
                </a:tc>
                <a:extLst>
                  <a:ext uri="{0D108BD9-81ED-4DB2-BD59-A6C34878D82A}">
                    <a16:rowId xmlns:a16="http://schemas.microsoft.com/office/drawing/2014/main" val="10001"/>
                  </a:ext>
                </a:extLst>
              </a:tr>
              <a:tr h="10419080">
                <a:tc>
                  <a:txBody>
                    <a:bodyPr/>
                    <a:lstStyle/>
                    <a:p>
                      <a:pPr marL="0" marR="0" lvl="0" indent="0" algn="l" defTabSz="821055" rtl="0" eaLnBrk="1" fontAlgn="auto" latinLnBrk="0" hangingPunct="1">
                        <a:lnSpc>
                          <a:spcPct val="100000"/>
                        </a:lnSpc>
                        <a:spcBef>
                          <a:spcPts val="0"/>
                        </a:spcBef>
                        <a:spcAft>
                          <a:spcPts val="0"/>
                        </a:spcAft>
                        <a:buClrTx/>
                        <a:buSzTx/>
                        <a:buFontTx/>
                        <a:buNone/>
                        <a:defRPr sz="2600">
                          <a:sym typeface="Helvetica Neue Medium" panose="02000503000000020004"/>
                        </a:defRPr>
                      </a:pPr>
                      <a:r>
                        <a:rPr lang="en-US" sz="2600" b="0" i="0" u="none" strike="noStrike" cap="none" spc="0" baseline="0" dirty="0">
                          <a:ln>
                            <a:noFill/>
                          </a:ln>
                          <a:solidFill>
                            <a:srgbClr val="000000"/>
                          </a:solidFill>
                          <a:uFillTx/>
                          <a:latin typeface="Arial" panose="020B0604020202020204" pitchFamily="34" charset="0"/>
                          <a:ea typeface="Helvetica Neue Light" panose="02000503000000020004"/>
                          <a:cs typeface="Arial" panose="020B0604020202020204" pitchFamily="34" charset="0"/>
                          <a:sym typeface="Helvetica Neue Light" panose="02000503000000020004"/>
                        </a:rPr>
                        <a:t>1.  </a:t>
                      </a:r>
                      <a:r>
                        <a:rPr sz="2600" b="0" i="0" u="none" strike="noStrike" cap="none" spc="0" baseline="0" dirty="0">
                          <a:ln>
                            <a:noFill/>
                          </a:ln>
                          <a:solidFill>
                            <a:srgbClr val="000000"/>
                          </a:solidFill>
                          <a:uFillTx/>
                          <a:latin typeface="Arial" panose="020B0604020202020204" pitchFamily="34" charset="0"/>
                          <a:ea typeface="Helvetica Neue Light" panose="02000503000000020004"/>
                          <a:cs typeface="Arial" panose="020B0604020202020204" pitchFamily="34" charset="0"/>
                          <a:sym typeface="Helvetica Neue Light" panose="02000503000000020004"/>
                        </a:rPr>
                        <a:t>Measurement Method ：Magnetic permanent tester</a:t>
                      </a:r>
                    </a:p>
                    <a:p>
                      <a:pPr marL="0" marR="0" lvl="0" indent="0" algn="l" defTabSz="821055" rtl="0" eaLnBrk="1" fontAlgn="auto" latinLnBrk="0" hangingPunct="1">
                        <a:lnSpc>
                          <a:spcPct val="100000"/>
                        </a:lnSpc>
                        <a:spcBef>
                          <a:spcPts val="0"/>
                        </a:spcBef>
                        <a:spcAft>
                          <a:spcPts val="0"/>
                        </a:spcAft>
                        <a:buClrTx/>
                        <a:buSzTx/>
                        <a:buFontTx/>
                        <a:buNone/>
                        <a:defRPr sz="2600">
                          <a:sym typeface="Helvetica Neue Medium" panose="02000503000000020004"/>
                        </a:defRPr>
                      </a:pPr>
                      <a:r>
                        <a:rPr lang="en-US" sz="2600" b="0" i="0" u="none" strike="noStrike" cap="none" spc="0" baseline="0" dirty="0">
                          <a:ln>
                            <a:noFill/>
                          </a:ln>
                          <a:solidFill>
                            <a:srgbClr val="000000"/>
                          </a:solidFill>
                          <a:uFillTx/>
                          <a:latin typeface="Arial" panose="020B0604020202020204" pitchFamily="34" charset="0"/>
                          <a:ea typeface="Helvetica Neue Light" panose="02000503000000020004"/>
                          <a:cs typeface="Arial" panose="020B0604020202020204" pitchFamily="34" charset="0"/>
                          <a:sym typeface="Helvetica Neue Light" panose="02000503000000020004"/>
                        </a:rPr>
                        <a:t>2.  </a:t>
                      </a:r>
                      <a:r>
                        <a:rPr sz="2600" b="0" i="0" u="none" strike="noStrike" cap="none" spc="0" baseline="0" dirty="0">
                          <a:ln>
                            <a:noFill/>
                          </a:ln>
                          <a:solidFill>
                            <a:srgbClr val="000000"/>
                          </a:solidFill>
                          <a:uFillTx/>
                          <a:latin typeface="Arial" panose="020B0604020202020204" pitchFamily="34" charset="0"/>
                          <a:ea typeface="Helvetica Neue Light" panose="02000503000000020004"/>
                          <a:cs typeface="Arial" panose="020B0604020202020204" pitchFamily="34" charset="0"/>
                          <a:sym typeface="Helvetica Neue Light" panose="02000503000000020004"/>
                        </a:rPr>
                        <a:t>Fixture ：</a:t>
                      </a:r>
                      <a:r>
                        <a:rPr lang="en-US" sz="2600" b="0" i="0" u="none" strike="noStrike" cap="none" spc="0" baseline="0" dirty="0">
                          <a:ln>
                            <a:noFill/>
                          </a:ln>
                          <a:solidFill>
                            <a:srgbClr val="000000"/>
                          </a:solidFill>
                          <a:uFillTx/>
                          <a:latin typeface="Arial" panose="020B0604020202020204" pitchFamily="34" charset="0"/>
                          <a:ea typeface="Helvetica Neue Light" panose="02000503000000020004"/>
                          <a:cs typeface="Arial" panose="020B0604020202020204" pitchFamily="34" charset="0"/>
                          <a:sym typeface="Helvetica Neue Light" panose="02000503000000020004"/>
                        </a:rPr>
                        <a:t>/</a:t>
                      </a:r>
                      <a:endParaRPr sz="2600" b="0" i="0" u="none" strike="noStrike" cap="none" spc="0" baseline="0" dirty="0">
                        <a:ln>
                          <a:noFill/>
                        </a:ln>
                        <a:solidFill>
                          <a:srgbClr val="000000"/>
                        </a:solidFill>
                        <a:uFillTx/>
                        <a:latin typeface="Arial" panose="020B0604020202020204" pitchFamily="34" charset="0"/>
                        <a:ea typeface="Helvetica Neue Light" panose="02000503000000020004"/>
                        <a:cs typeface="Arial" panose="020B0604020202020204" pitchFamily="34" charset="0"/>
                        <a:sym typeface="Helvetica Neue Light" panose="02000503000000020004"/>
                      </a:endParaRPr>
                    </a:p>
                    <a:p>
                      <a:pPr marL="0" marR="0" lvl="0" indent="0" algn="l" defTabSz="821055" rtl="0" eaLnBrk="1" fontAlgn="auto" latinLnBrk="0" hangingPunct="1">
                        <a:lnSpc>
                          <a:spcPct val="100000"/>
                        </a:lnSpc>
                        <a:spcBef>
                          <a:spcPts val="0"/>
                        </a:spcBef>
                        <a:spcAft>
                          <a:spcPts val="0"/>
                        </a:spcAft>
                        <a:buClrTx/>
                        <a:buSzTx/>
                        <a:buFontTx/>
                        <a:buNone/>
                        <a:defRPr sz="2600">
                          <a:sym typeface="Helvetica Neue Medium" panose="02000503000000020004"/>
                        </a:defRPr>
                      </a:pPr>
                      <a:r>
                        <a:rPr sz="2600" b="0" i="0" u="none" strike="noStrike" cap="none" spc="0" baseline="0" dirty="0">
                          <a:ln>
                            <a:noFill/>
                          </a:ln>
                          <a:solidFill>
                            <a:srgbClr val="000000"/>
                          </a:solidFill>
                          <a:uFillTx/>
                          <a:latin typeface="Arial" panose="020B0604020202020204" pitchFamily="34" charset="0"/>
                          <a:ea typeface="Helvetica Neue Light" panose="02000503000000020004"/>
                          <a:cs typeface="Arial" panose="020B0604020202020204" pitchFamily="34" charset="0"/>
                          <a:sym typeface="Helvetica Neue Light" panose="02000503000000020004"/>
                        </a:rPr>
                        <a:t>3.  Measurement status ：Free</a:t>
                      </a:r>
                    </a:p>
                    <a:p>
                      <a:pPr marL="0" marR="0" lvl="0" indent="0" algn="l" defTabSz="821055" rtl="0" eaLnBrk="1" fontAlgn="auto" latinLnBrk="0" hangingPunct="1">
                        <a:lnSpc>
                          <a:spcPct val="100000"/>
                        </a:lnSpc>
                        <a:spcBef>
                          <a:spcPts val="0"/>
                        </a:spcBef>
                        <a:spcAft>
                          <a:spcPts val="0"/>
                        </a:spcAft>
                        <a:buClrTx/>
                        <a:buSzTx/>
                        <a:buFontTx/>
                        <a:buNone/>
                        <a:tabLst/>
                        <a:defRPr sz="2600">
                          <a:sym typeface="Helvetica Neue Medium" panose="02000503000000020004"/>
                        </a:defRPr>
                      </a:pPr>
                      <a:r>
                        <a:rPr sz="2600" b="0" i="0" u="none" strike="noStrike" cap="none" spc="0" baseline="0" dirty="0">
                          <a:ln>
                            <a:noFill/>
                          </a:ln>
                          <a:solidFill>
                            <a:srgbClr val="000000"/>
                          </a:solidFill>
                          <a:uFillTx/>
                          <a:latin typeface="Arial" panose="020B0604020202020204" pitchFamily="34" charset="0"/>
                          <a:ea typeface="Helvetica Neue Light" panose="02000503000000020004"/>
                          <a:cs typeface="Arial" panose="020B0604020202020204" pitchFamily="34" charset="0"/>
                          <a:sym typeface="Helvetica Neue Light" panose="02000503000000020004"/>
                        </a:rPr>
                        <a:t>4.  Measurement procedure ： </a:t>
                      </a:r>
                      <a:r>
                        <a:rPr lang="en-US" altLang="zh-CN" sz="2600" b="0" i="0" u="none" strike="noStrike" cap="none" spc="0" baseline="0" dirty="0">
                          <a:ln>
                            <a:noFill/>
                          </a:ln>
                          <a:solidFill>
                            <a:srgbClr val="000000"/>
                          </a:solidFill>
                          <a:uFillTx/>
                          <a:latin typeface="Arial" panose="020B0604020202020204" pitchFamily="34" charset="0"/>
                          <a:ea typeface="Helvetica Neue Light" panose="02000503000000020004"/>
                          <a:cs typeface="Arial" panose="020B0604020202020204" pitchFamily="34" charset="0"/>
                          <a:sym typeface="Helvetica Neue Thin" panose="02000503000000020004"/>
                        </a:rPr>
                        <a:t>Same as the FAI</a:t>
                      </a:r>
                      <a:endParaRPr sz="2600" b="0" i="0" u="none" strike="noStrike" cap="none" spc="0" baseline="0" dirty="0">
                        <a:ln>
                          <a:noFill/>
                        </a:ln>
                        <a:solidFill>
                          <a:srgbClr val="000000"/>
                        </a:solidFill>
                        <a:uFillTx/>
                        <a:latin typeface="Arial" panose="020B0604020202020204" pitchFamily="34" charset="0"/>
                        <a:ea typeface="Helvetica Neue Light" panose="02000503000000020004"/>
                        <a:cs typeface="Arial" panose="020B0604020202020204" pitchFamily="34" charset="0"/>
                        <a:sym typeface="Helvetica Neue Light" panose="02000503000000020004"/>
                      </a:endParaRPr>
                    </a:p>
                    <a:p>
                      <a:pPr marL="401320" indent="-401320" algn="l" defTabSz="409575">
                        <a:buSzPct val="100000"/>
                        <a:buAutoNum type="alphaLcPeriod"/>
                        <a:defRPr sz="1700">
                          <a:latin typeface="+mn-lt"/>
                          <a:ea typeface="+mn-ea"/>
                          <a:cs typeface="+mn-cs"/>
                          <a:sym typeface="Helvetica"/>
                        </a:defRPr>
                      </a:pPr>
                      <a:r>
                        <a:rPr lang="zh-CN" altLang="en-US" sz="2000" dirty="0">
                          <a:solidFill>
                            <a:schemeClr val="tx1"/>
                          </a:solidFill>
                          <a:latin typeface="Arial" panose="020B0604020202020204" pitchFamily="34" charset="0"/>
                          <a:cs typeface="Arial" panose="020B0604020202020204" pitchFamily="34" charset="0"/>
                        </a:rPr>
                        <a:t>使用模具</a:t>
                      </a:r>
                      <a:r>
                        <a:rPr sz="2000" dirty="0">
                          <a:solidFill>
                            <a:schemeClr val="tx1"/>
                          </a:solidFill>
                          <a:latin typeface="Arial" panose="020B0604020202020204" pitchFamily="34" charset="0"/>
                          <a:cs typeface="Arial" panose="020B0604020202020204" pitchFamily="34" charset="0"/>
                        </a:rPr>
                        <a:t>准备规格为Φ10mm*</a:t>
                      </a:r>
                      <a:r>
                        <a:rPr lang="en-US" sz="2000" dirty="0">
                          <a:solidFill>
                            <a:schemeClr val="tx1"/>
                          </a:solidFill>
                          <a:latin typeface="Arial" panose="020B0604020202020204" pitchFamily="34" charset="0"/>
                          <a:cs typeface="Arial" panose="020B0604020202020204" pitchFamily="34" charset="0"/>
                        </a:rPr>
                        <a:t>10</a:t>
                      </a:r>
                      <a:r>
                        <a:rPr sz="2000" dirty="0">
                          <a:solidFill>
                            <a:schemeClr val="tx1"/>
                          </a:solidFill>
                          <a:latin typeface="Arial" panose="020B0604020202020204" pitchFamily="34" charset="0"/>
                          <a:cs typeface="Arial" panose="020B0604020202020204" pitchFamily="34" charset="0"/>
                        </a:rPr>
                        <a:t>mm的样柱</a:t>
                      </a:r>
                      <a:r>
                        <a:rPr lang="en-US" sz="2000" dirty="0">
                          <a:solidFill>
                            <a:schemeClr val="tx1"/>
                          </a:solidFill>
                          <a:latin typeface="Arial" panose="020B0604020202020204" pitchFamily="34" charset="0"/>
                          <a:cs typeface="Arial" panose="020B0604020202020204" pitchFamily="34" charset="0"/>
                        </a:rPr>
                        <a:t>(Pic1&amp;Pic2)</a:t>
                      </a:r>
                      <a:r>
                        <a:rPr sz="2000" dirty="0">
                          <a:solidFill>
                            <a:schemeClr val="tx1"/>
                          </a:solidFill>
                          <a:latin typeface="Arial" panose="020B0604020202020204" pitchFamily="34" charset="0"/>
                          <a:cs typeface="Arial" panose="020B0604020202020204" pitchFamily="34" charset="0"/>
                        </a:rPr>
                        <a:t>;</a:t>
                      </a:r>
                    </a:p>
                    <a:p>
                      <a:pPr marL="401320" indent="-401320" algn="l" defTabSz="409575">
                        <a:buSzPct val="100000"/>
                        <a:buAutoNum type="alphaLcPeriod"/>
                        <a:defRPr sz="1700">
                          <a:latin typeface="+mn-lt"/>
                          <a:ea typeface="+mn-ea"/>
                          <a:cs typeface="+mn-cs"/>
                          <a:sym typeface="Helvetica"/>
                        </a:defRPr>
                      </a:pPr>
                      <a:r>
                        <a:rPr sz="2000" dirty="0">
                          <a:solidFill>
                            <a:schemeClr val="tx1"/>
                          </a:solidFill>
                          <a:latin typeface="Arial" panose="020B0604020202020204" pitchFamily="34" charset="0"/>
                          <a:cs typeface="Arial" panose="020B0604020202020204" pitchFamily="34" charset="0"/>
                        </a:rPr>
                        <a:t>根据测试样柱的规格在程式中输入测试面直径10mm（Pic3） </a:t>
                      </a:r>
                    </a:p>
                    <a:p>
                      <a:pPr marL="401320" indent="-401320" algn="l" defTabSz="409575">
                        <a:buSzPct val="100000"/>
                        <a:buAutoNum type="alphaLcPeriod"/>
                        <a:defRPr sz="1700">
                          <a:latin typeface="+mn-lt"/>
                          <a:ea typeface="+mn-ea"/>
                          <a:cs typeface="+mn-cs"/>
                          <a:sym typeface="Helvetica"/>
                        </a:defRPr>
                      </a:pPr>
                      <a:r>
                        <a:rPr sz="2000" dirty="0">
                          <a:solidFill>
                            <a:schemeClr val="tx1"/>
                          </a:solidFill>
                          <a:latin typeface="Arial" panose="020B0604020202020204" pitchFamily="34" charset="0"/>
                          <a:cs typeface="Arial" panose="020B0604020202020204" pitchFamily="34" charset="0"/>
                        </a:rPr>
                        <a:t>将样柱放平在线圈上，再放置电磁铁的正中间，线圈两角调至平行后，压紧样柱（Pic4）</a:t>
                      </a:r>
                    </a:p>
                    <a:p>
                      <a:pPr marL="401320" indent="-401320" algn="l" defTabSz="409575">
                        <a:buSzPct val="100000"/>
                        <a:buAutoNum type="alphaLcPeriod"/>
                        <a:defRPr sz="1700">
                          <a:latin typeface="+mn-lt"/>
                          <a:ea typeface="+mn-ea"/>
                          <a:cs typeface="+mn-cs"/>
                          <a:sym typeface="Helvetica"/>
                        </a:defRPr>
                      </a:pPr>
                      <a:r>
                        <a:rPr sz="2000" dirty="0">
                          <a:solidFill>
                            <a:schemeClr val="tx1"/>
                          </a:solidFill>
                          <a:latin typeface="Arial" panose="020B0604020202020204" pitchFamily="34" charset="0"/>
                          <a:cs typeface="Arial" panose="020B0604020202020204" pitchFamily="34" charset="0"/>
                        </a:rPr>
                        <a:t>点击操作界面“启动”键，设备自动开始测试（Pic5）</a:t>
                      </a:r>
                    </a:p>
                    <a:p>
                      <a:pPr marL="401320" indent="-401320" algn="l" defTabSz="409575">
                        <a:buSzPct val="100000"/>
                        <a:buAutoNum type="alphaLcPeriod"/>
                        <a:defRPr sz="1700">
                          <a:latin typeface="+mn-lt"/>
                          <a:ea typeface="+mn-ea"/>
                          <a:cs typeface="+mn-cs"/>
                          <a:sym typeface="Helvetica"/>
                        </a:defRPr>
                      </a:pPr>
                      <a:r>
                        <a:rPr sz="2000" dirty="0" err="1">
                          <a:solidFill>
                            <a:schemeClr val="tx1"/>
                          </a:solidFill>
                          <a:latin typeface="Arial" panose="020B0604020202020204" pitchFamily="34" charset="0"/>
                          <a:cs typeface="Arial" panose="020B0604020202020204" pitchFamily="34" charset="0"/>
                        </a:rPr>
                        <a:t>输出磁性曲线，记录Br，Hcb</a:t>
                      </a:r>
                      <a:r>
                        <a:rPr sz="2000" dirty="0">
                          <a:solidFill>
                            <a:schemeClr val="tx1"/>
                          </a:solidFill>
                          <a:latin typeface="Arial" panose="020B0604020202020204" pitchFamily="34" charset="0"/>
                          <a:cs typeface="Arial" panose="020B0604020202020204" pitchFamily="34" charset="0"/>
                        </a:rPr>
                        <a:t>, </a:t>
                      </a:r>
                      <a:r>
                        <a:rPr sz="2000" dirty="0" err="1">
                          <a:solidFill>
                            <a:schemeClr val="tx1"/>
                          </a:solidFill>
                          <a:latin typeface="Arial" panose="020B0604020202020204" pitchFamily="34" charset="0"/>
                          <a:cs typeface="Arial" panose="020B0604020202020204" pitchFamily="34" charset="0"/>
                        </a:rPr>
                        <a:t>Hcj</a:t>
                      </a:r>
                      <a:r>
                        <a:rPr sz="2000" dirty="0">
                          <a:solidFill>
                            <a:schemeClr val="tx1"/>
                          </a:solidFill>
                          <a:latin typeface="Arial" panose="020B0604020202020204" pitchFamily="34" charset="0"/>
                          <a:cs typeface="Arial" panose="020B0604020202020204" pitchFamily="34" charset="0"/>
                        </a:rPr>
                        <a:t> , BH max值（Pic6）</a:t>
                      </a:r>
                    </a:p>
                    <a:p>
                      <a:pPr marL="401320" indent="-401320" algn="l" defTabSz="409575">
                        <a:buSzPct val="100000"/>
                        <a:buAutoNum type="alphaLcPeriod"/>
                        <a:defRPr sz="1700">
                          <a:latin typeface="+mn-lt"/>
                          <a:ea typeface="+mn-ea"/>
                          <a:cs typeface="+mn-cs"/>
                          <a:sym typeface="Helvetica"/>
                        </a:defRPr>
                      </a:pPr>
                      <a:r>
                        <a:rPr sz="2000" dirty="0">
                          <a:solidFill>
                            <a:schemeClr val="tx1"/>
                          </a:solidFill>
                          <a:latin typeface="Arial" panose="020B0604020202020204" pitchFamily="34" charset="0"/>
                          <a:cs typeface="Arial" panose="020B0604020202020204" pitchFamily="34" charset="0"/>
                        </a:rPr>
                        <a:t>Prepare a column sample of Φ10mm*</a:t>
                      </a:r>
                      <a:r>
                        <a:rPr lang="en-US" sz="2000" dirty="0">
                          <a:solidFill>
                            <a:schemeClr val="tx1"/>
                          </a:solidFill>
                          <a:latin typeface="Arial" panose="020B0604020202020204" pitchFamily="34" charset="0"/>
                          <a:cs typeface="Arial" panose="020B0604020202020204" pitchFamily="34" charset="0"/>
                        </a:rPr>
                        <a:t>10</a:t>
                      </a:r>
                      <a:r>
                        <a:rPr sz="2000" dirty="0">
                          <a:solidFill>
                            <a:schemeClr val="tx1"/>
                          </a:solidFill>
                          <a:latin typeface="Arial" panose="020B0604020202020204" pitchFamily="34" charset="0"/>
                          <a:cs typeface="Arial" panose="020B0604020202020204" pitchFamily="34" charset="0"/>
                        </a:rPr>
                        <a:t>mm</a:t>
                      </a:r>
                      <a:r>
                        <a:rPr lang="en-US" sz="2000" dirty="0">
                          <a:solidFill>
                            <a:schemeClr val="tx1"/>
                          </a:solidFill>
                          <a:latin typeface="Arial" panose="020B0604020202020204" pitchFamily="34" charset="0"/>
                          <a:cs typeface="Arial" panose="020B0604020202020204" pitchFamily="34" charset="0"/>
                        </a:rPr>
                        <a:t> </a:t>
                      </a:r>
                      <a:r>
                        <a:rPr lang="en-US" altLang="zh-CN" sz="2000" dirty="0">
                          <a:solidFill>
                            <a:schemeClr val="tx1"/>
                          </a:solidFill>
                          <a:latin typeface="Arial" panose="020B0604020202020204" pitchFamily="34" charset="0"/>
                          <a:cs typeface="Arial" panose="020B0604020202020204" pitchFamily="34" charset="0"/>
                        </a:rPr>
                        <a:t>by the column mold</a:t>
                      </a:r>
                      <a:r>
                        <a:rPr lang="en-US" sz="2000" dirty="0">
                          <a:solidFill>
                            <a:schemeClr val="tx1"/>
                          </a:solidFill>
                          <a:latin typeface="Arial" panose="020B0604020202020204" pitchFamily="34" charset="0"/>
                          <a:cs typeface="Arial" panose="020B0604020202020204" pitchFamily="34" charset="0"/>
                        </a:rPr>
                        <a:t>;(Pic1&amp;Pic2)</a:t>
                      </a:r>
                      <a:endParaRPr sz="2000" dirty="0">
                        <a:solidFill>
                          <a:schemeClr val="tx1"/>
                        </a:solidFill>
                        <a:latin typeface="Arial" panose="020B0604020202020204" pitchFamily="34" charset="0"/>
                        <a:cs typeface="Arial" panose="020B0604020202020204" pitchFamily="34" charset="0"/>
                      </a:endParaRPr>
                    </a:p>
                    <a:p>
                      <a:pPr marL="401320" indent="-401320" algn="l" defTabSz="409575">
                        <a:buSzPct val="100000"/>
                        <a:buAutoNum type="alphaLcPeriod"/>
                        <a:defRPr sz="1700">
                          <a:latin typeface="+mn-lt"/>
                          <a:ea typeface="+mn-ea"/>
                          <a:cs typeface="+mn-cs"/>
                          <a:sym typeface="Helvetica"/>
                        </a:defRPr>
                      </a:pPr>
                      <a:r>
                        <a:rPr sz="2000" dirty="0">
                          <a:solidFill>
                            <a:schemeClr val="tx1"/>
                          </a:solidFill>
                          <a:latin typeface="Arial" panose="020B0604020202020204" pitchFamily="34" charset="0"/>
                          <a:cs typeface="Arial" panose="020B0604020202020204" pitchFamily="34" charset="0"/>
                        </a:rPr>
                        <a:t>Input the diameter 10mm into the program according to the column sample specification (Pic3)</a:t>
                      </a:r>
                    </a:p>
                    <a:p>
                      <a:pPr marL="401320" indent="-401320" algn="l" defTabSz="409575">
                        <a:buSzPct val="100000"/>
                        <a:buAutoNum type="alphaLcPeriod"/>
                        <a:defRPr sz="1700">
                          <a:latin typeface="+mn-lt"/>
                          <a:ea typeface="+mn-ea"/>
                          <a:cs typeface="+mn-cs"/>
                          <a:sym typeface="Helvetica"/>
                        </a:defRPr>
                      </a:pPr>
                      <a:r>
                        <a:rPr sz="2000" dirty="0">
                          <a:solidFill>
                            <a:schemeClr val="tx1"/>
                          </a:solidFill>
                          <a:latin typeface="Arial" panose="020B0604020202020204" pitchFamily="34" charset="0"/>
                          <a:cs typeface="Arial" panose="020B0604020202020204" pitchFamily="34" charset="0"/>
                        </a:rPr>
                        <a:t>Put column sample on the coil, and then place the middle of the electromagnet. When the coil angles are adjusted to parallel, press the column sample (Pic4).</a:t>
                      </a:r>
                    </a:p>
                    <a:p>
                      <a:pPr marL="401320" indent="-401320" algn="l" defTabSz="409575">
                        <a:buSzPct val="100000"/>
                        <a:buAutoNum type="alphaLcPeriod"/>
                        <a:defRPr sz="1700">
                          <a:latin typeface="+mn-lt"/>
                          <a:ea typeface="+mn-ea"/>
                          <a:cs typeface="+mn-cs"/>
                          <a:sym typeface="Helvetica"/>
                        </a:defRPr>
                      </a:pPr>
                      <a:r>
                        <a:rPr sz="2000" dirty="0">
                          <a:solidFill>
                            <a:schemeClr val="tx1"/>
                          </a:solidFill>
                          <a:latin typeface="Arial" panose="020B0604020202020204" pitchFamily="34" charset="0"/>
                          <a:cs typeface="Arial" panose="020B0604020202020204" pitchFamily="34" charset="0"/>
                        </a:rPr>
                        <a:t>Click the "start" button in the operation interface, and the device will start testing automatically (Pic5).</a:t>
                      </a:r>
                    </a:p>
                    <a:p>
                      <a:pPr marL="401320" indent="-401320" algn="l" defTabSz="409575">
                        <a:buSzPct val="100000"/>
                        <a:buAutoNum type="alphaLcPeriod"/>
                        <a:defRPr sz="1700">
                          <a:latin typeface="+mn-lt"/>
                          <a:ea typeface="+mn-ea"/>
                          <a:cs typeface="+mn-cs"/>
                          <a:sym typeface="Helvetica"/>
                        </a:defRPr>
                      </a:pPr>
                      <a:r>
                        <a:rPr sz="2000" dirty="0">
                          <a:solidFill>
                            <a:schemeClr val="tx1"/>
                          </a:solidFill>
                          <a:latin typeface="Arial" panose="020B0604020202020204" pitchFamily="34" charset="0"/>
                          <a:cs typeface="Arial" panose="020B0604020202020204" pitchFamily="34" charset="0"/>
                        </a:rPr>
                        <a:t>Output magnetic curve, record the value of Br, Hcb, Hcj, BH Max (Pic6)</a:t>
                      </a:r>
                    </a:p>
                  </a:txBody>
                  <a:tcPr marL="12700" marR="12700" marT="12700" marB="12700" horzOverflow="overflow">
                    <a:lnL w="6350">
                      <a:solidFill>
                        <a:srgbClr val="000000"/>
                      </a:solidFill>
                    </a:lnL>
                    <a:lnR w="6350">
                      <a:solidFill>
                        <a:srgbClr val="000000"/>
                      </a:solidFill>
                    </a:lnR>
                    <a:lnT w="6350">
                      <a:solidFill>
                        <a:srgbClr val="000000"/>
                      </a:solidFill>
                    </a:lnT>
                    <a:lnB w="6350">
                      <a:solidFill>
                        <a:srgbClr val="000000"/>
                      </a:solidFill>
                    </a:lnB>
                  </a:tcPr>
                </a:tc>
                <a:tc>
                  <a:txBody>
                    <a:bodyPr/>
                    <a:lstStyle/>
                    <a:p>
                      <a:pPr marL="0" marR="0" lvl="0" indent="0" algn="l" defTabSz="821055" rtl="0" eaLnBrk="1" fontAlgn="auto" latinLnBrk="0" hangingPunct="1">
                        <a:lnSpc>
                          <a:spcPct val="100000"/>
                        </a:lnSpc>
                        <a:spcBef>
                          <a:spcPts val="0"/>
                        </a:spcBef>
                        <a:spcAft>
                          <a:spcPts val="0"/>
                        </a:spcAft>
                        <a:buClrTx/>
                        <a:buSzTx/>
                        <a:buFontTx/>
                        <a:buNone/>
                        <a:defRPr sz="2600">
                          <a:sym typeface="Helvetica Neue Medium" panose="02000503000000020004"/>
                        </a:defRPr>
                      </a:pPr>
                      <a:r>
                        <a:rPr sz="2600" b="0" i="0" u="none" strike="noStrike" cap="none" spc="0" baseline="0" dirty="0">
                          <a:ln>
                            <a:noFill/>
                          </a:ln>
                          <a:solidFill>
                            <a:srgbClr val="000000"/>
                          </a:solidFill>
                          <a:uFillTx/>
                          <a:latin typeface="Arial" panose="020B0604020202020204" pitchFamily="34" charset="0"/>
                          <a:ea typeface="Helvetica Neue Light" panose="02000503000000020004"/>
                          <a:cs typeface="Arial" panose="020B0604020202020204" pitchFamily="34" charset="0"/>
                          <a:sym typeface="Helvetica Neue Light" panose="02000503000000020004"/>
                        </a:rPr>
                        <a:t>1. Measurement Method ：Magnetic permanent tester</a:t>
                      </a:r>
                    </a:p>
                    <a:p>
                      <a:pPr marL="0" marR="0" lvl="0" indent="0" algn="l" defTabSz="821055" rtl="0" eaLnBrk="1" fontAlgn="auto" latinLnBrk="0" hangingPunct="1">
                        <a:lnSpc>
                          <a:spcPct val="100000"/>
                        </a:lnSpc>
                        <a:spcBef>
                          <a:spcPts val="0"/>
                        </a:spcBef>
                        <a:spcAft>
                          <a:spcPts val="0"/>
                        </a:spcAft>
                        <a:buClrTx/>
                        <a:buSzTx/>
                        <a:buFontTx/>
                        <a:buNone/>
                        <a:defRPr sz="2600">
                          <a:sym typeface="Helvetica Neue Medium" panose="02000503000000020004"/>
                        </a:defRPr>
                      </a:pPr>
                      <a:r>
                        <a:rPr sz="2600" b="0" i="0" u="none" strike="noStrike" cap="none" spc="0" baseline="0" dirty="0">
                          <a:ln>
                            <a:noFill/>
                          </a:ln>
                          <a:solidFill>
                            <a:srgbClr val="000000"/>
                          </a:solidFill>
                          <a:uFillTx/>
                          <a:latin typeface="Arial" panose="020B0604020202020204" pitchFamily="34" charset="0"/>
                          <a:ea typeface="Helvetica Neue Light" panose="02000503000000020004"/>
                          <a:cs typeface="Arial" panose="020B0604020202020204" pitchFamily="34" charset="0"/>
                          <a:sym typeface="Helvetica Neue Light" panose="02000503000000020004"/>
                        </a:rPr>
                        <a:t>2.  Fixture ：</a:t>
                      </a:r>
                      <a:r>
                        <a:rPr lang="en-US" sz="2600" b="0" i="0" u="none" strike="noStrike" cap="none" spc="0" baseline="0" dirty="0">
                          <a:ln>
                            <a:noFill/>
                          </a:ln>
                          <a:solidFill>
                            <a:srgbClr val="000000"/>
                          </a:solidFill>
                          <a:uFillTx/>
                          <a:latin typeface="Arial" panose="020B0604020202020204" pitchFamily="34" charset="0"/>
                          <a:ea typeface="Helvetica Neue Light" panose="02000503000000020004"/>
                          <a:cs typeface="Arial" panose="020B0604020202020204" pitchFamily="34" charset="0"/>
                          <a:sym typeface="Helvetica Neue Light" panose="02000503000000020004"/>
                        </a:rPr>
                        <a:t>/</a:t>
                      </a:r>
                      <a:endParaRPr sz="2600" b="0" i="0" u="none" strike="noStrike" cap="none" spc="0" baseline="0" dirty="0">
                        <a:ln>
                          <a:noFill/>
                        </a:ln>
                        <a:solidFill>
                          <a:srgbClr val="000000"/>
                        </a:solidFill>
                        <a:uFillTx/>
                        <a:latin typeface="Arial" panose="020B0604020202020204" pitchFamily="34" charset="0"/>
                        <a:ea typeface="Helvetica Neue Light" panose="02000503000000020004"/>
                        <a:cs typeface="Arial" panose="020B0604020202020204" pitchFamily="34" charset="0"/>
                        <a:sym typeface="Helvetica Neue Light" panose="02000503000000020004"/>
                      </a:endParaRPr>
                    </a:p>
                    <a:p>
                      <a:pPr marL="0" marR="0" lvl="0" indent="0" algn="l" defTabSz="821055" rtl="0" eaLnBrk="1" fontAlgn="auto" latinLnBrk="0" hangingPunct="1">
                        <a:lnSpc>
                          <a:spcPct val="100000"/>
                        </a:lnSpc>
                        <a:spcBef>
                          <a:spcPts val="0"/>
                        </a:spcBef>
                        <a:spcAft>
                          <a:spcPts val="0"/>
                        </a:spcAft>
                        <a:buClrTx/>
                        <a:buSzTx/>
                        <a:buFontTx/>
                        <a:buNone/>
                        <a:defRPr sz="2600">
                          <a:sym typeface="Helvetica Neue Medium" panose="02000503000000020004"/>
                        </a:defRPr>
                      </a:pPr>
                      <a:r>
                        <a:rPr sz="2600" b="0" i="0" u="none" strike="noStrike" cap="none" spc="0" baseline="0" dirty="0">
                          <a:ln>
                            <a:noFill/>
                          </a:ln>
                          <a:solidFill>
                            <a:srgbClr val="000000"/>
                          </a:solidFill>
                          <a:uFillTx/>
                          <a:latin typeface="Arial" panose="020B0604020202020204" pitchFamily="34" charset="0"/>
                          <a:ea typeface="Helvetica Neue Light" panose="02000503000000020004"/>
                          <a:cs typeface="Arial" panose="020B0604020202020204" pitchFamily="34" charset="0"/>
                          <a:sym typeface="Helvetica Neue Light" panose="02000503000000020004"/>
                        </a:rPr>
                        <a:t>3.  Measurement status ：Free</a:t>
                      </a:r>
                    </a:p>
                    <a:p>
                      <a:pPr marL="0" marR="0" lvl="0" indent="0" algn="l" defTabSz="821055" rtl="0" eaLnBrk="1" fontAlgn="auto" latinLnBrk="0" hangingPunct="1">
                        <a:lnSpc>
                          <a:spcPct val="100000"/>
                        </a:lnSpc>
                        <a:spcBef>
                          <a:spcPts val="0"/>
                        </a:spcBef>
                        <a:spcAft>
                          <a:spcPts val="0"/>
                        </a:spcAft>
                        <a:buClrTx/>
                        <a:buSzTx/>
                        <a:buFontTx/>
                        <a:buNone/>
                        <a:defRPr sz="2600">
                          <a:sym typeface="Helvetica Neue Medium" panose="02000503000000020004"/>
                        </a:defRPr>
                      </a:pPr>
                      <a:r>
                        <a:rPr sz="2600" b="0" i="0" u="none" strike="noStrike" cap="none" spc="0" baseline="0" dirty="0">
                          <a:ln>
                            <a:noFill/>
                          </a:ln>
                          <a:solidFill>
                            <a:srgbClr val="000000"/>
                          </a:solidFill>
                          <a:uFillTx/>
                          <a:latin typeface="Arial" panose="020B0604020202020204" pitchFamily="34" charset="0"/>
                          <a:ea typeface="Helvetica Neue Light" panose="02000503000000020004"/>
                          <a:cs typeface="Arial" panose="020B0604020202020204" pitchFamily="34" charset="0"/>
                          <a:sym typeface="Helvetica Neue Light" panose="02000503000000020004"/>
                        </a:rPr>
                        <a:t>4.  Measurement procedure </a:t>
                      </a:r>
                      <a:r>
                        <a:rPr sz="2600" b="0" i="0" u="none" strike="noStrike" cap="none" spc="0" baseline="0" dirty="0">
                          <a:solidFill>
                            <a:srgbClr val="000000"/>
                          </a:solidFill>
                          <a:uFillTx/>
                          <a:latin typeface="Arial" panose="020B0604020202020204" pitchFamily="34" charset="0"/>
                          <a:ea typeface="+mn-ea"/>
                          <a:cs typeface="Arial" panose="020B0604020202020204" pitchFamily="34" charset="0"/>
                          <a:sym typeface="Helvetica Neue Light" panose="02000503000000020004"/>
                        </a:rPr>
                        <a:t>：</a:t>
                      </a:r>
                      <a:r>
                        <a:rPr lang="en-US" sz="2600" b="0" i="0" u="none" strike="noStrike" cap="none" spc="0" baseline="0" dirty="0">
                          <a:ln>
                            <a:noFill/>
                          </a:ln>
                          <a:solidFill>
                            <a:srgbClr val="000000"/>
                          </a:solidFill>
                          <a:uFillTx/>
                          <a:latin typeface="Arial" panose="020B0604020202020204" pitchFamily="34" charset="0"/>
                          <a:ea typeface="Helvetica Neue Light" panose="02000503000000020004"/>
                          <a:cs typeface="Arial" panose="020B0604020202020204" pitchFamily="34" charset="0"/>
                          <a:sym typeface="Helvetica Neue Thin" panose="02000503000000020004"/>
                        </a:rPr>
                        <a:t>Same as the FAI</a:t>
                      </a:r>
                      <a:endParaRPr lang="en-US" sz="2600" b="0" i="0" u="none" strike="noStrike" cap="none" spc="0" baseline="0" dirty="0">
                        <a:solidFill>
                          <a:srgbClr val="000000"/>
                        </a:solidFill>
                        <a:uFillTx/>
                        <a:latin typeface="Arial" panose="020B0604020202020204" pitchFamily="34" charset="0"/>
                        <a:ea typeface="+mn-ea"/>
                        <a:cs typeface="Arial" panose="020B0604020202020204" pitchFamily="34" charset="0"/>
                        <a:sym typeface="Helvetica Neue Light" panose="02000503000000020004"/>
                      </a:endParaRPr>
                    </a:p>
                  </a:txBody>
                  <a:tcPr marL="12700" marR="12700" marT="12700" marB="12700" horzOverflow="overflow">
                    <a:lnL w="6350">
                      <a:solidFill>
                        <a:srgbClr val="000000"/>
                      </a:solidFill>
                    </a:lnL>
                    <a:lnR w="6350">
                      <a:solidFill>
                        <a:srgbClr val="000000"/>
                      </a:solidFill>
                    </a:lnR>
                    <a:lnT w="6350">
                      <a:solidFill>
                        <a:srgbClr val="000000"/>
                      </a:solidFill>
                    </a:lnT>
                    <a:lnB w="6350">
                      <a:solidFill>
                        <a:srgbClr val="000000"/>
                      </a:solidFill>
                    </a:lnB>
                  </a:tcPr>
                </a:tc>
                <a:extLst>
                  <a:ext uri="{0D108BD9-81ED-4DB2-BD59-A6C34878D82A}">
                    <a16:rowId xmlns:a16="http://schemas.microsoft.com/office/drawing/2014/main" val="10002"/>
                  </a:ext>
                </a:extLst>
              </a:tr>
            </a:tbl>
          </a:graphicData>
        </a:graphic>
      </p:graphicFrame>
      <p:sp>
        <p:nvSpPr>
          <p:cNvPr id="32" name="幻灯片编号"/>
          <p:cNvSpPr txBox="1">
            <a:spLocks noGrp="1"/>
          </p:cNvSpPr>
          <p:nvPr/>
        </p:nvSpPr>
        <p:spPr>
          <a:xfrm>
            <a:off x="10909839" y="13053568"/>
            <a:ext cx="474483" cy="482817"/>
          </a:xfrm>
          <a:prstGeom prst="rect">
            <a:avLst/>
          </a:prstGeom>
          <a:ln w="12700">
            <a:miter lim="400000"/>
          </a:ln>
        </p:spPr>
        <p:txBody>
          <a:bodyPr wrap="none" lIns="71434" tIns="71434" rIns="71434" bIns="71434">
            <a:sp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marL="0" marR="0" indent="0" algn="ctr" defTabSz="819150" rtl="0" fontAlgn="auto" latinLnBrk="0" hangingPunct="0">
              <a:lnSpc>
                <a:spcPct val="100000"/>
              </a:lnSpc>
              <a:spcBef>
                <a:spcPts val="0"/>
              </a:spcBef>
              <a:spcAft>
                <a:spcPts val="0"/>
              </a:spcAft>
              <a:buClrTx/>
              <a:buSzTx/>
              <a:buFontTx/>
              <a:buNone/>
              <a:defRPr kumimoji="0" sz="1200" b="0" i="0" u="none" strike="noStrike" cap="none" spc="0" normalizeH="0" baseline="0">
                <a:ln>
                  <a:noFill/>
                </a:ln>
                <a:solidFill>
                  <a:srgbClr val="606060"/>
                </a:solidFill>
                <a:effectLst/>
                <a:uFillTx/>
                <a:latin typeface="Helvetica Neue Light" panose="02000503000000020004"/>
                <a:ea typeface="Helvetica Neue Light" panose="02000503000000020004"/>
                <a:cs typeface="Helvetica Neue Light" panose="02000503000000020004"/>
                <a:sym typeface="Helvetica Neue Light" panose="02000503000000020004"/>
              </a:defRPr>
            </a:lvl1pPr>
            <a:lvl2pPr marL="0" marR="0" indent="0" algn="ctr" defTabSz="821055" rtl="0" fontAlgn="auto" latinLnBrk="0" hangingPunct="0">
              <a:lnSpc>
                <a:spcPct val="100000"/>
              </a:lnSpc>
              <a:spcBef>
                <a:spcPts val="0"/>
              </a:spcBef>
              <a:spcAft>
                <a:spcPts val="0"/>
              </a:spcAft>
              <a:buClrTx/>
              <a:buSzTx/>
              <a:buFontTx/>
              <a:buNone/>
              <a:defRPr kumimoji="0" sz="3200" b="0" i="0" u="none" strike="noStrike" cap="none" spc="0" normalizeH="0" baseline="0">
                <a:ln>
                  <a:noFill/>
                </a:ln>
                <a:solidFill>
                  <a:srgbClr val="000000"/>
                </a:solidFill>
                <a:effectLst/>
                <a:uFillTx/>
                <a:latin typeface="Helvetica Neue" panose="02000503000000020004"/>
                <a:ea typeface="Helvetica Neue" panose="02000503000000020004"/>
                <a:cs typeface="Helvetica Neue" panose="02000503000000020004"/>
                <a:sym typeface="Helvetica Neue" panose="02000503000000020004"/>
              </a:defRPr>
            </a:lvl2pPr>
            <a:lvl3pPr marL="0" marR="0" indent="0" algn="ctr" defTabSz="821055" rtl="0" fontAlgn="auto" latinLnBrk="0" hangingPunct="0">
              <a:lnSpc>
                <a:spcPct val="100000"/>
              </a:lnSpc>
              <a:spcBef>
                <a:spcPts val="0"/>
              </a:spcBef>
              <a:spcAft>
                <a:spcPts val="0"/>
              </a:spcAft>
              <a:buClrTx/>
              <a:buSzTx/>
              <a:buFontTx/>
              <a:buNone/>
              <a:defRPr kumimoji="0" sz="3200" b="0" i="0" u="none" strike="noStrike" cap="none" spc="0" normalizeH="0" baseline="0">
                <a:ln>
                  <a:noFill/>
                </a:ln>
                <a:solidFill>
                  <a:srgbClr val="000000"/>
                </a:solidFill>
                <a:effectLst/>
                <a:uFillTx/>
                <a:latin typeface="Helvetica Neue" panose="02000503000000020004"/>
                <a:ea typeface="Helvetica Neue" panose="02000503000000020004"/>
                <a:cs typeface="Helvetica Neue" panose="02000503000000020004"/>
                <a:sym typeface="Helvetica Neue" panose="02000503000000020004"/>
              </a:defRPr>
            </a:lvl3pPr>
            <a:lvl4pPr marL="0" marR="0" indent="0" algn="ctr" defTabSz="821055" rtl="0" fontAlgn="auto" latinLnBrk="0" hangingPunct="0">
              <a:lnSpc>
                <a:spcPct val="100000"/>
              </a:lnSpc>
              <a:spcBef>
                <a:spcPts val="0"/>
              </a:spcBef>
              <a:spcAft>
                <a:spcPts val="0"/>
              </a:spcAft>
              <a:buClrTx/>
              <a:buSzTx/>
              <a:buFontTx/>
              <a:buNone/>
              <a:defRPr kumimoji="0" sz="3200" b="0" i="0" u="none" strike="noStrike" cap="none" spc="0" normalizeH="0" baseline="0">
                <a:ln>
                  <a:noFill/>
                </a:ln>
                <a:solidFill>
                  <a:srgbClr val="000000"/>
                </a:solidFill>
                <a:effectLst/>
                <a:uFillTx/>
                <a:latin typeface="Helvetica Neue" panose="02000503000000020004"/>
                <a:ea typeface="Helvetica Neue" panose="02000503000000020004"/>
                <a:cs typeface="Helvetica Neue" panose="02000503000000020004"/>
                <a:sym typeface="Helvetica Neue" panose="02000503000000020004"/>
              </a:defRPr>
            </a:lvl4pPr>
            <a:lvl5pPr marL="0" marR="0" indent="0" algn="ctr" defTabSz="821055" rtl="0" fontAlgn="auto" latinLnBrk="0" hangingPunct="0">
              <a:lnSpc>
                <a:spcPct val="100000"/>
              </a:lnSpc>
              <a:spcBef>
                <a:spcPts val="0"/>
              </a:spcBef>
              <a:spcAft>
                <a:spcPts val="0"/>
              </a:spcAft>
              <a:buClrTx/>
              <a:buSzTx/>
              <a:buFontTx/>
              <a:buNone/>
              <a:defRPr kumimoji="0" sz="3200" b="0" i="0" u="none" strike="noStrike" cap="none" spc="0" normalizeH="0" baseline="0">
                <a:ln>
                  <a:noFill/>
                </a:ln>
                <a:solidFill>
                  <a:srgbClr val="000000"/>
                </a:solidFill>
                <a:effectLst/>
                <a:uFillTx/>
                <a:latin typeface="Helvetica Neue" panose="02000503000000020004"/>
                <a:ea typeface="Helvetica Neue" panose="02000503000000020004"/>
                <a:cs typeface="Helvetica Neue" panose="02000503000000020004"/>
                <a:sym typeface="Helvetica Neue" panose="02000503000000020004"/>
              </a:defRPr>
            </a:lvl5pPr>
            <a:lvl6pPr marL="0" marR="0" indent="0" algn="ctr" defTabSz="821055" rtl="0" fontAlgn="auto" latinLnBrk="0" hangingPunct="0">
              <a:lnSpc>
                <a:spcPct val="100000"/>
              </a:lnSpc>
              <a:spcBef>
                <a:spcPts val="0"/>
              </a:spcBef>
              <a:spcAft>
                <a:spcPts val="0"/>
              </a:spcAft>
              <a:buClrTx/>
              <a:buSzTx/>
              <a:buFontTx/>
              <a:buNone/>
              <a:defRPr kumimoji="0" sz="3200" b="0" i="0" u="none" strike="noStrike" cap="none" spc="0" normalizeH="0" baseline="0">
                <a:ln>
                  <a:noFill/>
                </a:ln>
                <a:solidFill>
                  <a:srgbClr val="000000"/>
                </a:solidFill>
                <a:effectLst/>
                <a:uFillTx/>
                <a:latin typeface="Helvetica Neue" panose="02000503000000020004"/>
                <a:ea typeface="Helvetica Neue" panose="02000503000000020004"/>
                <a:cs typeface="Helvetica Neue" panose="02000503000000020004"/>
                <a:sym typeface="Helvetica Neue" panose="02000503000000020004"/>
              </a:defRPr>
            </a:lvl6pPr>
            <a:lvl7pPr marL="0" marR="0" indent="0" algn="ctr" defTabSz="821055" rtl="0" fontAlgn="auto" latinLnBrk="0" hangingPunct="0">
              <a:lnSpc>
                <a:spcPct val="100000"/>
              </a:lnSpc>
              <a:spcBef>
                <a:spcPts val="0"/>
              </a:spcBef>
              <a:spcAft>
                <a:spcPts val="0"/>
              </a:spcAft>
              <a:buClrTx/>
              <a:buSzTx/>
              <a:buFontTx/>
              <a:buNone/>
              <a:defRPr kumimoji="0" sz="3200" b="0" i="0" u="none" strike="noStrike" cap="none" spc="0" normalizeH="0" baseline="0">
                <a:ln>
                  <a:noFill/>
                </a:ln>
                <a:solidFill>
                  <a:srgbClr val="000000"/>
                </a:solidFill>
                <a:effectLst/>
                <a:uFillTx/>
                <a:latin typeface="Helvetica Neue" panose="02000503000000020004"/>
                <a:ea typeface="Helvetica Neue" panose="02000503000000020004"/>
                <a:cs typeface="Helvetica Neue" panose="02000503000000020004"/>
                <a:sym typeface="Helvetica Neue" panose="02000503000000020004"/>
              </a:defRPr>
            </a:lvl7pPr>
            <a:lvl8pPr marL="0" marR="0" indent="0" algn="ctr" defTabSz="821055" rtl="0" fontAlgn="auto" latinLnBrk="0" hangingPunct="0">
              <a:lnSpc>
                <a:spcPct val="100000"/>
              </a:lnSpc>
              <a:spcBef>
                <a:spcPts val="0"/>
              </a:spcBef>
              <a:spcAft>
                <a:spcPts val="0"/>
              </a:spcAft>
              <a:buClrTx/>
              <a:buSzTx/>
              <a:buFontTx/>
              <a:buNone/>
              <a:defRPr kumimoji="0" sz="3200" b="0" i="0" u="none" strike="noStrike" cap="none" spc="0" normalizeH="0" baseline="0">
                <a:ln>
                  <a:noFill/>
                </a:ln>
                <a:solidFill>
                  <a:srgbClr val="000000"/>
                </a:solidFill>
                <a:effectLst/>
                <a:uFillTx/>
                <a:latin typeface="Helvetica Neue" panose="02000503000000020004"/>
                <a:ea typeface="Helvetica Neue" panose="02000503000000020004"/>
                <a:cs typeface="Helvetica Neue" panose="02000503000000020004"/>
                <a:sym typeface="Helvetica Neue" panose="02000503000000020004"/>
              </a:defRPr>
            </a:lvl8pPr>
            <a:lvl9pPr marL="0" marR="0" indent="0" algn="ctr" defTabSz="821055" rtl="0" fontAlgn="auto" latinLnBrk="0" hangingPunct="0">
              <a:lnSpc>
                <a:spcPct val="100000"/>
              </a:lnSpc>
              <a:spcBef>
                <a:spcPts val="0"/>
              </a:spcBef>
              <a:spcAft>
                <a:spcPts val="0"/>
              </a:spcAft>
              <a:buClrTx/>
              <a:buSzTx/>
              <a:buFontTx/>
              <a:buNone/>
              <a:defRPr kumimoji="0" sz="3200" b="0" i="0" u="none" strike="noStrike" cap="none" spc="0" normalizeH="0" baseline="0">
                <a:ln>
                  <a:noFill/>
                </a:ln>
                <a:solidFill>
                  <a:srgbClr val="000000"/>
                </a:solidFill>
                <a:effectLst/>
                <a:uFillTx/>
                <a:latin typeface="Helvetica Neue" panose="02000503000000020004"/>
                <a:ea typeface="Helvetica Neue" panose="02000503000000020004"/>
                <a:cs typeface="Helvetica Neue" panose="02000503000000020004"/>
                <a:sym typeface="Helvetica Neue" panose="02000503000000020004"/>
              </a:defRPr>
            </a:lvl9pPr>
          </a:lstStyle>
          <a:p>
            <a:pPr defTabSz="821055"/>
            <a:r>
              <a:rPr lang="en-US" sz="2200" dirty="0">
                <a:solidFill>
                  <a:srgbClr val="000000"/>
                </a:solidFill>
                <a:latin typeface="Helvetica Neue Thin" panose="02000503000000020004"/>
                <a:ea typeface="Helvetica Neue Thin" panose="02000503000000020004"/>
                <a:cs typeface="Helvetica Neue Thin" panose="02000503000000020004"/>
              </a:rPr>
              <a:t>29</a:t>
            </a:r>
            <a:endParaRPr sz="2200" dirty="0">
              <a:solidFill>
                <a:srgbClr val="000000"/>
              </a:solidFill>
              <a:latin typeface="Helvetica Neue Thin" panose="02000503000000020004"/>
              <a:ea typeface="Helvetica Neue Thin" panose="02000503000000020004"/>
              <a:cs typeface="Helvetica Neue Thin" panose="02000503000000020004"/>
            </a:endParaRPr>
          </a:p>
        </p:txBody>
      </p:sp>
      <p:sp>
        <p:nvSpPr>
          <p:cNvPr id="44" name="线条"/>
          <p:cNvSpPr/>
          <p:nvPr/>
        </p:nvSpPr>
        <p:spPr>
          <a:xfrm>
            <a:off x="6759097" y="11968029"/>
            <a:ext cx="1479959" cy="1"/>
          </a:xfrm>
          <a:prstGeom prst="line">
            <a:avLst/>
          </a:prstGeom>
          <a:ln w="25400">
            <a:solidFill>
              <a:srgbClr val="FFFFFF"/>
            </a:solidFill>
            <a:custDash>
              <a:ds d="200000" sp="200000"/>
            </a:custDash>
            <a:miter lim="400000"/>
            <a:tailEnd type="triangle"/>
          </a:ln>
        </p:spPr>
        <p:txBody>
          <a:bodyPr lIns="45718" tIns="45718" rIns="45718" bIns="45718"/>
          <a:lstStyle/>
          <a:p>
            <a:endParaRPr/>
          </a:p>
        </p:txBody>
      </p:sp>
      <p:sp>
        <p:nvSpPr>
          <p:cNvPr id="45" name="线条"/>
          <p:cNvSpPr/>
          <p:nvPr/>
        </p:nvSpPr>
        <p:spPr>
          <a:xfrm flipV="1">
            <a:off x="7106033" y="11507152"/>
            <a:ext cx="2" cy="741266"/>
          </a:xfrm>
          <a:prstGeom prst="line">
            <a:avLst/>
          </a:prstGeom>
          <a:ln w="25400">
            <a:solidFill>
              <a:srgbClr val="FFFFFF"/>
            </a:solidFill>
            <a:custDash>
              <a:ds d="200000" sp="200000"/>
            </a:custDash>
            <a:miter lim="400000"/>
            <a:tailEnd type="triangle"/>
          </a:ln>
        </p:spPr>
        <p:txBody>
          <a:bodyPr lIns="45718" tIns="45718" rIns="45718" bIns="45718"/>
          <a:lstStyle/>
          <a:p>
            <a:endParaRPr/>
          </a:p>
        </p:txBody>
      </p:sp>
      <p:sp>
        <p:nvSpPr>
          <p:cNvPr id="46" name="线条"/>
          <p:cNvSpPr/>
          <p:nvPr/>
        </p:nvSpPr>
        <p:spPr>
          <a:xfrm flipV="1">
            <a:off x="7472742" y="11546596"/>
            <a:ext cx="2" cy="741266"/>
          </a:xfrm>
          <a:prstGeom prst="line">
            <a:avLst/>
          </a:prstGeom>
          <a:ln w="25400">
            <a:solidFill>
              <a:srgbClr val="FFFFFF"/>
            </a:solidFill>
            <a:custDash>
              <a:ds d="200000" sp="200000"/>
            </a:custDash>
            <a:miter lim="400000"/>
            <a:tailEnd type="triangle"/>
          </a:ln>
        </p:spPr>
        <p:txBody>
          <a:bodyPr lIns="45718" tIns="45718" rIns="45718" bIns="45718"/>
          <a:lstStyle/>
          <a:p>
            <a:endParaRPr/>
          </a:p>
        </p:txBody>
      </p:sp>
      <p:sp>
        <p:nvSpPr>
          <p:cNvPr id="47" name="线条"/>
          <p:cNvSpPr/>
          <p:nvPr/>
        </p:nvSpPr>
        <p:spPr>
          <a:xfrm flipV="1">
            <a:off x="7788652" y="11546596"/>
            <a:ext cx="2" cy="741266"/>
          </a:xfrm>
          <a:prstGeom prst="line">
            <a:avLst/>
          </a:prstGeom>
          <a:ln w="25400">
            <a:solidFill>
              <a:srgbClr val="FFFFFF"/>
            </a:solidFill>
            <a:custDash>
              <a:ds d="200000" sp="200000"/>
            </a:custDash>
            <a:miter lim="400000"/>
            <a:tailEnd type="triangle"/>
          </a:ln>
        </p:spPr>
        <p:txBody>
          <a:bodyPr lIns="45718" tIns="45718" rIns="45718" bIns="45718"/>
          <a:lstStyle/>
          <a:p>
            <a:endParaRPr/>
          </a:p>
        </p:txBody>
      </p:sp>
      <p:sp>
        <p:nvSpPr>
          <p:cNvPr id="48" name="Length-Center"/>
          <p:cNvSpPr txBox="1"/>
          <p:nvPr/>
        </p:nvSpPr>
        <p:spPr>
          <a:xfrm>
            <a:off x="5994197" y="12094637"/>
            <a:ext cx="1332180" cy="311269"/>
          </a:xfrm>
          <a:prstGeom prst="rect">
            <a:avLst/>
          </a:prstGeom>
          <a:ln w="12700">
            <a:miter lim="400000"/>
          </a:ln>
        </p:spPr>
        <p:txBody>
          <a:bodyPr wrap="none" lIns="50800" tIns="50800" rIns="50800" bIns="50800" anchor="ctr">
            <a:spAutoFit/>
          </a:bodyPr>
          <a:lstStyle>
            <a:lvl1pPr defTabSz="457200">
              <a:tabLst>
                <a:tab pos="1282700" algn="l"/>
              </a:tabLst>
              <a:defRPr sz="1500">
                <a:solidFill>
                  <a:srgbClr val="FFFFFF"/>
                </a:solidFill>
                <a:latin typeface="Arial" panose="020B0604020202090204"/>
                <a:ea typeface="Arial" panose="020B0604020202090204"/>
                <a:cs typeface="Arial" panose="020B0604020202090204"/>
                <a:sym typeface="Arial" panose="020B0604020202090204"/>
              </a:defRPr>
            </a:lvl1pPr>
          </a:lstStyle>
          <a:p>
            <a:r>
              <a:t>Length-Center</a:t>
            </a:r>
          </a:p>
        </p:txBody>
      </p:sp>
      <p:sp>
        <p:nvSpPr>
          <p:cNvPr id="49" name="Width-Center"/>
          <p:cNvSpPr txBox="1"/>
          <p:nvPr/>
        </p:nvSpPr>
        <p:spPr>
          <a:xfrm>
            <a:off x="7642716" y="11118414"/>
            <a:ext cx="1161654" cy="298984"/>
          </a:xfrm>
          <a:prstGeom prst="rect">
            <a:avLst/>
          </a:prstGeom>
          <a:ln w="12700">
            <a:miter lim="400000"/>
          </a:ln>
        </p:spPr>
        <p:txBody>
          <a:bodyPr wrap="none" lIns="50800" tIns="50800" rIns="50800" bIns="50800" anchor="ctr">
            <a:spAutoFit/>
          </a:bodyPr>
          <a:lstStyle>
            <a:lvl1pPr defTabSz="457200">
              <a:tabLst>
                <a:tab pos="1282700" algn="l"/>
              </a:tabLst>
              <a:defRPr sz="1400">
                <a:solidFill>
                  <a:srgbClr val="FFFFFF"/>
                </a:solidFill>
                <a:latin typeface="Arial" panose="020B0604020202090204"/>
                <a:ea typeface="Arial" panose="020B0604020202090204"/>
                <a:cs typeface="Arial" panose="020B0604020202090204"/>
                <a:sym typeface="Arial" panose="020B0604020202090204"/>
              </a:defRPr>
            </a:lvl1pPr>
          </a:lstStyle>
          <a:p>
            <a:r>
              <a:t>Width-Center</a:t>
            </a:r>
          </a:p>
        </p:txBody>
      </p:sp>
      <p:sp>
        <p:nvSpPr>
          <p:cNvPr id="50" name="PIC 1  Block/column sample and measuring Coil"/>
          <p:cNvSpPr txBox="1"/>
          <p:nvPr/>
        </p:nvSpPr>
        <p:spPr>
          <a:xfrm>
            <a:off x="624537" y="12564024"/>
            <a:ext cx="3385298" cy="671708"/>
          </a:xfrm>
          <a:prstGeom prst="rect">
            <a:avLst/>
          </a:prstGeom>
          <a:ln w="12700">
            <a:miter lim="400000"/>
          </a:ln>
        </p:spPr>
        <p:txBody>
          <a:bodyPr lIns="76200" tIns="76200" rIns="76200" bIns="76200" anchor="ctr"/>
          <a:lstStyle>
            <a:lvl1pPr defTabSz="819150">
              <a:defRPr sz="1500"/>
            </a:lvl1pPr>
          </a:lstStyle>
          <a:p>
            <a:r>
              <a:rPr sz="1600" dirty="0">
                <a:latin typeface="Arial" panose="020B0604020202020204" pitchFamily="34" charset="0"/>
                <a:cs typeface="Arial" panose="020B0604020202020204" pitchFamily="34" charset="0"/>
              </a:rPr>
              <a:t>PIC 1 </a:t>
            </a:r>
            <a:r>
              <a:rPr lang="en-US" sz="1600" dirty="0">
                <a:latin typeface="Arial" panose="020B0604020202020204" pitchFamily="34" charset="0"/>
                <a:cs typeface="Arial" panose="020B0604020202020204" pitchFamily="34" charset="0"/>
              </a:rPr>
              <a:t>column mold </a:t>
            </a:r>
          </a:p>
        </p:txBody>
      </p:sp>
      <p:sp>
        <p:nvSpPr>
          <p:cNvPr id="53" name="线条"/>
          <p:cNvSpPr/>
          <p:nvPr/>
        </p:nvSpPr>
        <p:spPr>
          <a:xfrm>
            <a:off x="3773108" y="11417396"/>
            <a:ext cx="701113" cy="1"/>
          </a:xfrm>
          <a:prstGeom prst="line">
            <a:avLst/>
          </a:prstGeom>
          <a:ln w="38100">
            <a:solidFill>
              <a:srgbClr val="0365C0"/>
            </a:solidFill>
            <a:miter lim="400000"/>
            <a:tailEnd type="triangle"/>
          </a:ln>
        </p:spPr>
        <p:txBody>
          <a:bodyPr lIns="0" tIns="0" rIns="0" bIns="0"/>
          <a:lstStyle/>
          <a:p>
            <a:pPr defTabSz="825500">
              <a:defRPr sz="3600">
                <a:latin typeface="Helvetica Neue Light" panose="02000503000000020004"/>
                <a:ea typeface="Helvetica Neue Light" panose="02000503000000020004"/>
                <a:cs typeface="Helvetica Neue Light" panose="02000503000000020004"/>
                <a:sym typeface="Helvetica Neue Light" panose="02000503000000020004"/>
              </a:defRPr>
            </a:pPr>
            <a:endParaRPr/>
          </a:p>
        </p:txBody>
      </p:sp>
      <p:pic>
        <p:nvPicPr>
          <p:cNvPr id="54" name="成组" descr="成组"/>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8430372" y="10000489"/>
            <a:ext cx="2514605" cy="2548133"/>
          </a:xfrm>
          <a:prstGeom prst="rect">
            <a:avLst/>
          </a:prstGeom>
          <a:ln w="12700">
            <a:miter lim="400000"/>
            <a:headEnd/>
            <a:tailEnd/>
          </a:ln>
        </p:spPr>
      </p:pic>
      <p:sp>
        <p:nvSpPr>
          <p:cNvPr id="55" name="PIC 3  Set column sample size into program"/>
          <p:cNvSpPr txBox="1"/>
          <p:nvPr/>
        </p:nvSpPr>
        <p:spPr>
          <a:xfrm>
            <a:off x="8376950" y="12558390"/>
            <a:ext cx="3330874" cy="563403"/>
          </a:xfrm>
          <a:prstGeom prst="rect">
            <a:avLst/>
          </a:prstGeom>
          <a:ln w="12700">
            <a:miter lim="400000"/>
          </a:ln>
        </p:spPr>
        <p:txBody>
          <a:bodyPr lIns="76200" tIns="76200" rIns="76200" bIns="76200" anchor="ctr"/>
          <a:lstStyle>
            <a:lvl1pPr algn="l" defTabSz="819150">
              <a:defRPr sz="1500"/>
            </a:lvl1pPr>
          </a:lstStyle>
          <a:p>
            <a:r>
              <a:rPr dirty="0">
                <a:latin typeface="Arial" panose="020B0604020202020204" pitchFamily="34" charset="0"/>
                <a:cs typeface="Arial" panose="020B0604020202020204" pitchFamily="34" charset="0"/>
              </a:rPr>
              <a:t>PIC </a:t>
            </a:r>
            <a:r>
              <a:rPr lang="en-US" dirty="0">
                <a:latin typeface="Arial" panose="020B0604020202020204" pitchFamily="34" charset="0"/>
                <a:cs typeface="Arial" panose="020B0604020202020204" pitchFamily="34" charset="0"/>
              </a:rPr>
              <a:t>3</a:t>
            </a:r>
            <a:r>
              <a:rPr dirty="0">
                <a:latin typeface="Arial" panose="020B0604020202020204" pitchFamily="34" charset="0"/>
                <a:cs typeface="Arial" panose="020B0604020202020204" pitchFamily="34" charset="0"/>
              </a:rPr>
              <a:t>  Set column sample size into program</a:t>
            </a:r>
          </a:p>
        </p:txBody>
      </p:sp>
      <p:sp>
        <p:nvSpPr>
          <p:cNvPr id="56" name="线条"/>
          <p:cNvSpPr/>
          <p:nvPr/>
        </p:nvSpPr>
        <p:spPr>
          <a:xfrm>
            <a:off x="11082137" y="11417398"/>
            <a:ext cx="701113" cy="1"/>
          </a:xfrm>
          <a:prstGeom prst="line">
            <a:avLst/>
          </a:prstGeom>
          <a:ln w="38100">
            <a:solidFill>
              <a:srgbClr val="0365C0"/>
            </a:solidFill>
            <a:miter lim="400000"/>
            <a:tailEnd type="triangle"/>
          </a:ln>
        </p:spPr>
        <p:txBody>
          <a:bodyPr lIns="0" tIns="0" rIns="0" bIns="0"/>
          <a:lstStyle/>
          <a:p>
            <a:pPr defTabSz="825500">
              <a:defRPr sz="3600">
                <a:latin typeface="Helvetica Neue Light" panose="02000503000000020004"/>
                <a:ea typeface="Helvetica Neue Light" panose="02000503000000020004"/>
                <a:cs typeface="Helvetica Neue Light" panose="02000503000000020004"/>
                <a:sym typeface="Helvetica Neue Light" panose="02000503000000020004"/>
              </a:defRPr>
            </a:pPr>
            <a:endParaRPr/>
          </a:p>
        </p:txBody>
      </p:sp>
      <p:sp>
        <p:nvSpPr>
          <p:cNvPr id="57" name="PIC 4  Put column sample at machine plane with coil"/>
          <p:cNvSpPr txBox="1"/>
          <p:nvPr/>
        </p:nvSpPr>
        <p:spPr>
          <a:xfrm>
            <a:off x="11479318" y="12577954"/>
            <a:ext cx="3685381" cy="729342"/>
          </a:xfrm>
          <a:prstGeom prst="rect">
            <a:avLst/>
          </a:prstGeom>
          <a:solidFill>
            <a:srgbClr val="FFFFFF"/>
          </a:solidFill>
          <a:ln w="12700">
            <a:miter lim="400000"/>
          </a:ln>
        </p:spPr>
        <p:txBody>
          <a:bodyPr lIns="76200" tIns="76200" rIns="76200" bIns="76200" anchor="ctr"/>
          <a:lstStyle>
            <a:lvl1pPr defTabSz="819150">
              <a:defRPr sz="1500"/>
            </a:lvl1pPr>
          </a:lstStyle>
          <a:p>
            <a:r>
              <a:rPr dirty="0">
                <a:latin typeface="Arial" panose="020B0604020202020204" pitchFamily="34" charset="0"/>
                <a:cs typeface="Arial" panose="020B0604020202020204" pitchFamily="34" charset="0"/>
              </a:rPr>
              <a:t>PIC </a:t>
            </a:r>
            <a:r>
              <a:rPr lang="en-US" dirty="0">
                <a:latin typeface="Arial" panose="020B0604020202020204" pitchFamily="34" charset="0"/>
                <a:cs typeface="Arial" panose="020B0604020202020204" pitchFamily="34" charset="0"/>
              </a:rPr>
              <a:t>4</a:t>
            </a:r>
            <a:r>
              <a:rPr dirty="0">
                <a:latin typeface="Arial" panose="020B0604020202020204" pitchFamily="34" charset="0"/>
                <a:cs typeface="Arial" panose="020B0604020202020204" pitchFamily="34" charset="0"/>
              </a:rPr>
              <a:t>  Put column sample at machine plane </a:t>
            </a:r>
          </a:p>
        </p:txBody>
      </p:sp>
      <p:sp>
        <p:nvSpPr>
          <p:cNvPr id="58" name="线条"/>
          <p:cNvSpPr/>
          <p:nvPr/>
        </p:nvSpPr>
        <p:spPr>
          <a:xfrm>
            <a:off x="14120685" y="11546594"/>
            <a:ext cx="701114" cy="1"/>
          </a:xfrm>
          <a:prstGeom prst="line">
            <a:avLst/>
          </a:prstGeom>
          <a:ln w="38100">
            <a:solidFill>
              <a:srgbClr val="0365C0"/>
            </a:solidFill>
            <a:miter lim="400000"/>
            <a:tailEnd type="triangle"/>
          </a:ln>
        </p:spPr>
        <p:txBody>
          <a:bodyPr lIns="0" tIns="0" rIns="0" bIns="0"/>
          <a:lstStyle/>
          <a:p>
            <a:pPr defTabSz="825500">
              <a:defRPr sz="3600">
                <a:latin typeface="Helvetica Neue Light" panose="02000503000000020004"/>
                <a:ea typeface="Helvetica Neue Light" panose="02000503000000020004"/>
                <a:cs typeface="Helvetica Neue Light" panose="02000503000000020004"/>
                <a:sym typeface="Helvetica Neue Light" panose="02000503000000020004"/>
              </a:defRPr>
            </a:pPr>
            <a:endParaRPr/>
          </a:p>
        </p:txBody>
      </p:sp>
      <p:sp>
        <p:nvSpPr>
          <p:cNvPr id="62" name="PIC 5  Start test"/>
          <p:cNvSpPr txBox="1"/>
          <p:nvPr/>
        </p:nvSpPr>
        <p:spPr>
          <a:xfrm>
            <a:off x="16219536" y="12664388"/>
            <a:ext cx="2200229" cy="377914"/>
          </a:xfrm>
          <a:prstGeom prst="rect">
            <a:avLst/>
          </a:prstGeom>
          <a:ln w="12700">
            <a:miter lim="400000"/>
          </a:ln>
        </p:spPr>
        <p:txBody>
          <a:bodyPr lIns="76200" tIns="76200" rIns="76200" bIns="76200" anchor="ctr"/>
          <a:lstStyle>
            <a:lvl1pPr algn="l" defTabSz="819150">
              <a:defRPr sz="1500"/>
            </a:lvl1pPr>
          </a:lstStyle>
          <a:p>
            <a:r>
              <a:rPr dirty="0">
                <a:latin typeface="Arial" panose="020B0604020202020204" pitchFamily="34" charset="0"/>
                <a:cs typeface="Arial" panose="020B0604020202020204" pitchFamily="34" charset="0"/>
              </a:rPr>
              <a:t>PIC </a:t>
            </a:r>
            <a:r>
              <a:rPr lang="en-US" dirty="0">
                <a:latin typeface="Arial" panose="020B0604020202020204" pitchFamily="34" charset="0"/>
                <a:cs typeface="Arial" panose="020B0604020202020204" pitchFamily="34" charset="0"/>
              </a:rPr>
              <a:t>5</a:t>
            </a:r>
            <a:r>
              <a:rPr dirty="0">
                <a:latin typeface="Arial" panose="020B0604020202020204" pitchFamily="34" charset="0"/>
                <a:cs typeface="Arial" panose="020B0604020202020204" pitchFamily="34" charset="0"/>
              </a:rPr>
              <a:t>  Start test</a:t>
            </a:r>
          </a:p>
        </p:txBody>
      </p:sp>
      <p:sp>
        <p:nvSpPr>
          <p:cNvPr id="64" name="线条"/>
          <p:cNvSpPr/>
          <p:nvPr/>
        </p:nvSpPr>
        <p:spPr>
          <a:xfrm>
            <a:off x="19061919" y="11546595"/>
            <a:ext cx="701113" cy="1"/>
          </a:xfrm>
          <a:prstGeom prst="line">
            <a:avLst/>
          </a:prstGeom>
          <a:ln w="38100">
            <a:solidFill>
              <a:srgbClr val="0365C0"/>
            </a:solidFill>
            <a:miter lim="400000"/>
            <a:tailEnd type="triangle"/>
          </a:ln>
        </p:spPr>
        <p:txBody>
          <a:bodyPr lIns="0" tIns="0" rIns="0" bIns="0"/>
          <a:lstStyle/>
          <a:p>
            <a:pPr defTabSz="825500">
              <a:defRPr sz="3600">
                <a:latin typeface="Helvetica Neue Light" panose="02000503000000020004"/>
                <a:ea typeface="Helvetica Neue Light" panose="02000503000000020004"/>
                <a:cs typeface="Helvetica Neue Light" panose="02000503000000020004"/>
                <a:sym typeface="Helvetica Neue Light" panose="02000503000000020004"/>
              </a:defRPr>
            </a:pPr>
            <a:endParaRPr/>
          </a:p>
        </p:txBody>
      </p:sp>
      <p:sp>
        <p:nvSpPr>
          <p:cNvPr id="65" name="PIC 6  Record the value of Br, Hcb, Hcj, BH max."/>
          <p:cNvSpPr txBox="1"/>
          <p:nvPr/>
        </p:nvSpPr>
        <p:spPr>
          <a:xfrm>
            <a:off x="20116801" y="12528991"/>
            <a:ext cx="3338122" cy="615553"/>
          </a:xfrm>
          <a:prstGeom prst="rect">
            <a:avLst/>
          </a:prstGeom>
          <a:ln w="12700">
            <a:miter lim="400000"/>
          </a:ln>
        </p:spPr>
        <p:txBody>
          <a:bodyPr wrap="square" lIns="76200" tIns="76200" rIns="76200" bIns="76200" anchor="ctr">
            <a:spAutoFit/>
          </a:bodyPr>
          <a:lstStyle>
            <a:lvl1pPr defTabSz="819150">
              <a:defRPr sz="1500"/>
            </a:lvl1pPr>
          </a:lstStyle>
          <a:p>
            <a:r>
              <a:rPr dirty="0">
                <a:latin typeface="Arial" panose="020B0604020202020204" pitchFamily="34" charset="0"/>
                <a:cs typeface="Arial" panose="020B0604020202020204" pitchFamily="34" charset="0"/>
              </a:rPr>
              <a:t>PIC </a:t>
            </a:r>
            <a:r>
              <a:rPr lang="en-US" dirty="0">
                <a:latin typeface="Arial" panose="020B0604020202020204" pitchFamily="34" charset="0"/>
                <a:cs typeface="Arial" panose="020B0604020202020204" pitchFamily="34" charset="0"/>
              </a:rPr>
              <a:t>6</a:t>
            </a:r>
            <a:r>
              <a:rPr dirty="0">
                <a:latin typeface="Arial" panose="020B0604020202020204" pitchFamily="34" charset="0"/>
                <a:cs typeface="Arial" panose="020B0604020202020204" pitchFamily="34" charset="0"/>
              </a:rPr>
              <a:t>  Record the value of Br, Hcb, Hcj, BH max.</a:t>
            </a:r>
          </a:p>
        </p:txBody>
      </p:sp>
      <p:pic>
        <p:nvPicPr>
          <p:cNvPr id="35842" name="Picture 2"/>
          <p:cNvPicPr>
            <a:picLocks noChangeAspect="1" noChangeArrowheads="1"/>
          </p:cNvPicPr>
          <p:nvPr/>
        </p:nvPicPr>
        <p:blipFill>
          <a:blip r:embed="rId5"/>
          <a:srcRect/>
          <a:stretch>
            <a:fillRect/>
          </a:stretch>
        </p:blipFill>
        <p:spPr bwMode="auto">
          <a:xfrm>
            <a:off x="1067195" y="9352465"/>
            <a:ext cx="2562225" cy="3152775"/>
          </a:xfrm>
          <a:prstGeom prst="rect">
            <a:avLst/>
          </a:prstGeom>
          <a:noFill/>
          <a:ln w="9525">
            <a:noFill/>
            <a:miter lim="800000"/>
            <a:headEnd/>
            <a:tailEnd/>
          </a:ln>
          <a:effectLst/>
        </p:spPr>
      </p:pic>
      <p:pic>
        <p:nvPicPr>
          <p:cNvPr id="35843" name="Picture 3"/>
          <p:cNvPicPr>
            <a:picLocks noChangeAspect="1" noChangeArrowheads="1"/>
          </p:cNvPicPr>
          <p:nvPr/>
        </p:nvPicPr>
        <p:blipFill>
          <a:blip r:embed="rId6" cstate="email">
            <a:extLst>
              <a:ext uri="{28A0092B-C50C-407E-A947-70E740481C1C}">
                <a14:useLocalDpi xmlns:a14="http://schemas.microsoft.com/office/drawing/2010/main"/>
              </a:ext>
            </a:extLst>
          </a:blip>
          <a:srcRect/>
          <a:stretch>
            <a:fillRect/>
          </a:stretch>
        </p:blipFill>
        <p:spPr bwMode="auto">
          <a:xfrm>
            <a:off x="11781317" y="9849010"/>
            <a:ext cx="2270788" cy="2781078"/>
          </a:xfrm>
          <a:prstGeom prst="rect">
            <a:avLst/>
          </a:prstGeom>
          <a:noFill/>
          <a:ln w="9525">
            <a:noFill/>
            <a:miter lim="800000"/>
            <a:headEnd/>
            <a:tailEnd/>
          </a:ln>
          <a:effectLst/>
        </p:spPr>
      </p:pic>
      <p:pic>
        <p:nvPicPr>
          <p:cNvPr id="35844" name="Picture 4"/>
          <p:cNvPicPr>
            <a:picLocks noChangeAspect="1" noChangeArrowheads="1"/>
          </p:cNvPicPr>
          <p:nvPr/>
        </p:nvPicPr>
        <p:blipFill>
          <a:blip r:embed="rId7"/>
          <a:srcRect/>
          <a:stretch>
            <a:fillRect/>
          </a:stretch>
        </p:blipFill>
        <p:spPr bwMode="auto">
          <a:xfrm>
            <a:off x="19717312" y="9863329"/>
            <a:ext cx="3829050" cy="2714625"/>
          </a:xfrm>
          <a:prstGeom prst="rect">
            <a:avLst/>
          </a:prstGeom>
          <a:noFill/>
          <a:ln w="9525">
            <a:noFill/>
            <a:miter lim="800000"/>
            <a:headEnd/>
            <a:tailEnd/>
          </a:ln>
          <a:effectLst/>
        </p:spPr>
      </p:pic>
      <p:grpSp>
        <p:nvGrpSpPr>
          <p:cNvPr id="33" name="组合 32"/>
          <p:cNvGrpSpPr/>
          <p:nvPr/>
        </p:nvGrpSpPr>
        <p:grpSpPr>
          <a:xfrm>
            <a:off x="14776079" y="9989136"/>
            <a:ext cx="4307904" cy="2506586"/>
            <a:chOff x="14046038" y="9741105"/>
            <a:chExt cx="4734179" cy="2754617"/>
          </a:xfrm>
        </p:grpSpPr>
        <p:pic>
          <p:nvPicPr>
            <p:cNvPr id="60" name="Picture 3398" descr="Picture 3398"/>
            <p:cNvPicPr>
              <a:picLocks noChangeAspect="1"/>
            </p:cNvPicPr>
            <p:nvPr/>
          </p:nvPicPr>
          <p:blipFill>
            <a:blip r:embed="rId8" cstate="email"/>
            <a:srcRect/>
            <a:stretch>
              <a:fillRect/>
            </a:stretch>
          </p:blipFill>
          <p:spPr>
            <a:xfrm>
              <a:off x="14046038" y="9741105"/>
              <a:ext cx="1744466" cy="2754617"/>
            </a:xfrm>
            <a:prstGeom prst="rect">
              <a:avLst/>
            </a:prstGeom>
            <a:ln w="12700" cap="flat">
              <a:noFill/>
              <a:miter lim="400000"/>
              <a:headEnd/>
              <a:tailEnd/>
            </a:ln>
            <a:effectLst/>
          </p:spPr>
        </p:pic>
        <p:pic>
          <p:nvPicPr>
            <p:cNvPr id="2" name="Picture 2"/>
            <p:cNvPicPr>
              <a:picLocks noChangeAspect="1" noChangeArrowheads="1"/>
            </p:cNvPicPr>
            <p:nvPr/>
          </p:nvPicPr>
          <p:blipFill>
            <a:blip r:embed="rId9" cstate="email">
              <a:extLst>
                <a:ext uri="{28A0092B-C50C-407E-A947-70E740481C1C}">
                  <a14:useLocalDpi xmlns:a14="http://schemas.microsoft.com/office/drawing/2010/main"/>
                </a:ext>
              </a:extLst>
            </a:blip>
            <a:srcRect/>
            <a:stretch>
              <a:fillRect/>
            </a:stretch>
          </p:blipFill>
          <p:spPr bwMode="auto">
            <a:xfrm>
              <a:off x="15859084" y="10577320"/>
              <a:ext cx="2921133" cy="1517317"/>
            </a:xfrm>
            <a:prstGeom prst="rect">
              <a:avLst/>
            </a:prstGeom>
            <a:noFill/>
            <a:ln w="9525">
              <a:noFill/>
              <a:miter lim="800000"/>
              <a:headEnd/>
              <a:tailEnd/>
            </a:ln>
            <a:effectLst/>
          </p:spPr>
        </p:pic>
      </p:grpSp>
      <p:pic>
        <p:nvPicPr>
          <p:cNvPr id="3" name="Picture 3"/>
          <p:cNvPicPr>
            <a:picLocks noChangeAspect="1" noChangeArrowheads="1"/>
          </p:cNvPicPr>
          <p:nvPr/>
        </p:nvPicPr>
        <p:blipFill>
          <a:blip r:embed="rId10"/>
          <a:srcRect/>
          <a:stretch>
            <a:fillRect/>
          </a:stretch>
        </p:blipFill>
        <p:spPr bwMode="auto">
          <a:xfrm>
            <a:off x="4500622" y="10263456"/>
            <a:ext cx="3105150" cy="2200275"/>
          </a:xfrm>
          <a:prstGeom prst="rect">
            <a:avLst/>
          </a:prstGeom>
          <a:noFill/>
          <a:ln w="9525">
            <a:noFill/>
            <a:miter lim="800000"/>
            <a:headEnd/>
            <a:tailEnd/>
          </a:ln>
          <a:effectLst/>
        </p:spPr>
      </p:pic>
      <p:sp>
        <p:nvSpPr>
          <p:cNvPr id="34" name="线条"/>
          <p:cNvSpPr/>
          <p:nvPr/>
        </p:nvSpPr>
        <p:spPr>
          <a:xfrm>
            <a:off x="7682759" y="11417395"/>
            <a:ext cx="701113" cy="1"/>
          </a:xfrm>
          <a:prstGeom prst="line">
            <a:avLst/>
          </a:prstGeom>
          <a:ln w="38100">
            <a:solidFill>
              <a:srgbClr val="0365C0"/>
            </a:solidFill>
            <a:miter lim="400000"/>
            <a:tailEnd type="triangle"/>
          </a:ln>
        </p:spPr>
        <p:txBody>
          <a:bodyPr lIns="0" tIns="0" rIns="0" bIns="0"/>
          <a:lstStyle/>
          <a:p>
            <a:pPr defTabSz="825500">
              <a:defRPr sz="3600">
                <a:latin typeface="Helvetica Neue Light" panose="02000503000000020004"/>
                <a:ea typeface="Helvetica Neue Light" panose="02000503000000020004"/>
                <a:cs typeface="Helvetica Neue Light" panose="02000503000000020004"/>
                <a:sym typeface="Helvetica Neue Light" panose="02000503000000020004"/>
              </a:defRPr>
            </a:pPr>
            <a:endParaRPr/>
          </a:p>
        </p:txBody>
      </p:sp>
      <p:sp>
        <p:nvSpPr>
          <p:cNvPr id="35" name="PIC 3  Set column sample size into program"/>
          <p:cNvSpPr txBox="1"/>
          <p:nvPr/>
        </p:nvSpPr>
        <p:spPr>
          <a:xfrm>
            <a:off x="4557625" y="12495722"/>
            <a:ext cx="3330874" cy="563403"/>
          </a:xfrm>
          <a:prstGeom prst="rect">
            <a:avLst/>
          </a:prstGeom>
          <a:ln w="12700">
            <a:miter lim="400000"/>
          </a:ln>
        </p:spPr>
        <p:txBody>
          <a:bodyPr lIns="76200" tIns="76200" rIns="76200" bIns="76200" anchor="ctr"/>
          <a:lstStyle>
            <a:lvl1pPr algn="l" defTabSz="819150">
              <a:defRPr sz="1500"/>
            </a:lvl1pPr>
          </a:lstStyle>
          <a:p>
            <a:r>
              <a:rPr dirty="0">
                <a:latin typeface="Arial" panose="020B0604020202020204" pitchFamily="34" charset="0"/>
                <a:cs typeface="Arial" panose="020B0604020202020204" pitchFamily="34" charset="0"/>
              </a:rPr>
              <a:t>PIC </a:t>
            </a:r>
            <a:r>
              <a:rPr lang="en-US" dirty="0">
                <a:latin typeface="Arial" panose="020B0604020202020204" pitchFamily="34" charset="0"/>
                <a:cs typeface="Arial" panose="020B0604020202020204" pitchFamily="34" charset="0"/>
              </a:rPr>
              <a:t>2</a:t>
            </a:r>
            <a:r>
              <a:rPr dirty="0">
                <a:latin typeface="Arial" panose="020B0604020202020204" pitchFamily="34" charset="0"/>
                <a:cs typeface="Arial" panose="020B0604020202020204" pitchFamily="34" charset="0"/>
              </a:rPr>
              <a:t> </a:t>
            </a:r>
            <a:r>
              <a:rPr lang="en-US" dirty="0">
                <a:latin typeface="Arial" panose="020B0604020202020204" pitchFamily="34" charset="0"/>
                <a:cs typeface="Arial" panose="020B0604020202020204" pitchFamily="34" charset="0"/>
              </a:rPr>
              <a:t> </a:t>
            </a:r>
            <a:r>
              <a:rPr lang="el-GR" dirty="0">
                <a:solidFill>
                  <a:schemeClr val="tx1"/>
                </a:solidFill>
                <a:latin typeface="Arial" panose="020B0604020202020204" pitchFamily="34" charset="0"/>
                <a:cs typeface="Arial" panose="020B0604020202020204" pitchFamily="34" charset="0"/>
              </a:rPr>
              <a:t>Φ10</a:t>
            </a:r>
            <a:r>
              <a:rPr lang="en-US" dirty="0">
                <a:solidFill>
                  <a:schemeClr val="tx1"/>
                </a:solidFill>
                <a:latin typeface="Arial" panose="020B0604020202020204" pitchFamily="34" charset="0"/>
                <a:cs typeface="Arial" panose="020B0604020202020204" pitchFamily="34" charset="0"/>
              </a:rPr>
              <a:t>mm*10mm samples</a:t>
            </a:r>
            <a:endParaRPr dirty="0">
              <a:solidFill>
                <a:schemeClr val="tx1"/>
              </a:solidFill>
              <a:latin typeface="Arial" panose="020B0604020202020204" pitchFamily="34" charset="0"/>
              <a:cs typeface="Arial" panose="020B0604020202020204" pitchFamily="34" charset="0"/>
            </a:endParaRPr>
          </a:p>
        </p:txBody>
      </p:sp>
      <p:sp>
        <p:nvSpPr>
          <p:cNvPr id="38" name="MTD | X1335 Metrology Details-Magnet 160-02017-05 (Series)">
            <a:extLst>
              <a:ext uri="{FF2B5EF4-FFF2-40B4-BE49-F238E27FC236}">
                <a16:creationId xmlns:a16="http://schemas.microsoft.com/office/drawing/2014/main" id="{97E9F8AC-CB39-1B4D-BC63-0DDCCB87880A}"/>
              </a:ext>
            </a:extLst>
          </p:cNvPr>
          <p:cNvSpPr txBox="1">
            <a:spLocks/>
          </p:cNvSpPr>
          <p:nvPr/>
        </p:nvSpPr>
        <p:spPr>
          <a:xfrm>
            <a:off x="724245" y="959195"/>
            <a:ext cx="14591955" cy="84420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noAutofit/>
          </a:bodyPr>
          <a:lstStyle>
            <a:lvl1pPr marL="0" marR="0" indent="0" algn="ctr" defTabSz="821530" rtl="0" latinLnBrk="0">
              <a:lnSpc>
                <a:spcPct val="100000"/>
              </a:lnSpc>
              <a:spcBef>
                <a:spcPts val="0"/>
              </a:spcBef>
              <a:spcAft>
                <a:spcPts val="0"/>
              </a:spcAft>
              <a:buClrTx/>
              <a:buSzTx/>
              <a:buFontTx/>
              <a:buNone/>
              <a:tabLst/>
              <a:defRPr sz="11200" b="0" i="0" u="none" strike="noStrike" cap="none" spc="0" baseline="0">
                <a:ln>
                  <a:noFill/>
                </a:ln>
                <a:solidFill>
                  <a:srgbClr val="000000"/>
                </a:solidFill>
                <a:uFillTx/>
                <a:latin typeface="+mj-lt"/>
                <a:ea typeface="+mj-ea"/>
                <a:cs typeface="+mj-cs"/>
                <a:sym typeface="Helvetica Neue Medium"/>
              </a:defRPr>
            </a:lvl1pPr>
            <a:lvl2pPr marL="0" marR="0" indent="0" algn="ctr" defTabSz="821530" rtl="0" latinLnBrk="0">
              <a:lnSpc>
                <a:spcPct val="100000"/>
              </a:lnSpc>
              <a:spcBef>
                <a:spcPts val="0"/>
              </a:spcBef>
              <a:spcAft>
                <a:spcPts val="0"/>
              </a:spcAft>
              <a:buClrTx/>
              <a:buSzTx/>
              <a:buFontTx/>
              <a:buNone/>
              <a:tabLst/>
              <a:defRPr sz="11200" b="0" i="0" u="none" strike="noStrike" cap="none" spc="0" baseline="0">
                <a:ln>
                  <a:noFill/>
                </a:ln>
                <a:solidFill>
                  <a:srgbClr val="000000"/>
                </a:solidFill>
                <a:uFillTx/>
                <a:latin typeface="+mj-lt"/>
                <a:ea typeface="+mj-ea"/>
                <a:cs typeface="+mj-cs"/>
                <a:sym typeface="Helvetica Neue Medium"/>
              </a:defRPr>
            </a:lvl2pPr>
            <a:lvl3pPr marL="0" marR="0" indent="0" algn="ctr" defTabSz="821530" rtl="0" latinLnBrk="0">
              <a:lnSpc>
                <a:spcPct val="100000"/>
              </a:lnSpc>
              <a:spcBef>
                <a:spcPts val="0"/>
              </a:spcBef>
              <a:spcAft>
                <a:spcPts val="0"/>
              </a:spcAft>
              <a:buClrTx/>
              <a:buSzTx/>
              <a:buFontTx/>
              <a:buNone/>
              <a:tabLst/>
              <a:defRPr sz="11200" b="0" i="0" u="none" strike="noStrike" cap="none" spc="0" baseline="0">
                <a:ln>
                  <a:noFill/>
                </a:ln>
                <a:solidFill>
                  <a:srgbClr val="000000"/>
                </a:solidFill>
                <a:uFillTx/>
                <a:latin typeface="+mj-lt"/>
                <a:ea typeface="+mj-ea"/>
                <a:cs typeface="+mj-cs"/>
                <a:sym typeface="Helvetica Neue Medium"/>
              </a:defRPr>
            </a:lvl3pPr>
            <a:lvl4pPr marL="0" marR="0" indent="0" algn="ctr" defTabSz="821530" rtl="0" latinLnBrk="0">
              <a:lnSpc>
                <a:spcPct val="100000"/>
              </a:lnSpc>
              <a:spcBef>
                <a:spcPts val="0"/>
              </a:spcBef>
              <a:spcAft>
                <a:spcPts val="0"/>
              </a:spcAft>
              <a:buClrTx/>
              <a:buSzTx/>
              <a:buFontTx/>
              <a:buNone/>
              <a:tabLst/>
              <a:defRPr sz="11200" b="0" i="0" u="none" strike="noStrike" cap="none" spc="0" baseline="0">
                <a:ln>
                  <a:noFill/>
                </a:ln>
                <a:solidFill>
                  <a:srgbClr val="000000"/>
                </a:solidFill>
                <a:uFillTx/>
                <a:latin typeface="+mj-lt"/>
                <a:ea typeface="+mj-ea"/>
                <a:cs typeface="+mj-cs"/>
                <a:sym typeface="Helvetica Neue Medium"/>
              </a:defRPr>
            </a:lvl4pPr>
            <a:lvl5pPr marL="0" marR="0" indent="0" algn="ctr" defTabSz="821530" rtl="0" latinLnBrk="0">
              <a:lnSpc>
                <a:spcPct val="100000"/>
              </a:lnSpc>
              <a:spcBef>
                <a:spcPts val="0"/>
              </a:spcBef>
              <a:spcAft>
                <a:spcPts val="0"/>
              </a:spcAft>
              <a:buClrTx/>
              <a:buSzTx/>
              <a:buFontTx/>
              <a:buNone/>
              <a:tabLst/>
              <a:defRPr sz="11200" b="0" i="0" u="none" strike="noStrike" cap="none" spc="0" baseline="0">
                <a:ln>
                  <a:noFill/>
                </a:ln>
                <a:solidFill>
                  <a:srgbClr val="000000"/>
                </a:solidFill>
                <a:uFillTx/>
                <a:latin typeface="+mj-lt"/>
                <a:ea typeface="+mj-ea"/>
                <a:cs typeface="+mj-cs"/>
                <a:sym typeface="Helvetica Neue Medium"/>
              </a:defRPr>
            </a:lvl5pPr>
            <a:lvl6pPr marL="0" marR="0" indent="0" algn="ctr" defTabSz="821530" rtl="0" latinLnBrk="0">
              <a:lnSpc>
                <a:spcPct val="100000"/>
              </a:lnSpc>
              <a:spcBef>
                <a:spcPts val="0"/>
              </a:spcBef>
              <a:spcAft>
                <a:spcPts val="0"/>
              </a:spcAft>
              <a:buClrTx/>
              <a:buSzTx/>
              <a:buFontTx/>
              <a:buNone/>
              <a:tabLst/>
              <a:defRPr sz="11200" b="0" i="0" u="none" strike="noStrike" cap="none" spc="0" baseline="0">
                <a:ln>
                  <a:noFill/>
                </a:ln>
                <a:solidFill>
                  <a:srgbClr val="000000"/>
                </a:solidFill>
                <a:uFillTx/>
                <a:latin typeface="+mj-lt"/>
                <a:ea typeface="+mj-ea"/>
                <a:cs typeface="+mj-cs"/>
                <a:sym typeface="Helvetica Neue Medium"/>
              </a:defRPr>
            </a:lvl6pPr>
            <a:lvl7pPr marL="0" marR="0" indent="0" algn="ctr" defTabSz="821530" rtl="0" latinLnBrk="0">
              <a:lnSpc>
                <a:spcPct val="100000"/>
              </a:lnSpc>
              <a:spcBef>
                <a:spcPts val="0"/>
              </a:spcBef>
              <a:spcAft>
                <a:spcPts val="0"/>
              </a:spcAft>
              <a:buClrTx/>
              <a:buSzTx/>
              <a:buFontTx/>
              <a:buNone/>
              <a:tabLst/>
              <a:defRPr sz="11200" b="0" i="0" u="none" strike="noStrike" cap="none" spc="0" baseline="0">
                <a:ln>
                  <a:noFill/>
                </a:ln>
                <a:solidFill>
                  <a:srgbClr val="000000"/>
                </a:solidFill>
                <a:uFillTx/>
                <a:latin typeface="+mj-lt"/>
                <a:ea typeface="+mj-ea"/>
                <a:cs typeface="+mj-cs"/>
                <a:sym typeface="Helvetica Neue Medium"/>
              </a:defRPr>
            </a:lvl7pPr>
            <a:lvl8pPr marL="0" marR="0" indent="0" algn="ctr" defTabSz="821530" rtl="0" latinLnBrk="0">
              <a:lnSpc>
                <a:spcPct val="100000"/>
              </a:lnSpc>
              <a:spcBef>
                <a:spcPts val="0"/>
              </a:spcBef>
              <a:spcAft>
                <a:spcPts val="0"/>
              </a:spcAft>
              <a:buClrTx/>
              <a:buSzTx/>
              <a:buFontTx/>
              <a:buNone/>
              <a:tabLst/>
              <a:defRPr sz="11200" b="0" i="0" u="none" strike="noStrike" cap="none" spc="0" baseline="0">
                <a:ln>
                  <a:noFill/>
                </a:ln>
                <a:solidFill>
                  <a:srgbClr val="000000"/>
                </a:solidFill>
                <a:uFillTx/>
                <a:latin typeface="+mj-lt"/>
                <a:ea typeface="+mj-ea"/>
                <a:cs typeface="+mj-cs"/>
                <a:sym typeface="Helvetica Neue Medium"/>
              </a:defRPr>
            </a:lvl8pPr>
            <a:lvl9pPr marL="0" marR="0" indent="0" algn="ctr" defTabSz="821530" rtl="0" latinLnBrk="0">
              <a:lnSpc>
                <a:spcPct val="100000"/>
              </a:lnSpc>
              <a:spcBef>
                <a:spcPts val="0"/>
              </a:spcBef>
              <a:spcAft>
                <a:spcPts val="0"/>
              </a:spcAft>
              <a:buClrTx/>
              <a:buSzTx/>
              <a:buFontTx/>
              <a:buNone/>
              <a:tabLst/>
              <a:defRPr sz="11200" b="0" i="0" u="none" strike="noStrike" cap="none" spc="0" baseline="0">
                <a:ln>
                  <a:noFill/>
                </a:ln>
                <a:solidFill>
                  <a:srgbClr val="000000"/>
                </a:solidFill>
                <a:uFillTx/>
                <a:latin typeface="+mj-lt"/>
                <a:ea typeface="+mj-ea"/>
                <a:cs typeface="+mj-cs"/>
                <a:sym typeface="Helvetica Neue Medium"/>
              </a:defRPr>
            </a:lvl9pPr>
          </a:lstStyle>
          <a:p>
            <a:pPr algn="l" defTabSz="212866" hangingPunct="1">
              <a:defRPr sz="4400">
                <a:solidFill>
                  <a:srgbClr val="024C90"/>
                </a:solidFill>
                <a:latin typeface="Helvetica Neue Light"/>
                <a:ea typeface="Helvetica Neue Light"/>
                <a:cs typeface="Helvetica Neue Light"/>
                <a:sym typeface="Helvetica Neue Light"/>
              </a:defRPr>
            </a:pPr>
            <a:r>
              <a:rPr lang="en" sz="4400" dirty="0">
                <a:solidFill>
                  <a:srgbClr val="024C90"/>
                </a:solidFill>
                <a:latin typeface="Arial" panose="020B0604020202020204" pitchFamily="34" charset="0"/>
                <a:ea typeface="Helvetica Neue Light"/>
                <a:cs typeface="Arial" panose="020B0604020202020204" pitchFamily="34" charset="0"/>
                <a:sym typeface="Helvetica Neue Light"/>
              </a:rPr>
              <a:t>MTD</a:t>
            </a:r>
            <a:r>
              <a:rPr lang="en" sz="4400" dirty="0">
                <a:latin typeface="Arial" panose="020B0604020202020204" pitchFamily="34" charset="0"/>
                <a:ea typeface="Helvetica Neue Light"/>
                <a:cs typeface="Arial" panose="020B0604020202020204" pitchFamily="34" charset="0"/>
                <a:sym typeface="Helvetica Neue Light"/>
              </a:rPr>
              <a:t> | </a:t>
            </a:r>
            <a:r>
              <a:rPr lang="en-US" sz="4400" dirty="0">
                <a:solidFill>
                  <a:schemeClr val="tx1"/>
                </a:solidFill>
                <a:latin typeface="Arial" panose="020B0604020202020204" pitchFamily="34" charset="0"/>
                <a:ea typeface="Helvetica Neue Light"/>
                <a:cs typeface="Arial" panose="020B0604020202020204" pitchFamily="34" charset="0"/>
                <a:sym typeface="Helvetica Neue Light"/>
              </a:rPr>
              <a:t>R240</a:t>
            </a:r>
            <a:r>
              <a:rPr lang="en" sz="4400" dirty="0">
                <a:latin typeface="Arial" panose="020B0604020202020204" pitchFamily="34" charset="0"/>
                <a:ea typeface="Helvetica Neue Light"/>
                <a:cs typeface="Arial" panose="020B0604020202020204" pitchFamily="34" charset="0"/>
                <a:sym typeface="Helvetica Neue Light"/>
              </a:rPr>
              <a:t> </a:t>
            </a:r>
            <a:r>
              <a:rPr lang="en" sz="4400" dirty="0">
                <a:solidFill>
                  <a:schemeClr val="tx1"/>
                </a:solidFill>
                <a:latin typeface="Arial" panose="020B0604020202020204" pitchFamily="34" charset="0"/>
                <a:ea typeface="Helvetica Neue Light"/>
                <a:cs typeface="Arial" panose="020B0604020202020204" pitchFamily="34" charset="0"/>
                <a:sym typeface="Helvetica Neue Light"/>
              </a:rPr>
              <a:t>Metrology Details-Magnet </a:t>
            </a:r>
            <a:r>
              <a:rPr lang="sv-SE" altLang="zh-CN" sz="4400" dirty="0">
                <a:solidFill>
                  <a:schemeClr val="tx1"/>
                </a:solidFill>
                <a:latin typeface="Arial" panose="020B0604020202020204" pitchFamily="34" charset="0"/>
                <a:ea typeface="Helvetica Neue Light"/>
                <a:cs typeface="Arial" panose="020B0604020202020204" pitchFamily="34" charset="0"/>
                <a:sym typeface="Helvetica Neue Light"/>
              </a:rPr>
              <a:t>099-53721-08</a:t>
            </a:r>
          </a:p>
        </p:txBody>
      </p:sp>
      <p:graphicFrame>
        <p:nvGraphicFramePr>
          <p:cNvPr id="67" name="表格 66"/>
          <p:cNvGraphicFramePr>
            <a:graphicFrameLocks noGrp="1"/>
          </p:cNvGraphicFramePr>
          <p:nvPr>
            <p:extLst>
              <p:ext uri="{D42A27DB-BD31-4B8C-83A1-F6EECF244321}">
                <p14:modId xmlns:p14="http://schemas.microsoft.com/office/powerpoint/2010/main" val="1147323249"/>
              </p:ext>
            </p:extLst>
          </p:nvPr>
        </p:nvGraphicFramePr>
        <p:xfrm>
          <a:off x="13616441" y="4856301"/>
          <a:ext cx="9115042" cy="2734986"/>
        </p:xfrm>
        <a:graphic>
          <a:graphicData uri="http://schemas.openxmlformats.org/drawingml/2006/table">
            <a:tbl>
              <a:tblPr>
                <a:tableStyleId>{5940675A-B579-460E-94D1-54222C63F5DA}</a:tableStyleId>
              </a:tblPr>
              <a:tblGrid>
                <a:gridCol w="999567">
                  <a:extLst>
                    <a:ext uri="{9D8B030D-6E8A-4147-A177-3AD203B41FA5}">
                      <a16:colId xmlns:a16="http://schemas.microsoft.com/office/drawing/2014/main" val="1559393567"/>
                    </a:ext>
                  </a:extLst>
                </a:gridCol>
                <a:gridCol w="999567">
                  <a:extLst>
                    <a:ext uri="{9D8B030D-6E8A-4147-A177-3AD203B41FA5}">
                      <a16:colId xmlns:a16="http://schemas.microsoft.com/office/drawing/2014/main" val="20000"/>
                    </a:ext>
                  </a:extLst>
                </a:gridCol>
                <a:gridCol w="1416267">
                  <a:extLst>
                    <a:ext uri="{9D8B030D-6E8A-4147-A177-3AD203B41FA5}">
                      <a16:colId xmlns:a16="http://schemas.microsoft.com/office/drawing/2014/main" val="20001"/>
                    </a:ext>
                  </a:extLst>
                </a:gridCol>
                <a:gridCol w="1122050">
                  <a:extLst>
                    <a:ext uri="{9D8B030D-6E8A-4147-A177-3AD203B41FA5}">
                      <a16:colId xmlns:a16="http://schemas.microsoft.com/office/drawing/2014/main" val="20002"/>
                    </a:ext>
                  </a:extLst>
                </a:gridCol>
                <a:gridCol w="1637918">
                  <a:extLst>
                    <a:ext uri="{9D8B030D-6E8A-4147-A177-3AD203B41FA5}">
                      <a16:colId xmlns:a16="http://schemas.microsoft.com/office/drawing/2014/main" val="20003"/>
                    </a:ext>
                  </a:extLst>
                </a:gridCol>
                <a:gridCol w="1340903">
                  <a:extLst>
                    <a:ext uri="{9D8B030D-6E8A-4147-A177-3AD203B41FA5}">
                      <a16:colId xmlns:a16="http://schemas.microsoft.com/office/drawing/2014/main" val="20004"/>
                    </a:ext>
                  </a:extLst>
                </a:gridCol>
                <a:gridCol w="1598770">
                  <a:extLst>
                    <a:ext uri="{9D8B030D-6E8A-4147-A177-3AD203B41FA5}">
                      <a16:colId xmlns:a16="http://schemas.microsoft.com/office/drawing/2014/main" val="20005"/>
                    </a:ext>
                  </a:extLst>
                </a:gridCol>
              </a:tblGrid>
              <a:tr h="610844">
                <a:tc>
                  <a:txBody>
                    <a:bodyPr/>
                    <a:lstStyle/>
                    <a:p>
                      <a:pPr algn="ctr" fontAlgn="ctr"/>
                      <a:r>
                        <a:rPr lang="en-US" altLang="zh-CN" sz="2000" b="0" i="0" u="none" strike="noStrike" dirty="0">
                          <a:solidFill>
                            <a:srgbClr val="000000"/>
                          </a:solidFill>
                          <a:effectLst/>
                          <a:latin typeface="Arial" panose="020B0604020202020204" pitchFamily="34" charset="0"/>
                          <a:ea typeface="Arial Unicode MS" panose="020B0604020202020204" pitchFamily="34" charset="-122"/>
                          <a:cs typeface="Arial" panose="020B0604020202020204" pitchFamily="34" charset="0"/>
                        </a:rPr>
                        <a:t>No.</a:t>
                      </a:r>
                    </a:p>
                  </a:txBody>
                  <a:tcPr marL="10854" marR="10854" marT="10854" marB="0" anchor="ctr">
                    <a:solidFill>
                      <a:schemeClr val="accent1">
                        <a:lumMod val="60000"/>
                        <a:lumOff val="40000"/>
                      </a:schemeClr>
                    </a:solidFill>
                  </a:tcPr>
                </a:tc>
                <a:tc>
                  <a:txBody>
                    <a:bodyPr/>
                    <a:lstStyle/>
                    <a:p>
                      <a:pPr algn="ctr" fontAlgn="ctr"/>
                      <a:r>
                        <a:rPr lang="en-US" altLang="zh-CN" sz="2000" b="0" i="0" u="none" strike="noStrike" dirty="0">
                          <a:solidFill>
                            <a:srgbClr val="000000"/>
                          </a:solidFill>
                          <a:effectLst/>
                          <a:latin typeface="Arial" panose="020B0604020202020204" pitchFamily="34" charset="0"/>
                          <a:ea typeface="Arial Unicode MS" panose="020B0604020202020204" pitchFamily="34" charset="-122"/>
                          <a:cs typeface="Arial" panose="020B0604020202020204" pitchFamily="34" charset="0"/>
                        </a:rPr>
                        <a:t>No.</a:t>
                      </a:r>
                    </a:p>
                  </a:txBody>
                  <a:tcPr marL="10854" marR="10854" marT="10854" marB="0" anchor="ctr">
                    <a:solidFill>
                      <a:schemeClr val="accent1">
                        <a:lumMod val="60000"/>
                        <a:lumOff val="40000"/>
                      </a:schemeClr>
                    </a:solidFill>
                  </a:tcPr>
                </a:tc>
                <a:tc>
                  <a:txBody>
                    <a:bodyPr/>
                    <a:lstStyle/>
                    <a:p>
                      <a:pPr algn="ctr" fontAlgn="ctr"/>
                      <a:r>
                        <a:rPr lang="en-US" sz="2000" u="none" strike="noStrike" dirty="0">
                          <a:effectLst/>
                          <a:latin typeface="Arial" panose="020B0604020202020204" pitchFamily="34" charset="0"/>
                          <a:cs typeface="Arial" panose="020B0604020202020204" pitchFamily="34" charset="0"/>
                        </a:rPr>
                        <a:t>Grade</a:t>
                      </a:r>
                      <a:endParaRPr lang="en-US" sz="2000" b="0" i="0" u="none" strike="noStrike" dirty="0">
                        <a:solidFill>
                          <a:srgbClr val="000000"/>
                        </a:solidFill>
                        <a:effectLst/>
                        <a:latin typeface="Arial" panose="020B0604020202020204" pitchFamily="34" charset="0"/>
                        <a:ea typeface="宋体" panose="02010600030101010101" pitchFamily="2" charset="-122"/>
                        <a:cs typeface="Arial" panose="020B0604020202020204" pitchFamily="34" charset="0"/>
                      </a:endParaRPr>
                    </a:p>
                  </a:txBody>
                  <a:tcPr marL="10854" marR="10854" marT="10854" marB="0" anchor="ctr">
                    <a:solidFill>
                      <a:schemeClr val="accent1">
                        <a:lumMod val="60000"/>
                        <a:lumOff val="40000"/>
                      </a:schemeClr>
                    </a:solidFill>
                  </a:tcPr>
                </a:tc>
                <a:tc>
                  <a:txBody>
                    <a:bodyPr/>
                    <a:lstStyle/>
                    <a:p>
                      <a:pPr algn="ctr" fontAlgn="ctr"/>
                      <a:r>
                        <a:rPr lang="en-US" sz="2000" u="none" strike="noStrike" dirty="0">
                          <a:effectLst/>
                          <a:latin typeface="Arial" panose="020B0604020202020204" pitchFamily="34" charset="0"/>
                          <a:cs typeface="Arial" panose="020B0604020202020204" pitchFamily="34" charset="0"/>
                        </a:rPr>
                        <a:t>Br(KGs)</a:t>
                      </a:r>
                      <a:endParaRPr lang="en-US" sz="2000" b="0" i="0" u="none" strike="noStrike" dirty="0">
                        <a:solidFill>
                          <a:srgbClr val="000000"/>
                        </a:solidFill>
                        <a:effectLst/>
                        <a:latin typeface="Arial" panose="020B0604020202020204" pitchFamily="34" charset="0"/>
                        <a:ea typeface="宋体" panose="02010600030101010101" pitchFamily="2" charset="-122"/>
                        <a:cs typeface="Arial" panose="020B0604020202020204" pitchFamily="34" charset="0"/>
                      </a:endParaRPr>
                    </a:p>
                  </a:txBody>
                  <a:tcPr marL="10854" marR="10854" marT="10854" marB="0" anchor="ctr">
                    <a:solidFill>
                      <a:schemeClr val="accent1">
                        <a:lumMod val="60000"/>
                        <a:lumOff val="40000"/>
                      </a:schemeClr>
                    </a:solidFill>
                  </a:tcPr>
                </a:tc>
                <a:tc>
                  <a:txBody>
                    <a:bodyPr/>
                    <a:lstStyle/>
                    <a:p>
                      <a:pPr algn="ctr" fontAlgn="ctr"/>
                      <a:r>
                        <a:rPr lang="en-US" sz="2000" b="0" i="0" u="none" strike="noStrike" dirty="0" err="1">
                          <a:solidFill>
                            <a:srgbClr val="000000"/>
                          </a:solidFill>
                          <a:effectLst/>
                          <a:latin typeface="Arial" panose="020B0604020202020204" pitchFamily="34" charset="0"/>
                          <a:ea typeface="宋体" panose="02010600030101010101" pitchFamily="2" charset="-122"/>
                          <a:cs typeface="Arial" panose="020B0604020202020204" pitchFamily="34" charset="0"/>
                        </a:rPr>
                        <a:t>H</a:t>
                      </a:r>
                      <a:r>
                        <a:rPr lang="en-US" altLang="zh-CN" sz="2000" b="0" i="0" u="none" strike="noStrike" dirty="0" err="1">
                          <a:solidFill>
                            <a:srgbClr val="000000"/>
                          </a:solidFill>
                          <a:effectLst/>
                          <a:latin typeface="Arial" panose="020B0604020202020204" pitchFamily="34" charset="0"/>
                          <a:ea typeface="宋体" panose="02010600030101010101" pitchFamily="2" charset="-122"/>
                          <a:cs typeface="Arial" panose="020B0604020202020204" pitchFamily="34" charset="0"/>
                        </a:rPr>
                        <a:t>cb</a:t>
                      </a:r>
                      <a:r>
                        <a:rPr lang="zh-CN" altLang="en-US" sz="2000" b="0" i="0" u="none" strike="noStrike" dirty="0">
                          <a:solidFill>
                            <a:srgbClr val="000000"/>
                          </a:solidFill>
                          <a:effectLst/>
                          <a:latin typeface="Arial" panose="020B0604020202020204" pitchFamily="34" charset="0"/>
                          <a:ea typeface="宋体" panose="02010600030101010101" pitchFamily="2" charset="-122"/>
                          <a:cs typeface="Arial" panose="020B0604020202020204" pitchFamily="34" charset="0"/>
                        </a:rPr>
                        <a:t>（</a:t>
                      </a:r>
                      <a:r>
                        <a:rPr lang="en-US" altLang="zh-CN" sz="2000" b="0" i="0" u="none" strike="noStrike" dirty="0" err="1">
                          <a:solidFill>
                            <a:srgbClr val="000000"/>
                          </a:solidFill>
                          <a:effectLst/>
                          <a:latin typeface="Arial" panose="020B0604020202020204" pitchFamily="34" charset="0"/>
                          <a:ea typeface="宋体" panose="02010600030101010101" pitchFamily="2" charset="-122"/>
                          <a:cs typeface="Arial" panose="020B0604020202020204" pitchFamily="34" charset="0"/>
                        </a:rPr>
                        <a:t>KOe</a:t>
                      </a:r>
                      <a:r>
                        <a:rPr lang="zh-CN" altLang="en-US" sz="2000" b="0" i="0" u="none" strike="noStrike" dirty="0">
                          <a:solidFill>
                            <a:srgbClr val="000000"/>
                          </a:solidFill>
                          <a:effectLst/>
                          <a:latin typeface="Arial" panose="020B0604020202020204" pitchFamily="34" charset="0"/>
                          <a:ea typeface="宋体" panose="02010600030101010101" pitchFamily="2" charset="-122"/>
                          <a:cs typeface="Arial" panose="020B0604020202020204" pitchFamily="34" charset="0"/>
                        </a:rPr>
                        <a:t>）</a:t>
                      </a:r>
                      <a:endParaRPr lang="en-US" sz="2000" b="0" i="0" u="none" strike="noStrike" dirty="0">
                        <a:solidFill>
                          <a:srgbClr val="000000"/>
                        </a:solidFill>
                        <a:effectLst/>
                        <a:latin typeface="Arial" panose="020B0604020202020204" pitchFamily="34" charset="0"/>
                        <a:ea typeface="宋体" panose="02010600030101010101" pitchFamily="2" charset="-122"/>
                        <a:cs typeface="Arial" panose="020B0604020202020204" pitchFamily="34" charset="0"/>
                      </a:endParaRPr>
                    </a:p>
                  </a:txBody>
                  <a:tcPr marL="10854" marR="10854" marT="10854" marB="0" anchor="ctr">
                    <a:solidFill>
                      <a:schemeClr val="accent1">
                        <a:lumMod val="60000"/>
                        <a:lumOff val="40000"/>
                      </a:schemeClr>
                    </a:solidFill>
                  </a:tcPr>
                </a:tc>
                <a:tc>
                  <a:txBody>
                    <a:bodyPr/>
                    <a:lstStyle/>
                    <a:p>
                      <a:pPr algn="ctr" fontAlgn="ctr"/>
                      <a:r>
                        <a:rPr lang="en-US" sz="2000" u="none" strike="noStrike" dirty="0" err="1">
                          <a:effectLst/>
                          <a:latin typeface="Arial" panose="020B0604020202020204" pitchFamily="34" charset="0"/>
                          <a:cs typeface="Arial" panose="020B0604020202020204" pitchFamily="34" charset="0"/>
                        </a:rPr>
                        <a:t>HcJ</a:t>
                      </a:r>
                      <a:r>
                        <a:rPr lang="en-US" sz="2000" u="none" strike="noStrike" dirty="0">
                          <a:effectLst/>
                          <a:latin typeface="Arial" panose="020B0604020202020204" pitchFamily="34" charset="0"/>
                          <a:cs typeface="Arial" panose="020B0604020202020204" pitchFamily="34" charset="0"/>
                        </a:rPr>
                        <a:t>(</a:t>
                      </a:r>
                      <a:r>
                        <a:rPr lang="en-US" sz="2000" u="none" strike="noStrike" dirty="0" err="1">
                          <a:effectLst/>
                          <a:latin typeface="Arial" panose="020B0604020202020204" pitchFamily="34" charset="0"/>
                          <a:cs typeface="Arial" panose="020B0604020202020204" pitchFamily="34" charset="0"/>
                        </a:rPr>
                        <a:t>KOe</a:t>
                      </a:r>
                      <a:r>
                        <a:rPr lang="en-US" sz="2000" u="none" strike="noStrike" dirty="0">
                          <a:effectLst/>
                          <a:latin typeface="Arial" panose="020B0604020202020204" pitchFamily="34" charset="0"/>
                          <a:cs typeface="Arial" panose="020B0604020202020204" pitchFamily="34" charset="0"/>
                        </a:rPr>
                        <a:t>)</a:t>
                      </a:r>
                      <a:endParaRPr lang="en-US" sz="2000" b="0" i="0" u="none" strike="noStrike" dirty="0">
                        <a:solidFill>
                          <a:srgbClr val="000000"/>
                        </a:solidFill>
                        <a:effectLst/>
                        <a:latin typeface="Arial" panose="020B0604020202020204" pitchFamily="34" charset="0"/>
                        <a:ea typeface="宋体" panose="02010600030101010101" pitchFamily="2" charset="-122"/>
                        <a:cs typeface="Arial" panose="020B0604020202020204" pitchFamily="34" charset="0"/>
                      </a:endParaRPr>
                    </a:p>
                  </a:txBody>
                  <a:tcPr marL="10854" marR="10854" marT="10854" marB="0" anchor="ctr">
                    <a:solidFill>
                      <a:schemeClr val="accent1">
                        <a:lumMod val="60000"/>
                        <a:lumOff val="40000"/>
                      </a:schemeClr>
                    </a:solidFill>
                  </a:tcPr>
                </a:tc>
                <a:tc>
                  <a:txBody>
                    <a:bodyPr/>
                    <a:lstStyle/>
                    <a:p>
                      <a:pPr algn="ctr" fontAlgn="ctr"/>
                      <a:r>
                        <a:rPr lang="en-US" sz="2000" u="none" strike="noStrike" dirty="0">
                          <a:effectLst/>
                          <a:latin typeface="Arial" panose="020B0604020202020204" pitchFamily="34" charset="0"/>
                          <a:cs typeface="Arial" panose="020B0604020202020204" pitchFamily="34" charset="0"/>
                        </a:rPr>
                        <a:t>BH Max(</a:t>
                      </a:r>
                      <a:r>
                        <a:rPr lang="en-US" sz="2000" u="none" strike="noStrike" dirty="0" err="1">
                          <a:effectLst/>
                          <a:latin typeface="Arial" panose="020B0604020202020204" pitchFamily="34" charset="0"/>
                          <a:cs typeface="Arial" panose="020B0604020202020204" pitchFamily="34" charset="0"/>
                        </a:rPr>
                        <a:t>MGOe</a:t>
                      </a:r>
                      <a:r>
                        <a:rPr lang="en-US" sz="2000" u="none" strike="noStrike" dirty="0">
                          <a:effectLst/>
                          <a:latin typeface="Arial" panose="020B0604020202020204" pitchFamily="34" charset="0"/>
                          <a:cs typeface="Arial" panose="020B0604020202020204" pitchFamily="34" charset="0"/>
                        </a:rPr>
                        <a:t>)</a:t>
                      </a:r>
                      <a:endParaRPr lang="en-US" sz="2000" b="0" i="0" u="none" strike="noStrike" dirty="0">
                        <a:solidFill>
                          <a:srgbClr val="000000"/>
                        </a:solidFill>
                        <a:effectLst/>
                        <a:latin typeface="Arial" panose="020B0604020202020204" pitchFamily="34" charset="0"/>
                        <a:ea typeface="宋体" panose="02010600030101010101" pitchFamily="2" charset="-122"/>
                        <a:cs typeface="Arial" panose="020B0604020202020204" pitchFamily="34" charset="0"/>
                      </a:endParaRPr>
                    </a:p>
                  </a:txBody>
                  <a:tcPr marL="10854" marR="10854" marT="10854" marB="0" anchor="ctr">
                    <a:solidFill>
                      <a:schemeClr val="accent1">
                        <a:lumMod val="60000"/>
                        <a:lumOff val="40000"/>
                      </a:schemeClr>
                    </a:solidFill>
                  </a:tcPr>
                </a:tc>
                <a:extLst>
                  <a:ext uri="{0D108BD9-81ED-4DB2-BD59-A6C34878D82A}">
                    <a16:rowId xmlns:a16="http://schemas.microsoft.com/office/drawing/2014/main" val="10000"/>
                  </a:ext>
                </a:extLst>
              </a:tr>
              <a:tr h="352422">
                <a:tc>
                  <a:txBody>
                    <a:bodyPr/>
                    <a:lstStyle/>
                    <a:p>
                      <a:pPr algn="ctr" fontAlgn="ctr"/>
                      <a:r>
                        <a:rPr lang="en-US" altLang="zh-CN" sz="2000" b="0" i="0" u="none" strike="noStrike" cap="none" spc="0" baseline="0" dirty="0">
                          <a:ln>
                            <a:noFill/>
                          </a:ln>
                          <a:solidFill>
                            <a:srgbClr val="000000"/>
                          </a:solidFill>
                          <a:effectLst/>
                          <a:uFillTx/>
                          <a:latin typeface="Arial" panose="020B0604020202020204" pitchFamily="34" charset="0"/>
                          <a:ea typeface="宋体" panose="02010600030101010101" pitchFamily="2" charset="-122"/>
                          <a:cs typeface="Arial" panose="020B0604020202020204" pitchFamily="34" charset="0"/>
                          <a:sym typeface="Helvetica Neue Light"/>
                        </a:rPr>
                        <a:t>10</a:t>
                      </a:r>
                    </a:p>
                  </a:txBody>
                  <a:tcPr marL="9525" marR="9525" marT="9525" marB="0" anchor="ctr"/>
                </a:tc>
                <a:tc>
                  <a:txBody>
                    <a:bodyPr/>
                    <a:lstStyle/>
                    <a:p>
                      <a:pPr algn="ctr" fontAlgn="ctr"/>
                      <a:r>
                        <a:rPr lang="en-US" altLang="zh-CN" sz="2000" b="0" i="0" u="none" strike="noStrike" cap="none" spc="0" baseline="0" dirty="0">
                          <a:ln>
                            <a:noFill/>
                          </a:ln>
                          <a:solidFill>
                            <a:srgbClr val="000000"/>
                          </a:solidFill>
                          <a:effectLst/>
                          <a:uFillTx/>
                          <a:latin typeface="Arial" panose="020B0604020202020204" pitchFamily="34" charset="0"/>
                          <a:ea typeface="宋体" panose="02010600030101010101" pitchFamily="2" charset="-122"/>
                          <a:cs typeface="Arial" panose="020B0604020202020204" pitchFamily="34" charset="0"/>
                          <a:sym typeface="Helvetica Neue Light"/>
                        </a:rPr>
                        <a:t>31</a:t>
                      </a:r>
                    </a:p>
                  </a:txBody>
                  <a:tcPr marL="9525" marR="9525" marT="9525" marB="0" anchor="ctr"/>
                </a:tc>
                <a:tc rowSpan="6">
                  <a:txBody>
                    <a:bodyPr/>
                    <a:lstStyle/>
                    <a:p>
                      <a:pPr marL="0" marR="0" indent="0" algn="ctr" defTabSz="821530" eaLnBrk="1" fontAlgn="ctr" latinLnBrk="0" hangingPunct="1">
                        <a:lnSpc>
                          <a:spcPct val="100000"/>
                        </a:lnSpc>
                        <a:spcBef>
                          <a:spcPts val="0"/>
                        </a:spcBef>
                        <a:spcAft>
                          <a:spcPts val="0"/>
                        </a:spcAft>
                        <a:buClrTx/>
                        <a:buSzTx/>
                        <a:buFontTx/>
                        <a:buNone/>
                        <a:tabLst/>
                        <a:defRPr/>
                      </a:pPr>
                      <a:r>
                        <a:rPr lang="en-US" altLang="zh-CN" sz="2000" dirty="0">
                          <a:solidFill>
                            <a:srgbClr val="000000"/>
                          </a:solidFill>
                          <a:latin typeface="Arial" panose="020B0604020202020204" pitchFamily="34" charset="0"/>
                          <a:ea typeface="Arial" panose="020B0604020202020204"/>
                          <a:cs typeface="Arial" panose="020B0604020202020204" pitchFamily="34" charset="0"/>
                          <a:sym typeface="Arial" panose="020B0604020202020204"/>
                        </a:rPr>
                        <a:t>12H-100RC</a:t>
                      </a:r>
                      <a:endParaRPr lang="en-US" altLang="zh-CN" sz="2000" b="0" i="0" u="none" strike="noStrike" dirty="0">
                        <a:solidFill>
                          <a:srgbClr val="000000"/>
                        </a:solidFill>
                        <a:effectLst/>
                        <a:latin typeface="Arial" panose="020B0604020202020204" pitchFamily="34" charset="0"/>
                        <a:ea typeface="宋体" panose="02010600030101010101" pitchFamily="2" charset="-122"/>
                        <a:cs typeface="Arial" panose="020B0604020202020204" pitchFamily="34" charset="0"/>
                      </a:endParaRPr>
                    </a:p>
                  </a:txBody>
                  <a:tcPr marL="10854" marR="10854" marT="10854" marB="0" anchor="ctr"/>
                </a:tc>
                <a:tc rowSpan="6">
                  <a:txBody>
                    <a:bodyPr/>
                    <a:lstStyle/>
                    <a:p>
                      <a:pPr marL="0" marR="0" indent="0" algn="ctr" defTabSz="821530" eaLnBrk="1" fontAlgn="ctr" latinLnBrk="0" hangingPunct="1">
                        <a:lnSpc>
                          <a:spcPct val="100000"/>
                        </a:lnSpc>
                        <a:spcBef>
                          <a:spcPts val="0"/>
                        </a:spcBef>
                        <a:spcAft>
                          <a:spcPts val="0"/>
                        </a:spcAft>
                        <a:buClrTx/>
                        <a:buSzTx/>
                        <a:buFontTx/>
                        <a:buNone/>
                        <a:tabLst/>
                        <a:defRPr/>
                      </a:pPr>
                      <a:r>
                        <a:rPr lang="en-US" altLang="zh-CN" sz="2000" b="0" i="0" u="none" strike="noStrike" dirty="0">
                          <a:solidFill>
                            <a:schemeClr val="tx1"/>
                          </a:solidFill>
                          <a:effectLst/>
                          <a:latin typeface="Arial" panose="020B0604020202020204" pitchFamily="34" charset="0"/>
                          <a:ea typeface="+mn-ea"/>
                          <a:cs typeface="Arial" panose="020B0604020202020204" pitchFamily="34" charset="0"/>
                        </a:rPr>
                        <a:t>7.2-8.0</a:t>
                      </a:r>
                      <a:endParaRPr lang="en-US" altLang="zh-CN" sz="2000" b="0" i="0" u="none" strike="noStrike" dirty="0">
                        <a:solidFill>
                          <a:srgbClr val="000000"/>
                        </a:solidFill>
                        <a:effectLst/>
                        <a:latin typeface="Arial" panose="020B0604020202020204" pitchFamily="34" charset="0"/>
                        <a:ea typeface="宋体" panose="02010600030101010101" pitchFamily="2" charset="-122"/>
                        <a:cs typeface="Arial" panose="020B0604020202020204" pitchFamily="34" charset="0"/>
                      </a:endParaRPr>
                    </a:p>
                  </a:txBody>
                  <a:tcPr marL="10854" marR="10854" marT="10854" marB="0" anchor="ctr"/>
                </a:tc>
                <a:tc rowSpan="6">
                  <a:txBody>
                    <a:bodyPr/>
                    <a:lstStyle/>
                    <a:p>
                      <a:pPr marL="0" marR="0" indent="0" algn="ctr" defTabSz="821530" eaLnBrk="1" fontAlgn="ctr" latinLnBrk="0" hangingPunct="1">
                        <a:lnSpc>
                          <a:spcPct val="100000"/>
                        </a:lnSpc>
                        <a:spcBef>
                          <a:spcPts val="0"/>
                        </a:spcBef>
                        <a:spcAft>
                          <a:spcPts val="0"/>
                        </a:spcAft>
                        <a:buClrTx/>
                        <a:buSzTx/>
                        <a:buFontTx/>
                        <a:buNone/>
                        <a:tabLst/>
                        <a:defRPr/>
                      </a:pPr>
                      <a:r>
                        <a:rPr lang="en-US" altLang="zh-CN" sz="2000" b="0" i="0" u="none" strike="noStrike" dirty="0">
                          <a:solidFill>
                            <a:srgbClr val="000000"/>
                          </a:solidFill>
                          <a:effectLst/>
                          <a:latin typeface="Arial" panose="020B0604020202020204" pitchFamily="34" charset="0"/>
                          <a:ea typeface="宋体" panose="02010600030101010101" pitchFamily="2" charset="-122"/>
                          <a:cs typeface="Arial" panose="020B0604020202020204" pitchFamily="34" charset="0"/>
                        </a:rPr>
                        <a:t>5.5-6.5</a:t>
                      </a:r>
                    </a:p>
                  </a:txBody>
                  <a:tcPr marL="10854" marR="10854" marT="10854" marB="0" anchor="ctr"/>
                </a:tc>
                <a:tc rowSpan="6">
                  <a:txBody>
                    <a:bodyPr/>
                    <a:lstStyle/>
                    <a:p>
                      <a:pPr marL="0" marR="0" indent="0" algn="ctr" defTabSz="821530" eaLnBrk="1" fontAlgn="ctr" latinLnBrk="0" hangingPunct="1">
                        <a:lnSpc>
                          <a:spcPct val="100000"/>
                        </a:lnSpc>
                        <a:spcBef>
                          <a:spcPts val="0"/>
                        </a:spcBef>
                        <a:spcAft>
                          <a:spcPts val="0"/>
                        </a:spcAft>
                        <a:buClrTx/>
                        <a:buSzTx/>
                        <a:buFontTx/>
                        <a:buNone/>
                        <a:tabLst/>
                        <a:defRPr/>
                      </a:pPr>
                      <a:r>
                        <a:rPr lang="en-US" altLang="zh-CN" sz="2000" u="none" strike="noStrike" dirty="0">
                          <a:effectLst/>
                          <a:latin typeface="Arial" panose="020B0604020202020204" pitchFamily="34" charset="0"/>
                          <a:cs typeface="Arial" panose="020B0604020202020204" pitchFamily="34" charset="0"/>
                        </a:rPr>
                        <a:t>9.0-10.0</a:t>
                      </a:r>
                      <a:endParaRPr lang="en-US" altLang="zh-CN" sz="2000" b="0" i="0" u="none" strike="noStrike" dirty="0">
                        <a:solidFill>
                          <a:srgbClr val="000000"/>
                        </a:solidFill>
                        <a:effectLst/>
                        <a:latin typeface="Arial" panose="020B0604020202020204" pitchFamily="34" charset="0"/>
                        <a:ea typeface="宋体" panose="02010600030101010101" pitchFamily="2" charset="-122"/>
                        <a:cs typeface="Arial" panose="020B0604020202020204" pitchFamily="34" charset="0"/>
                      </a:endParaRPr>
                    </a:p>
                  </a:txBody>
                  <a:tcPr marL="10854" marR="10854" marT="10854" marB="0" anchor="ctr"/>
                </a:tc>
                <a:tc rowSpan="6">
                  <a:txBody>
                    <a:bodyPr/>
                    <a:lstStyle/>
                    <a:p>
                      <a:pPr marL="0" marR="0" indent="0" algn="ctr" defTabSz="821530" eaLnBrk="1" fontAlgn="ctr" latinLnBrk="0" hangingPunct="1">
                        <a:lnSpc>
                          <a:spcPct val="100000"/>
                        </a:lnSpc>
                        <a:spcBef>
                          <a:spcPts val="0"/>
                        </a:spcBef>
                        <a:spcAft>
                          <a:spcPts val="0"/>
                        </a:spcAft>
                        <a:buClrTx/>
                        <a:buSzTx/>
                        <a:buFontTx/>
                        <a:buNone/>
                        <a:tabLst/>
                        <a:defRPr/>
                      </a:pPr>
                      <a:r>
                        <a:rPr lang="en-US" altLang="zh-CN" sz="2000" u="none" strike="noStrike" dirty="0">
                          <a:effectLst/>
                          <a:latin typeface="Arial" panose="020B0604020202020204" pitchFamily="34" charset="0"/>
                          <a:cs typeface="Arial" panose="020B0604020202020204" pitchFamily="34" charset="0"/>
                        </a:rPr>
                        <a:t>11.0-12.0</a:t>
                      </a:r>
                      <a:endParaRPr lang="en-US" altLang="zh-CN" sz="2000" b="0" i="0" u="none" strike="noStrike" dirty="0">
                        <a:solidFill>
                          <a:srgbClr val="000000"/>
                        </a:solidFill>
                        <a:effectLst/>
                        <a:latin typeface="Arial" panose="020B0604020202020204" pitchFamily="34" charset="0"/>
                        <a:ea typeface="宋体" panose="02010600030101010101" pitchFamily="2" charset="-122"/>
                        <a:cs typeface="Arial" panose="020B0604020202020204" pitchFamily="34" charset="0"/>
                      </a:endParaRPr>
                    </a:p>
                  </a:txBody>
                  <a:tcPr marL="10854" marR="10854" marT="10854" marB="0" anchor="ctr"/>
                </a:tc>
                <a:extLst>
                  <a:ext uri="{0D108BD9-81ED-4DB2-BD59-A6C34878D82A}">
                    <a16:rowId xmlns:a16="http://schemas.microsoft.com/office/drawing/2014/main" val="10001"/>
                  </a:ext>
                </a:extLst>
              </a:tr>
              <a:tr h="352422">
                <a:tc>
                  <a:txBody>
                    <a:bodyPr/>
                    <a:lstStyle/>
                    <a:p>
                      <a:pPr algn="ctr" fontAlgn="ctr"/>
                      <a:r>
                        <a:rPr lang="en-US" altLang="zh-CN" sz="2000" b="0" i="0" u="none" strike="noStrike" cap="none" spc="0" baseline="0" dirty="0">
                          <a:ln>
                            <a:noFill/>
                          </a:ln>
                          <a:solidFill>
                            <a:srgbClr val="000000"/>
                          </a:solidFill>
                          <a:effectLst/>
                          <a:uFillTx/>
                          <a:latin typeface="Arial" panose="020B0604020202020204" pitchFamily="34" charset="0"/>
                          <a:ea typeface="宋体" panose="02010600030101010101" pitchFamily="2" charset="-122"/>
                          <a:cs typeface="Arial" panose="020B0604020202020204" pitchFamily="34" charset="0"/>
                          <a:sym typeface="Helvetica Neue Light"/>
                        </a:rPr>
                        <a:t>13</a:t>
                      </a:r>
                    </a:p>
                  </a:txBody>
                  <a:tcPr marL="9525" marR="9525" marT="9525" marB="0" anchor="ctr"/>
                </a:tc>
                <a:tc>
                  <a:txBody>
                    <a:bodyPr/>
                    <a:lstStyle/>
                    <a:p>
                      <a:pPr algn="ctr" fontAlgn="ctr"/>
                      <a:r>
                        <a:rPr lang="en-US" altLang="zh-CN" sz="2000" b="0" i="0" u="none" strike="noStrike" cap="none" spc="0" baseline="0" dirty="0">
                          <a:ln>
                            <a:noFill/>
                          </a:ln>
                          <a:solidFill>
                            <a:srgbClr val="000000"/>
                          </a:solidFill>
                          <a:effectLst/>
                          <a:uFillTx/>
                          <a:latin typeface="Arial" panose="020B0604020202020204" pitchFamily="34" charset="0"/>
                          <a:ea typeface="宋体" panose="02010600030101010101" pitchFamily="2" charset="-122"/>
                          <a:cs typeface="Arial" panose="020B0604020202020204" pitchFamily="34" charset="0"/>
                          <a:sym typeface="Helvetica Neue Light"/>
                        </a:rPr>
                        <a:t>32</a:t>
                      </a:r>
                    </a:p>
                  </a:txBody>
                  <a:tcPr marL="9525" marR="9525" marT="9525" marB="0" anchor="ctr"/>
                </a:tc>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extLst>
                  <a:ext uri="{0D108BD9-81ED-4DB2-BD59-A6C34878D82A}">
                    <a16:rowId xmlns:a16="http://schemas.microsoft.com/office/drawing/2014/main" val="1898236381"/>
                  </a:ext>
                </a:extLst>
              </a:tr>
              <a:tr h="352422">
                <a:tc>
                  <a:txBody>
                    <a:bodyPr/>
                    <a:lstStyle/>
                    <a:p>
                      <a:pPr algn="ctr" fontAlgn="ctr"/>
                      <a:r>
                        <a:rPr lang="en-US" altLang="zh-CN" sz="2000" b="0" i="0" u="none" strike="noStrike" cap="none" spc="0" baseline="0" dirty="0">
                          <a:ln>
                            <a:noFill/>
                          </a:ln>
                          <a:solidFill>
                            <a:srgbClr val="000000"/>
                          </a:solidFill>
                          <a:effectLst/>
                          <a:uFillTx/>
                          <a:latin typeface="Arial" panose="020B0604020202020204" pitchFamily="34" charset="0"/>
                          <a:ea typeface="宋体" panose="02010600030101010101" pitchFamily="2" charset="-122"/>
                          <a:cs typeface="Arial" panose="020B0604020202020204" pitchFamily="34" charset="0"/>
                          <a:sym typeface="Helvetica Neue Light"/>
                        </a:rPr>
                        <a:t>14</a:t>
                      </a:r>
                    </a:p>
                  </a:txBody>
                  <a:tcPr marL="9525" marR="9525" marT="9525" marB="0" anchor="ctr"/>
                </a:tc>
                <a:tc>
                  <a:txBody>
                    <a:bodyPr/>
                    <a:lstStyle/>
                    <a:p>
                      <a:pPr algn="ctr" fontAlgn="ctr"/>
                      <a:r>
                        <a:rPr lang="en-US" altLang="zh-CN" sz="2000" b="0" i="0" u="none" strike="noStrike" cap="none" spc="0" baseline="0" dirty="0">
                          <a:ln>
                            <a:noFill/>
                          </a:ln>
                          <a:solidFill>
                            <a:srgbClr val="000000"/>
                          </a:solidFill>
                          <a:effectLst/>
                          <a:uFillTx/>
                          <a:latin typeface="Arial" panose="020B0604020202020204" pitchFamily="34" charset="0"/>
                          <a:ea typeface="宋体" panose="02010600030101010101" pitchFamily="2" charset="-122"/>
                          <a:cs typeface="Arial" panose="020B0604020202020204" pitchFamily="34" charset="0"/>
                          <a:sym typeface="Helvetica Neue Light"/>
                        </a:rPr>
                        <a:t>33</a:t>
                      </a:r>
                    </a:p>
                  </a:txBody>
                  <a:tcPr marL="9525" marR="9525" marT="9525" marB="0" anchor="ctr"/>
                </a:tc>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extLst>
                  <a:ext uri="{0D108BD9-81ED-4DB2-BD59-A6C34878D82A}">
                    <a16:rowId xmlns:a16="http://schemas.microsoft.com/office/drawing/2014/main" val="252925381"/>
                  </a:ext>
                </a:extLst>
              </a:tr>
              <a:tr h="352422">
                <a:tc>
                  <a:txBody>
                    <a:bodyPr/>
                    <a:lstStyle/>
                    <a:p>
                      <a:pPr algn="ctr" fontAlgn="ctr"/>
                      <a:r>
                        <a:rPr lang="en-US" altLang="zh-CN" sz="2000" b="0" i="0" u="none" strike="noStrike" cap="none" spc="0" baseline="0" dirty="0">
                          <a:ln>
                            <a:noFill/>
                          </a:ln>
                          <a:solidFill>
                            <a:srgbClr val="000000"/>
                          </a:solidFill>
                          <a:effectLst/>
                          <a:uFillTx/>
                          <a:latin typeface="Arial" panose="020B0604020202020204" pitchFamily="34" charset="0"/>
                          <a:ea typeface="宋体" panose="02010600030101010101" pitchFamily="2" charset="-122"/>
                          <a:cs typeface="Arial" panose="020B0604020202020204" pitchFamily="34" charset="0"/>
                          <a:sym typeface="Helvetica Neue Light"/>
                        </a:rPr>
                        <a:t>17</a:t>
                      </a:r>
                    </a:p>
                  </a:txBody>
                  <a:tcPr marL="9525" marR="9525" marT="9525" marB="0" anchor="ctr"/>
                </a:tc>
                <a:tc>
                  <a:txBody>
                    <a:bodyPr/>
                    <a:lstStyle/>
                    <a:p>
                      <a:pPr algn="ctr" fontAlgn="ctr"/>
                      <a:r>
                        <a:rPr lang="en-US" altLang="zh-CN" sz="2000" b="0" i="0" u="none" strike="noStrike" cap="none" spc="0" baseline="0" dirty="0">
                          <a:ln>
                            <a:noFill/>
                          </a:ln>
                          <a:solidFill>
                            <a:srgbClr val="000000"/>
                          </a:solidFill>
                          <a:effectLst/>
                          <a:uFillTx/>
                          <a:latin typeface="Arial" panose="020B0604020202020204" pitchFamily="34" charset="0"/>
                          <a:ea typeface="宋体" panose="02010600030101010101" pitchFamily="2" charset="-122"/>
                          <a:cs typeface="Arial" panose="020B0604020202020204" pitchFamily="34" charset="0"/>
                          <a:sym typeface="Helvetica Neue Light"/>
                        </a:rPr>
                        <a:t>50</a:t>
                      </a:r>
                    </a:p>
                  </a:txBody>
                  <a:tcPr marL="9525" marR="9525" marT="9525" marB="0" anchor="ctr"/>
                </a:tc>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extLst>
                  <a:ext uri="{0D108BD9-81ED-4DB2-BD59-A6C34878D82A}">
                    <a16:rowId xmlns:a16="http://schemas.microsoft.com/office/drawing/2014/main" val="2284112649"/>
                  </a:ext>
                </a:extLst>
              </a:tr>
              <a:tr h="352422">
                <a:tc>
                  <a:txBody>
                    <a:bodyPr/>
                    <a:lstStyle/>
                    <a:p>
                      <a:pPr algn="ctr" fontAlgn="ctr"/>
                      <a:r>
                        <a:rPr lang="en-US" altLang="zh-CN" sz="2000" b="0" i="0" u="none" strike="noStrike" cap="none" spc="0" baseline="0" dirty="0">
                          <a:ln>
                            <a:noFill/>
                          </a:ln>
                          <a:solidFill>
                            <a:srgbClr val="000000"/>
                          </a:solidFill>
                          <a:effectLst/>
                          <a:uFillTx/>
                          <a:latin typeface="Arial" panose="020B0604020202020204" pitchFamily="34" charset="0"/>
                          <a:ea typeface="宋体" panose="02010600030101010101" pitchFamily="2" charset="-122"/>
                          <a:cs typeface="Arial" panose="020B0604020202020204" pitchFamily="34" charset="0"/>
                          <a:sym typeface="Helvetica Neue Light"/>
                        </a:rPr>
                        <a:t>18</a:t>
                      </a:r>
                    </a:p>
                  </a:txBody>
                  <a:tcPr marL="9525" marR="9525" marT="9525" marB="0" anchor="ctr"/>
                </a:tc>
                <a:tc>
                  <a:txBody>
                    <a:bodyPr/>
                    <a:lstStyle/>
                    <a:p>
                      <a:pPr algn="ctr" fontAlgn="ctr"/>
                      <a:r>
                        <a:rPr lang="en-US" altLang="zh-CN" sz="2000" b="0" i="0" u="none" strike="noStrike" cap="none" spc="0" baseline="0" dirty="0">
                          <a:ln>
                            <a:noFill/>
                          </a:ln>
                          <a:solidFill>
                            <a:srgbClr val="000000"/>
                          </a:solidFill>
                          <a:effectLst/>
                          <a:uFillTx/>
                          <a:latin typeface="Arial" panose="020B0604020202020204" pitchFamily="34" charset="0"/>
                          <a:ea typeface="宋体" panose="02010600030101010101" pitchFamily="2" charset="-122"/>
                          <a:cs typeface="Arial" panose="020B0604020202020204" pitchFamily="34" charset="0"/>
                          <a:sym typeface="Helvetica Neue Light"/>
                        </a:rPr>
                        <a:t>51</a:t>
                      </a:r>
                    </a:p>
                  </a:txBody>
                  <a:tcPr marL="9525" marR="9525" marT="9525" marB="0" anchor="ctr"/>
                </a:tc>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extLst>
                  <a:ext uri="{0D108BD9-81ED-4DB2-BD59-A6C34878D82A}">
                    <a16:rowId xmlns:a16="http://schemas.microsoft.com/office/drawing/2014/main" val="633393675"/>
                  </a:ext>
                </a:extLst>
              </a:tr>
              <a:tr h="352422">
                <a:tc>
                  <a:txBody>
                    <a:bodyPr/>
                    <a:lstStyle/>
                    <a:p>
                      <a:pPr algn="ctr" fontAlgn="ctr"/>
                      <a:r>
                        <a:rPr lang="en-US" altLang="zh-CN" sz="2000" b="0" i="0" u="none" strike="noStrike" cap="none" spc="0" baseline="0" dirty="0">
                          <a:ln>
                            <a:noFill/>
                          </a:ln>
                          <a:solidFill>
                            <a:srgbClr val="000000"/>
                          </a:solidFill>
                          <a:effectLst/>
                          <a:uFillTx/>
                          <a:latin typeface="Arial" panose="020B0604020202020204" pitchFamily="34" charset="0"/>
                          <a:ea typeface="宋体" panose="02010600030101010101" pitchFamily="2" charset="-122"/>
                          <a:cs typeface="Arial" panose="020B0604020202020204" pitchFamily="34" charset="0"/>
                          <a:sym typeface="Helvetica Neue Light"/>
                        </a:rPr>
                        <a:t>19</a:t>
                      </a:r>
                    </a:p>
                  </a:txBody>
                  <a:tcPr marL="9525" marR="9525" marT="9525" marB="0" anchor="ctr"/>
                </a:tc>
                <a:tc>
                  <a:txBody>
                    <a:bodyPr/>
                    <a:lstStyle/>
                    <a:p>
                      <a:pPr algn="ctr" fontAlgn="ctr"/>
                      <a:endParaRPr lang="en-US" altLang="zh-CN" sz="2000" b="0" i="0" u="none" strike="noStrike" cap="none" spc="0" baseline="0" dirty="0">
                        <a:ln>
                          <a:noFill/>
                        </a:ln>
                        <a:solidFill>
                          <a:srgbClr val="000000"/>
                        </a:solidFill>
                        <a:effectLst/>
                        <a:uFillTx/>
                        <a:latin typeface="Arial" panose="020B0604020202020204" pitchFamily="34" charset="0"/>
                        <a:ea typeface="宋体" panose="02010600030101010101" pitchFamily="2" charset="-122"/>
                        <a:cs typeface="Arial" panose="020B0604020202020204" pitchFamily="34" charset="0"/>
                        <a:sym typeface="Helvetica Neue Light"/>
                      </a:endParaRPr>
                    </a:p>
                  </a:txBody>
                  <a:tcPr marL="9525" marR="9525" marT="9525" marB="0" anchor="ctr"/>
                </a:tc>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extLst>
                  <a:ext uri="{0D108BD9-81ED-4DB2-BD59-A6C34878D82A}">
                    <a16:rowId xmlns:a16="http://schemas.microsoft.com/office/drawing/2014/main" val="2523044160"/>
                  </a:ext>
                </a:extLst>
              </a:tr>
            </a:tbl>
          </a:graphicData>
        </a:graphic>
      </p:graphicFrame>
      <p:grpSp>
        <p:nvGrpSpPr>
          <p:cNvPr id="39" name="组合 38"/>
          <p:cNvGrpSpPr/>
          <p:nvPr/>
        </p:nvGrpSpPr>
        <p:grpSpPr>
          <a:xfrm>
            <a:off x="12156570" y="7994298"/>
            <a:ext cx="11196719" cy="1675344"/>
            <a:chOff x="1336715" y="8101702"/>
            <a:chExt cx="12124441" cy="1675344"/>
          </a:xfrm>
        </p:grpSpPr>
        <p:pic>
          <p:nvPicPr>
            <p:cNvPr id="40" name="图片 39"/>
            <p:cNvPicPr>
              <a:picLocks noChangeAspect="1"/>
            </p:cNvPicPr>
            <p:nvPr/>
          </p:nvPicPr>
          <p:blipFill>
            <a:blip r:embed="rId11" cstate="email">
              <a:extLst>
                <a:ext uri="{28A0092B-C50C-407E-A947-70E740481C1C}">
                  <a14:useLocalDpi xmlns:a14="http://schemas.microsoft.com/office/drawing/2010/main"/>
                </a:ext>
              </a:extLst>
            </a:blip>
            <a:stretch>
              <a:fillRect/>
            </a:stretch>
          </p:blipFill>
          <p:spPr>
            <a:xfrm>
              <a:off x="1354716" y="8101702"/>
              <a:ext cx="12106440" cy="1675344"/>
            </a:xfrm>
            <a:prstGeom prst="rect">
              <a:avLst/>
            </a:prstGeom>
          </p:spPr>
        </p:pic>
        <p:sp>
          <p:nvSpPr>
            <p:cNvPr id="41" name="矩形 40"/>
            <p:cNvSpPr/>
            <p:nvPr/>
          </p:nvSpPr>
          <p:spPr>
            <a:xfrm>
              <a:off x="1336715" y="8669512"/>
              <a:ext cx="8619790" cy="177851"/>
            </a:xfrm>
            <a:prstGeom prst="rect">
              <a:avLst/>
            </a:prstGeom>
            <a:noFill/>
            <a:ln w="25400" cap="flat">
              <a:solidFill>
                <a:srgbClr val="FF0000"/>
              </a:solid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71436" tIns="71436" rIns="71436" bIns="71436" numCol="1" spcCol="38100" rtlCol="0" anchor="ctr">
              <a:spAutoFit/>
            </a:bodyPr>
            <a:lstStyle/>
            <a:p>
              <a:pPr marL="0" marR="0" indent="0" algn="ctr" defTabSz="821690" rtl="0" fontAlgn="auto" latinLnBrk="0" hangingPunct="0">
                <a:lnSpc>
                  <a:spcPct val="100000"/>
                </a:lnSpc>
                <a:spcBef>
                  <a:spcPts val="0"/>
                </a:spcBef>
                <a:spcAft>
                  <a:spcPts val="0"/>
                </a:spcAft>
                <a:buClrTx/>
                <a:buSzTx/>
                <a:buFontTx/>
                <a:buNone/>
              </a:pPr>
              <a:endParaRPr kumimoji="0" lang="zh-CN" altLang="en-US" sz="3200" b="0" i="0" u="none" strike="noStrike" cap="none" spc="0" normalizeH="0" baseline="0">
                <a:ln>
                  <a:noFill/>
                </a:ln>
                <a:solidFill>
                  <a:srgbClr val="000000"/>
                </a:solidFill>
                <a:effectLst/>
                <a:uFillTx/>
                <a:latin typeface="+mj-lt"/>
                <a:ea typeface="+mj-ea"/>
                <a:cs typeface="+mj-cs"/>
                <a:sym typeface="Helvetica Neue Medium" panose="02000503000000020004"/>
              </a:endParaRPr>
            </a:p>
          </p:txBody>
        </p:sp>
      </p:grpSp>
    </p:spTree>
    <p:extLst>
      <p:ext uri="{BB962C8B-B14F-4D97-AF65-F5344CB8AC3E}">
        <p14:creationId xmlns:p14="http://schemas.microsoft.com/office/powerpoint/2010/main" val="486991409"/>
      </p:ext>
    </p:extLst>
  </p:cSld>
  <p:clrMapOvr>
    <a:masterClrMapping/>
  </p:clrMapOvr>
  <p:transition spd="med"/>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01" name="表格"/>
          <p:cNvGraphicFramePr/>
          <p:nvPr>
            <p:custDataLst>
              <p:tags r:id="rId1"/>
            </p:custDataLst>
            <p:extLst>
              <p:ext uri="{D42A27DB-BD31-4B8C-83A1-F6EECF244321}">
                <p14:modId xmlns:p14="http://schemas.microsoft.com/office/powerpoint/2010/main" val="3505302806"/>
              </p:ext>
            </p:extLst>
          </p:nvPr>
        </p:nvGraphicFramePr>
        <p:xfrm>
          <a:off x="701660" y="1536193"/>
          <a:ext cx="22886895" cy="12179806"/>
        </p:xfrm>
        <a:graphic>
          <a:graphicData uri="http://schemas.openxmlformats.org/drawingml/2006/table">
            <a:tbl>
              <a:tblPr>
                <a:tableStyleId>{4C3C2611-4C71-4FC5-86AE-919BDF0F9419}</a:tableStyleId>
              </a:tblPr>
              <a:tblGrid>
                <a:gridCol w="11660325">
                  <a:extLst>
                    <a:ext uri="{9D8B030D-6E8A-4147-A177-3AD203B41FA5}">
                      <a16:colId xmlns:a16="http://schemas.microsoft.com/office/drawing/2014/main" val="20000"/>
                    </a:ext>
                  </a:extLst>
                </a:gridCol>
                <a:gridCol w="11226570">
                  <a:extLst>
                    <a:ext uri="{9D8B030D-6E8A-4147-A177-3AD203B41FA5}">
                      <a16:colId xmlns:a16="http://schemas.microsoft.com/office/drawing/2014/main" val="20001"/>
                    </a:ext>
                  </a:extLst>
                </a:gridCol>
              </a:tblGrid>
              <a:tr h="634796">
                <a:tc gridSpan="2">
                  <a:txBody>
                    <a:bodyPr/>
                    <a:lstStyle/>
                    <a:p>
                      <a:pPr marL="0" marR="0" indent="0" algn="l" defTabSz="409575" eaLnBrk="1" fontAlgn="auto" latinLnBrk="0" hangingPunct="1">
                        <a:lnSpc>
                          <a:spcPct val="100000"/>
                        </a:lnSpc>
                        <a:spcBef>
                          <a:spcPts val="0"/>
                        </a:spcBef>
                        <a:spcAft>
                          <a:spcPts val="0"/>
                        </a:spcAft>
                        <a:buClrTx/>
                        <a:buSzTx/>
                        <a:buFontTx/>
                        <a:buNone/>
                        <a:tabLst/>
                        <a:defRPr sz="1800"/>
                      </a:pPr>
                      <a:r>
                        <a:rPr lang="en-US" altLang="zh-CN" sz="3000" dirty="0">
                          <a:latin typeface="Helvetica" pitchFamily="34" charset="0"/>
                          <a:cs typeface="Helvetica" pitchFamily="34" charset="0"/>
                          <a:sym typeface="Helvetica Neue Medium" panose="02000503000000020004"/>
                        </a:rPr>
                        <a:t>Plating Thickness</a:t>
                      </a:r>
                      <a:r>
                        <a:rPr lang="en-US" altLang="zh-CN" sz="3000" baseline="0" dirty="0">
                          <a:latin typeface="Helvetica" pitchFamily="34" charset="0"/>
                          <a:cs typeface="Helvetica" pitchFamily="34" charset="0"/>
                          <a:sym typeface="Helvetica Neue Medium"/>
                        </a:rPr>
                        <a:t> - Magnet</a:t>
                      </a:r>
                      <a:r>
                        <a:rPr lang="en-US" altLang="zh-CN" sz="3000" b="0" i="0" u="none" strike="noStrike" cap="none" spc="0" baseline="0" dirty="0">
                          <a:solidFill>
                            <a:srgbClr val="000000"/>
                          </a:solidFill>
                          <a:uFillTx/>
                          <a:latin typeface="Helvetica" pitchFamily="34" charset="0"/>
                          <a:ea typeface="Helvetica Light"/>
                          <a:cs typeface="Helvetica" pitchFamily="34" charset="0"/>
                          <a:sym typeface="Helvetica Neue Medium" panose="02000503000000020004"/>
                        </a:rPr>
                        <a:t>: </a:t>
                      </a:r>
                      <a:r>
                        <a:rPr lang="en-US" altLang="zh-CN" sz="3000" b="0" i="0" u="none" strike="noStrike" cap="none" spc="0" baseline="0" dirty="0">
                          <a:solidFill>
                            <a:srgbClr val="000000"/>
                          </a:solidFill>
                          <a:uFillTx/>
                          <a:latin typeface="Helvetica" pitchFamily="34" charset="0"/>
                          <a:ea typeface="+mn-ea"/>
                          <a:cs typeface="Helvetica" pitchFamily="34" charset="0"/>
                          <a:sym typeface="Helvetica Neue Medium" panose="02000503000000020004"/>
                        </a:rPr>
                        <a:t>ZN(N35H/N42H/N45H)</a:t>
                      </a:r>
                      <a:r>
                        <a:rPr lang="en-US" altLang="zh-CN" sz="3000" baseline="0" dirty="0">
                          <a:latin typeface="Helvetica" pitchFamily="34" charset="0"/>
                          <a:cs typeface="Helvetica" pitchFamily="34" charset="0"/>
                          <a:sym typeface="Helvetica Neue Medium" panose="02000503000000020004"/>
                        </a:rPr>
                        <a:t> 6-14μm</a:t>
                      </a:r>
                      <a:endParaRPr lang="en-US" altLang="zh-CN" sz="3000" dirty="0">
                        <a:latin typeface="Helvetica" pitchFamily="34" charset="0"/>
                        <a:cs typeface="Helvetica" pitchFamily="34" charset="0"/>
                        <a:sym typeface="Helvetica Neue Medium" panose="02000503000000020004"/>
                      </a:endParaRPr>
                    </a:p>
                  </a:txBody>
                  <a:tcPr marL="12700" marR="12700" marT="12700" marB="127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C1E1FE"/>
                    </a:solidFill>
                  </a:tcPr>
                </a:tc>
                <a:tc hMerge="1">
                  <a:txBody>
                    <a:bodyPr/>
                    <a:lstStyle/>
                    <a:p>
                      <a:endParaRPr lang="zh-CN"/>
                    </a:p>
                  </a:txBody>
                  <a:tcPr/>
                </a:tc>
                <a:extLst>
                  <a:ext uri="{0D108BD9-81ED-4DB2-BD59-A6C34878D82A}">
                    <a16:rowId xmlns:a16="http://schemas.microsoft.com/office/drawing/2014/main" val="10000"/>
                  </a:ext>
                </a:extLst>
              </a:tr>
              <a:tr h="776099">
                <a:tc>
                  <a:txBody>
                    <a:bodyPr/>
                    <a:lstStyle/>
                    <a:p>
                      <a:pPr defTabSz="409575">
                        <a:defRPr sz="1800"/>
                      </a:pPr>
                      <a:r>
                        <a:rPr sz="3000" dirty="0">
                          <a:latin typeface="Arial" panose="020B0604020202020204" pitchFamily="34" charset="0"/>
                          <a:cs typeface="Arial" panose="020B0604020202020204" pitchFamily="34" charset="0"/>
                          <a:sym typeface="Helvetica"/>
                        </a:rPr>
                        <a:t>FAI</a:t>
                      </a:r>
                    </a:p>
                  </a:txBody>
                  <a:tcPr marL="12700" marR="12700" marT="12700" marB="127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C1E1FE"/>
                    </a:solidFill>
                  </a:tcPr>
                </a:tc>
                <a:tc>
                  <a:txBody>
                    <a:bodyPr/>
                    <a:lstStyle/>
                    <a:p>
                      <a:pPr defTabSz="409575">
                        <a:defRPr sz="1800"/>
                      </a:pPr>
                      <a:r>
                        <a:rPr sz="3000" dirty="0">
                          <a:latin typeface="Arial" panose="020B0604020202020204" pitchFamily="34" charset="0"/>
                          <a:cs typeface="Arial" panose="020B0604020202020204" pitchFamily="34" charset="0"/>
                          <a:sym typeface="Helvetica"/>
                        </a:rPr>
                        <a:t>In-process</a:t>
                      </a:r>
                    </a:p>
                  </a:txBody>
                  <a:tcPr marL="12700" marR="12700" marT="12700" marB="127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C1E1FE"/>
                    </a:solidFill>
                  </a:tcPr>
                </a:tc>
                <a:extLst>
                  <a:ext uri="{0D108BD9-81ED-4DB2-BD59-A6C34878D82A}">
                    <a16:rowId xmlns:a16="http://schemas.microsoft.com/office/drawing/2014/main" val="10001"/>
                  </a:ext>
                </a:extLst>
              </a:tr>
              <a:tr h="10768911">
                <a:tc>
                  <a:txBody>
                    <a:bodyPr/>
                    <a:lstStyle/>
                    <a:p>
                      <a:pPr marL="0" marR="0" indent="0" algn="l" defTabSz="409575" latinLnBrk="0">
                        <a:lnSpc>
                          <a:spcPct val="100000"/>
                        </a:lnSpc>
                        <a:spcBef>
                          <a:spcPts val="0"/>
                        </a:spcBef>
                        <a:spcAft>
                          <a:spcPts val="0"/>
                        </a:spcAft>
                        <a:buClrTx/>
                        <a:buSzTx/>
                        <a:buFont typeface="+mj-lt"/>
                        <a:buNone/>
                        <a:defRPr sz="2400">
                          <a:sym typeface="Helvetica Neue Medium" panose="02000503000000020004"/>
                        </a:defRPr>
                      </a:pPr>
                      <a:r>
                        <a:rPr lang="en-GB" altLang="zh-CN" sz="2400" b="0" i="0" u="none" strike="noStrike" cap="none" spc="0" baseline="0" dirty="0">
                          <a:solidFill>
                            <a:srgbClr val="000000"/>
                          </a:solidFill>
                          <a:uFillTx/>
                          <a:latin typeface="Helvetica" pitchFamily="34" charset="0"/>
                          <a:ea typeface="+mn-ea"/>
                          <a:cs typeface="Helvetica" pitchFamily="34" charset="0"/>
                          <a:sym typeface="Helvetica Neue Light" panose="02000503000000020004"/>
                        </a:rPr>
                        <a:t>1 . Measurement Method </a:t>
                      </a:r>
                      <a:r>
                        <a:rPr lang="zh-CN" altLang="en-GB" sz="2400" b="0" i="0" u="none" strike="noStrike" cap="none" spc="0" baseline="0" dirty="0">
                          <a:solidFill>
                            <a:srgbClr val="000000"/>
                          </a:solidFill>
                          <a:uFillTx/>
                          <a:latin typeface="Helvetica" pitchFamily="34" charset="0"/>
                          <a:ea typeface="+mn-ea"/>
                          <a:cs typeface="Helvetica" pitchFamily="34" charset="0"/>
                          <a:sym typeface="Helvetica Neue Light" panose="02000503000000020004"/>
                        </a:rPr>
                        <a:t>：</a:t>
                      </a:r>
                      <a:r>
                        <a:rPr lang="en-US" altLang="zh-CN" sz="2400" b="0" i="0" u="none" strike="noStrike" cap="none" spc="0" baseline="0" dirty="0">
                          <a:ln>
                            <a:noFill/>
                          </a:ln>
                          <a:solidFill>
                            <a:schemeClr val="tx1"/>
                          </a:solidFill>
                          <a:uFillTx/>
                          <a:latin typeface="Arial" panose="020B0604020202020204" pitchFamily="34" charset="0"/>
                          <a:ea typeface="+mn-ea"/>
                          <a:cs typeface="Arial" panose="020B0604020202020204" pitchFamily="34" charset="0"/>
                          <a:sym typeface="Helvetica Neue Thin"/>
                        </a:rPr>
                        <a:t>X</a:t>
                      </a:r>
                      <a:r>
                        <a:rPr lang="zh-CN" altLang="en-US" sz="2400" b="0" i="0" u="none" strike="noStrike" cap="none" spc="0" baseline="0" dirty="0">
                          <a:ln>
                            <a:noFill/>
                          </a:ln>
                          <a:solidFill>
                            <a:schemeClr val="tx1"/>
                          </a:solidFill>
                          <a:uFillTx/>
                          <a:latin typeface="Arial" panose="020B0604020202020204" pitchFamily="34" charset="0"/>
                          <a:ea typeface="+mn-ea"/>
                          <a:cs typeface="Arial" panose="020B0604020202020204" pitchFamily="34" charset="0"/>
                          <a:sym typeface="Helvetica Neue Thin"/>
                        </a:rPr>
                        <a:t>射线荧光镀层测厚仪</a:t>
                      </a:r>
                      <a:endParaRPr lang="en-US" altLang="zh-CN" sz="2400" b="0" i="0" u="none" strike="noStrike" cap="none" spc="0" baseline="0" dirty="0">
                        <a:solidFill>
                          <a:srgbClr val="000000"/>
                        </a:solidFill>
                        <a:uFillTx/>
                        <a:latin typeface="Helvetica" pitchFamily="34" charset="0"/>
                        <a:ea typeface="+mn-ea"/>
                        <a:cs typeface="Helvetica" pitchFamily="34" charset="0"/>
                        <a:sym typeface="Helvetica Neue Light" panose="02000503000000020004"/>
                      </a:endParaRPr>
                    </a:p>
                    <a:p>
                      <a:pPr marL="0" marR="0" indent="0" algn="l" defTabSz="409575" latinLnBrk="0">
                        <a:lnSpc>
                          <a:spcPct val="100000"/>
                        </a:lnSpc>
                        <a:spcBef>
                          <a:spcPts val="0"/>
                        </a:spcBef>
                        <a:spcAft>
                          <a:spcPts val="0"/>
                        </a:spcAft>
                        <a:buClrTx/>
                        <a:buSzTx/>
                        <a:buFont typeface="+mj-lt"/>
                        <a:buNone/>
                        <a:defRPr sz="2400">
                          <a:sym typeface="Helvetica Neue Medium" panose="02000503000000020004"/>
                        </a:defRPr>
                      </a:pPr>
                      <a:r>
                        <a:rPr lang="en-GB" altLang="zh-CN" sz="2400" b="0" i="0" u="none" strike="noStrike" cap="none" spc="0" baseline="0" dirty="0">
                          <a:solidFill>
                            <a:srgbClr val="000000"/>
                          </a:solidFill>
                          <a:uFillTx/>
                          <a:latin typeface="Helvetica" pitchFamily="34" charset="0"/>
                          <a:ea typeface="+mn-ea"/>
                          <a:cs typeface="Helvetica" pitchFamily="34" charset="0"/>
                          <a:sym typeface="Helvetica Neue Light" panose="02000503000000020004"/>
                        </a:rPr>
                        <a:t>2.  Fixture </a:t>
                      </a:r>
                      <a:r>
                        <a:rPr lang="zh-CN" altLang="en-GB" sz="2400" b="0" i="0" u="none" strike="noStrike" cap="none" spc="0" baseline="0" dirty="0">
                          <a:solidFill>
                            <a:srgbClr val="000000"/>
                          </a:solidFill>
                          <a:uFillTx/>
                          <a:latin typeface="Helvetica" pitchFamily="34" charset="0"/>
                          <a:ea typeface="+mn-ea"/>
                          <a:cs typeface="Helvetica" pitchFamily="34" charset="0"/>
                          <a:sym typeface="Helvetica Neue Light" panose="02000503000000020004"/>
                        </a:rPr>
                        <a:t>：</a:t>
                      </a:r>
                      <a:r>
                        <a:rPr lang="en-GB" altLang="zh-CN" sz="2400" b="0" i="0" u="none" strike="noStrike" cap="none" spc="0" baseline="0" dirty="0">
                          <a:solidFill>
                            <a:srgbClr val="000000"/>
                          </a:solidFill>
                          <a:uFillTx/>
                          <a:latin typeface="Helvetica" pitchFamily="34" charset="0"/>
                          <a:ea typeface="+mn-ea"/>
                          <a:cs typeface="Helvetica" pitchFamily="34" charset="0"/>
                          <a:sym typeface="Helvetica Neue Light" panose="02000503000000020004"/>
                        </a:rPr>
                        <a:t>No</a:t>
                      </a:r>
                    </a:p>
                    <a:p>
                      <a:pPr marL="0" marR="0" indent="0" algn="l" defTabSz="409575" latinLnBrk="0">
                        <a:lnSpc>
                          <a:spcPct val="100000"/>
                        </a:lnSpc>
                        <a:spcBef>
                          <a:spcPts val="0"/>
                        </a:spcBef>
                        <a:spcAft>
                          <a:spcPts val="0"/>
                        </a:spcAft>
                        <a:buClrTx/>
                        <a:buSzTx/>
                        <a:buFont typeface="+mj-lt"/>
                        <a:buNone/>
                        <a:defRPr sz="2400">
                          <a:sym typeface="Helvetica Neue Medium" panose="02000503000000020004"/>
                        </a:defRPr>
                      </a:pPr>
                      <a:r>
                        <a:rPr lang="en-GB" altLang="zh-CN" sz="2400" b="0" i="0" u="none" strike="noStrike" cap="none" spc="0" baseline="0" dirty="0">
                          <a:solidFill>
                            <a:srgbClr val="000000"/>
                          </a:solidFill>
                          <a:uFillTx/>
                          <a:latin typeface="Helvetica" pitchFamily="34" charset="0"/>
                          <a:ea typeface="+mn-ea"/>
                          <a:cs typeface="Helvetica" pitchFamily="34" charset="0"/>
                          <a:sym typeface="Helvetica Neue Light" panose="02000503000000020004"/>
                        </a:rPr>
                        <a:t>3.  Measurement status </a:t>
                      </a:r>
                      <a:r>
                        <a:rPr lang="zh-CN" altLang="en-GB" sz="2400" b="0" i="0" u="none" strike="noStrike" cap="none" spc="0" baseline="0" dirty="0">
                          <a:solidFill>
                            <a:srgbClr val="000000"/>
                          </a:solidFill>
                          <a:uFillTx/>
                          <a:latin typeface="Helvetica" pitchFamily="34" charset="0"/>
                          <a:ea typeface="+mn-ea"/>
                          <a:cs typeface="Helvetica" pitchFamily="34" charset="0"/>
                          <a:sym typeface="Helvetica Neue Light" panose="02000503000000020004"/>
                        </a:rPr>
                        <a:t>：</a:t>
                      </a:r>
                      <a:r>
                        <a:rPr lang="en-GB" altLang="zh-CN" sz="2400" b="0" i="0" u="none" strike="noStrike" cap="none" spc="0" baseline="0" dirty="0">
                          <a:solidFill>
                            <a:srgbClr val="000000"/>
                          </a:solidFill>
                          <a:uFillTx/>
                          <a:latin typeface="Helvetica" pitchFamily="34" charset="0"/>
                          <a:ea typeface="+mn-ea"/>
                          <a:cs typeface="Helvetica" pitchFamily="34" charset="0"/>
                          <a:sym typeface="Helvetica Neue Light" panose="02000503000000020004"/>
                        </a:rPr>
                        <a:t>Free</a:t>
                      </a:r>
                    </a:p>
                    <a:p>
                      <a:pPr marL="457200" marR="0" indent="-457200" algn="l" defTabSz="409575" latinLnBrk="0">
                        <a:lnSpc>
                          <a:spcPct val="100000"/>
                        </a:lnSpc>
                        <a:spcBef>
                          <a:spcPts val="0"/>
                        </a:spcBef>
                        <a:spcAft>
                          <a:spcPts val="0"/>
                        </a:spcAft>
                        <a:buClrTx/>
                        <a:buSzTx/>
                        <a:buFont typeface="+mj-lt"/>
                        <a:buAutoNum type="arabicPeriod" startAt="4"/>
                        <a:defRPr sz="2400">
                          <a:sym typeface="Helvetica Neue Medium" panose="02000503000000020004"/>
                        </a:defRPr>
                      </a:pPr>
                      <a:r>
                        <a:rPr lang="en-GB" altLang="zh-CN" sz="2400" b="0" i="0" u="none" strike="noStrike" cap="none" spc="0" baseline="0" dirty="0">
                          <a:solidFill>
                            <a:srgbClr val="000000"/>
                          </a:solidFill>
                          <a:uFillTx/>
                          <a:latin typeface="Helvetica" pitchFamily="34" charset="0"/>
                          <a:ea typeface="+mn-ea"/>
                          <a:cs typeface="Helvetica" pitchFamily="34" charset="0"/>
                          <a:sym typeface="Helvetica Neue Light" panose="02000503000000020004"/>
                        </a:rPr>
                        <a:t>Measurement procedure </a:t>
                      </a:r>
                      <a:r>
                        <a:rPr lang="zh-CN" altLang="en-GB" dirty="0">
                          <a:latin typeface="Arial" panose="020B0604020202020204" pitchFamily="34" charset="0"/>
                          <a:cs typeface="Arial" panose="020B0604020202020204" pitchFamily="34" charset="0"/>
                        </a:rPr>
                        <a:t>：</a:t>
                      </a:r>
                      <a:endParaRPr lang="en-US" altLang="zh-CN" dirty="0">
                        <a:latin typeface="Arial" panose="020B0604020202020204" pitchFamily="34" charset="0"/>
                        <a:cs typeface="Arial" panose="020B0604020202020204" pitchFamily="34" charset="0"/>
                      </a:endParaRPr>
                    </a:p>
                    <a:p>
                      <a:pPr marL="0" marR="0" lvl="0" indent="0" algn="l" defTabSz="409575" eaLnBrk="1" fontAlgn="auto" latinLnBrk="0" hangingPunct="1">
                        <a:lnSpc>
                          <a:spcPct val="100000"/>
                        </a:lnSpc>
                        <a:spcBef>
                          <a:spcPts val="0"/>
                        </a:spcBef>
                        <a:spcAft>
                          <a:spcPts val="0"/>
                        </a:spcAft>
                        <a:buClrTx/>
                        <a:buSzTx/>
                        <a:buFontTx/>
                        <a:buNone/>
                        <a:tabLst/>
                        <a:defRPr sz="2600">
                          <a:sym typeface="Helvetica Neue Medium"/>
                        </a:defRPr>
                      </a:pPr>
                      <a:r>
                        <a:rPr lang="en-US" altLang="zh-CN" sz="2000" b="0" i="0" u="none" strike="noStrike" cap="none" spc="0" baseline="0" dirty="0">
                          <a:ln>
                            <a:noFill/>
                          </a:ln>
                          <a:solidFill>
                            <a:srgbClr val="000000"/>
                          </a:solidFill>
                          <a:uFillTx/>
                          <a:latin typeface="Arial" panose="020B0604020202020204" pitchFamily="34" charset="0"/>
                          <a:ea typeface="Helvetica Neue Light"/>
                          <a:cs typeface="Arial" panose="020B0604020202020204" pitchFamily="34" charset="0"/>
                          <a:sym typeface="Helvetica Neue Light"/>
                        </a:rPr>
                        <a:t>1. </a:t>
                      </a:r>
                      <a:r>
                        <a:rPr lang="zh-CN" altLang="en-US" sz="2000" b="0" i="0" u="none" strike="noStrike" cap="none" spc="0" baseline="0" dirty="0">
                          <a:ln>
                            <a:noFill/>
                          </a:ln>
                          <a:solidFill>
                            <a:srgbClr val="000000"/>
                          </a:solidFill>
                          <a:uFillTx/>
                          <a:latin typeface="Arial" panose="020B0604020202020204" pitchFamily="34" charset="0"/>
                          <a:ea typeface="Arial Unicode MS" panose="020B0604020202020204" pitchFamily="34" charset="-122"/>
                          <a:cs typeface="Arial" panose="020B0604020202020204" pitchFamily="34" charset="0"/>
                          <a:sym typeface="Helvetica Neue Light"/>
                        </a:rPr>
                        <a:t>打开软件程序；</a:t>
                      </a:r>
                      <a:endParaRPr lang="en-US" altLang="zh-CN" sz="2000" b="0" i="0" u="none" strike="noStrike" cap="none" spc="0" baseline="0" dirty="0">
                        <a:ln>
                          <a:noFill/>
                        </a:ln>
                        <a:solidFill>
                          <a:srgbClr val="000000"/>
                        </a:solidFill>
                        <a:uFillTx/>
                        <a:latin typeface="Arial" panose="020B0604020202020204" pitchFamily="34" charset="0"/>
                        <a:ea typeface="Arial Unicode MS" panose="020B0604020202020204" pitchFamily="34" charset="-122"/>
                        <a:cs typeface="Arial" panose="020B0604020202020204" pitchFamily="34" charset="0"/>
                        <a:sym typeface="Helvetica Neue Light"/>
                      </a:endParaRPr>
                    </a:p>
                    <a:p>
                      <a:pPr marL="0" marR="0" lvl="0" indent="0" algn="l" defTabSz="409575" eaLnBrk="1" fontAlgn="auto" latinLnBrk="0" hangingPunct="1">
                        <a:lnSpc>
                          <a:spcPct val="100000"/>
                        </a:lnSpc>
                        <a:spcBef>
                          <a:spcPts val="0"/>
                        </a:spcBef>
                        <a:spcAft>
                          <a:spcPts val="0"/>
                        </a:spcAft>
                        <a:buClrTx/>
                        <a:buSzTx/>
                        <a:buFontTx/>
                        <a:buNone/>
                        <a:tabLst/>
                        <a:defRPr sz="2600">
                          <a:sym typeface="Helvetica Neue Medium"/>
                        </a:defRPr>
                      </a:pPr>
                      <a:r>
                        <a:rPr lang="en-US" altLang="zh-CN" sz="2000" b="0" i="0" u="none" strike="noStrike" cap="none" spc="0" baseline="0" dirty="0">
                          <a:ln>
                            <a:noFill/>
                          </a:ln>
                          <a:solidFill>
                            <a:srgbClr val="000000"/>
                          </a:solidFill>
                          <a:uFillTx/>
                          <a:latin typeface="Arial" panose="020B0604020202020204" pitchFamily="34" charset="0"/>
                          <a:ea typeface="Helvetica Neue Light"/>
                          <a:cs typeface="Arial" panose="020B0604020202020204" pitchFamily="34" charset="0"/>
                          <a:sym typeface="Helvetica Neue Light"/>
                        </a:rPr>
                        <a:t>2. </a:t>
                      </a:r>
                      <a:r>
                        <a:rPr lang="zh-CN" altLang="en-US" sz="2000" b="0" i="0" u="none" strike="noStrike" cap="none" spc="0" baseline="0" dirty="0">
                          <a:ln>
                            <a:noFill/>
                          </a:ln>
                          <a:solidFill>
                            <a:srgbClr val="000000"/>
                          </a:solidFill>
                          <a:uFillTx/>
                          <a:latin typeface="Arial" panose="020B0604020202020204" pitchFamily="34" charset="0"/>
                          <a:ea typeface="Arial Unicode MS" panose="020B0604020202020204" pitchFamily="34" charset="-122"/>
                          <a:cs typeface="Arial" panose="020B0604020202020204" pitchFamily="34" charset="0"/>
                          <a:sym typeface="Helvetica Neue Light"/>
                        </a:rPr>
                        <a:t>点检标样；</a:t>
                      </a:r>
                      <a:endParaRPr lang="en-US" altLang="zh-CN" sz="2000" b="0" i="0" u="none" strike="noStrike" cap="none" spc="0" baseline="0" dirty="0">
                        <a:ln>
                          <a:noFill/>
                        </a:ln>
                        <a:solidFill>
                          <a:srgbClr val="000000"/>
                        </a:solidFill>
                        <a:uFillTx/>
                        <a:latin typeface="Arial" panose="020B0604020202020204" pitchFamily="34" charset="0"/>
                        <a:ea typeface="Arial Unicode MS" panose="020B0604020202020204" pitchFamily="34" charset="-122"/>
                        <a:cs typeface="Arial" panose="020B0604020202020204" pitchFamily="34" charset="0"/>
                        <a:sym typeface="Helvetica Neue Light"/>
                      </a:endParaRPr>
                    </a:p>
                    <a:p>
                      <a:pPr marL="0" marR="0" lvl="0" indent="0" algn="l" defTabSz="409575" eaLnBrk="1" fontAlgn="auto" latinLnBrk="0" hangingPunct="1">
                        <a:lnSpc>
                          <a:spcPct val="100000"/>
                        </a:lnSpc>
                        <a:spcBef>
                          <a:spcPts val="0"/>
                        </a:spcBef>
                        <a:spcAft>
                          <a:spcPts val="0"/>
                        </a:spcAft>
                        <a:buClrTx/>
                        <a:buSzTx/>
                        <a:buFontTx/>
                        <a:buNone/>
                        <a:tabLst/>
                        <a:defRPr sz="2600">
                          <a:sym typeface="Helvetica Neue Medium"/>
                        </a:defRPr>
                      </a:pPr>
                      <a:r>
                        <a:rPr lang="en-US" altLang="zh-CN" sz="2000" b="0" i="0" u="none" strike="noStrike" cap="none" spc="0" baseline="0" dirty="0">
                          <a:ln>
                            <a:noFill/>
                          </a:ln>
                          <a:solidFill>
                            <a:srgbClr val="000000"/>
                          </a:solidFill>
                          <a:uFillTx/>
                          <a:latin typeface="Arial" panose="020B0604020202020204" pitchFamily="34" charset="0"/>
                          <a:ea typeface="Arial Unicode MS" panose="020B0604020202020204" pitchFamily="34" charset="-122"/>
                          <a:cs typeface="Arial" panose="020B0604020202020204" pitchFamily="34" charset="0"/>
                          <a:sym typeface="Helvetica Neue Light"/>
                        </a:rPr>
                        <a:t>3. </a:t>
                      </a:r>
                      <a:r>
                        <a:rPr lang="zh-CN" altLang="en-US" sz="2000" b="0" i="0" u="none" strike="noStrike" cap="none" spc="0" baseline="0" dirty="0">
                          <a:ln>
                            <a:noFill/>
                          </a:ln>
                          <a:solidFill>
                            <a:srgbClr val="000000"/>
                          </a:solidFill>
                          <a:uFillTx/>
                          <a:latin typeface="Arial" panose="020B0604020202020204" pitchFamily="34" charset="0"/>
                          <a:ea typeface="Arial Unicode MS" panose="020B0604020202020204" pitchFamily="34" charset="-122"/>
                          <a:cs typeface="Arial" panose="020B0604020202020204" pitchFamily="34" charset="0"/>
                          <a:sym typeface="Helvetica Neue Light"/>
                        </a:rPr>
                        <a:t>将测量样品放入样品腔中，并将产品平放使激光点在产品的标记位置 </a:t>
                      </a:r>
                      <a:r>
                        <a:rPr lang="en-US" altLang="zh-CN" sz="2000" b="0" i="0" u="none" strike="noStrike" cap="none" spc="0" baseline="0" dirty="0">
                          <a:ln>
                            <a:noFill/>
                          </a:ln>
                          <a:solidFill>
                            <a:srgbClr val="000000"/>
                          </a:solidFill>
                          <a:uFillTx/>
                          <a:latin typeface="Arial" panose="020B0604020202020204" pitchFamily="34" charset="0"/>
                          <a:ea typeface="Arial Unicode MS" panose="020B0604020202020204" pitchFamily="34" charset="-122"/>
                          <a:cs typeface="Arial" panose="020B0604020202020204" pitchFamily="34" charset="0"/>
                          <a:sym typeface="Helvetica Neue Light"/>
                        </a:rPr>
                        <a:t>(P1)</a:t>
                      </a:r>
                      <a:r>
                        <a:rPr lang="zh-CN" altLang="en-US" sz="2000" b="0" i="0" u="none" strike="noStrike" cap="none" spc="0" baseline="0" dirty="0">
                          <a:ln>
                            <a:noFill/>
                          </a:ln>
                          <a:solidFill>
                            <a:srgbClr val="000000"/>
                          </a:solidFill>
                          <a:uFillTx/>
                          <a:latin typeface="Arial" panose="020B0604020202020204" pitchFamily="34" charset="0"/>
                          <a:ea typeface="Arial Unicode MS" panose="020B0604020202020204" pitchFamily="34" charset="-122"/>
                          <a:cs typeface="Arial" panose="020B0604020202020204" pitchFamily="34" charset="0"/>
                          <a:sym typeface="Helvetica Neue Light"/>
                        </a:rPr>
                        <a:t>，选择对应的工作曲线模式，点击开始按钮，输入量测相对应的资料，点击“确定”执行量测 ，并记录</a:t>
                      </a:r>
                      <a:r>
                        <a:rPr lang="en-US" altLang="zh-CN" sz="2000" b="0" i="0" u="none" strike="noStrike" cap="none" spc="0" baseline="0" dirty="0">
                          <a:ln>
                            <a:noFill/>
                          </a:ln>
                          <a:solidFill>
                            <a:srgbClr val="000000"/>
                          </a:solidFill>
                          <a:uFillTx/>
                          <a:latin typeface="Arial" panose="020B0604020202020204" pitchFamily="34" charset="0"/>
                          <a:ea typeface="Arial Unicode MS" panose="020B0604020202020204" pitchFamily="34" charset="-122"/>
                          <a:cs typeface="Arial" panose="020B0604020202020204" pitchFamily="34" charset="0"/>
                          <a:sym typeface="Helvetica Neue Light"/>
                        </a:rPr>
                        <a:t>1</a:t>
                      </a:r>
                      <a:r>
                        <a:rPr lang="zh-CN" altLang="en-US" sz="2000" b="0" i="0" u="none" strike="noStrike" cap="none" spc="0" baseline="0" dirty="0">
                          <a:ln>
                            <a:noFill/>
                          </a:ln>
                          <a:solidFill>
                            <a:srgbClr val="000000"/>
                          </a:solidFill>
                          <a:uFillTx/>
                          <a:latin typeface="Arial" panose="020B0604020202020204" pitchFamily="34" charset="0"/>
                          <a:ea typeface="Arial Unicode MS" panose="020B0604020202020204" pitchFamily="34" charset="-122"/>
                          <a:cs typeface="Arial" panose="020B0604020202020204" pitchFamily="34" charset="0"/>
                          <a:sym typeface="Helvetica Neue Light"/>
                        </a:rPr>
                        <a:t>个数值</a:t>
                      </a:r>
                      <a:r>
                        <a:rPr lang="en-US" altLang="zh-CN" sz="2000" b="0" i="0" u="none" strike="noStrike" cap="none" spc="0" baseline="0" dirty="0">
                          <a:ln>
                            <a:noFill/>
                          </a:ln>
                          <a:solidFill>
                            <a:srgbClr val="000000"/>
                          </a:solidFill>
                          <a:uFillTx/>
                          <a:latin typeface="Arial" panose="020B0604020202020204" pitchFamily="34" charset="0"/>
                          <a:ea typeface="Arial Unicode MS" panose="020B0604020202020204" pitchFamily="34" charset="-122"/>
                          <a:cs typeface="Arial" panose="020B0604020202020204" pitchFamily="34" charset="0"/>
                          <a:sym typeface="Helvetica Neue Light"/>
                        </a:rPr>
                        <a:t>.</a:t>
                      </a:r>
                    </a:p>
                    <a:p>
                      <a:pPr marL="457200" marR="0" indent="-457200" algn="l" defTabSz="409575" latinLnBrk="0">
                        <a:lnSpc>
                          <a:spcPct val="100000"/>
                        </a:lnSpc>
                        <a:spcBef>
                          <a:spcPts val="0"/>
                        </a:spcBef>
                        <a:spcAft>
                          <a:spcPts val="0"/>
                        </a:spcAft>
                        <a:buClrTx/>
                        <a:buSzTx/>
                        <a:buFont typeface="+mj-lt"/>
                        <a:buAutoNum type="arabicPeriod"/>
                        <a:defRPr sz="2400">
                          <a:sym typeface="Helvetica Neue Medium" panose="02000503000000020004"/>
                        </a:defRPr>
                      </a:pPr>
                      <a:r>
                        <a:rPr lang="en-US" altLang="zh-CN" sz="2000" dirty="0">
                          <a:latin typeface="Arial" panose="020B0604020202020204" pitchFamily="34" charset="0"/>
                          <a:cs typeface="Arial" panose="020B0604020202020204" pitchFamily="34" charset="0"/>
                        </a:rPr>
                        <a:t>Open the software program;</a:t>
                      </a:r>
                    </a:p>
                    <a:p>
                      <a:pPr marL="0" marR="0" indent="0" algn="l" defTabSz="409575" latinLnBrk="0">
                        <a:lnSpc>
                          <a:spcPct val="100000"/>
                        </a:lnSpc>
                        <a:spcBef>
                          <a:spcPts val="0"/>
                        </a:spcBef>
                        <a:spcAft>
                          <a:spcPts val="0"/>
                        </a:spcAft>
                        <a:buClrTx/>
                        <a:buSzTx/>
                        <a:buFont typeface="+mj-lt"/>
                        <a:buNone/>
                        <a:defRPr sz="2400">
                          <a:sym typeface="Helvetica Neue Medium" panose="02000503000000020004"/>
                        </a:defRPr>
                      </a:pPr>
                      <a:r>
                        <a:rPr lang="en-US" altLang="zh-CN" sz="2000" dirty="0">
                          <a:latin typeface="Arial" panose="020B0604020202020204" pitchFamily="34" charset="0"/>
                          <a:cs typeface="Arial" panose="020B0604020202020204" pitchFamily="34" charset="0"/>
                        </a:rPr>
                        <a:t>2. Check the standard sample;</a:t>
                      </a:r>
                    </a:p>
                    <a:p>
                      <a:pPr marL="0" marR="0" indent="0" algn="l" defTabSz="409575" latinLnBrk="0">
                        <a:lnSpc>
                          <a:spcPct val="100000"/>
                        </a:lnSpc>
                        <a:spcBef>
                          <a:spcPts val="0"/>
                        </a:spcBef>
                        <a:spcAft>
                          <a:spcPts val="0"/>
                        </a:spcAft>
                        <a:buClrTx/>
                        <a:buSzTx/>
                        <a:buFont typeface="+mj-lt"/>
                        <a:buNone/>
                        <a:defRPr sz="2400">
                          <a:sym typeface="Helvetica Neue Medium" panose="02000503000000020004"/>
                        </a:defRPr>
                      </a:pPr>
                      <a:r>
                        <a:rPr lang="en-US" altLang="zh-CN" sz="2000" dirty="0">
                          <a:latin typeface="Arial" panose="020B0604020202020204" pitchFamily="34" charset="0"/>
                          <a:cs typeface="Arial" panose="020B0604020202020204" pitchFamily="34" charset="0"/>
                        </a:rPr>
                        <a:t>3. Put the measured sample into the sample chamber, and lay the product flat so that the laser point is in the marked position of the product (P1), select the corresponding working curve mode, click the Start button, enter the corresponding data of the measurement, click "OK" to perform the measurement, and record a value.</a:t>
                      </a:r>
                    </a:p>
                  </a:txBody>
                  <a:tcPr marL="12700" marR="12700" marT="12700" marB="127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indent="0" algn="l" defTabSz="409575" latinLnBrk="0">
                        <a:lnSpc>
                          <a:spcPct val="100000"/>
                        </a:lnSpc>
                        <a:spcBef>
                          <a:spcPts val="0"/>
                        </a:spcBef>
                        <a:spcAft>
                          <a:spcPts val="0"/>
                        </a:spcAft>
                        <a:buClrTx/>
                        <a:buSzTx/>
                        <a:buFontTx/>
                        <a:buNone/>
                        <a:defRPr sz="2600">
                          <a:sym typeface="Helvetica"/>
                        </a:defRPr>
                      </a:pPr>
                      <a:r>
                        <a:rPr sz="2400" b="0" i="0" u="none" strike="noStrike" cap="none" spc="0" baseline="0" dirty="0">
                          <a:solidFill>
                            <a:srgbClr val="000000"/>
                          </a:solidFill>
                          <a:uFillTx/>
                          <a:latin typeface="Arial" panose="020B0604020202020204" pitchFamily="34" charset="0"/>
                          <a:ea typeface="Helvetica Light"/>
                          <a:cs typeface="Arial" panose="020B0604020202020204" pitchFamily="34" charset="0"/>
                          <a:sym typeface="Helvetica Neue Light" panose="02000503000000020004"/>
                        </a:rPr>
                        <a:t>1. Measurement Method </a:t>
                      </a:r>
                      <a:r>
                        <a:rPr sz="2400" b="0" i="0" u="none" strike="noStrike" cap="none" spc="0" baseline="0" dirty="0">
                          <a:ln>
                            <a:noFill/>
                          </a:ln>
                          <a:solidFill>
                            <a:srgbClr val="000000"/>
                          </a:solidFill>
                          <a:uFillTx/>
                          <a:latin typeface="Arial" panose="020B0604020202020204" pitchFamily="34" charset="0"/>
                          <a:ea typeface="Helvetica Light"/>
                          <a:cs typeface="Arial" panose="020B0604020202020204" pitchFamily="34" charset="0"/>
                          <a:sym typeface="Helvetica Neue Light"/>
                        </a:rPr>
                        <a:t>：</a:t>
                      </a:r>
                      <a:r>
                        <a:rPr lang="en-US" altLang="zh-CN" sz="2400" b="0" i="0" u="none" strike="noStrike" cap="none" spc="0" baseline="0" dirty="0">
                          <a:ln>
                            <a:noFill/>
                          </a:ln>
                          <a:solidFill>
                            <a:srgbClr val="000000"/>
                          </a:solidFill>
                          <a:uFillTx/>
                          <a:latin typeface="Arial" panose="020B0604020202020204" pitchFamily="34" charset="0"/>
                          <a:ea typeface="Helvetica Light"/>
                          <a:cs typeface="Arial" panose="020B0604020202020204" pitchFamily="34" charset="0"/>
                          <a:sym typeface="Helvetica Neue Thin"/>
                        </a:rPr>
                        <a:t>X</a:t>
                      </a:r>
                      <a:r>
                        <a:rPr lang="zh-CN" altLang="en-US" sz="2400" b="0" i="0" u="none" strike="noStrike" cap="none" spc="0" baseline="0" dirty="0">
                          <a:ln>
                            <a:noFill/>
                          </a:ln>
                          <a:solidFill>
                            <a:srgbClr val="000000"/>
                          </a:solidFill>
                          <a:uFillTx/>
                          <a:latin typeface="Arial" panose="020B0604020202020204" pitchFamily="34" charset="0"/>
                          <a:ea typeface="Helvetica Light"/>
                          <a:cs typeface="Arial" panose="020B0604020202020204" pitchFamily="34" charset="0"/>
                          <a:sym typeface="Helvetica Neue Thin"/>
                        </a:rPr>
                        <a:t>射线荧光镀层测厚仪</a:t>
                      </a:r>
                      <a:endParaRPr lang="en-US" altLang="zh-CN" sz="2400" b="0" i="0" u="none" strike="noStrike" cap="none" spc="0" baseline="0" dirty="0">
                        <a:ln>
                          <a:noFill/>
                        </a:ln>
                        <a:solidFill>
                          <a:srgbClr val="000000"/>
                        </a:solidFill>
                        <a:uFillTx/>
                        <a:latin typeface="Arial" panose="020B0604020202020204" pitchFamily="34" charset="0"/>
                        <a:ea typeface="Helvetica Light"/>
                        <a:cs typeface="Arial" panose="020B0604020202020204" pitchFamily="34" charset="0"/>
                        <a:sym typeface="Helvetica Neue Light" panose="02000503000000020004"/>
                      </a:endParaRPr>
                    </a:p>
                    <a:p>
                      <a:pPr marL="0" marR="0" indent="0" algn="l" defTabSz="409575" latinLnBrk="0">
                        <a:lnSpc>
                          <a:spcPct val="100000"/>
                        </a:lnSpc>
                        <a:spcBef>
                          <a:spcPts val="0"/>
                        </a:spcBef>
                        <a:spcAft>
                          <a:spcPts val="0"/>
                        </a:spcAft>
                        <a:buClrTx/>
                        <a:buSzTx/>
                        <a:buFontTx/>
                        <a:buNone/>
                        <a:defRPr sz="2600">
                          <a:sym typeface="Helvetica"/>
                        </a:defRPr>
                      </a:pPr>
                      <a:r>
                        <a:rPr sz="2400" b="0" i="0" u="none" strike="noStrike" cap="none" spc="0" baseline="0" dirty="0">
                          <a:solidFill>
                            <a:srgbClr val="000000"/>
                          </a:solidFill>
                          <a:uFillTx/>
                          <a:latin typeface="Arial" panose="020B0604020202020204" pitchFamily="34" charset="0"/>
                          <a:ea typeface="Helvetica Light"/>
                          <a:cs typeface="Arial" panose="020B0604020202020204" pitchFamily="34" charset="0"/>
                          <a:sym typeface="Helvetica Neue Light" panose="02000503000000020004"/>
                        </a:rPr>
                        <a:t>2.  Fixture :</a:t>
                      </a:r>
                      <a:r>
                        <a:rPr lang="en-US" sz="2400" b="0" i="0" u="none" strike="noStrike" cap="none" spc="0" baseline="0" dirty="0">
                          <a:solidFill>
                            <a:srgbClr val="000000"/>
                          </a:solidFill>
                          <a:uFillTx/>
                          <a:latin typeface="Arial" panose="020B0604020202020204" pitchFamily="34" charset="0"/>
                          <a:ea typeface="Helvetica Light"/>
                          <a:cs typeface="Arial" panose="020B0604020202020204" pitchFamily="34" charset="0"/>
                          <a:sym typeface="Helvetica Neue Light" panose="02000503000000020004"/>
                        </a:rPr>
                        <a:t>No</a:t>
                      </a:r>
                    </a:p>
                    <a:p>
                      <a:pPr marL="0" marR="0" indent="0" algn="l" defTabSz="409575" latinLnBrk="0">
                        <a:lnSpc>
                          <a:spcPct val="100000"/>
                        </a:lnSpc>
                        <a:spcBef>
                          <a:spcPts val="0"/>
                        </a:spcBef>
                        <a:spcAft>
                          <a:spcPts val="0"/>
                        </a:spcAft>
                        <a:buClrTx/>
                        <a:buSzTx/>
                        <a:buFontTx/>
                        <a:buNone/>
                        <a:defRPr sz="2600">
                          <a:sym typeface="Helvetica"/>
                        </a:defRPr>
                      </a:pPr>
                      <a:r>
                        <a:rPr sz="2400" b="0" i="0" u="none" strike="noStrike" cap="none" spc="0" baseline="0" dirty="0">
                          <a:solidFill>
                            <a:srgbClr val="000000"/>
                          </a:solidFill>
                          <a:uFillTx/>
                          <a:latin typeface="Arial" panose="020B0604020202020204" pitchFamily="34" charset="0"/>
                          <a:ea typeface="Helvetica Light"/>
                          <a:cs typeface="Arial" panose="020B0604020202020204" pitchFamily="34" charset="0"/>
                          <a:sym typeface="Helvetica Neue Light" panose="02000503000000020004"/>
                        </a:rPr>
                        <a:t>3.  Measurement status ：Free</a:t>
                      </a:r>
                    </a:p>
                    <a:p>
                      <a:pPr marL="0" marR="0" indent="0" algn="l" defTabSz="409575" latinLnBrk="0">
                        <a:lnSpc>
                          <a:spcPct val="100000"/>
                        </a:lnSpc>
                        <a:spcBef>
                          <a:spcPts val="0"/>
                        </a:spcBef>
                        <a:spcAft>
                          <a:spcPts val="0"/>
                        </a:spcAft>
                        <a:buClrTx/>
                        <a:buSzTx/>
                        <a:buFontTx/>
                        <a:buNone/>
                        <a:defRPr sz="2600">
                          <a:sym typeface="Helvetica"/>
                        </a:defRPr>
                      </a:pPr>
                      <a:r>
                        <a:rPr sz="2400" b="0" i="0" u="none" strike="noStrike" cap="none" spc="0" baseline="0" dirty="0">
                          <a:solidFill>
                            <a:srgbClr val="000000"/>
                          </a:solidFill>
                          <a:uFillTx/>
                          <a:latin typeface="Arial" panose="020B0604020202020204" pitchFamily="34" charset="0"/>
                          <a:ea typeface="Helvetica Light"/>
                          <a:cs typeface="Arial" panose="020B0604020202020204" pitchFamily="34" charset="0"/>
                          <a:sym typeface="Helvetica Neue Light" panose="02000503000000020004"/>
                        </a:rPr>
                        <a:t>4.  Measurement procedure ：</a:t>
                      </a:r>
                      <a:r>
                        <a:rPr lang="en-US" altLang="zh-CN" sz="2400" b="0" i="0" u="none" strike="noStrike" cap="none" spc="0" baseline="0" dirty="0">
                          <a:solidFill>
                            <a:srgbClr val="000000"/>
                          </a:solidFill>
                          <a:uFillTx/>
                          <a:latin typeface="Arial" panose="020B0604020202020204" pitchFamily="34" charset="0"/>
                          <a:ea typeface="Helvetica Light"/>
                          <a:cs typeface="Arial" panose="020B0604020202020204" pitchFamily="34" charset="0"/>
                          <a:sym typeface="Helvetica Neue Light" panose="02000503000000020004"/>
                        </a:rPr>
                        <a:t>Same as the FAI</a:t>
                      </a:r>
                      <a:endParaRPr sz="2400" b="0" i="0" u="none" strike="noStrike" cap="none" spc="0" baseline="0" dirty="0">
                        <a:solidFill>
                          <a:srgbClr val="000000"/>
                        </a:solidFill>
                        <a:uFillTx/>
                        <a:latin typeface="Arial" panose="020B0604020202020204" pitchFamily="34" charset="0"/>
                        <a:ea typeface="Helvetica Light"/>
                        <a:cs typeface="Arial" panose="020B0604020202020204" pitchFamily="34" charset="0"/>
                        <a:sym typeface="Helvetica Neue Light" panose="02000503000000020004"/>
                      </a:endParaRPr>
                    </a:p>
                  </a:txBody>
                  <a:tcPr marL="12700" marR="12700" marT="12700" marB="127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2"/>
                  </a:ext>
                </a:extLst>
              </a:tr>
            </a:tbl>
          </a:graphicData>
        </a:graphic>
      </p:graphicFrame>
      <p:sp>
        <p:nvSpPr>
          <p:cNvPr id="6" name="灯片编号占位符 5"/>
          <p:cNvSpPr>
            <a:spLocks noGrp="1"/>
          </p:cNvSpPr>
          <p:nvPr>
            <p:ph type="sldNum" sz="quarter" idx="2"/>
          </p:nvPr>
        </p:nvSpPr>
        <p:spPr>
          <a:xfrm>
            <a:off x="10329463" y="13198269"/>
            <a:ext cx="466267" cy="477670"/>
          </a:xfrm>
        </p:spPr>
        <p:txBody>
          <a:bodyPr/>
          <a:lstStyle/>
          <a:p>
            <a:fld id="{86CB4B4D-7CA3-9044-876B-883B54F8677D}" type="slidenum">
              <a:rPr lang="en-US" altLang="zh-CN" smtClean="0"/>
              <a:t>30</a:t>
            </a:fld>
            <a:endParaRPr lang="en-US" altLang="zh-CN" dirty="0"/>
          </a:p>
        </p:txBody>
      </p:sp>
      <p:graphicFrame>
        <p:nvGraphicFramePr>
          <p:cNvPr id="3" name="表格 2"/>
          <p:cNvGraphicFramePr>
            <a:graphicFrameLocks noGrp="1"/>
          </p:cNvGraphicFramePr>
          <p:nvPr>
            <p:extLst>
              <p:ext uri="{D42A27DB-BD31-4B8C-83A1-F6EECF244321}">
                <p14:modId xmlns:p14="http://schemas.microsoft.com/office/powerpoint/2010/main" val="874585628"/>
              </p:ext>
            </p:extLst>
          </p:nvPr>
        </p:nvGraphicFramePr>
        <p:xfrm>
          <a:off x="14535693" y="6206753"/>
          <a:ext cx="8013700" cy="3658214"/>
        </p:xfrm>
        <a:graphic>
          <a:graphicData uri="http://schemas.openxmlformats.org/drawingml/2006/table">
            <a:tbl>
              <a:tblPr>
                <a:tableStyleId>{5940675A-B579-460E-94D1-54222C63F5DA}</a:tableStyleId>
              </a:tblPr>
              <a:tblGrid>
                <a:gridCol w="644180">
                  <a:extLst>
                    <a:ext uri="{9D8B030D-6E8A-4147-A177-3AD203B41FA5}">
                      <a16:colId xmlns:a16="http://schemas.microsoft.com/office/drawing/2014/main" val="20000"/>
                    </a:ext>
                  </a:extLst>
                </a:gridCol>
                <a:gridCol w="1128366">
                  <a:extLst>
                    <a:ext uri="{9D8B030D-6E8A-4147-A177-3AD203B41FA5}">
                      <a16:colId xmlns:a16="http://schemas.microsoft.com/office/drawing/2014/main" val="20001"/>
                    </a:ext>
                  </a:extLst>
                </a:gridCol>
                <a:gridCol w="185255">
                  <a:extLst>
                    <a:ext uri="{9D8B030D-6E8A-4147-A177-3AD203B41FA5}">
                      <a16:colId xmlns:a16="http://schemas.microsoft.com/office/drawing/2014/main" val="20003"/>
                    </a:ext>
                  </a:extLst>
                </a:gridCol>
                <a:gridCol w="644180">
                  <a:extLst>
                    <a:ext uri="{9D8B030D-6E8A-4147-A177-3AD203B41FA5}">
                      <a16:colId xmlns:a16="http://schemas.microsoft.com/office/drawing/2014/main" val="20004"/>
                    </a:ext>
                  </a:extLst>
                </a:gridCol>
                <a:gridCol w="1128366">
                  <a:extLst>
                    <a:ext uri="{9D8B030D-6E8A-4147-A177-3AD203B41FA5}">
                      <a16:colId xmlns:a16="http://schemas.microsoft.com/office/drawing/2014/main" val="20005"/>
                    </a:ext>
                  </a:extLst>
                </a:gridCol>
                <a:gridCol w="168411">
                  <a:extLst>
                    <a:ext uri="{9D8B030D-6E8A-4147-A177-3AD203B41FA5}">
                      <a16:colId xmlns:a16="http://schemas.microsoft.com/office/drawing/2014/main" val="20007"/>
                    </a:ext>
                  </a:extLst>
                </a:gridCol>
                <a:gridCol w="644180">
                  <a:extLst>
                    <a:ext uri="{9D8B030D-6E8A-4147-A177-3AD203B41FA5}">
                      <a16:colId xmlns:a16="http://schemas.microsoft.com/office/drawing/2014/main" val="20008"/>
                    </a:ext>
                  </a:extLst>
                </a:gridCol>
                <a:gridCol w="1128366">
                  <a:extLst>
                    <a:ext uri="{9D8B030D-6E8A-4147-A177-3AD203B41FA5}">
                      <a16:colId xmlns:a16="http://schemas.microsoft.com/office/drawing/2014/main" val="20009"/>
                    </a:ext>
                  </a:extLst>
                </a:gridCol>
                <a:gridCol w="149025">
                  <a:extLst>
                    <a:ext uri="{9D8B030D-6E8A-4147-A177-3AD203B41FA5}">
                      <a16:colId xmlns:a16="http://schemas.microsoft.com/office/drawing/2014/main" val="20011"/>
                    </a:ext>
                  </a:extLst>
                </a:gridCol>
                <a:gridCol w="2193371">
                  <a:extLst>
                    <a:ext uri="{9D8B030D-6E8A-4147-A177-3AD203B41FA5}">
                      <a16:colId xmlns:a16="http://schemas.microsoft.com/office/drawing/2014/main" val="20010"/>
                    </a:ext>
                  </a:extLst>
                </a:gridCol>
              </a:tblGrid>
              <a:tr h="261301">
                <a:tc>
                  <a:txBody>
                    <a:bodyPr/>
                    <a:lstStyle/>
                    <a:p>
                      <a:pPr marL="0" marR="0" indent="0" algn="ctr" defTabSz="821530" fontAlgn="ctr" latinLnBrk="0">
                        <a:lnSpc>
                          <a:spcPct val="100000"/>
                        </a:lnSpc>
                        <a:spcBef>
                          <a:spcPts val="0"/>
                        </a:spcBef>
                        <a:spcAft>
                          <a:spcPts val="0"/>
                        </a:spcAft>
                        <a:buClrTx/>
                        <a:buSzTx/>
                        <a:buFontTx/>
                        <a:buNone/>
                        <a:tabLst/>
                      </a:pPr>
                      <a:r>
                        <a:rPr lang="en-US" sz="1600" b="0" i="0" u="none" strike="noStrike" cap="none" spc="0" baseline="0" dirty="0">
                          <a:ln>
                            <a:noFill/>
                          </a:ln>
                          <a:solidFill>
                            <a:schemeClr val="tx1"/>
                          </a:solidFill>
                          <a:effectLst/>
                          <a:uFillTx/>
                          <a:latin typeface="Arial" panose="020B0604020202020204" pitchFamily="34" charset="0"/>
                          <a:ea typeface="+mn-ea"/>
                          <a:cs typeface="Arial" panose="020B0604020202020204" pitchFamily="34" charset="0"/>
                          <a:sym typeface="Helvetica Neue Light"/>
                        </a:rPr>
                        <a:t>No.</a:t>
                      </a:r>
                    </a:p>
                  </a:txBody>
                  <a:tcPr marL="8757" marR="8757" marT="875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pPr marL="0" marR="0" indent="0" algn="ctr" defTabSz="821530" fontAlgn="ctr" latinLnBrk="0">
                        <a:lnSpc>
                          <a:spcPct val="100000"/>
                        </a:lnSpc>
                        <a:spcBef>
                          <a:spcPts val="0"/>
                        </a:spcBef>
                        <a:spcAft>
                          <a:spcPts val="0"/>
                        </a:spcAft>
                        <a:buClrTx/>
                        <a:buSzTx/>
                        <a:buFontTx/>
                        <a:buNone/>
                        <a:tabLst/>
                      </a:pPr>
                      <a:r>
                        <a:rPr lang="en-US" sz="1600" b="0" i="0" u="none" strike="noStrike" cap="none" spc="0" baseline="0" dirty="0">
                          <a:ln>
                            <a:noFill/>
                          </a:ln>
                          <a:solidFill>
                            <a:schemeClr val="tx1"/>
                          </a:solidFill>
                          <a:effectLst/>
                          <a:uFillTx/>
                          <a:latin typeface="Arial" panose="020B0604020202020204" pitchFamily="34" charset="0"/>
                          <a:ea typeface="+mn-ea"/>
                          <a:cs typeface="Arial" panose="020B0604020202020204" pitchFamily="34" charset="0"/>
                          <a:sym typeface="Helvetica Neue Light"/>
                        </a:rPr>
                        <a:t>Grade</a:t>
                      </a:r>
                    </a:p>
                  </a:txBody>
                  <a:tcPr marL="8757" marR="8757" marT="875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rowSpan="14">
                  <a:txBody>
                    <a:bodyPr/>
                    <a:lstStyle/>
                    <a:p>
                      <a:pPr marL="0" marR="0" indent="0" algn="ctr" defTabSz="821530" fontAlgn="ctr" latinLnBrk="0">
                        <a:lnSpc>
                          <a:spcPct val="100000"/>
                        </a:lnSpc>
                        <a:spcBef>
                          <a:spcPts val="0"/>
                        </a:spcBef>
                        <a:spcAft>
                          <a:spcPts val="0"/>
                        </a:spcAft>
                        <a:buClrTx/>
                        <a:buSzTx/>
                        <a:buFontTx/>
                        <a:buNone/>
                        <a:tabLst/>
                      </a:pPr>
                      <a:r>
                        <a:rPr lang="zh-CN" altLang="en-US" sz="1600" b="0" i="0" u="none" strike="noStrike" cap="none" spc="0" baseline="0" dirty="0">
                          <a:ln>
                            <a:noFill/>
                          </a:ln>
                          <a:solidFill>
                            <a:schemeClr val="tx1"/>
                          </a:solidFill>
                          <a:effectLst/>
                          <a:uFillTx/>
                          <a:latin typeface="Arial" panose="020B0604020202020204" pitchFamily="34" charset="0"/>
                          <a:ea typeface="+mn-ea"/>
                          <a:cs typeface="Arial" panose="020B0604020202020204" pitchFamily="34" charset="0"/>
                          <a:sym typeface="Helvetica Neue Light"/>
                        </a:rPr>
                        <a:t>　</a:t>
                      </a:r>
                    </a:p>
                  </a:txBody>
                  <a:tcPr marL="8757" marR="8757" marT="8757"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821530" fontAlgn="ctr" latinLnBrk="0">
                        <a:lnSpc>
                          <a:spcPct val="100000"/>
                        </a:lnSpc>
                        <a:spcBef>
                          <a:spcPts val="0"/>
                        </a:spcBef>
                        <a:spcAft>
                          <a:spcPts val="0"/>
                        </a:spcAft>
                        <a:buClrTx/>
                        <a:buSzTx/>
                        <a:buFontTx/>
                        <a:buNone/>
                        <a:tabLst/>
                      </a:pPr>
                      <a:r>
                        <a:rPr lang="en-US" sz="1600" b="0" i="0" u="none" strike="noStrike" cap="none" spc="0" baseline="0" dirty="0">
                          <a:ln>
                            <a:noFill/>
                          </a:ln>
                          <a:solidFill>
                            <a:schemeClr val="tx1"/>
                          </a:solidFill>
                          <a:effectLst/>
                          <a:uFillTx/>
                          <a:latin typeface="Arial" panose="020B0604020202020204" pitchFamily="34" charset="0"/>
                          <a:ea typeface="+mn-ea"/>
                          <a:cs typeface="Arial" panose="020B0604020202020204" pitchFamily="34" charset="0"/>
                          <a:sym typeface="Helvetica Neue Light"/>
                        </a:rPr>
                        <a:t>No.</a:t>
                      </a:r>
                    </a:p>
                  </a:txBody>
                  <a:tcPr marL="8757" marR="8757" marT="875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pPr marL="0" marR="0" indent="0" algn="ctr" defTabSz="821530" fontAlgn="ctr" latinLnBrk="0">
                        <a:lnSpc>
                          <a:spcPct val="100000"/>
                        </a:lnSpc>
                        <a:spcBef>
                          <a:spcPts val="0"/>
                        </a:spcBef>
                        <a:spcAft>
                          <a:spcPts val="0"/>
                        </a:spcAft>
                        <a:buClrTx/>
                        <a:buSzTx/>
                        <a:buFontTx/>
                        <a:buNone/>
                        <a:tabLst/>
                      </a:pPr>
                      <a:r>
                        <a:rPr lang="en-US" sz="1600" b="0" i="0" u="none" strike="noStrike" cap="none" spc="0" baseline="0">
                          <a:ln>
                            <a:noFill/>
                          </a:ln>
                          <a:solidFill>
                            <a:schemeClr val="tx1"/>
                          </a:solidFill>
                          <a:effectLst/>
                          <a:uFillTx/>
                          <a:latin typeface="Arial" panose="020B0604020202020204" pitchFamily="34" charset="0"/>
                          <a:ea typeface="+mn-ea"/>
                          <a:cs typeface="Arial" panose="020B0604020202020204" pitchFamily="34" charset="0"/>
                          <a:sym typeface="Helvetica Neue Light"/>
                        </a:rPr>
                        <a:t>Grade</a:t>
                      </a:r>
                    </a:p>
                  </a:txBody>
                  <a:tcPr marL="8757" marR="8757" marT="875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rowSpan="14">
                  <a:txBody>
                    <a:bodyPr/>
                    <a:lstStyle/>
                    <a:p>
                      <a:pPr marL="0" marR="0" indent="0" algn="ctr" defTabSz="821530" fontAlgn="ctr" latinLnBrk="0">
                        <a:lnSpc>
                          <a:spcPct val="100000"/>
                        </a:lnSpc>
                        <a:spcBef>
                          <a:spcPts val="0"/>
                        </a:spcBef>
                        <a:spcAft>
                          <a:spcPts val="0"/>
                        </a:spcAft>
                        <a:buClrTx/>
                        <a:buSzTx/>
                        <a:buFontTx/>
                        <a:buNone/>
                        <a:tabLst/>
                      </a:pPr>
                      <a:r>
                        <a:rPr lang="zh-CN" altLang="en-US" sz="1600" b="0" i="0" u="none" strike="noStrike" cap="none" spc="0" baseline="0" dirty="0">
                          <a:ln>
                            <a:noFill/>
                          </a:ln>
                          <a:solidFill>
                            <a:schemeClr val="tx1"/>
                          </a:solidFill>
                          <a:effectLst/>
                          <a:uFillTx/>
                          <a:latin typeface="Arial" panose="020B0604020202020204" pitchFamily="34" charset="0"/>
                          <a:ea typeface="+mn-ea"/>
                          <a:cs typeface="Arial" panose="020B0604020202020204" pitchFamily="34" charset="0"/>
                          <a:sym typeface="Helvetica Neue Light"/>
                        </a:rPr>
                        <a:t>　</a:t>
                      </a:r>
                    </a:p>
                  </a:txBody>
                  <a:tcPr marL="8757" marR="8757" marT="8757"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821530" fontAlgn="ctr" latinLnBrk="0">
                        <a:lnSpc>
                          <a:spcPct val="100000"/>
                        </a:lnSpc>
                        <a:spcBef>
                          <a:spcPts val="0"/>
                        </a:spcBef>
                        <a:spcAft>
                          <a:spcPts val="0"/>
                        </a:spcAft>
                        <a:buClrTx/>
                        <a:buSzTx/>
                        <a:buFontTx/>
                        <a:buNone/>
                        <a:tabLst/>
                      </a:pPr>
                      <a:r>
                        <a:rPr lang="en-US" sz="1600" b="0" i="0" u="none" strike="noStrike" cap="none" spc="0" baseline="0" dirty="0">
                          <a:ln>
                            <a:noFill/>
                          </a:ln>
                          <a:solidFill>
                            <a:schemeClr val="tx1"/>
                          </a:solidFill>
                          <a:effectLst/>
                          <a:uFillTx/>
                          <a:latin typeface="Arial" panose="020B0604020202020204" pitchFamily="34" charset="0"/>
                          <a:ea typeface="+mn-ea"/>
                          <a:cs typeface="Arial" panose="020B0604020202020204" pitchFamily="34" charset="0"/>
                          <a:sym typeface="Helvetica Neue Light"/>
                        </a:rPr>
                        <a:t>No.</a:t>
                      </a:r>
                    </a:p>
                  </a:txBody>
                  <a:tcPr marL="8757" marR="8757" marT="875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pPr marL="0" marR="0" indent="0" algn="ctr" defTabSz="821530" fontAlgn="ctr" latinLnBrk="0">
                        <a:lnSpc>
                          <a:spcPct val="100000"/>
                        </a:lnSpc>
                        <a:spcBef>
                          <a:spcPts val="0"/>
                        </a:spcBef>
                        <a:spcAft>
                          <a:spcPts val="0"/>
                        </a:spcAft>
                        <a:buClrTx/>
                        <a:buSzTx/>
                        <a:buFontTx/>
                        <a:buNone/>
                        <a:tabLst/>
                      </a:pPr>
                      <a:r>
                        <a:rPr lang="en-US" sz="1600" b="0" i="0" u="none" strike="noStrike" cap="none" spc="0" baseline="0" dirty="0">
                          <a:ln>
                            <a:noFill/>
                          </a:ln>
                          <a:solidFill>
                            <a:schemeClr val="tx1"/>
                          </a:solidFill>
                          <a:effectLst/>
                          <a:uFillTx/>
                          <a:latin typeface="Arial" panose="020B0604020202020204" pitchFamily="34" charset="0"/>
                          <a:ea typeface="+mn-ea"/>
                          <a:cs typeface="Arial" panose="020B0604020202020204" pitchFamily="34" charset="0"/>
                          <a:sym typeface="Helvetica Neue Light"/>
                        </a:rPr>
                        <a:t>Grade</a:t>
                      </a:r>
                    </a:p>
                  </a:txBody>
                  <a:tcPr marL="8757" marR="8757" marT="875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rowSpan="14">
                  <a:txBody>
                    <a:bodyPr/>
                    <a:lstStyle/>
                    <a:p>
                      <a:pPr marL="0" marR="0" indent="0" algn="ctr" defTabSz="821530" fontAlgn="ctr" latinLnBrk="0">
                        <a:lnSpc>
                          <a:spcPct val="100000"/>
                        </a:lnSpc>
                        <a:spcBef>
                          <a:spcPts val="0"/>
                        </a:spcBef>
                        <a:spcAft>
                          <a:spcPts val="0"/>
                        </a:spcAft>
                        <a:buClrTx/>
                        <a:buSzTx/>
                        <a:buFontTx/>
                        <a:buNone/>
                        <a:tabLst/>
                      </a:pPr>
                      <a:endParaRPr lang="en-US" sz="1600" b="0" i="0" u="none" strike="noStrike" cap="none" spc="0" baseline="0" dirty="0">
                        <a:ln>
                          <a:noFill/>
                        </a:ln>
                        <a:solidFill>
                          <a:schemeClr val="tx1"/>
                        </a:solidFill>
                        <a:effectLst/>
                        <a:uFillTx/>
                        <a:latin typeface="Arial" panose="020B0604020202020204" pitchFamily="34" charset="0"/>
                        <a:ea typeface="+mn-ea"/>
                        <a:cs typeface="Arial" panose="020B0604020202020204" pitchFamily="34" charset="0"/>
                        <a:sym typeface="Helvetica Neue Light"/>
                      </a:endParaRPr>
                    </a:p>
                  </a:txBody>
                  <a:tcPr marL="8757" marR="8757" marT="875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ctr" defTabSz="821530" fontAlgn="ctr" latinLnBrk="0">
                        <a:lnSpc>
                          <a:spcPct val="100000"/>
                        </a:lnSpc>
                        <a:spcBef>
                          <a:spcPts val="0"/>
                        </a:spcBef>
                        <a:spcAft>
                          <a:spcPts val="0"/>
                        </a:spcAft>
                        <a:buClrTx/>
                        <a:buSzTx/>
                        <a:buFontTx/>
                        <a:buNone/>
                        <a:tabLst/>
                      </a:pPr>
                      <a:r>
                        <a:rPr lang="en-US" sz="1600" b="0" i="0" u="none" strike="noStrike" cap="none" spc="0" baseline="0" dirty="0">
                          <a:ln>
                            <a:noFill/>
                          </a:ln>
                          <a:solidFill>
                            <a:schemeClr val="tx1"/>
                          </a:solidFill>
                          <a:effectLst/>
                          <a:uFillTx/>
                          <a:latin typeface="Arial" panose="020B0604020202020204" pitchFamily="34" charset="0"/>
                          <a:ea typeface="+mn-ea"/>
                          <a:cs typeface="Arial" panose="020B0604020202020204" pitchFamily="34" charset="0"/>
                          <a:sym typeface="Helvetica Neue Light"/>
                        </a:rPr>
                        <a:t>Plating Thickness</a:t>
                      </a:r>
                    </a:p>
                  </a:txBody>
                  <a:tcPr marL="8757" marR="8757" marT="875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extLst>
                  <a:ext uri="{0D108BD9-81ED-4DB2-BD59-A6C34878D82A}">
                    <a16:rowId xmlns:a16="http://schemas.microsoft.com/office/drawing/2014/main" val="10000"/>
                  </a:ext>
                </a:extLst>
              </a:tr>
              <a:tr h="261301">
                <a:tc>
                  <a:txBody>
                    <a:bodyPr/>
                    <a:lstStyle/>
                    <a:p>
                      <a:pPr marL="0" marR="0" indent="0" algn="ctr" defTabSz="821530" fontAlgn="ctr" latinLnBrk="0">
                        <a:lnSpc>
                          <a:spcPct val="100000"/>
                        </a:lnSpc>
                        <a:spcBef>
                          <a:spcPts val="0"/>
                        </a:spcBef>
                        <a:spcAft>
                          <a:spcPts val="0"/>
                        </a:spcAft>
                        <a:buClrTx/>
                        <a:buSzTx/>
                        <a:buFontTx/>
                        <a:buNone/>
                        <a:tabLst/>
                      </a:pPr>
                      <a:r>
                        <a:rPr lang="en-US" altLang="zh-CN" sz="1600" b="0" i="0" u="none" strike="noStrike" cap="none" spc="0" baseline="0" dirty="0">
                          <a:ln>
                            <a:noFill/>
                          </a:ln>
                          <a:solidFill>
                            <a:schemeClr val="tx1"/>
                          </a:solidFill>
                          <a:effectLst/>
                          <a:uFillTx/>
                          <a:latin typeface="Arial" panose="020B0604020202020204" pitchFamily="34" charset="0"/>
                          <a:ea typeface="+mn-ea"/>
                          <a:cs typeface="Arial" panose="020B0604020202020204" pitchFamily="34" charset="0"/>
                          <a:sym typeface="Helvetica Neue Light"/>
                        </a:rPr>
                        <a:t>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600" b="0" i="0" u="none" strike="noStrike" dirty="0">
                          <a:solidFill>
                            <a:srgbClr val="000000"/>
                          </a:solidFill>
                          <a:effectLst/>
                          <a:latin typeface="Arial" panose="020B0604020202020204" pitchFamily="34" charset="0"/>
                          <a:ea typeface="等线" panose="02010600030101010101" pitchFamily="2" charset="-122"/>
                        </a:rPr>
                        <a:t>N42SH</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endParaRPr lang="zh-CN" altLang="en-US"/>
                    </a:p>
                  </a:txBody>
                  <a:tcPr/>
                </a:tc>
                <a:tc>
                  <a:txBody>
                    <a:bodyPr/>
                    <a:lstStyle/>
                    <a:p>
                      <a:pPr marL="0" marR="0" indent="0" algn="ctr" defTabSz="821530" fontAlgn="ctr" latinLnBrk="0">
                        <a:lnSpc>
                          <a:spcPct val="100000"/>
                        </a:lnSpc>
                        <a:spcBef>
                          <a:spcPts val="0"/>
                        </a:spcBef>
                        <a:spcAft>
                          <a:spcPts val="0"/>
                        </a:spcAft>
                        <a:buClrTx/>
                        <a:buSzTx/>
                        <a:buFontTx/>
                        <a:buNone/>
                        <a:tabLst/>
                      </a:pPr>
                      <a:r>
                        <a:rPr lang="en-US" altLang="zh-CN" sz="1600" b="0" i="0" u="none" strike="noStrike" cap="none" spc="0" baseline="0" dirty="0">
                          <a:ln>
                            <a:noFill/>
                          </a:ln>
                          <a:solidFill>
                            <a:schemeClr val="tx1"/>
                          </a:solidFill>
                          <a:effectLst/>
                          <a:uFillTx/>
                          <a:latin typeface="Arial" panose="020B0604020202020204" pitchFamily="34" charset="0"/>
                          <a:ea typeface="+mn-ea"/>
                          <a:cs typeface="Arial" panose="020B0604020202020204" pitchFamily="34" charset="0"/>
                          <a:sym typeface="Helvetica Neue Light"/>
                        </a:rPr>
                        <a:t>22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600" b="0" i="0" u="none" strike="noStrike" dirty="0">
                          <a:solidFill>
                            <a:srgbClr val="000000"/>
                          </a:solidFill>
                          <a:effectLst/>
                          <a:latin typeface="Arial" panose="020B0604020202020204" pitchFamily="34" charset="0"/>
                          <a:ea typeface="等线" panose="02010600030101010101" pitchFamily="2" charset="-122"/>
                        </a:rPr>
                        <a:t>N45SH</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endParaRPr lang="zh-CN" altLang="en-US"/>
                    </a:p>
                  </a:txBody>
                  <a:tcPr/>
                </a:tc>
                <a:tc>
                  <a:txBody>
                    <a:bodyPr/>
                    <a:lstStyle/>
                    <a:p>
                      <a:pPr marL="0" marR="0" indent="0" algn="ctr" defTabSz="821530" fontAlgn="ctr" latinLnBrk="0">
                        <a:lnSpc>
                          <a:spcPct val="100000"/>
                        </a:lnSpc>
                        <a:spcBef>
                          <a:spcPts val="0"/>
                        </a:spcBef>
                        <a:spcAft>
                          <a:spcPts val="0"/>
                        </a:spcAft>
                        <a:buClrTx/>
                        <a:buSzTx/>
                        <a:buFontTx/>
                        <a:buNone/>
                        <a:tabLst/>
                      </a:pPr>
                      <a:r>
                        <a:rPr lang="en-US" altLang="zh-CN" sz="1600" b="0" i="0" u="none" strike="noStrike" cap="none" spc="0" baseline="0" dirty="0">
                          <a:ln>
                            <a:noFill/>
                          </a:ln>
                          <a:solidFill>
                            <a:schemeClr val="tx1"/>
                          </a:solidFill>
                          <a:effectLst/>
                          <a:uFillTx/>
                          <a:latin typeface="Arial" panose="020B0604020202020204" pitchFamily="34" charset="0"/>
                          <a:ea typeface="+mn-ea"/>
                          <a:cs typeface="Arial" panose="020B0604020202020204" pitchFamily="34" charset="0"/>
                          <a:sym typeface="Helvetica Neue Light"/>
                        </a:rPr>
                        <a:t>42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600" b="0" i="0" u="none" strike="noStrike" dirty="0">
                          <a:solidFill>
                            <a:srgbClr val="000000"/>
                          </a:solidFill>
                          <a:effectLst/>
                          <a:latin typeface="Arial" panose="020B0604020202020204" pitchFamily="34" charset="0"/>
                          <a:ea typeface="等线" panose="02010600030101010101" pitchFamily="2" charset="-122"/>
                        </a:rPr>
                        <a:t>N35SH</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pPr marL="0" marR="0" indent="0" algn="ctr" defTabSz="821530" fontAlgn="ctr" latinLnBrk="0">
                        <a:lnSpc>
                          <a:spcPct val="100000"/>
                        </a:lnSpc>
                        <a:spcBef>
                          <a:spcPts val="0"/>
                        </a:spcBef>
                        <a:spcAft>
                          <a:spcPts val="0"/>
                        </a:spcAft>
                        <a:buClrTx/>
                        <a:buSzTx/>
                        <a:buFontTx/>
                        <a:buNone/>
                        <a:tabLst/>
                      </a:pPr>
                      <a:endParaRPr lang="en-US" sz="1500" b="0" i="0" u="none" strike="noStrike" cap="none" spc="0" baseline="0" dirty="0">
                        <a:ln>
                          <a:noFill/>
                        </a:ln>
                        <a:solidFill>
                          <a:schemeClr val="tx1"/>
                        </a:solidFill>
                        <a:effectLst/>
                        <a:uFillTx/>
                        <a:latin typeface="Arial" panose="020B0604020202020204" pitchFamily="34" charset="0"/>
                        <a:ea typeface="+mn-ea"/>
                        <a:cs typeface="Arial" panose="020B0604020202020204" pitchFamily="34" charset="0"/>
                        <a:sym typeface="Helvetica Neue Light"/>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13">
                  <a:txBody>
                    <a:bodyPr/>
                    <a:lstStyle/>
                    <a:p>
                      <a:pPr marL="0" marR="0" indent="0" algn="ctr" defTabSz="821530" fontAlgn="ctr" latinLnBrk="0">
                        <a:lnSpc>
                          <a:spcPct val="100000"/>
                        </a:lnSpc>
                        <a:spcBef>
                          <a:spcPts val="0"/>
                        </a:spcBef>
                        <a:spcAft>
                          <a:spcPts val="0"/>
                        </a:spcAft>
                        <a:buClrTx/>
                        <a:buSzTx/>
                        <a:buFontTx/>
                        <a:buNone/>
                        <a:tabLst/>
                      </a:pPr>
                      <a:r>
                        <a:rPr lang="en-US" sz="1600" b="0" i="0" u="none" strike="noStrike" cap="none" spc="0" baseline="0" dirty="0">
                          <a:ln>
                            <a:noFill/>
                          </a:ln>
                          <a:solidFill>
                            <a:schemeClr val="tx1"/>
                          </a:solidFill>
                          <a:effectLst/>
                          <a:uFillTx/>
                          <a:latin typeface="Arial" panose="020B0604020202020204" pitchFamily="34" charset="0"/>
                          <a:ea typeface="+mn-ea"/>
                          <a:cs typeface="Arial" panose="020B0604020202020204" pitchFamily="34" charset="0"/>
                          <a:sym typeface="Helvetica Neue Light"/>
                        </a:rPr>
                        <a:t>6-14 </a:t>
                      </a:r>
                      <a:r>
                        <a:rPr lang="en-US" altLang="zh-CN" sz="1600" b="0" i="0" u="none" strike="noStrike" cap="none" spc="0" baseline="0" dirty="0">
                          <a:ln>
                            <a:noFill/>
                          </a:ln>
                          <a:solidFill>
                            <a:schemeClr val="tx1"/>
                          </a:solidFill>
                          <a:effectLst/>
                          <a:uFillTx/>
                          <a:latin typeface="Arial" panose="020B0604020202020204" pitchFamily="34" charset="0"/>
                          <a:ea typeface="+mn-ea"/>
                          <a:cs typeface="Arial" panose="020B0604020202020204" pitchFamily="34" charset="0"/>
                          <a:sym typeface="Helvetica Neue Light"/>
                        </a:rPr>
                        <a:t>µ</a:t>
                      </a:r>
                      <a:r>
                        <a:rPr lang="en-US" sz="1600" b="0" i="0" u="none" strike="noStrike" cap="none" spc="0" baseline="0" dirty="0">
                          <a:ln>
                            <a:noFill/>
                          </a:ln>
                          <a:solidFill>
                            <a:schemeClr val="tx1"/>
                          </a:solidFill>
                          <a:effectLst/>
                          <a:uFillTx/>
                          <a:latin typeface="Arial" panose="020B0604020202020204" pitchFamily="34" charset="0"/>
                          <a:ea typeface="+mn-ea"/>
                          <a:cs typeface="Arial" panose="020B0604020202020204" pitchFamily="34" charset="0"/>
                          <a:sym typeface="Helvetica Neue Light"/>
                        </a:rPr>
                        <a:t>m Plating ZN</a:t>
                      </a:r>
                    </a:p>
                  </a:txBody>
                  <a:tcPr marL="8757" marR="8757" marT="875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261301">
                <a:tc>
                  <a:txBody>
                    <a:bodyPr/>
                    <a:lstStyle/>
                    <a:p>
                      <a:pPr marL="0" marR="0" indent="0" algn="ctr" defTabSz="821530" fontAlgn="ctr" latinLnBrk="0">
                        <a:lnSpc>
                          <a:spcPct val="100000"/>
                        </a:lnSpc>
                        <a:spcBef>
                          <a:spcPts val="0"/>
                        </a:spcBef>
                        <a:spcAft>
                          <a:spcPts val="0"/>
                        </a:spcAft>
                        <a:buClrTx/>
                        <a:buSzTx/>
                        <a:buFontTx/>
                        <a:buNone/>
                        <a:tabLst/>
                      </a:pPr>
                      <a:r>
                        <a:rPr lang="en-US" altLang="zh-CN" sz="1600" b="0" i="0" u="none" strike="noStrike" cap="none" spc="0" baseline="0" dirty="0">
                          <a:ln>
                            <a:noFill/>
                          </a:ln>
                          <a:solidFill>
                            <a:schemeClr val="tx1"/>
                          </a:solidFill>
                          <a:effectLst/>
                          <a:uFillTx/>
                          <a:latin typeface="Arial" panose="020B0604020202020204" pitchFamily="34" charset="0"/>
                          <a:ea typeface="+mn-ea"/>
                          <a:cs typeface="Arial" panose="020B0604020202020204" pitchFamily="34" charset="0"/>
                          <a:sym typeface="Helvetica Neue Light"/>
                        </a:rPr>
                        <a:t>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600" b="0" i="0" u="none" strike="noStrike" dirty="0">
                          <a:solidFill>
                            <a:srgbClr val="000000"/>
                          </a:solidFill>
                          <a:effectLst/>
                          <a:latin typeface="Arial" panose="020B0604020202020204" pitchFamily="34" charset="0"/>
                          <a:ea typeface="等线" panose="02010600030101010101" pitchFamily="2" charset="-122"/>
                        </a:rPr>
                        <a:t>N42SH</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endParaRPr lang="zh-CN" altLang="en-US"/>
                    </a:p>
                  </a:txBody>
                  <a:tcPr/>
                </a:tc>
                <a:tc>
                  <a:txBody>
                    <a:bodyPr/>
                    <a:lstStyle/>
                    <a:p>
                      <a:pPr marL="0" marR="0" indent="0" algn="ctr" defTabSz="821530" fontAlgn="ctr" latinLnBrk="0">
                        <a:lnSpc>
                          <a:spcPct val="100000"/>
                        </a:lnSpc>
                        <a:spcBef>
                          <a:spcPts val="0"/>
                        </a:spcBef>
                        <a:spcAft>
                          <a:spcPts val="0"/>
                        </a:spcAft>
                        <a:buClrTx/>
                        <a:buSzTx/>
                        <a:buFontTx/>
                        <a:buNone/>
                        <a:tabLst/>
                      </a:pPr>
                      <a:r>
                        <a:rPr lang="en-US" altLang="zh-CN" sz="1600" b="0" i="0" u="none" strike="noStrike" cap="none" spc="0" baseline="0">
                          <a:ln>
                            <a:noFill/>
                          </a:ln>
                          <a:solidFill>
                            <a:schemeClr val="tx1"/>
                          </a:solidFill>
                          <a:effectLst/>
                          <a:uFillTx/>
                          <a:latin typeface="Arial" panose="020B0604020202020204" pitchFamily="34" charset="0"/>
                          <a:ea typeface="+mn-ea"/>
                          <a:cs typeface="Arial" panose="020B0604020202020204" pitchFamily="34" charset="0"/>
                          <a:sym typeface="Helvetica Neue Light"/>
                        </a:rPr>
                        <a:t>23</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600" b="0" i="0" u="none" strike="noStrike" dirty="0">
                          <a:solidFill>
                            <a:srgbClr val="000000"/>
                          </a:solidFill>
                          <a:effectLst/>
                          <a:latin typeface="Arial" panose="020B0604020202020204" pitchFamily="34" charset="0"/>
                          <a:ea typeface="等线" panose="02010600030101010101" pitchFamily="2" charset="-122"/>
                        </a:rPr>
                        <a:t>N45SH</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endParaRPr lang="zh-CN" altLang="en-US"/>
                    </a:p>
                  </a:txBody>
                  <a:tcPr/>
                </a:tc>
                <a:tc>
                  <a:txBody>
                    <a:bodyPr/>
                    <a:lstStyle/>
                    <a:p>
                      <a:pPr marL="0" marR="0" indent="0" algn="ctr" defTabSz="821530" fontAlgn="ctr" latinLnBrk="0">
                        <a:lnSpc>
                          <a:spcPct val="100000"/>
                        </a:lnSpc>
                        <a:spcBef>
                          <a:spcPts val="0"/>
                        </a:spcBef>
                        <a:spcAft>
                          <a:spcPts val="0"/>
                        </a:spcAft>
                        <a:buClrTx/>
                        <a:buSzTx/>
                        <a:buFontTx/>
                        <a:buNone/>
                        <a:tabLst/>
                      </a:pPr>
                      <a:r>
                        <a:rPr lang="en-US" altLang="zh-CN" sz="1600" b="0" i="0" u="none" strike="noStrike" cap="none" spc="0" baseline="0">
                          <a:ln>
                            <a:noFill/>
                          </a:ln>
                          <a:solidFill>
                            <a:schemeClr val="tx1"/>
                          </a:solidFill>
                          <a:effectLst/>
                          <a:uFillTx/>
                          <a:latin typeface="Arial" panose="020B0604020202020204" pitchFamily="34" charset="0"/>
                          <a:ea typeface="+mn-ea"/>
                          <a:cs typeface="Arial" panose="020B0604020202020204" pitchFamily="34" charset="0"/>
                          <a:sym typeface="Helvetica Neue Light"/>
                        </a:rPr>
                        <a:t>43</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600" b="0" i="0" u="none" strike="noStrike" dirty="0">
                          <a:solidFill>
                            <a:srgbClr val="000000"/>
                          </a:solidFill>
                          <a:effectLst/>
                          <a:latin typeface="Arial" panose="020B0604020202020204" pitchFamily="34" charset="0"/>
                          <a:ea typeface="等线" panose="02010600030101010101" pitchFamily="2" charset="-122"/>
                        </a:rPr>
                        <a:t>N45SH</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pPr marL="0" marR="0" indent="0" algn="ctr" defTabSz="821530" fontAlgn="ctr" latinLnBrk="0">
                        <a:lnSpc>
                          <a:spcPct val="100000"/>
                        </a:lnSpc>
                        <a:spcBef>
                          <a:spcPts val="0"/>
                        </a:spcBef>
                        <a:spcAft>
                          <a:spcPts val="0"/>
                        </a:spcAft>
                        <a:buClrTx/>
                        <a:buSzTx/>
                        <a:buFontTx/>
                        <a:buNone/>
                        <a:tabLst/>
                      </a:pPr>
                      <a:endParaRPr lang="en-US" sz="1500" b="0" i="0" u="none" strike="noStrike" cap="none" spc="0" baseline="0">
                        <a:ln>
                          <a:noFill/>
                        </a:ln>
                        <a:solidFill>
                          <a:schemeClr val="tx1"/>
                        </a:solidFill>
                        <a:effectLst/>
                        <a:uFillTx/>
                        <a:latin typeface="Arial" panose="020B0604020202020204" pitchFamily="34" charset="0"/>
                        <a:ea typeface="+mn-ea"/>
                        <a:cs typeface="Arial" panose="020B0604020202020204" pitchFamily="34" charset="0"/>
                        <a:sym typeface="Helvetica Neue Light"/>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pPr marL="0" marR="0" indent="0" algn="ctr" defTabSz="821530" fontAlgn="ctr" latinLnBrk="0">
                        <a:lnSpc>
                          <a:spcPct val="100000"/>
                        </a:lnSpc>
                        <a:spcBef>
                          <a:spcPts val="0"/>
                        </a:spcBef>
                        <a:spcAft>
                          <a:spcPts val="0"/>
                        </a:spcAft>
                        <a:buClrTx/>
                        <a:buSzTx/>
                        <a:buFontTx/>
                        <a:buNone/>
                        <a:tabLst/>
                      </a:pPr>
                      <a:endParaRPr lang="en-US" sz="1500" b="0" i="0" u="none" strike="noStrike" cap="none" spc="0" baseline="0" dirty="0">
                        <a:ln>
                          <a:noFill/>
                        </a:ln>
                        <a:solidFill>
                          <a:schemeClr val="tx1"/>
                        </a:solidFill>
                        <a:effectLst/>
                        <a:uFillTx/>
                        <a:latin typeface="Arial" panose="020B0604020202020204" pitchFamily="34" charset="0"/>
                        <a:ea typeface="+mn-ea"/>
                        <a:cs typeface="Arial" panose="020B0604020202020204" pitchFamily="34" charset="0"/>
                        <a:sym typeface="Helvetica Neue Light"/>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261301">
                <a:tc>
                  <a:txBody>
                    <a:bodyPr/>
                    <a:lstStyle/>
                    <a:p>
                      <a:pPr marL="0" marR="0" indent="0" algn="ctr" defTabSz="821530" fontAlgn="ctr" latinLnBrk="0">
                        <a:lnSpc>
                          <a:spcPct val="100000"/>
                        </a:lnSpc>
                        <a:spcBef>
                          <a:spcPts val="0"/>
                        </a:spcBef>
                        <a:spcAft>
                          <a:spcPts val="0"/>
                        </a:spcAft>
                        <a:buClrTx/>
                        <a:buSzTx/>
                        <a:buFontTx/>
                        <a:buNone/>
                        <a:tabLst/>
                      </a:pPr>
                      <a:r>
                        <a:rPr lang="en-US" altLang="zh-CN" sz="1600" b="0" i="0" u="none" strike="noStrike" cap="none" spc="0" baseline="0" dirty="0">
                          <a:ln>
                            <a:noFill/>
                          </a:ln>
                          <a:solidFill>
                            <a:schemeClr val="tx1"/>
                          </a:solidFill>
                          <a:effectLst/>
                          <a:uFillTx/>
                          <a:latin typeface="Arial" panose="020B0604020202020204" pitchFamily="34" charset="0"/>
                          <a:ea typeface="+mn-ea"/>
                          <a:cs typeface="Arial" panose="020B0604020202020204" pitchFamily="34" charset="0"/>
                          <a:sym typeface="Helvetica Neue Light"/>
                        </a:rPr>
                        <a:t>3</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600" b="0" i="0" u="none" strike="noStrike" dirty="0">
                          <a:solidFill>
                            <a:srgbClr val="000000"/>
                          </a:solidFill>
                          <a:effectLst/>
                          <a:latin typeface="Arial" panose="020B0604020202020204" pitchFamily="34" charset="0"/>
                          <a:ea typeface="等线" panose="02010600030101010101" pitchFamily="2" charset="-122"/>
                        </a:rPr>
                        <a:t>N35SH</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endParaRPr lang="zh-CN" altLang="en-US"/>
                    </a:p>
                  </a:txBody>
                  <a:tcPr/>
                </a:tc>
                <a:tc>
                  <a:txBody>
                    <a:bodyPr/>
                    <a:lstStyle/>
                    <a:p>
                      <a:pPr marL="0" marR="0" indent="0" algn="ctr" defTabSz="821530" fontAlgn="ctr" latinLnBrk="0">
                        <a:lnSpc>
                          <a:spcPct val="100000"/>
                        </a:lnSpc>
                        <a:spcBef>
                          <a:spcPts val="0"/>
                        </a:spcBef>
                        <a:spcAft>
                          <a:spcPts val="0"/>
                        </a:spcAft>
                        <a:buClrTx/>
                        <a:buSzTx/>
                        <a:buFontTx/>
                        <a:buNone/>
                        <a:tabLst/>
                      </a:pPr>
                      <a:r>
                        <a:rPr lang="en-US" altLang="zh-CN" sz="1600" b="0" i="0" u="none" strike="noStrike" cap="none" spc="0" baseline="0">
                          <a:ln>
                            <a:noFill/>
                          </a:ln>
                          <a:solidFill>
                            <a:schemeClr val="tx1"/>
                          </a:solidFill>
                          <a:effectLst/>
                          <a:uFillTx/>
                          <a:latin typeface="Arial" panose="020B0604020202020204" pitchFamily="34" charset="0"/>
                          <a:ea typeface="+mn-ea"/>
                          <a:cs typeface="Arial" panose="020B0604020202020204" pitchFamily="34" charset="0"/>
                          <a:sym typeface="Helvetica Neue Light"/>
                        </a:rPr>
                        <a:t>24</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600" b="0" i="0" u="none" strike="noStrike" dirty="0">
                          <a:solidFill>
                            <a:srgbClr val="000000"/>
                          </a:solidFill>
                          <a:effectLst/>
                          <a:latin typeface="Arial" panose="020B0604020202020204" pitchFamily="34" charset="0"/>
                          <a:ea typeface="等线" panose="02010600030101010101" pitchFamily="2" charset="-122"/>
                        </a:rPr>
                        <a:t>N45SH</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endParaRPr lang="zh-CN" altLang="en-US"/>
                    </a:p>
                  </a:txBody>
                  <a:tcPr/>
                </a:tc>
                <a:tc>
                  <a:txBody>
                    <a:bodyPr/>
                    <a:lstStyle/>
                    <a:p>
                      <a:pPr marL="0" marR="0" indent="0" algn="ctr" defTabSz="821530" fontAlgn="ctr" latinLnBrk="0">
                        <a:lnSpc>
                          <a:spcPct val="100000"/>
                        </a:lnSpc>
                        <a:spcBef>
                          <a:spcPts val="0"/>
                        </a:spcBef>
                        <a:spcAft>
                          <a:spcPts val="0"/>
                        </a:spcAft>
                        <a:buClrTx/>
                        <a:buSzTx/>
                        <a:buFontTx/>
                        <a:buNone/>
                        <a:tabLst/>
                      </a:pPr>
                      <a:r>
                        <a:rPr lang="en-US" altLang="zh-CN" sz="1600" b="0" i="0" u="none" strike="noStrike" cap="none" spc="0" baseline="0">
                          <a:ln>
                            <a:noFill/>
                          </a:ln>
                          <a:solidFill>
                            <a:schemeClr val="tx1"/>
                          </a:solidFill>
                          <a:effectLst/>
                          <a:uFillTx/>
                          <a:latin typeface="Arial" panose="020B0604020202020204" pitchFamily="34" charset="0"/>
                          <a:ea typeface="+mn-ea"/>
                          <a:cs typeface="Arial" panose="020B0604020202020204" pitchFamily="34" charset="0"/>
                          <a:sym typeface="Helvetica Neue Light"/>
                        </a:rPr>
                        <a:t>44</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600" b="0" i="0" u="none" strike="noStrike" dirty="0">
                          <a:solidFill>
                            <a:srgbClr val="000000"/>
                          </a:solidFill>
                          <a:effectLst/>
                          <a:latin typeface="Arial" panose="020B0604020202020204" pitchFamily="34" charset="0"/>
                          <a:ea typeface="等线" panose="02010600030101010101" pitchFamily="2" charset="-122"/>
                        </a:rPr>
                        <a:t>N45SH</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pPr marL="0" marR="0" indent="0" algn="ctr" defTabSz="821530" fontAlgn="ctr" latinLnBrk="0">
                        <a:lnSpc>
                          <a:spcPct val="100000"/>
                        </a:lnSpc>
                        <a:spcBef>
                          <a:spcPts val="0"/>
                        </a:spcBef>
                        <a:spcAft>
                          <a:spcPts val="0"/>
                        </a:spcAft>
                        <a:buClrTx/>
                        <a:buSzTx/>
                        <a:buFontTx/>
                        <a:buNone/>
                        <a:tabLst/>
                      </a:pPr>
                      <a:endParaRPr lang="en-US" sz="1500" b="0" i="0" u="none" strike="noStrike" cap="none" spc="0" baseline="0" dirty="0">
                        <a:ln>
                          <a:noFill/>
                        </a:ln>
                        <a:solidFill>
                          <a:schemeClr val="tx1"/>
                        </a:solidFill>
                        <a:effectLst/>
                        <a:uFillTx/>
                        <a:latin typeface="Arial" panose="020B0604020202020204" pitchFamily="34" charset="0"/>
                        <a:ea typeface="+mn-ea"/>
                        <a:cs typeface="Arial" panose="020B0604020202020204" pitchFamily="34" charset="0"/>
                        <a:sym typeface="Helvetica Neue Light"/>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pPr marL="0" marR="0" indent="0" algn="ctr" defTabSz="821530" fontAlgn="ctr" latinLnBrk="0">
                        <a:lnSpc>
                          <a:spcPct val="100000"/>
                        </a:lnSpc>
                        <a:spcBef>
                          <a:spcPts val="0"/>
                        </a:spcBef>
                        <a:spcAft>
                          <a:spcPts val="0"/>
                        </a:spcAft>
                        <a:buClrTx/>
                        <a:buSzTx/>
                        <a:buFontTx/>
                        <a:buNone/>
                        <a:tabLst/>
                      </a:pPr>
                      <a:endParaRPr lang="en-US" sz="1500" b="0" i="0" u="none" strike="noStrike" cap="none" spc="0" baseline="0" dirty="0">
                        <a:ln>
                          <a:noFill/>
                        </a:ln>
                        <a:solidFill>
                          <a:schemeClr val="tx1"/>
                        </a:solidFill>
                        <a:effectLst/>
                        <a:uFillTx/>
                        <a:latin typeface="Arial" panose="020B0604020202020204" pitchFamily="34" charset="0"/>
                        <a:ea typeface="+mn-ea"/>
                        <a:cs typeface="Arial" panose="020B0604020202020204" pitchFamily="34" charset="0"/>
                        <a:sym typeface="Helvetica Neue Light"/>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261301">
                <a:tc>
                  <a:txBody>
                    <a:bodyPr/>
                    <a:lstStyle/>
                    <a:p>
                      <a:pPr marL="0" marR="0" indent="0" algn="ctr" defTabSz="821530" fontAlgn="ctr" latinLnBrk="0">
                        <a:lnSpc>
                          <a:spcPct val="100000"/>
                        </a:lnSpc>
                        <a:spcBef>
                          <a:spcPts val="0"/>
                        </a:spcBef>
                        <a:spcAft>
                          <a:spcPts val="0"/>
                        </a:spcAft>
                        <a:buClrTx/>
                        <a:buSzTx/>
                        <a:buFontTx/>
                        <a:buNone/>
                        <a:tabLst/>
                      </a:pPr>
                      <a:r>
                        <a:rPr lang="en-US" altLang="zh-CN" sz="1600" b="0" i="0" u="none" strike="noStrike" cap="none" spc="0" baseline="0" dirty="0">
                          <a:ln>
                            <a:noFill/>
                          </a:ln>
                          <a:solidFill>
                            <a:schemeClr val="tx1"/>
                          </a:solidFill>
                          <a:effectLst/>
                          <a:uFillTx/>
                          <a:latin typeface="Arial" panose="020B0604020202020204" pitchFamily="34" charset="0"/>
                          <a:ea typeface="+mn-ea"/>
                          <a:cs typeface="Arial" panose="020B0604020202020204" pitchFamily="34" charset="0"/>
                          <a:sym typeface="Helvetica Neue Light"/>
                        </a:rPr>
                        <a:t>4</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600" b="0" i="0" u="none" strike="noStrike" dirty="0">
                          <a:solidFill>
                            <a:srgbClr val="000000"/>
                          </a:solidFill>
                          <a:effectLst/>
                          <a:latin typeface="Arial" panose="020B0604020202020204" pitchFamily="34" charset="0"/>
                          <a:ea typeface="等线" panose="02010600030101010101" pitchFamily="2" charset="-122"/>
                        </a:rPr>
                        <a:t>N35SH</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endParaRPr lang="zh-CN" altLang="en-US"/>
                    </a:p>
                  </a:txBody>
                  <a:tcPr/>
                </a:tc>
                <a:tc>
                  <a:txBody>
                    <a:bodyPr/>
                    <a:lstStyle/>
                    <a:p>
                      <a:pPr marL="0" marR="0" indent="0" algn="ctr" defTabSz="821530" fontAlgn="ctr" latinLnBrk="0">
                        <a:lnSpc>
                          <a:spcPct val="100000"/>
                        </a:lnSpc>
                        <a:spcBef>
                          <a:spcPts val="0"/>
                        </a:spcBef>
                        <a:spcAft>
                          <a:spcPts val="0"/>
                        </a:spcAft>
                        <a:buClrTx/>
                        <a:buSzTx/>
                        <a:buFontTx/>
                        <a:buNone/>
                        <a:tabLst/>
                      </a:pPr>
                      <a:r>
                        <a:rPr lang="en-US" altLang="zh-CN" sz="1600" b="0" i="0" u="none" strike="noStrike" cap="none" spc="0" baseline="0">
                          <a:ln>
                            <a:noFill/>
                          </a:ln>
                          <a:solidFill>
                            <a:schemeClr val="tx1"/>
                          </a:solidFill>
                          <a:effectLst/>
                          <a:uFillTx/>
                          <a:latin typeface="Arial" panose="020B0604020202020204" pitchFamily="34" charset="0"/>
                          <a:ea typeface="+mn-ea"/>
                          <a:cs typeface="Arial" panose="020B0604020202020204" pitchFamily="34" charset="0"/>
                          <a:sym typeface="Helvetica Neue Light"/>
                        </a:rPr>
                        <a:t>25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600" b="0" i="0" u="none" strike="noStrike" dirty="0">
                          <a:solidFill>
                            <a:srgbClr val="000000"/>
                          </a:solidFill>
                          <a:effectLst/>
                          <a:latin typeface="Arial" panose="020B0604020202020204" pitchFamily="34" charset="0"/>
                          <a:ea typeface="等线" panose="02010600030101010101" pitchFamily="2" charset="-122"/>
                        </a:rPr>
                        <a:t>N45SH</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endParaRPr lang="zh-CN" altLang="en-US"/>
                    </a:p>
                  </a:txBody>
                  <a:tcPr/>
                </a:tc>
                <a:tc>
                  <a:txBody>
                    <a:bodyPr/>
                    <a:lstStyle/>
                    <a:p>
                      <a:pPr marL="0" marR="0" indent="0" algn="ctr" defTabSz="821530" fontAlgn="ctr" latinLnBrk="0">
                        <a:lnSpc>
                          <a:spcPct val="100000"/>
                        </a:lnSpc>
                        <a:spcBef>
                          <a:spcPts val="0"/>
                        </a:spcBef>
                        <a:spcAft>
                          <a:spcPts val="0"/>
                        </a:spcAft>
                        <a:buClrTx/>
                        <a:buSzTx/>
                        <a:buFontTx/>
                        <a:buNone/>
                        <a:tabLst/>
                      </a:pPr>
                      <a:r>
                        <a:rPr lang="en-US" altLang="zh-CN" sz="1600" b="0" i="0" u="none" strike="noStrike" cap="none" spc="0" baseline="0" dirty="0">
                          <a:ln>
                            <a:noFill/>
                          </a:ln>
                          <a:solidFill>
                            <a:schemeClr val="tx1"/>
                          </a:solidFill>
                          <a:effectLst/>
                          <a:uFillTx/>
                          <a:latin typeface="Arial" panose="020B0604020202020204" pitchFamily="34" charset="0"/>
                          <a:ea typeface="+mn-ea"/>
                          <a:cs typeface="Arial" panose="020B0604020202020204" pitchFamily="34" charset="0"/>
                          <a:sym typeface="Helvetica Neue Light"/>
                        </a:rPr>
                        <a:t>45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600" b="0" i="0" u="none" strike="noStrike" dirty="0">
                          <a:solidFill>
                            <a:srgbClr val="000000"/>
                          </a:solidFill>
                          <a:effectLst/>
                          <a:latin typeface="Arial" panose="020B0604020202020204" pitchFamily="34" charset="0"/>
                          <a:ea typeface="等线" panose="02010600030101010101" pitchFamily="2" charset="-122"/>
                        </a:rPr>
                        <a:t>N45SH</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pPr marL="0" marR="0" indent="0" algn="ctr" defTabSz="821530" fontAlgn="ctr" latinLnBrk="0">
                        <a:lnSpc>
                          <a:spcPct val="100000"/>
                        </a:lnSpc>
                        <a:spcBef>
                          <a:spcPts val="0"/>
                        </a:spcBef>
                        <a:spcAft>
                          <a:spcPts val="0"/>
                        </a:spcAft>
                        <a:buClrTx/>
                        <a:buSzTx/>
                        <a:buFontTx/>
                        <a:buNone/>
                        <a:tabLst/>
                      </a:pPr>
                      <a:endParaRPr lang="en-US" sz="1500" b="0" i="0" u="none" strike="noStrike" cap="none" spc="0" baseline="0" dirty="0">
                        <a:ln>
                          <a:noFill/>
                        </a:ln>
                        <a:solidFill>
                          <a:schemeClr val="tx1"/>
                        </a:solidFill>
                        <a:effectLst/>
                        <a:uFillTx/>
                        <a:latin typeface="Arial" panose="020B0604020202020204" pitchFamily="34" charset="0"/>
                        <a:ea typeface="+mn-ea"/>
                        <a:cs typeface="Arial" panose="020B0604020202020204" pitchFamily="34" charset="0"/>
                        <a:sym typeface="Helvetica Neue Light"/>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pPr marL="0" marR="0" indent="0" algn="ctr" defTabSz="821530" fontAlgn="ctr" latinLnBrk="0">
                        <a:lnSpc>
                          <a:spcPct val="100000"/>
                        </a:lnSpc>
                        <a:spcBef>
                          <a:spcPts val="0"/>
                        </a:spcBef>
                        <a:spcAft>
                          <a:spcPts val="0"/>
                        </a:spcAft>
                        <a:buClrTx/>
                        <a:buSzTx/>
                        <a:buFontTx/>
                        <a:buNone/>
                        <a:tabLst/>
                      </a:pPr>
                      <a:endParaRPr lang="en-US" sz="1500" b="0" i="0" u="none" strike="noStrike" cap="none" spc="0" baseline="0" dirty="0">
                        <a:ln>
                          <a:noFill/>
                        </a:ln>
                        <a:solidFill>
                          <a:schemeClr val="tx1"/>
                        </a:solidFill>
                        <a:effectLst/>
                        <a:uFillTx/>
                        <a:latin typeface="Arial" panose="020B0604020202020204" pitchFamily="34" charset="0"/>
                        <a:ea typeface="+mn-ea"/>
                        <a:cs typeface="Arial" panose="020B0604020202020204" pitchFamily="34" charset="0"/>
                        <a:sym typeface="Helvetica Neue Light"/>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261301">
                <a:tc>
                  <a:txBody>
                    <a:bodyPr/>
                    <a:lstStyle/>
                    <a:p>
                      <a:pPr marL="0" marR="0" indent="0" algn="ctr" defTabSz="821530" fontAlgn="ctr" latinLnBrk="0">
                        <a:lnSpc>
                          <a:spcPct val="100000"/>
                        </a:lnSpc>
                        <a:spcBef>
                          <a:spcPts val="0"/>
                        </a:spcBef>
                        <a:spcAft>
                          <a:spcPts val="0"/>
                        </a:spcAft>
                        <a:buClrTx/>
                        <a:buSzTx/>
                        <a:buFontTx/>
                        <a:buNone/>
                        <a:tabLst/>
                      </a:pPr>
                      <a:r>
                        <a:rPr lang="en-US" altLang="zh-CN" sz="1600" b="0" i="0" u="none" strike="noStrike" cap="none" spc="0" baseline="0" dirty="0">
                          <a:ln>
                            <a:noFill/>
                          </a:ln>
                          <a:solidFill>
                            <a:schemeClr val="tx1"/>
                          </a:solidFill>
                          <a:effectLst/>
                          <a:uFillTx/>
                          <a:latin typeface="Arial" panose="020B0604020202020204" pitchFamily="34" charset="0"/>
                          <a:ea typeface="+mn-ea"/>
                          <a:cs typeface="Arial" panose="020B0604020202020204" pitchFamily="34" charset="0"/>
                          <a:sym typeface="Helvetica Neue Light"/>
                        </a:rPr>
                        <a:t>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600" b="0" i="0" u="none" strike="noStrike" dirty="0">
                          <a:solidFill>
                            <a:srgbClr val="000000"/>
                          </a:solidFill>
                          <a:effectLst/>
                          <a:latin typeface="Arial" panose="020B0604020202020204" pitchFamily="34" charset="0"/>
                          <a:ea typeface="等线" panose="02010600030101010101" pitchFamily="2" charset="-122"/>
                        </a:rPr>
                        <a:t>N42SH</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endParaRPr lang="zh-CN" altLang="en-US"/>
                    </a:p>
                  </a:txBody>
                  <a:tcPr/>
                </a:tc>
                <a:tc>
                  <a:txBody>
                    <a:bodyPr/>
                    <a:lstStyle/>
                    <a:p>
                      <a:pPr marL="0" marR="0" indent="0" algn="ctr" defTabSz="821530" fontAlgn="ctr" latinLnBrk="0">
                        <a:lnSpc>
                          <a:spcPct val="100000"/>
                        </a:lnSpc>
                        <a:spcBef>
                          <a:spcPts val="0"/>
                        </a:spcBef>
                        <a:spcAft>
                          <a:spcPts val="0"/>
                        </a:spcAft>
                        <a:buClrTx/>
                        <a:buSzTx/>
                        <a:buFontTx/>
                        <a:buNone/>
                        <a:tabLst/>
                      </a:pPr>
                      <a:r>
                        <a:rPr lang="en-US" altLang="zh-CN" sz="1600" b="0" i="0" u="none" strike="noStrike" cap="none" spc="0" baseline="0">
                          <a:ln>
                            <a:noFill/>
                          </a:ln>
                          <a:solidFill>
                            <a:schemeClr val="tx1"/>
                          </a:solidFill>
                          <a:effectLst/>
                          <a:uFillTx/>
                          <a:latin typeface="Arial" panose="020B0604020202020204" pitchFamily="34" charset="0"/>
                          <a:ea typeface="+mn-ea"/>
                          <a:cs typeface="Arial" panose="020B0604020202020204" pitchFamily="34" charset="0"/>
                          <a:sym typeface="Helvetica Neue Light"/>
                        </a:rPr>
                        <a:t>26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600" b="0" i="0" u="none" strike="noStrike" dirty="0">
                          <a:solidFill>
                            <a:srgbClr val="000000"/>
                          </a:solidFill>
                          <a:effectLst/>
                          <a:latin typeface="Arial" panose="020B0604020202020204" pitchFamily="34" charset="0"/>
                          <a:ea typeface="等线" panose="02010600030101010101" pitchFamily="2" charset="-122"/>
                        </a:rPr>
                        <a:t>N45SH</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endParaRPr lang="zh-CN" altLang="en-US"/>
                    </a:p>
                  </a:txBody>
                  <a:tcPr/>
                </a:tc>
                <a:tc>
                  <a:txBody>
                    <a:bodyPr/>
                    <a:lstStyle/>
                    <a:p>
                      <a:pPr marL="0" marR="0" indent="0" algn="ctr" defTabSz="821530" fontAlgn="ctr" latinLnBrk="0">
                        <a:lnSpc>
                          <a:spcPct val="100000"/>
                        </a:lnSpc>
                        <a:spcBef>
                          <a:spcPts val="0"/>
                        </a:spcBef>
                        <a:spcAft>
                          <a:spcPts val="0"/>
                        </a:spcAft>
                        <a:buClrTx/>
                        <a:buSzTx/>
                        <a:buFontTx/>
                        <a:buNone/>
                        <a:tabLst/>
                      </a:pPr>
                      <a:r>
                        <a:rPr lang="en-US" altLang="zh-CN" sz="1600" b="0" i="0" u="none" strike="noStrike" cap="none" spc="0" baseline="0" dirty="0">
                          <a:ln>
                            <a:noFill/>
                          </a:ln>
                          <a:solidFill>
                            <a:schemeClr val="tx1"/>
                          </a:solidFill>
                          <a:effectLst/>
                          <a:uFillTx/>
                          <a:latin typeface="Arial" panose="020B0604020202020204" pitchFamily="34" charset="0"/>
                          <a:ea typeface="+mn-ea"/>
                          <a:cs typeface="Arial" panose="020B0604020202020204" pitchFamily="34" charset="0"/>
                          <a:sym typeface="Helvetica Neue Light"/>
                        </a:rPr>
                        <a:t>46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600" b="0" i="0" u="none" strike="noStrike" dirty="0">
                          <a:solidFill>
                            <a:srgbClr val="000000"/>
                          </a:solidFill>
                          <a:effectLst/>
                          <a:latin typeface="Arial" panose="020B0604020202020204" pitchFamily="34" charset="0"/>
                          <a:ea typeface="等线" panose="02010600030101010101" pitchFamily="2" charset="-122"/>
                        </a:rPr>
                        <a:t>N45SH</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pPr marL="0" marR="0" indent="0" algn="ctr" defTabSz="821530" fontAlgn="ctr" latinLnBrk="0">
                        <a:lnSpc>
                          <a:spcPct val="100000"/>
                        </a:lnSpc>
                        <a:spcBef>
                          <a:spcPts val="0"/>
                        </a:spcBef>
                        <a:spcAft>
                          <a:spcPts val="0"/>
                        </a:spcAft>
                        <a:buClrTx/>
                        <a:buSzTx/>
                        <a:buFontTx/>
                        <a:buNone/>
                        <a:tabLst/>
                      </a:pPr>
                      <a:endParaRPr lang="en-US" sz="1500" b="0" i="0" u="none" strike="noStrike" cap="none" spc="0" baseline="0" dirty="0">
                        <a:ln>
                          <a:noFill/>
                        </a:ln>
                        <a:solidFill>
                          <a:schemeClr val="tx1"/>
                        </a:solidFill>
                        <a:effectLst/>
                        <a:uFillTx/>
                        <a:latin typeface="Arial" panose="020B0604020202020204" pitchFamily="34" charset="0"/>
                        <a:ea typeface="+mn-ea"/>
                        <a:cs typeface="Arial" panose="020B0604020202020204" pitchFamily="34" charset="0"/>
                        <a:sym typeface="Helvetica Neue Light"/>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pPr marL="0" marR="0" indent="0" algn="ctr" defTabSz="821530" fontAlgn="ctr" latinLnBrk="0">
                        <a:lnSpc>
                          <a:spcPct val="100000"/>
                        </a:lnSpc>
                        <a:spcBef>
                          <a:spcPts val="0"/>
                        </a:spcBef>
                        <a:spcAft>
                          <a:spcPts val="0"/>
                        </a:spcAft>
                        <a:buClrTx/>
                        <a:buSzTx/>
                        <a:buFontTx/>
                        <a:buNone/>
                        <a:tabLst/>
                      </a:pPr>
                      <a:endParaRPr lang="en-US" sz="1500" b="0" i="0" u="none" strike="noStrike" cap="none" spc="0" baseline="0" dirty="0">
                        <a:ln>
                          <a:noFill/>
                        </a:ln>
                        <a:solidFill>
                          <a:schemeClr val="tx1"/>
                        </a:solidFill>
                        <a:effectLst/>
                        <a:uFillTx/>
                        <a:latin typeface="Arial" panose="020B0604020202020204" pitchFamily="34" charset="0"/>
                        <a:ea typeface="+mn-ea"/>
                        <a:cs typeface="Arial" panose="020B0604020202020204" pitchFamily="34" charset="0"/>
                        <a:sym typeface="Helvetica Neue Light"/>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r h="261301">
                <a:tc>
                  <a:txBody>
                    <a:bodyPr/>
                    <a:lstStyle/>
                    <a:p>
                      <a:pPr marL="0" marR="0" indent="0" algn="ctr" defTabSz="821530" fontAlgn="ctr" latinLnBrk="0">
                        <a:lnSpc>
                          <a:spcPct val="100000"/>
                        </a:lnSpc>
                        <a:spcBef>
                          <a:spcPts val="0"/>
                        </a:spcBef>
                        <a:spcAft>
                          <a:spcPts val="0"/>
                        </a:spcAft>
                        <a:buClrTx/>
                        <a:buSzTx/>
                        <a:buFontTx/>
                        <a:buNone/>
                        <a:tabLst/>
                      </a:pPr>
                      <a:r>
                        <a:rPr lang="en-US" altLang="zh-CN" sz="1600" b="0" i="0" u="none" strike="noStrike" cap="none" spc="0" baseline="0" dirty="0">
                          <a:ln>
                            <a:noFill/>
                          </a:ln>
                          <a:solidFill>
                            <a:schemeClr val="tx1"/>
                          </a:solidFill>
                          <a:effectLst/>
                          <a:uFillTx/>
                          <a:latin typeface="Arial" panose="020B0604020202020204" pitchFamily="34" charset="0"/>
                          <a:ea typeface="+mn-ea"/>
                          <a:cs typeface="Arial" panose="020B0604020202020204" pitchFamily="34" charset="0"/>
                          <a:sym typeface="Helvetica Neue Light"/>
                        </a:rPr>
                        <a:t>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600" b="0" i="0" u="none" strike="noStrike" dirty="0">
                          <a:solidFill>
                            <a:srgbClr val="000000"/>
                          </a:solidFill>
                          <a:effectLst/>
                          <a:latin typeface="Arial" panose="020B0604020202020204" pitchFamily="34" charset="0"/>
                          <a:ea typeface="等线" panose="02010600030101010101" pitchFamily="2" charset="-122"/>
                        </a:rPr>
                        <a:t>N42SH</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endParaRPr lang="zh-CN" altLang="en-US"/>
                    </a:p>
                  </a:txBody>
                  <a:tcPr/>
                </a:tc>
                <a:tc>
                  <a:txBody>
                    <a:bodyPr/>
                    <a:lstStyle/>
                    <a:p>
                      <a:pPr marL="0" marR="0" indent="0" algn="ctr" defTabSz="821530" fontAlgn="ctr" latinLnBrk="0">
                        <a:lnSpc>
                          <a:spcPct val="100000"/>
                        </a:lnSpc>
                        <a:spcBef>
                          <a:spcPts val="0"/>
                        </a:spcBef>
                        <a:spcAft>
                          <a:spcPts val="0"/>
                        </a:spcAft>
                        <a:buClrTx/>
                        <a:buSzTx/>
                        <a:buFontTx/>
                        <a:buNone/>
                        <a:tabLst/>
                      </a:pPr>
                      <a:r>
                        <a:rPr lang="en-US" altLang="zh-CN" sz="1600" b="0" i="0" u="none" strike="noStrike" cap="none" spc="0" baseline="0">
                          <a:ln>
                            <a:noFill/>
                          </a:ln>
                          <a:solidFill>
                            <a:schemeClr val="tx1"/>
                          </a:solidFill>
                          <a:effectLst/>
                          <a:uFillTx/>
                          <a:latin typeface="Arial" panose="020B0604020202020204" pitchFamily="34" charset="0"/>
                          <a:ea typeface="+mn-ea"/>
                          <a:cs typeface="Arial" panose="020B0604020202020204" pitchFamily="34" charset="0"/>
                          <a:sym typeface="Helvetica Neue Light"/>
                        </a:rPr>
                        <a:t>27</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600" b="0" i="0" u="none" strike="noStrike" dirty="0">
                          <a:solidFill>
                            <a:srgbClr val="000000"/>
                          </a:solidFill>
                          <a:effectLst/>
                          <a:latin typeface="Arial" panose="020B0604020202020204" pitchFamily="34" charset="0"/>
                          <a:ea typeface="等线" panose="02010600030101010101" pitchFamily="2" charset="-122"/>
                        </a:rPr>
                        <a:t>N45SH</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endParaRPr lang="zh-CN" altLang="en-US"/>
                    </a:p>
                  </a:txBody>
                  <a:tcPr/>
                </a:tc>
                <a:tc>
                  <a:txBody>
                    <a:bodyPr/>
                    <a:lstStyle/>
                    <a:p>
                      <a:pPr marL="0" marR="0" indent="0" algn="ctr" defTabSz="821530" fontAlgn="ctr" latinLnBrk="0">
                        <a:lnSpc>
                          <a:spcPct val="100000"/>
                        </a:lnSpc>
                        <a:spcBef>
                          <a:spcPts val="0"/>
                        </a:spcBef>
                        <a:spcAft>
                          <a:spcPts val="0"/>
                        </a:spcAft>
                        <a:buClrTx/>
                        <a:buSzTx/>
                        <a:buFontTx/>
                        <a:buNone/>
                        <a:tabLst/>
                      </a:pPr>
                      <a:r>
                        <a:rPr lang="en-US" altLang="zh-CN" sz="1600" b="0" i="0" u="none" strike="noStrike" cap="none" spc="0" baseline="0">
                          <a:ln>
                            <a:noFill/>
                          </a:ln>
                          <a:solidFill>
                            <a:schemeClr val="tx1"/>
                          </a:solidFill>
                          <a:effectLst/>
                          <a:uFillTx/>
                          <a:latin typeface="Arial" panose="020B0604020202020204" pitchFamily="34" charset="0"/>
                          <a:ea typeface="+mn-ea"/>
                          <a:cs typeface="Arial" panose="020B0604020202020204" pitchFamily="34" charset="0"/>
                          <a:sym typeface="Helvetica Neue Light"/>
                        </a:rPr>
                        <a:t>47</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600" b="0" i="0" u="none" strike="noStrike" dirty="0">
                          <a:solidFill>
                            <a:srgbClr val="000000"/>
                          </a:solidFill>
                          <a:effectLst/>
                          <a:latin typeface="Arial" panose="020B0604020202020204" pitchFamily="34" charset="0"/>
                          <a:ea typeface="等线" panose="02010600030101010101" pitchFamily="2" charset="-122"/>
                        </a:rPr>
                        <a:t>N45SH</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pPr marL="0" marR="0" indent="0" algn="ctr" defTabSz="821530" fontAlgn="ctr" latinLnBrk="0">
                        <a:lnSpc>
                          <a:spcPct val="100000"/>
                        </a:lnSpc>
                        <a:spcBef>
                          <a:spcPts val="0"/>
                        </a:spcBef>
                        <a:spcAft>
                          <a:spcPts val="0"/>
                        </a:spcAft>
                        <a:buClrTx/>
                        <a:buSzTx/>
                        <a:buFontTx/>
                        <a:buNone/>
                        <a:tabLst/>
                      </a:pPr>
                      <a:endParaRPr lang="en-US" sz="1500" b="0" i="0" u="none" strike="noStrike" cap="none" spc="0" baseline="0" dirty="0">
                        <a:ln>
                          <a:noFill/>
                        </a:ln>
                        <a:solidFill>
                          <a:schemeClr val="tx1"/>
                        </a:solidFill>
                        <a:effectLst/>
                        <a:uFillTx/>
                        <a:latin typeface="Arial" panose="020B0604020202020204" pitchFamily="34" charset="0"/>
                        <a:ea typeface="+mn-ea"/>
                        <a:cs typeface="Arial" panose="020B0604020202020204" pitchFamily="34" charset="0"/>
                        <a:sym typeface="Helvetica Neue Light"/>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pPr marL="0" marR="0" indent="0" algn="ctr" defTabSz="821530" fontAlgn="ctr" latinLnBrk="0">
                        <a:lnSpc>
                          <a:spcPct val="100000"/>
                        </a:lnSpc>
                        <a:spcBef>
                          <a:spcPts val="0"/>
                        </a:spcBef>
                        <a:spcAft>
                          <a:spcPts val="0"/>
                        </a:spcAft>
                        <a:buClrTx/>
                        <a:buSzTx/>
                        <a:buFontTx/>
                        <a:buNone/>
                        <a:tabLst/>
                      </a:pPr>
                      <a:endParaRPr lang="en-US" sz="1500" b="0" i="0" u="none" strike="noStrike" cap="none" spc="0" baseline="0" dirty="0">
                        <a:ln>
                          <a:noFill/>
                        </a:ln>
                        <a:solidFill>
                          <a:schemeClr val="tx1"/>
                        </a:solidFill>
                        <a:effectLst/>
                        <a:uFillTx/>
                        <a:latin typeface="Arial" panose="020B0604020202020204" pitchFamily="34" charset="0"/>
                        <a:ea typeface="+mn-ea"/>
                        <a:cs typeface="Arial" panose="020B0604020202020204" pitchFamily="34" charset="0"/>
                        <a:sym typeface="Helvetica Neue Light"/>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6"/>
                  </a:ext>
                </a:extLst>
              </a:tr>
              <a:tr h="261301">
                <a:tc>
                  <a:txBody>
                    <a:bodyPr/>
                    <a:lstStyle/>
                    <a:p>
                      <a:pPr marL="0" marR="0" indent="0" algn="ctr" defTabSz="821530" fontAlgn="ctr" latinLnBrk="0">
                        <a:lnSpc>
                          <a:spcPct val="100000"/>
                        </a:lnSpc>
                        <a:spcBef>
                          <a:spcPts val="0"/>
                        </a:spcBef>
                        <a:spcAft>
                          <a:spcPts val="0"/>
                        </a:spcAft>
                        <a:buClrTx/>
                        <a:buSzTx/>
                        <a:buFontTx/>
                        <a:buNone/>
                        <a:tabLst/>
                      </a:pPr>
                      <a:r>
                        <a:rPr lang="en-US" altLang="zh-CN" sz="1600" b="0" i="0" u="none" strike="noStrike" cap="none" spc="0" baseline="0" dirty="0">
                          <a:ln>
                            <a:noFill/>
                          </a:ln>
                          <a:solidFill>
                            <a:schemeClr val="tx1"/>
                          </a:solidFill>
                          <a:effectLst/>
                          <a:uFillTx/>
                          <a:latin typeface="Arial" panose="020B0604020202020204" pitchFamily="34" charset="0"/>
                          <a:ea typeface="+mn-ea"/>
                          <a:cs typeface="Arial" panose="020B0604020202020204" pitchFamily="34" charset="0"/>
                          <a:sym typeface="Helvetica Neue Light"/>
                        </a:rPr>
                        <a:t>7</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600" b="0" i="0" u="none" strike="noStrike" dirty="0">
                          <a:solidFill>
                            <a:srgbClr val="000000"/>
                          </a:solidFill>
                          <a:effectLst/>
                          <a:latin typeface="Arial" panose="020B0604020202020204" pitchFamily="34" charset="0"/>
                          <a:ea typeface="等线" panose="02010600030101010101" pitchFamily="2" charset="-122"/>
                        </a:rPr>
                        <a:t>N42SH</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endParaRPr lang="zh-CN" altLang="en-US"/>
                    </a:p>
                  </a:txBody>
                  <a:tcPr/>
                </a:tc>
                <a:tc>
                  <a:txBody>
                    <a:bodyPr/>
                    <a:lstStyle/>
                    <a:p>
                      <a:pPr marL="0" marR="0" indent="0" algn="ctr" defTabSz="821530" fontAlgn="ctr" latinLnBrk="0">
                        <a:lnSpc>
                          <a:spcPct val="100000"/>
                        </a:lnSpc>
                        <a:spcBef>
                          <a:spcPts val="0"/>
                        </a:spcBef>
                        <a:spcAft>
                          <a:spcPts val="0"/>
                        </a:spcAft>
                        <a:buClrTx/>
                        <a:buSzTx/>
                        <a:buFontTx/>
                        <a:buNone/>
                        <a:tabLst/>
                      </a:pPr>
                      <a:r>
                        <a:rPr lang="en-US" altLang="zh-CN" sz="1600" b="0" i="0" u="none" strike="noStrike" cap="none" spc="0" baseline="0">
                          <a:ln>
                            <a:noFill/>
                          </a:ln>
                          <a:solidFill>
                            <a:schemeClr val="tx1"/>
                          </a:solidFill>
                          <a:effectLst/>
                          <a:uFillTx/>
                          <a:latin typeface="Arial" panose="020B0604020202020204" pitchFamily="34" charset="0"/>
                          <a:ea typeface="+mn-ea"/>
                          <a:cs typeface="Arial" panose="020B0604020202020204" pitchFamily="34" charset="0"/>
                          <a:sym typeface="Helvetica Neue Light"/>
                        </a:rPr>
                        <a:t>28</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600" b="0" i="0" u="none" strike="noStrike" dirty="0">
                          <a:solidFill>
                            <a:srgbClr val="000000"/>
                          </a:solidFill>
                          <a:effectLst/>
                          <a:latin typeface="Arial" panose="020B0604020202020204" pitchFamily="34" charset="0"/>
                          <a:ea typeface="等线" panose="02010600030101010101" pitchFamily="2" charset="-122"/>
                        </a:rPr>
                        <a:t>N45SH</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endParaRPr lang="zh-CN" altLang="en-US"/>
                    </a:p>
                  </a:txBody>
                  <a:tcPr/>
                </a:tc>
                <a:tc>
                  <a:txBody>
                    <a:bodyPr/>
                    <a:lstStyle/>
                    <a:p>
                      <a:pPr marL="0" marR="0" indent="0" algn="ctr" defTabSz="821530" fontAlgn="ctr" latinLnBrk="0">
                        <a:lnSpc>
                          <a:spcPct val="100000"/>
                        </a:lnSpc>
                        <a:spcBef>
                          <a:spcPts val="0"/>
                        </a:spcBef>
                        <a:spcAft>
                          <a:spcPts val="0"/>
                        </a:spcAft>
                        <a:buClrTx/>
                        <a:buSzTx/>
                        <a:buFontTx/>
                        <a:buNone/>
                        <a:tabLst/>
                      </a:pPr>
                      <a:r>
                        <a:rPr lang="en-US" altLang="zh-CN" sz="1600" b="0" i="0" u="none" strike="noStrike" cap="none" spc="0" baseline="0">
                          <a:ln>
                            <a:noFill/>
                          </a:ln>
                          <a:solidFill>
                            <a:schemeClr val="tx1"/>
                          </a:solidFill>
                          <a:effectLst/>
                          <a:uFillTx/>
                          <a:latin typeface="Arial" panose="020B0604020202020204" pitchFamily="34" charset="0"/>
                          <a:ea typeface="+mn-ea"/>
                          <a:cs typeface="Arial" panose="020B0604020202020204" pitchFamily="34" charset="0"/>
                          <a:sym typeface="Helvetica Neue Light"/>
                        </a:rPr>
                        <a:t>48</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600" b="0" i="0" u="none" strike="noStrike" dirty="0">
                          <a:solidFill>
                            <a:srgbClr val="000000"/>
                          </a:solidFill>
                          <a:effectLst/>
                          <a:latin typeface="Arial" panose="020B0604020202020204" pitchFamily="34" charset="0"/>
                          <a:ea typeface="等线" panose="02010600030101010101" pitchFamily="2" charset="-122"/>
                        </a:rPr>
                        <a:t>N45SH</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pPr marL="0" marR="0" indent="0" algn="ctr" defTabSz="821530" fontAlgn="ctr" latinLnBrk="0">
                        <a:lnSpc>
                          <a:spcPct val="100000"/>
                        </a:lnSpc>
                        <a:spcBef>
                          <a:spcPts val="0"/>
                        </a:spcBef>
                        <a:spcAft>
                          <a:spcPts val="0"/>
                        </a:spcAft>
                        <a:buClrTx/>
                        <a:buSzTx/>
                        <a:buFontTx/>
                        <a:buNone/>
                        <a:tabLst/>
                      </a:pPr>
                      <a:endParaRPr lang="en-US" sz="1500" b="0" i="0" u="none" strike="noStrike" cap="none" spc="0" baseline="0" dirty="0">
                        <a:ln>
                          <a:noFill/>
                        </a:ln>
                        <a:solidFill>
                          <a:schemeClr val="tx1"/>
                        </a:solidFill>
                        <a:effectLst/>
                        <a:uFillTx/>
                        <a:latin typeface="Arial" panose="020B0604020202020204" pitchFamily="34" charset="0"/>
                        <a:ea typeface="+mn-ea"/>
                        <a:cs typeface="Arial" panose="020B0604020202020204" pitchFamily="34" charset="0"/>
                        <a:sym typeface="Helvetica Neue Light"/>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pPr marL="0" marR="0" indent="0" algn="ctr" defTabSz="821530" fontAlgn="ctr" latinLnBrk="0">
                        <a:lnSpc>
                          <a:spcPct val="100000"/>
                        </a:lnSpc>
                        <a:spcBef>
                          <a:spcPts val="0"/>
                        </a:spcBef>
                        <a:spcAft>
                          <a:spcPts val="0"/>
                        </a:spcAft>
                        <a:buClrTx/>
                        <a:buSzTx/>
                        <a:buFontTx/>
                        <a:buNone/>
                        <a:tabLst/>
                      </a:pPr>
                      <a:endParaRPr lang="en-US" sz="1500" b="0" i="0" u="none" strike="noStrike" cap="none" spc="0" baseline="0" dirty="0">
                        <a:ln>
                          <a:noFill/>
                        </a:ln>
                        <a:solidFill>
                          <a:schemeClr val="tx1"/>
                        </a:solidFill>
                        <a:effectLst/>
                        <a:uFillTx/>
                        <a:latin typeface="Arial" panose="020B0604020202020204" pitchFamily="34" charset="0"/>
                        <a:ea typeface="+mn-ea"/>
                        <a:cs typeface="Arial" panose="020B0604020202020204" pitchFamily="34" charset="0"/>
                        <a:sym typeface="Helvetica Neue Light"/>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7"/>
                  </a:ext>
                </a:extLst>
              </a:tr>
              <a:tr h="261301">
                <a:tc>
                  <a:txBody>
                    <a:bodyPr/>
                    <a:lstStyle/>
                    <a:p>
                      <a:pPr marL="0" marR="0" indent="0" algn="ctr" defTabSz="821530" fontAlgn="ctr" latinLnBrk="0">
                        <a:lnSpc>
                          <a:spcPct val="100000"/>
                        </a:lnSpc>
                        <a:spcBef>
                          <a:spcPts val="0"/>
                        </a:spcBef>
                        <a:spcAft>
                          <a:spcPts val="0"/>
                        </a:spcAft>
                        <a:buClrTx/>
                        <a:buSzTx/>
                        <a:buFontTx/>
                        <a:buNone/>
                        <a:tabLst/>
                      </a:pPr>
                      <a:r>
                        <a:rPr lang="en-US" altLang="zh-CN" sz="1600" b="0" i="0" u="none" strike="noStrike" cap="none" spc="0" baseline="0" dirty="0">
                          <a:ln>
                            <a:noFill/>
                          </a:ln>
                          <a:solidFill>
                            <a:schemeClr val="tx1"/>
                          </a:solidFill>
                          <a:effectLst/>
                          <a:uFillTx/>
                          <a:latin typeface="Arial" panose="020B0604020202020204" pitchFamily="34" charset="0"/>
                          <a:ea typeface="+mn-ea"/>
                          <a:cs typeface="Arial" panose="020B0604020202020204" pitchFamily="34" charset="0"/>
                          <a:sym typeface="Helvetica Neue Light"/>
                        </a:rPr>
                        <a:t>8</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600" b="0" i="0" u="none" strike="noStrike" dirty="0">
                          <a:solidFill>
                            <a:srgbClr val="000000"/>
                          </a:solidFill>
                          <a:effectLst/>
                          <a:latin typeface="Arial" panose="020B0604020202020204" pitchFamily="34" charset="0"/>
                          <a:ea typeface="等线" panose="02010600030101010101" pitchFamily="2" charset="-122"/>
                        </a:rPr>
                        <a:t>N35SH</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endParaRPr lang="zh-CN" altLang="en-US"/>
                    </a:p>
                  </a:txBody>
                  <a:tcPr/>
                </a:tc>
                <a:tc>
                  <a:txBody>
                    <a:bodyPr/>
                    <a:lstStyle/>
                    <a:p>
                      <a:pPr marL="0" marR="0" indent="0" algn="ctr" defTabSz="821530" fontAlgn="ctr" latinLnBrk="0">
                        <a:lnSpc>
                          <a:spcPct val="100000"/>
                        </a:lnSpc>
                        <a:spcBef>
                          <a:spcPts val="0"/>
                        </a:spcBef>
                        <a:spcAft>
                          <a:spcPts val="0"/>
                        </a:spcAft>
                        <a:buClrTx/>
                        <a:buSzTx/>
                        <a:buFontTx/>
                        <a:buNone/>
                        <a:tabLst/>
                      </a:pPr>
                      <a:r>
                        <a:rPr lang="en-US" altLang="zh-CN" sz="1600" b="0" i="0" u="none" strike="noStrike" cap="none" spc="0" baseline="0">
                          <a:ln>
                            <a:noFill/>
                          </a:ln>
                          <a:solidFill>
                            <a:schemeClr val="tx1"/>
                          </a:solidFill>
                          <a:effectLst/>
                          <a:uFillTx/>
                          <a:latin typeface="Arial" panose="020B0604020202020204" pitchFamily="34" charset="0"/>
                          <a:ea typeface="+mn-ea"/>
                          <a:cs typeface="Arial" panose="020B0604020202020204" pitchFamily="34" charset="0"/>
                          <a:sym typeface="Helvetica Neue Light"/>
                        </a:rPr>
                        <a:t>29</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600" b="0" i="0" u="none" strike="noStrike" dirty="0">
                          <a:solidFill>
                            <a:srgbClr val="000000"/>
                          </a:solidFill>
                          <a:effectLst/>
                          <a:latin typeface="Arial" panose="020B0604020202020204" pitchFamily="34" charset="0"/>
                          <a:ea typeface="等线" panose="02010600030101010101" pitchFamily="2" charset="-122"/>
                        </a:rPr>
                        <a:t>N35SH</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endParaRPr lang="zh-CN" altLang="en-US"/>
                    </a:p>
                  </a:txBody>
                  <a:tcPr/>
                </a:tc>
                <a:tc>
                  <a:txBody>
                    <a:bodyPr/>
                    <a:lstStyle/>
                    <a:p>
                      <a:pPr marL="0" marR="0" indent="0" algn="ctr" defTabSz="821530" fontAlgn="ctr" latinLnBrk="0">
                        <a:lnSpc>
                          <a:spcPct val="100000"/>
                        </a:lnSpc>
                        <a:spcBef>
                          <a:spcPts val="0"/>
                        </a:spcBef>
                        <a:spcAft>
                          <a:spcPts val="0"/>
                        </a:spcAft>
                        <a:buClrTx/>
                        <a:buSzTx/>
                        <a:buFontTx/>
                        <a:buNone/>
                        <a:tabLst/>
                      </a:pPr>
                      <a:r>
                        <a:rPr lang="en-US" altLang="zh-CN" sz="1600" b="0" i="0" u="none" strike="noStrike" cap="none" spc="0" baseline="0">
                          <a:ln>
                            <a:noFill/>
                          </a:ln>
                          <a:solidFill>
                            <a:schemeClr val="tx1"/>
                          </a:solidFill>
                          <a:effectLst/>
                          <a:uFillTx/>
                          <a:latin typeface="Arial" panose="020B0604020202020204" pitchFamily="34" charset="0"/>
                          <a:ea typeface="+mn-ea"/>
                          <a:cs typeface="Arial" panose="020B0604020202020204" pitchFamily="34" charset="0"/>
                          <a:sym typeface="Helvetica Neue Light"/>
                        </a:rPr>
                        <a:t>49</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600" b="0" i="0" u="none" strike="noStrike" dirty="0">
                          <a:solidFill>
                            <a:srgbClr val="000000"/>
                          </a:solidFill>
                          <a:effectLst/>
                          <a:latin typeface="Arial" panose="020B0604020202020204" pitchFamily="34" charset="0"/>
                          <a:ea typeface="等线" panose="02010600030101010101" pitchFamily="2" charset="-122"/>
                        </a:rPr>
                        <a:t>N35SH</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pPr marL="0" marR="0" indent="0" algn="ctr" defTabSz="821530" fontAlgn="ctr" latinLnBrk="0">
                        <a:lnSpc>
                          <a:spcPct val="100000"/>
                        </a:lnSpc>
                        <a:spcBef>
                          <a:spcPts val="0"/>
                        </a:spcBef>
                        <a:spcAft>
                          <a:spcPts val="0"/>
                        </a:spcAft>
                        <a:buClrTx/>
                        <a:buSzTx/>
                        <a:buFontTx/>
                        <a:buNone/>
                        <a:tabLst/>
                      </a:pPr>
                      <a:endParaRPr lang="en-US" sz="1500" b="0" i="0" u="none" strike="noStrike" cap="none" spc="0" baseline="0" dirty="0">
                        <a:ln>
                          <a:noFill/>
                        </a:ln>
                        <a:solidFill>
                          <a:schemeClr val="tx1"/>
                        </a:solidFill>
                        <a:effectLst/>
                        <a:uFillTx/>
                        <a:latin typeface="Arial" panose="020B0604020202020204" pitchFamily="34" charset="0"/>
                        <a:ea typeface="+mn-ea"/>
                        <a:cs typeface="Arial" panose="020B0604020202020204" pitchFamily="34" charset="0"/>
                        <a:sym typeface="Helvetica Neue Light"/>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pPr marL="0" marR="0" indent="0" algn="ctr" defTabSz="821530" fontAlgn="ctr" latinLnBrk="0">
                        <a:lnSpc>
                          <a:spcPct val="100000"/>
                        </a:lnSpc>
                        <a:spcBef>
                          <a:spcPts val="0"/>
                        </a:spcBef>
                        <a:spcAft>
                          <a:spcPts val="0"/>
                        </a:spcAft>
                        <a:buClrTx/>
                        <a:buSzTx/>
                        <a:buFontTx/>
                        <a:buNone/>
                        <a:tabLst/>
                      </a:pPr>
                      <a:endParaRPr lang="en-US" sz="1500" b="0" i="0" u="none" strike="noStrike" cap="none" spc="0" baseline="0" dirty="0">
                        <a:ln>
                          <a:noFill/>
                        </a:ln>
                        <a:solidFill>
                          <a:schemeClr val="tx1"/>
                        </a:solidFill>
                        <a:effectLst/>
                        <a:uFillTx/>
                        <a:latin typeface="Arial" panose="020B0604020202020204" pitchFamily="34" charset="0"/>
                        <a:ea typeface="+mn-ea"/>
                        <a:cs typeface="Arial" panose="020B0604020202020204" pitchFamily="34" charset="0"/>
                        <a:sym typeface="Helvetica Neue Light"/>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8"/>
                  </a:ext>
                </a:extLst>
              </a:tr>
              <a:tr h="261301">
                <a:tc>
                  <a:txBody>
                    <a:bodyPr/>
                    <a:lstStyle/>
                    <a:p>
                      <a:pPr marL="0" marR="0" indent="0" algn="ctr" defTabSz="821530" fontAlgn="ctr" latinLnBrk="0">
                        <a:lnSpc>
                          <a:spcPct val="100000"/>
                        </a:lnSpc>
                        <a:spcBef>
                          <a:spcPts val="0"/>
                        </a:spcBef>
                        <a:spcAft>
                          <a:spcPts val="0"/>
                        </a:spcAft>
                        <a:buClrTx/>
                        <a:buSzTx/>
                        <a:buFontTx/>
                        <a:buNone/>
                        <a:tabLst/>
                      </a:pPr>
                      <a:r>
                        <a:rPr lang="en-US" altLang="zh-CN" sz="1600" b="0" i="0" u="none" strike="noStrike" cap="none" spc="0" baseline="0" dirty="0">
                          <a:ln>
                            <a:noFill/>
                          </a:ln>
                          <a:solidFill>
                            <a:schemeClr val="tx1"/>
                          </a:solidFill>
                          <a:effectLst/>
                          <a:uFillTx/>
                          <a:latin typeface="Arial" panose="020B0604020202020204" pitchFamily="34" charset="0"/>
                          <a:ea typeface="+mn-ea"/>
                          <a:cs typeface="Arial" panose="020B0604020202020204" pitchFamily="34" charset="0"/>
                          <a:sym typeface="Helvetica Neue Light"/>
                        </a:rPr>
                        <a:t>9</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600" b="0" i="0" u="none" strike="noStrike" dirty="0">
                          <a:solidFill>
                            <a:srgbClr val="000000"/>
                          </a:solidFill>
                          <a:effectLst/>
                          <a:latin typeface="Arial" panose="020B0604020202020204" pitchFamily="34" charset="0"/>
                          <a:ea typeface="等线" panose="02010600030101010101" pitchFamily="2" charset="-122"/>
                        </a:rPr>
                        <a:t>N35SH</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endParaRPr lang="zh-CN" altLang="en-US"/>
                    </a:p>
                  </a:txBody>
                  <a:tcPr/>
                </a:tc>
                <a:tc>
                  <a:txBody>
                    <a:bodyPr/>
                    <a:lstStyle/>
                    <a:p>
                      <a:pPr marL="0" marR="0" indent="0" algn="ctr" defTabSz="821530" fontAlgn="ctr" latinLnBrk="0">
                        <a:lnSpc>
                          <a:spcPct val="100000"/>
                        </a:lnSpc>
                        <a:spcBef>
                          <a:spcPts val="0"/>
                        </a:spcBef>
                        <a:spcAft>
                          <a:spcPts val="0"/>
                        </a:spcAft>
                        <a:buClrTx/>
                        <a:buSzTx/>
                        <a:buFontTx/>
                        <a:buNone/>
                        <a:tabLst/>
                      </a:pPr>
                      <a:r>
                        <a:rPr lang="en-US" altLang="zh-CN" sz="1600" b="0" i="0" u="none" strike="noStrike" cap="none" spc="0" baseline="0">
                          <a:ln>
                            <a:noFill/>
                          </a:ln>
                          <a:solidFill>
                            <a:schemeClr val="tx1"/>
                          </a:solidFill>
                          <a:effectLst/>
                          <a:uFillTx/>
                          <a:latin typeface="Arial" panose="020B0604020202020204" pitchFamily="34" charset="0"/>
                          <a:ea typeface="+mn-ea"/>
                          <a:cs typeface="Arial" panose="020B0604020202020204" pitchFamily="34" charset="0"/>
                          <a:sym typeface="Helvetica Neue Light"/>
                        </a:rPr>
                        <a:t>30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600" b="0" i="0" u="none" strike="noStrike" dirty="0">
                          <a:solidFill>
                            <a:srgbClr val="000000"/>
                          </a:solidFill>
                          <a:effectLst/>
                          <a:latin typeface="Arial" panose="020B0604020202020204" pitchFamily="34" charset="0"/>
                          <a:ea typeface="等线" panose="02010600030101010101" pitchFamily="2" charset="-122"/>
                        </a:rPr>
                        <a:t>N35SH</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endParaRPr lang="zh-CN" altLang="en-US"/>
                    </a:p>
                  </a:txBody>
                  <a:tcPr/>
                </a:tc>
                <a:tc>
                  <a:txBody>
                    <a:bodyPr/>
                    <a:lstStyle/>
                    <a:p>
                      <a:pPr marL="0" marR="0" indent="0" algn="ctr" defTabSz="821530" fontAlgn="ctr" latinLnBrk="0">
                        <a:lnSpc>
                          <a:spcPct val="100000"/>
                        </a:lnSpc>
                        <a:spcBef>
                          <a:spcPts val="0"/>
                        </a:spcBef>
                        <a:spcAft>
                          <a:spcPts val="0"/>
                        </a:spcAft>
                        <a:buClrTx/>
                        <a:buSzTx/>
                        <a:buFontTx/>
                        <a:buNone/>
                        <a:tabLst/>
                      </a:pPr>
                      <a:endParaRPr lang="en-US" altLang="zh-CN" sz="1600" b="0" i="0" u="none" strike="noStrike" cap="none" spc="0" baseline="0" dirty="0">
                        <a:ln>
                          <a:noFill/>
                        </a:ln>
                        <a:solidFill>
                          <a:schemeClr val="tx1"/>
                        </a:solidFill>
                        <a:effectLst/>
                        <a:uFillTx/>
                        <a:latin typeface="Arial" panose="020B0604020202020204" pitchFamily="34" charset="0"/>
                        <a:ea typeface="+mn-ea"/>
                        <a:cs typeface="Arial" panose="020B0604020202020204" pitchFamily="34" charset="0"/>
                        <a:sym typeface="Helvetica Neue Light"/>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defTabSz="821530" fontAlgn="ctr" latinLnBrk="0">
                        <a:lnSpc>
                          <a:spcPct val="100000"/>
                        </a:lnSpc>
                        <a:spcBef>
                          <a:spcPts val="0"/>
                        </a:spcBef>
                        <a:spcAft>
                          <a:spcPts val="0"/>
                        </a:spcAft>
                        <a:buClrTx/>
                        <a:buSzTx/>
                        <a:buFontTx/>
                        <a:buNone/>
                        <a:tabLst/>
                      </a:pPr>
                      <a:endParaRPr lang="en-US" sz="1600" b="0" i="0" u="none" strike="noStrike" cap="none" spc="0" baseline="0" dirty="0">
                        <a:ln>
                          <a:noFill/>
                        </a:ln>
                        <a:solidFill>
                          <a:schemeClr val="tx1"/>
                        </a:solidFill>
                        <a:effectLst/>
                        <a:uFillTx/>
                        <a:latin typeface="Arial" panose="020B0604020202020204" pitchFamily="34" charset="0"/>
                        <a:ea typeface="+mn-ea"/>
                        <a:cs typeface="Arial" panose="020B0604020202020204" pitchFamily="34" charset="0"/>
                        <a:sym typeface="Helvetica Neue Light"/>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pPr marL="0" marR="0" indent="0" algn="ctr" defTabSz="821530" fontAlgn="ctr" latinLnBrk="0">
                        <a:lnSpc>
                          <a:spcPct val="100000"/>
                        </a:lnSpc>
                        <a:spcBef>
                          <a:spcPts val="0"/>
                        </a:spcBef>
                        <a:spcAft>
                          <a:spcPts val="0"/>
                        </a:spcAft>
                        <a:buClrTx/>
                        <a:buSzTx/>
                        <a:buFontTx/>
                        <a:buNone/>
                        <a:tabLst/>
                      </a:pPr>
                      <a:endParaRPr lang="en-US" sz="1500" b="0" i="0" u="none" strike="noStrike" cap="none" spc="0" baseline="0" dirty="0">
                        <a:ln>
                          <a:noFill/>
                        </a:ln>
                        <a:solidFill>
                          <a:schemeClr val="tx1"/>
                        </a:solidFill>
                        <a:effectLst/>
                        <a:uFillTx/>
                        <a:latin typeface="Arial" panose="020B0604020202020204" pitchFamily="34" charset="0"/>
                        <a:ea typeface="+mn-ea"/>
                        <a:cs typeface="Arial" panose="020B0604020202020204" pitchFamily="34" charset="0"/>
                        <a:sym typeface="Helvetica Neue Light"/>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pPr marL="0" marR="0" indent="0" algn="ctr" defTabSz="821530" fontAlgn="ctr" latinLnBrk="0">
                        <a:lnSpc>
                          <a:spcPct val="100000"/>
                        </a:lnSpc>
                        <a:spcBef>
                          <a:spcPts val="0"/>
                        </a:spcBef>
                        <a:spcAft>
                          <a:spcPts val="0"/>
                        </a:spcAft>
                        <a:buClrTx/>
                        <a:buSzTx/>
                        <a:buFontTx/>
                        <a:buNone/>
                        <a:tabLst/>
                      </a:pPr>
                      <a:endParaRPr lang="en-US" sz="1500" b="0" i="0" u="none" strike="noStrike" cap="none" spc="0" baseline="0" dirty="0">
                        <a:ln>
                          <a:noFill/>
                        </a:ln>
                        <a:solidFill>
                          <a:schemeClr val="tx1"/>
                        </a:solidFill>
                        <a:effectLst/>
                        <a:uFillTx/>
                        <a:latin typeface="Arial" panose="020B0604020202020204" pitchFamily="34" charset="0"/>
                        <a:ea typeface="+mn-ea"/>
                        <a:cs typeface="Arial" panose="020B0604020202020204" pitchFamily="34" charset="0"/>
                        <a:sym typeface="Helvetica Neue Light"/>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9"/>
                  </a:ext>
                </a:extLst>
              </a:tr>
              <a:tr h="261301">
                <a:tc>
                  <a:txBody>
                    <a:bodyPr/>
                    <a:lstStyle/>
                    <a:p>
                      <a:pPr marL="0" marR="0" indent="0" algn="ctr" defTabSz="821530" fontAlgn="ctr" latinLnBrk="0">
                        <a:lnSpc>
                          <a:spcPct val="100000"/>
                        </a:lnSpc>
                        <a:spcBef>
                          <a:spcPts val="0"/>
                        </a:spcBef>
                        <a:spcAft>
                          <a:spcPts val="0"/>
                        </a:spcAft>
                        <a:buClrTx/>
                        <a:buSzTx/>
                        <a:buFontTx/>
                        <a:buNone/>
                        <a:tabLst/>
                      </a:pPr>
                      <a:r>
                        <a:rPr lang="en-US" altLang="zh-CN" sz="1600" b="0" i="0" u="none" strike="noStrike" cap="none" spc="0" baseline="0" dirty="0">
                          <a:ln>
                            <a:noFill/>
                          </a:ln>
                          <a:solidFill>
                            <a:schemeClr val="tx1"/>
                          </a:solidFill>
                          <a:effectLst/>
                          <a:uFillTx/>
                          <a:latin typeface="Arial" panose="020B0604020202020204" pitchFamily="34" charset="0"/>
                          <a:ea typeface="+mn-ea"/>
                          <a:cs typeface="Arial" panose="020B0604020202020204" pitchFamily="34" charset="0"/>
                          <a:sym typeface="Helvetica Neue Light"/>
                        </a:rPr>
                        <a:t>15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600" b="0" i="0" u="none" strike="noStrike" dirty="0">
                          <a:solidFill>
                            <a:srgbClr val="000000"/>
                          </a:solidFill>
                          <a:effectLst/>
                          <a:latin typeface="Arial" panose="020B0604020202020204" pitchFamily="34" charset="0"/>
                          <a:ea typeface="等线" panose="02010600030101010101" pitchFamily="2" charset="-122"/>
                        </a:rPr>
                        <a:t>N35SH</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endParaRPr lang="zh-CN" altLang="en-US"/>
                    </a:p>
                  </a:txBody>
                  <a:tcPr/>
                </a:tc>
                <a:tc>
                  <a:txBody>
                    <a:bodyPr/>
                    <a:lstStyle/>
                    <a:p>
                      <a:pPr marL="0" marR="0" indent="0" algn="ctr" defTabSz="821530" fontAlgn="ctr" latinLnBrk="0">
                        <a:lnSpc>
                          <a:spcPct val="100000"/>
                        </a:lnSpc>
                        <a:spcBef>
                          <a:spcPts val="0"/>
                        </a:spcBef>
                        <a:spcAft>
                          <a:spcPts val="0"/>
                        </a:spcAft>
                        <a:buClrTx/>
                        <a:buSzTx/>
                        <a:buFontTx/>
                        <a:buNone/>
                        <a:tabLst/>
                      </a:pPr>
                      <a:r>
                        <a:rPr lang="en-US" altLang="zh-CN" sz="1600" b="0" i="0" u="none" strike="noStrike" cap="none" spc="0" baseline="0" dirty="0">
                          <a:ln>
                            <a:noFill/>
                          </a:ln>
                          <a:solidFill>
                            <a:schemeClr val="tx1"/>
                          </a:solidFill>
                          <a:effectLst/>
                          <a:uFillTx/>
                          <a:latin typeface="Arial" panose="020B0604020202020204" pitchFamily="34" charset="0"/>
                          <a:ea typeface="+mn-ea"/>
                          <a:cs typeface="Arial" panose="020B0604020202020204" pitchFamily="34" charset="0"/>
                          <a:sym typeface="Helvetica Neue Light"/>
                        </a:rPr>
                        <a:t>38</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600" b="0" i="0" u="none" strike="noStrike" dirty="0">
                          <a:solidFill>
                            <a:srgbClr val="000000"/>
                          </a:solidFill>
                          <a:effectLst/>
                          <a:latin typeface="Arial" panose="020B0604020202020204" pitchFamily="34" charset="0"/>
                          <a:ea typeface="等线" panose="02010600030101010101" pitchFamily="2" charset="-122"/>
                        </a:rPr>
                        <a:t>N35SH</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endParaRPr lang="zh-CN" altLang="en-US"/>
                    </a:p>
                  </a:txBody>
                  <a:tcPr/>
                </a:tc>
                <a:tc>
                  <a:txBody>
                    <a:bodyPr/>
                    <a:lstStyle/>
                    <a:p>
                      <a:pPr marL="0" marR="0" indent="0" algn="ctr" defTabSz="821530" fontAlgn="ctr" latinLnBrk="0">
                        <a:lnSpc>
                          <a:spcPct val="100000"/>
                        </a:lnSpc>
                        <a:spcBef>
                          <a:spcPts val="0"/>
                        </a:spcBef>
                        <a:spcAft>
                          <a:spcPts val="0"/>
                        </a:spcAft>
                        <a:buClrTx/>
                        <a:buSzTx/>
                        <a:buFontTx/>
                        <a:buNone/>
                        <a:tabLst/>
                      </a:pPr>
                      <a:endParaRPr lang="en-US" altLang="zh-CN" sz="1600" b="0" i="0" u="none" strike="noStrike" cap="none" spc="0" baseline="0" dirty="0">
                        <a:ln>
                          <a:noFill/>
                        </a:ln>
                        <a:solidFill>
                          <a:schemeClr val="tx1"/>
                        </a:solidFill>
                        <a:effectLst/>
                        <a:uFillTx/>
                        <a:latin typeface="Arial" panose="020B0604020202020204" pitchFamily="34" charset="0"/>
                        <a:ea typeface="+mn-ea"/>
                        <a:cs typeface="Arial" panose="020B0604020202020204" pitchFamily="34" charset="0"/>
                        <a:sym typeface="Helvetica Neue Light"/>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defTabSz="821530" fontAlgn="ctr" latinLnBrk="0">
                        <a:lnSpc>
                          <a:spcPct val="100000"/>
                        </a:lnSpc>
                        <a:spcBef>
                          <a:spcPts val="0"/>
                        </a:spcBef>
                        <a:spcAft>
                          <a:spcPts val="0"/>
                        </a:spcAft>
                        <a:buClrTx/>
                        <a:buSzTx/>
                        <a:buFontTx/>
                        <a:buNone/>
                        <a:tabLst/>
                      </a:pPr>
                      <a:endParaRPr lang="en-US" sz="1600" b="0" i="0" u="none" strike="noStrike" cap="none" spc="0" baseline="0" dirty="0">
                        <a:ln>
                          <a:noFill/>
                        </a:ln>
                        <a:solidFill>
                          <a:schemeClr val="tx1"/>
                        </a:solidFill>
                        <a:effectLst/>
                        <a:uFillTx/>
                        <a:latin typeface="Arial" panose="020B0604020202020204" pitchFamily="34" charset="0"/>
                        <a:ea typeface="+mn-ea"/>
                        <a:cs typeface="Arial" panose="020B0604020202020204" pitchFamily="34" charset="0"/>
                        <a:sym typeface="Helvetica Neue Light"/>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pPr marL="0" marR="0" indent="0" algn="ctr" defTabSz="821530" fontAlgn="ctr" latinLnBrk="0">
                        <a:lnSpc>
                          <a:spcPct val="100000"/>
                        </a:lnSpc>
                        <a:spcBef>
                          <a:spcPts val="0"/>
                        </a:spcBef>
                        <a:spcAft>
                          <a:spcPts val="0"/>
                        </a:spcAft>
                        <a:buClrTx/>
                        <a:buSzTx/>
                        <a:buFontTx/>
                        <a:buNone/>
                        <a:tabLst/>
                      </a:pPr>
                      <a:endParaRPr lang="en-US" sz="1500" b="0" i="0" u="none" strike="noStrike" cap="none" spc="0" baseline="0" dirty="0">
                        <a:ln>
                          <a:noFill/>
                        </a:ln>
                        <a:solidFill>
                          <a:schemeClr val="tx1"/>
                        </a:solidFill>
                        <a:effectLst/>
                        <a:uFillTx/>
                        <a:latin typeface="Arial" panose="020B0604020202020204" pitchFamily="34" charset="0"/>
                        <a:ea typeface="+mn-ea"/>
                        <a:cs typeface="Arial" panose="020B0604020202020204" pitchFamily="34" charset="0"/>
                        <a:sym typeface="Helvetica Neue Light"/>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pPr marL="0" marR="0" indent="0" algn="ctr" defTabSz="821530" fontAlgn="ctr" latinLnBrk="0">
                        <a:lnSpc>
                          <a:spcPct val="100000"/>
                        </a:lnSpc>
                        <a:spcBef>
                          <a:spcPts val="0"/>
                        </a:spcBef>
                        <a:spcAft>
                          <a:spcPts val="0"/>
                        </a:spcAft>
                        <a:buClrTx/>
                        <a:buSzTx/>
                        <a:buFontTx/>
                        <a:buNone/>
                        <a:tabLst/>
                      </a:pPr>
                      <a:endParaRPr lang="en-US" sz="1500" b="0" i="0" u="none" strike="noStrike" cap="none" spc="0" baseline="0" dirty="0">
                        <a:ln>
                          <a:noFill/>
                        </a:ln>
                        <a:solidFill>
                          <a:schemeClr val="tx1"/>
                        </a:solidFill>
                        <a:effectLst/>
                        <a:uFillTx/>
                        <a:latin typeface="Arial" panose="020B0604020202020204" pitchFamily="34" charset="0"/>
                        <a:ea typeface="+mn-ea"/>
                        <a:cs typeface="Arial" panose="020B0604020202020204" pitchFamily="34" charset="0"/>
                        <a:sym typeface="Helvetica Neue Light"/>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0"/>
                  </a:ext>
                </a:extLst>
              </a:tr>
              <a:tr h="261301">
                <a:tc>
                  <a:txBody>
                    <a:bodyPr/>
                    <a:lstStyle/>
                    <a:p>
                      <a:pPr marL="0" marR="0" indent="0" algn="ctr" defTabSz="821530" fontAlgn="ctr" latinLnBrk="0">
                        <a:lnSpc>
                          <a:spcPct val="100000"/>
                        </a:lnSpc>
                        <a:spcBef>
                          <a:spcPts val="0"/>
                        </a:spcBef>
                        <a:spcAft>
                          <a:spcPts val="0"/>
                        </a:spcAft>
                        <a:buClrTx/>
                        <a:buSzTx/>
                        <a:buFontTx/>
                        <a:buNone/>
                        <a:tabLst/>
                      </a:pPr>
                      <a:r>
                        <a:rPr lang="en-US" altLang="zh-CN" sz="1600" b="0" i="0" u="none" strike="noStrike" cap="none" spc="0" baseline="0" dirty="0">
                          <a:ln>
                            <a:noFill/>
                          </a:ln>
                          <a:solidFill>
                            <a:schemeClr val="tx1"/>
                          </a:solidFill>
                          <a:effectLst/>
                          <a:uFillTx/>
                          <a:latin typeface="Arial" panose="020B0604020202020204" pitchFamily="34" charset="0"/>
                          <a:ea typeface="+mn-ea"/>
                          <a:cs typeface="Arial" panose="020B0604020202020204" pitchFamily="34" charset="0"/>
                          <a:sym typeface="Helvetica Neue Light"/>
                        </a:rPr>
                        <a:t>16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600" b="0" i="0" u="none" strike="noStrike" dirty="0">
                          <a:solidFill>
                            <a:srgbClr val="000000"/>
                          </a:solidFill>
                          <a:effectLst/>
                          <a:latin typeface="Arial" panose="020B0604020202020204" pitchFamily="34" charset="0"/>
                          <a:ea typeface="等线" panose="02010600030101010101" pitchFamily="2" charset="-122"/>
                        </a:rPr>
                        <a:t>N35SH</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endParaRPr lang="zh-CN" altLang="en-US"/>
                    </a:p>
                  </a:txBody>
                  <a:tcPr/>
                </a:tc>
                <a:tc>
                  <a:txBody>
                    <a:bodyPr/>
                    <a:lstStyle/>
                    <a:p>
                      <a:pPr marL="0" marR="0" indent="0" algn="ctr" defTabSz="821530" fontAlgn="ctr" latinLnBrk="0">
                        <a:lnSpc>
                          <a:spcPct val="100000"/>
                        </a:lnSpc>
                        <a:spcBef>
                          <a:spcPts val="0"/>
                        </a:spcBef>
                        <a:spcAft>
                          <a:spcPts val="0"/>
                        </a:spcAft>
                        <a:buClrTx/>
                        <a:buSzTx/>
                        <a:buFontTx/>
                        <a:buNone/>
                        <a:tabLst/>
                      </a:pPr>
                      <a:r>
                        <a:rPr lang="en-US" altLang="zh-CN" sz="1600" b="0" i="0" u="none" strike="noStrike" cap="none" spc="0" baseline="0">
                          <a:ln>
                            <a:noFill/>
                          </a:ln>
                          <a:solidFill>
                            <a:schemeClr val="tx1"/>
                          </a:solidFill>
                          <a:effectLst/>
                          <a:uFillTx/>
                          <a:latin typeface="Arial" panose="020B0604020202020204" pitchFamily="34" charset="0"/>
                          <a:ea typeface="+mn-ea"/>
                          <a:cs typeface="Arial" panose="020B0604020202020204" pitchFamily="34" charset="0"/>
                          <a:sym typeface="Helvetica Neue Light"/>
                        </a:rPr>
                        <a:t>39</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600" b="0" i="0" u="none" strike="noStrike" dirty="0">
                          <a:solidFill>
                            <a:srgbClr val="000000"/>
                          </a:solidFill>
                          <a:effectLst/>
                          <a:latin typeface="Arial" panose="020B0604020202020204" pitchFamily="34" charset="0"/>
                          <a:ea typeface="等线" panose="02010600030101010101" pitchFamily="2" charset="-122"/>
                        </a:rPr>
                        <a:t>N35SH</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endParaRPr lang="zh-CN" altLang="en-US"/>
                    </a:p>
                  </a:txBody>
                  <a:tcPr/>
                </a:tc>
                <a:tc>
                  <a:txBody>
                    <a:bodyPr/>
                    <a:lstStyle/>
                    <a:p>
                      <a:pPr marL="0" marR="0" indent="0" algn="ctr" defTabSz="821530" fontAlgn="ctr" latinLnBrk="0">
                        <a:lnSpc>
                          <a:spcPct val="100000"/>
                        </a:lnSpc>
                        <a:spcBef>
                          <a:spcPts val="0"/>
                        </a:spcBef>
                        <a:spcAft>
                          <a:spcPts val="0"/>
                        </a:spcAft>
                        <a:buClrTx/>
                        <a:buSzTx/>
                        <a:buFontTx/>
                        <a:buNone/>
                        <a:tabLst/>
                      </a:pPr>
                      <a:endParaRPr lang="en-US" altLang="zh-CN" sz="1600" b="0" i="0" u="none" strike="noStrike" cap="none" spc="0" baseline="0" dirty="0">
                        <a:ln>
                          <a:noFill/>
                        </a:ln>
                        <a:solidFill>
                          <a:schemeClr val="tx1"/>
                        </a:solidFill>
                        <a:effectLst/>
                        <a:uFillTx/>
                        <a:latin typeface="Arial" panose="020B0604020202020204" pitchFamily="34" charset="0"/>
                        <a:ea typeface="+mn-ea"/>
                        <a:cs typeface="Arial" panose="020B0604020202020204" pitchFamily="34" charset="0"/>
                        <a:sym typeface="Helvetica Neue Light"/>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defTabSz="821530" fontAlgn="ctr" latinLnBrk="0">
                        <a:lnSpc>
                          <a:spcPct val="100000"/>
                        </a:lnSpc>
                        <a:spcBef>
                          <a:spcPts val="0"/>
                        </a:spcBef>
                        <a:spcAft>
                          <a:spcPts val="0"/>
                        </a:spcAft>
                        <a:buClrTx/>
                        <a:buSzTx/>
                        <a:buFontTx/>
                        <a:buNone/>
                        <a:tabLst/>
                      </a:pPr>
                      <a:endParaRPr lang="en-US" sz="1600" b="0" i="0" u="none" strike="noStrike" cap="none" spc="0" baseline="0" dirty="0">
                        <a:ln>
                          <a:noFill/>
                        </a:ln>
                        <a:solidFill>
                          <a:schemeClr val="tx1"/>
                        </a:solidFill>
                        <a:effectLst/>
                        <a:uFillTx/>
                        <a:latin typeface="Arial" panose="020B0604020202020204" pitchFamily="34" charset="0"/>
                        <a:ea typeface="+mn-ea"/>
                        <a:cs typeface="Arial" panose="020B0604020202020204" pitchFamily="34" charset="0"/>
                        <a:sym typeface="Helvetica Neue Light"/>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endParaRPr lang="zh-CN" altLang="en-US"/>
                    </a:p>
                  </a:txBody>
                  <a:tcPr/>
                </a:tc>
                <a:tc vMerge="1">
                  <a:txBody>
                    <a:bodyPr/>
                    <a:lstStyle/>
                    <a:p>
                      <a:endParaRPr lang="zh-CN" altLang="en-US"/>
                    </a:p>
                  </a:txBody>
                  <a:tcPr/>
                </a:tc>
                <a:extLst>
                  <a:ext uri="{0D108BD9-81ED-4DB2-BD59-A6C34878D82A}">
                    <a16:rowId xmlns:a16="http://schemas.microsoft.com/office/drawing/2014/main" val="585220769"/>
                  </a:ext>
                </a:extLst>
              </a:tr>
              <a:tr h="261301">
                <a:tc>
                  <a:txBody>
                    <a:bodyPr/>
                    <a:lstStyle/>
                    <a:p>
                      <a:pPr marL="0" marR="0" indent="0" algn="ctr" defTabSz="821530" fontAlgn="ctr" latinLnBrk="0">
                        <a:lnSpc>
                          <a:spcPct val="100000"/>
                        </a:lnSpc>
                        <a:spcBef>
                          <a:spcPts val="0"/>
                        </a:spcBef>
                        <a:spcAft>
                          <a:spcPts val="0"/>
                        </a:spcAft>
                        <a:buClrTx/>
                        <a:buSzTx/>
                        <a:buFontTx/>
                        <a:buNone/>
                        <a:tabLst/>
                      </a:pPr>
                      <a:r>
                        <a:rPr lang="en-US" altLang="zh-CN" sz="1600" b="0" i="0" u="none" strike="noStrike" cap="none" spc="0" baseline="0" dirty="0">
                          <a:ln>
                            <a:noFill/>
                          </a:ln>
                          <a:solidFill>
                            <a:schemeClr val="tx1"/>
                          </a:solidFill>
                          <a:effectLst/>
                          <a:uFillTx/>
                          <a:latin typeface="Arial" panose="020B0604020202020204" pitchFamily="34" charset="0"/>
                          <a:ea typeface="+mn-ea"/>
                          <a:cs typeface="Arial" panose="020B0604020202020204" pitchFamily="34" charset="0"/>
                          <a:sym typeface="Helvetica Neue Light"/>
                        </a:rPr>
                        <a:t>20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600" b="0" i="0" u="none" strike="noStrike" dirty="0">
                          <a:solidFill>
                            <a:srgbClr val="000000"/>
                          </a:solidFill>
                          <a:effectLst/>
                          <a:latin typeface="Arial" panose="020B0604020202020204" pitchFamily="34" charset="0"/>
                          <a:ea typeface="等线" panose="02010600030101010101" pitchFamily="2" charset="-122"/>
                        </a:rPr>
                        <a:t>N45SH</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endParaRPr lang="zh-CN" altLang="en-US"/>
                    </a:p>
                  </a:txBody>
                  <a:tcPr/>
                </a:tc>
                <a:tc>
                  <a:txBody>
                    <a:bodyPr/>
                    <a:lstStyle/>
                    <a:p>
                      <a:pPr marL="0" marR="0" indent="0" algn="ctr" defTabSz="821530" fontAlgn="ctr" latinLnBrk="0">
                        <a:lnSpc>
                          <a:spcPct val="100000"/>
                        </a:lnSpc>
                        <a:spcBef>
                          <a:spcPts val="0"/>
                        </a:spcBef>
                        <a:spcAft>
                          <a:spcPts val="0"/>
                        </a:spcAft>
                        <a:buClrTx/>
                        <a:buSzTx/>
                        <a:buFontTx/>
                        <a:buNone/>
                        <a:tabLst/>
                      </a:pPr>
                      <a:r>
                        <a:rPr lang="en-US" altLang="zh-CN" sz="1600" b="0" i="0" u="none" strike="noStrike" cap="none" spc="0" baseline="0">
                          <a:ln>
                            <a:noFill/>
                          </a:ln>
                          <a:solidFill>
                            <a:schemeClr val="tx1"/>
                          </a:solidFill>
                          <a:effectLst/>
                          <a:uFillTx/>
                          <a:latin typeface="Arial" panose="020B0604020202020204" pitchFamily="34" charset="0"/>
                          <a:ea typeface="+mn-ea"/>
                          <a:cs typeface="Arial" panose="020B0604020202020204" pitchFamily="34" charset="0"/>
                          <a:sym typeface="Helvetica Neue Light"/>
                        </a:rPr>
                        <a:t>40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600" b="0" i="0" u="none" strike="noStrike" dirty="0">
                          <a:solidFill>
                            <a:srgbClr val="000000"/>
                          </a:solidFill>
                          <a:effectLst/>
                          <a:latin typeface="Arial" panose="020B0604020202020204" pitchFamily="34" charset="0"/>
                          <a:ea typeface="等线" panose="02010600030101010101" pitchFamily="2" charset="-122"/>
                        </a:rPr>
                        <a:t>N35SH</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endParaRPr lang="zh-CN" altLang="en-US"/>
                    </a:p>
                  </a:txBody>
                  <a:tcPr/>
                </a:tc>
                <a:tc>
                  <a:txBody>
                    <a:bodyPr/>
                    <a:lstStyle/>
                    <a:p>
                      <a:pPr marL="0" marR="0" indent="0" algn="ctr" defTabSz="821530" fontAlgn="ctr" latinLnBrk="0">
                        <a:lnSpc>
                          <a:spcPct val="100000"/>
                        </a:lnSpc>
                        <a:spcBef>
                          <a:spcPts val="0"/>
                        </a:spcBef>
                        <a:spcAft>
                          <a:spcPts val="0"/>
                        </a:spcAft>
                        <a:buClrTx/>
                        <a:buSzTx/>
                        <a:buFontTx/>
                        <a:buNone/>
                        <a:tabLst/>
                      </a:pPr>
                      <a:endParaRPr lang="en-US" altLang="zh-CN" sz="1600" b="0" i="0" u="none" strike="noStrike" cap="none" spc="0" baseline="0" dirty="0">
                        <a:ln>
                          <a:noFill/>
                        </a:ln>
                        <a:solidFill>
                          <a:schemeClr val="tx1"/>
                        </a:solidFill>
                        <a:effectLst/>
                        <a:uFillTx/>
                        <a:latin typeface="Arial" panose="020B0604020202020204" pitchFamily="34" charset="0"/>
                        <a:ea typeface="+mn-ea"/>
                        <a:cs typeface="Arial" panose="020B0604020202020204" pitchFamily="34" charset="0"/>
                        <a:sym typeface="Helvetica Neue Light"/>
                      </a:endParaRPr>
                    </a:p>
                  </a:txBody>
                  <a:tcPr marL="8757" marR="8757" marT="875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defTabSz="821530" fontAlgn="ctr" latinLnBrk="0">
                        <a:lnSpc>
                          <a:spcPct val="100000"/>
                        </a:lnSpc>
                        <a:spcBef>
                          <a:spcPts val="0"/>
                        </a:spcBef>
                        <a:spcAft>
                          <a:spcPts val="0"/>
                        </a:spcAft>
                        <a:buClrTx/>
                        <a:buSzTx/>
                        <a:buFontTx/>
                        <a:buNone/>
                        <a:tabLst/>
                      </a:pPr>
                      <a:endParaRPr lang="en-US" sz="1600" b="0" i="0" u="none" strike="noStrike" cap="none" spc="0" baseline="0" dirty="0">
                        <a:ln>
                          <a:noFill/>
                        </a:ln>
                        <a:solidFill>
                          <a:schemeClr val="tx1"/>
                        </a:solidFill>
                        <a:effectLst/>
                        <a:uFillTx/>
                        <a:latin typeface="Arial" panose="020B0604020202020204" pitchFamily="34" charset="0"/>
                        <a:ea typeface="+mn-ea"/>
                        <a:cs typeface="Arial" panose="020B0604020202020204" pitchFamily="34" charset="0"/>
                        <a:sym typeface="Helvetica Neue Light"/>
                      </a:endParaRPr>
                    </a:p>
                  </a:txBody>
                  <a:tcPr marL="8757" marR="8757" marT="875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pPr marL="0" marR="0" indent="0" algn="ctr" defTabSz="821530" fontAlgn="ctr" latinLnBrk="0">
                        <a:lnSpc>
                          <a:spcPct val="100000"/>
                        </a:lnSpc>
                        <a:spcBef>
                          <a:spcPts val="0"/>
                        </a:spcBef>
                        <a:spcAft>
                          <a:spcPts val="0"/>
                        </a:spcAft>
                        <a:buClrTx/>
                        <a:buSzTx/>
                        <a:buFontTx/>
                        <a:buNone/>
                        <a:tabLst/>
                      </a:pPr>
                      <a:endParaRPr lang="en-US" sz="1500" b="0" i="0" u="none" strike="noStrike" cap="none" spc="0" baseline="0" dirty="0">
                        <a:ln>
                          <a:noFill/>
                        </a:ln>
                        <a:solidFill>
                          <a:schemeClr val="tx1"/>
                        </a:solidFill>
                        <a:effectLst/>
                        <a:uFillTx/>
                        <a:latin typeface="Arial" panose="020B0604020202020204" pitchFamily="34" charset="0"/>
                        <a:ea typeface="+mn-ea"/>
                        <a:cs typeface="Arial" panose="020B0604020202020204" pitchFamily="34" charset="0"/>
                        <a:sym typeface="Helvetica Neue Light"/>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pPr marL="0" marR="0" indent="0" algn="ctr" defTabSz="821530" fontAlgn="ctr" latinLnBrk="0">
                        <a:lnSpc>
                          <a:spcPct val="100000"/>
                        </a:lnSpc>
                        <a:spcBef>
                          <a:spcPts val="0"/>
                        </a:spcBef>
                        <a:spcAft>
                          <a:spcPts val="0"/>
                        </a:spcAft>
                        <a:buClrTx/>
                        <a:buSzTx/>
                        <a:buFontTx/>
                        <a:buNone/>
                        <a:tabLst/>
                      </a:pPr>
                      <a:endParaRPr lang="en-US" sz="1500" b="0" i="0" u="none" strike="noStrike" cap="none" spc="0" baseline="0" dirty="0">
                        <a:ln>
                          <a:noFill/>
                        </a:ln>
                        <a:solidFill>
                          <a:schemeClr val="tx1"/>
                        </a:solidFill>
                        <a:effectLst/>
                        <a:uFillTx/>
                        <a:latin typeface="Arial" panose="020B0604020202020204" pitchFamily="34" charset="0"/>
                        <a:ea typeface="+mn-ea"/>
                        <a:cs typeface="Arial" panose="020B0604020202020204" pitchFamily="34" charset="0"/>
                        <a:sym typeface="Helvetica Neue Light"/>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1"/>
                  </a:ext>
                </a:extLst>
              </a:tr>
              <a:tr h="261301">
                <a:tc>
                  <a:txBody>
                    <a:bodyPr/>
                    <a:lstStyle/>
                    <a:p>
                      <a:pPr marL="0" marR="0" indent="0" algn="ctr" defTabSz="821530" fontAlgn="ctr" latinLnBrk="0">
                        <a:lnSpc>
                          <a:spcPct val="100000"/>
                        </a:lnSpc>
                        <a:spcBef>
                          <a:spcPts val="0"/>
                        </a:spcBef>
                        <a:spcAft>
                          <a:spcPts val="0"/>
                        </a:spcAft>
                        <a:buClrTx/>
                        <a:buSzTx/>
                        <a:buFontTx/>
                        <a:buNone/>
                        <a:tabLst/>
                      </a:pPr>
                      <a:r>
                        <a:rPr lang="en-US" altLang="zh-CN" sz="1600" b="0" i="0" u="none" strike="noStrike" cap="none" spc="0" baseline="0" dirty="0">
                          <a:ln>
                            <a:noFill/>
                          </a:ln>
                          <a:solidFill>
                            <a:schemeClr val="tx1"/>
                          </a:solidFill>
                          <a:effectLst/>
                          <a:uFillTx/>
                          <a:latin typeface="Arial" panose="020B0604020202020204" pitchFamily="34" charset="0"/>
                          <a:ea typeface="+mn-ea"/>
                          <a:cs typeface="Arial" panose="020B0604020202020204" pitchFamily="34" charset="0"/>
                          <a:sym typeface="Helvetica Neue Light"/>
                        </a:rPr>
                        <a:t>21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600" b="0" i="0" u="none" strike="noStrike" dirty="0">
                          <a:solidFill>
                            <a:srgbClr val="000000"/>
                          </a:solidFill>
                          <a:effectLst/>
                          <a:latin typeface="Arial" panose="020B0604020202020204" pitchFamily="34" charset="0"/>
                          <a:ea typeface="等线" panose="02010600030101010101" pitchFamily="2" charset="-122"/>
                        </a:rPr>
                        <a:t>N45SH</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endParaRPr lang="zh-CN" altLang="en-US"/>
                    </a:p>
                  </a:txBody>
                  <a:tcPr/>
                </a:tc>
                <a:tc>
                  <a:txBody>
                    <a:bodyPr/>
                    <a:lstStyle/>
                    <a:p>
                      <a:pPr marL="0" marR="0" indent="0" algn="ctr" defTabSz="821530" fontAlgn="ctr" latinLnBrk="0">
                        <a:lnSpc>
                          <a:spcPct val="100000"/>
                        </a:lnSpc>
                        <a:spcBef>
                          <a:spcPts val="0"/>
                        </a:spcBef>
                        <a:spcAft>
                          <a:spcPts val="0"/>
                        </a:spcAft>
                        <a:buClrTx/>
                        <a:buSzTx/>
                        <a:buFontTx/>
                        <a:buNone/>
                        <a:tabLst/>
                      </a:pPr>
                      <a:r>
                        <a:rPr lang="en-US" altLang="zh-CN" sz="1600" b="0" i="0" u="none" strike="noStrike" cap="none" spc="0" baseline="0" dirty="0">
                          <a:ln>
                            <a:noFill/>
                          </a:ln>
                          <a:solidFill>
                            <a:schemeClr val="tx1"/>
                          </a:solidFill>
                          <a:effectLst/>
                          <a:uFillTx/>
                          <a:latin typeface="Arial" panose="020B0604020202020204" pitchFamily="34" charset="0"/>
                          <a:ea typeface="+mn-ea"/>
                          <a:cs typeface="Arial" panose="020B0604020202020204" pitchFamily="34" charset="0"/>
                          <a:sym typeface="Helvetica Neue Light"/>
                        </a:rPr>
                        <a:t>41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sz="1600" b="0" i="0" u="none" strike="noStrike" dirty="0">
                          <a:solidFill>
                            <a:srgbClr val="000000"/>
                          </a:solidFill>
                          <a:effectLst/>
                          <a:latin typeface="Arial" panose="020B0604020202020204" pitchFamily="34" charset="0"/>
                          <a:ea typeface="等线" panose="02010600030101010101" pitchFamily="2" charset="-122"/>
                        </a:rPr>
                        <a:t>N35SH</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vMerge="1">
                  <a:txBody>
                    <a:bodyPr/>
                    <a:lstStyle/>
                    <a:p>
                      <a:pPr marL="0" marR="0" indent="0" algn="ctr" defTabSz="821530" fontAlgn="ctr" latinLnBrk="0">
                        <a:lnSpc>
                          <a:spcPct val="100000"/>
                        </a:lnSpc>
                        <a:spcBef>
                          <a:spcPts val="0"/>
                        </a:spcBef>
                        <a:spcAft>
                          <a:spcPts val="0"/>
                        </a:spcAft>
                        <a:buClrTx/>
                        <a:buSzTx/>
                        <a:buFontTx/>
                        <a:buNone/>
                        <a:tabLst/>
                      </a:pPr>
                      <a:endParaRPr lang="zh-CN" altLang="en-US" sz="1500" b="0" i="0" u="none" strike="noStrike" cap="none" spc="0" baseline="0" dirty="0">
                        <a:ln>
                          <a:noFill/>
                        </a:ln>
                        <a:solidFill>
                          <a:schemeClr val="tx1"/>
                        </a:solidFill>
                        <a:effectLst/>
                        <a:uFillTx/>
                        <a:latin typeface="Arial" panose="020B0604020202020204" pitchFamily="34" charset="0"/>
                        <a:ea typeface="+mn-ea"/>
                        <a:cs typeface="Arial" panose="020B0604020202020204" pitchFamily="34" charset="0"/>
                        <a:sym typeface="Helvetica Neue Light"/>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indent="0" algn="ctr" defTabSz="821530" fontAlgn="ctr" latinLnBrk="0">
                        <a:lnSpc>
                          <a:spcPct val="100000"/>
                        </a:lnSpc>
                        <a:spcBef>
                          <a:spcPts val="0"/>
                        </a:spcBef>
                        <a:spcAft>
                          <a:spcPts val="0"/>
                        </a:spcAft>
                        <a:buClrTx/>
                        <a:buSzTx/>
                        <a:buFontTx/>
                        <a:buNone/>
                        <a:tabLst/>
                      </a:pPr>
                      <a:endParaRPr lang="en-US" altLang="zh-CN" sz="1600" b="0" i="0" u="none" strike="noStrike" cap="none" spc="0" baseline="0" dirty="0">
                        <a:ln>
                          <a:noFill/>
                        </a:ln>
                        <a:solidFill>
                          <a:schemeClr val="tx1"/>
                        </a:solidFill>
                        <a:effectLst/>
                        <a:uFillTx/>
                        <a:latin typeface="Arial" panose="020B0604020202020204" pitchFamily="34" charset="0"/>
                        <a:ea typeface="+mn-ea"/>
                        <a:cs typeface="Arial" panose="020B0604020202020204" pitchFamily="34" charset="0"/>
                        <a:sym typeface="Helvetica Neue Light"/>
                      </a:endParaRPr>
                    </a:p>
                  </a:txBody>
                  <a:tcPr marL="8757" marR="8757" marT="875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indent="0" algn="ctr" defTabSz="821530" fontAlgn="ctr" latinLnBrk="0">
                        <a:lnSpc>
                          <a:spcPct val="100000"/>
                        </a:lnSpc>
                        <a:spcBef>
                          <a:spcPts val="0"/>
                        </a:spcBef>
                        <a:spcAft>
                          <a:spcPts val="0"/>
                        </a:spcAft>
                        <a:buClrTx/>
                        <a:buSzTx/>
                        <a:buFontTx/>
                        <a:buNone/>
                        <a:tabLst/>
                      </a:pPr>
                      <a:endParaRPr lang="en-US" sz="1600" b="0" i="0" u="none" strike="noStrike" cap="none" spc="0" baseline="0" dirty="0">
                        <a:ln>
                          <a:noFill/>
                        </a:ln>
                        <a:solidFill>
                          <a:schemeClr val="tx1"/>
                        </a:solidFill>
                        <a:effectLst/>
                        <a:uFillTx/>
                        <a:latin typeface="Arial" panose="020B0604020202020204" pitchFamily="34" charset="0"/>
                        <a:ea typeface="+mn-ea"/>
                        <a:cs typeface="Arial" panose="020B0604020202020204" pitchFamily="34" charset="0"/>
                        <a:sym typeface="Helvetica Neue Light"/>
                      </a:endParaRPr>
                    </a:p>
                  </a:txBody>
                  <a:tcPr marL="8757" marR="8757" marT="875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vMerge="1">
                  <a:txBody>
                    <a:bodyPr/>
                    <a:lstStyle/>
                    <a:p>
                      <a:pPr marL="0" marR="0" indent="0" algn="ctr" defTabSz="821530" fontAlgn="ctr" latinLnBrk="0">
                        <a:lnSpc>
                          <a:spcPct val="100000"/>
                        </a:lnSpc>
                        <a:spcBef>
                          <a:spcPts val="0"/>
                        </a:spcBef>
                        <a:spcAft>
                          <a:spcPts val="0"/>
                        </a:spcAft>
                        <a:buClrTx/>
                        <a:buSzTx/>
                        <a:buFontTx/>
                        <a:buNone/>
                        <a:tabLst/>
                      </a:pPr>
                      <a:endParaRPr lang="zh-CN" altLang="en-US" sz="1500" b="0" i="0" u="none" strike="noStrike" cap="none" spc="0" baseline="0" dirty="0">
                        <a:ln>
                          <a:noFill/>
                        </a:ln>
                        <a:solidFill>
                          <a:schemeClr val="tx1"/>
                        </a:solidFill>
                        <a:effectLst/>
                        <a:uFillTx/>
                        <a:latin typeface="Arial" panose="020B0604020202020204" pitchFamily="34" charset="0"/>
                        <a:ea typeface="+mn-ea"/>
                        <a:cs typeface="Arial" panose="020B0604020202020204" pitchFamily="34" charset="0"/>
                        <a:sym typeface="Helvetica Neue Light"/>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vMerge="1">
                  <a:txBody>
                    <a:bodyPr/>
                    <a:lstStyle/>
                    <a:p>
                      <a:pPr marL="0" marR="0" indent="0" algn="ctr" defTabSz="821530" fontAlgn="ctr" latinLnBrk="0">
                        <a:lnSpc>
                          <a:spcPct val="100000"/>
                        </a:lnSpc>
                        <a:spcBef>
                          <a:spcPts val="0"/>
                        </a:spcBef>
                        <a:spcAft>
                          <a:spcPts val="0"/>
                        </a:spcAft>
                        <a:buClrTx/>
                        <a:buSzTx/>
                        <a:buFontTx/>
                        <a:buNone/>
                        <a:tabLst/>
                      </a:pPr>
                      <a:endParaRPr lang="zh-CN" altLang="en-US" sz="1500" b="0" i="0" u="none" strike="noStrike" cap="none" spc="0" baseline="0" dirty="0">
                        <a:ln>
                          <a:noFill/>
                        </a:ln>
                        <a:solidFill>
                          <a:schemeClr val="tx1"/>
                        </a:solidFill>
                        <a:effectLst/>
                        <a:uFillTx/>
                        <a:latin typeface="Arial" panose="020B0604020202020204" pitchFamily="34" charset="0"/>
                        <a:ea typeface="+mn-ea"/>
                        <a:cs typeface="Arial" panose="020B0604020202020204" pitchFamily="34" charset="0"/>
                        <a:sym typeface="Helvetica Neue Light"/>
                      </a:endParaRPr>
                    </a:p>
                  </a:txBody>
                  <a:tcPr marL="9525" marR="9525" marT="9525" marB="0" anchor="b">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12"/>
                  </a:ext>
                </a:extLst>
              </a:tr>
            </a:tbl>
          </a:graphicData>
        </a:graphic>
      </p:graphicFrame>
      <p:pic>
        <p:nvPicPr>
          <p:cNvPr id="92" name="图片 91"/>
          <p:cNvPicPr>
            <a:picLocks noChangeAspect="1" noChangeArrowheads="1"/>
          </p:cNvPicPr>
          <p:nvPr/>
        </p:nvPicPr>
        <p:blipFill rotWithShape="1">
          <a:blip r:embed="rId4" cstate="email">
            <a:extLst>
              <a:ext uri="{28A0092B-C50C-407E-A947-70E740481C1C}">
                <a14:useLocalDpi xmlns:a14="http://schemas.microsoft.com/office/drawing/2010/main"/>
              </a:ext>
            </a:extLst>
          </a:blip>
          <a:srcRect/>
          <a:stretch/>
        </p:blipFill>
        <p:spPr bwMode="auto">
          <a:xfrm>
            <a:off x="1030047" y="10379603"/>
            <a:ext cx="4117598" cy="29077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3" name="图片 92"/>
          <p:cNvPicPr>
            <a:picLocks noChangeAspect="1"/>
          </p:cNvPicPr>
          <p:nvPr/>
        </p:nvPicPr>
        <p:blipFill>
          <a:blip r:embed="rId5"/>
          <a:stretch>
            <a:fillRect/>
          </a:stretch>
        </p:blipFill>
        <p:spPr>
          <a:xfrm>
            <a:off x="5834864" y="10479499"/>
            <a:ext cx="2451234" cy="2465653"/>
          </a:xfrm>
          <a:prstGeom prst="rect">
            <a:avLst/>
          </a:prstGeom>
        </p:spPr>
      </p:pic>
      <p:sp>
        <p:nvSpPr>
          <p:cNvPr id="94" name="文本框 93"/>
          <p:cNvSpPr txBox="1"/>
          <p:nvPr/>
        </p:nvSpPr>
        <p:spPr>
          <a:xfrm>
            <a:off x="3051796" y="13222882"/>
            <a:ext cx="1000266" cy="47192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r>
              <a:rPr kumimoji="0" lang="zh-CN" altLang="en-US" sz="2400" b="0" i="0" u="none" strike="noStrike" cap="none" spc="0" normalizeH="0" baseline="0" dirty="0">
                <a:ln>
                  <a:noFill/>
                </a:ln>
                <a:solidFill>
                  <a:srgbClr val="000000"/>
                </a:solidFill>
                <a:effectLst/>
                <a:uFillTx/>
                <a:latin typeface="Arial" panose="020B0604020202020204" pitchFamily="34" charset="0"/>
                <a:cs typeface="Arial" panose="020B0604020202020204" pitchFamily="34" charset="0"/>
                <a:sym typeface="Helvetica Neue Medium"/>
              </a:rPr>
              <a:t>设备</a:t>
            </a:r>
          </a:p>
        </p:txBody>
      </p:sp>
      <p:sp>
        <p:nvSpPr>
          <p:cNvPr id="95" name="圆角矩形"/>
          <p:cNvSpPr/>
          <p:nvPr/>
        </p:nvSpPr>
        <p:spPr>
          <a:xfrm>
            <a:off x="907918" y="9897003"/>
            <a:ext cx="8829482" cy="3760789"/>
          </a:xfrm>
          <a:prstGeom prst="roundRect">
            <a:avLst>
              <a:gd name="adj" fmla="val 15860"/>
            </a:avLst>
          </a:prstGeom>
          <a:ln w="25400">
            <a:solidFill>
              <a:srgbClr val="00B0F0"/>
            </a:solidFill>
            <a:custDash>
              <a:ds d="200000" sp="200000"/>
            </a:custDash>
            <a:miter lim="400000"/>
          </a:ln>
        </p:spPr>
        <p:txBody>
          <a:bodyPr lIns="71433" tIns="71433" rIns="71433" bIns="71433" anchor="ctr"/>
          <a:lstStyle/>
          <a:p>
            <a:pPr>
              <a:defRPr sz="3600">
                <a:latin typeface="Helvetica Neue Light"/>
                <a:ea typeface="Helvetica Neue Light"/>
                <a:cs typeface="Helvetica Neue Light"/>
                <a:sym typeface="Helvetica Neue Light"/>
              </a:defRPr>
            </a:pPr>
            <a:endParaRPr>
              <a:latin typeface="Arial" panose="020B0604020202020204" pitchFamily="34" charset="0"/>
              <a:cs typeface="Arial" panose="020B0604020202020204" pitchFamily="34" charset="0"/>
            </a:endParaRPr>
          </a:p>
        </p:txBody>
      </p:sp>
      <p:sp>
        <p:nvSpPr>
          <p:cNvPr id="104" name="矩形 13"/>
          <p:cNvSpPr txBox="1"/>
          <p:nvPr/>
        </p:nvSpPr>
        <p:spPr>
          <a:xfrm>
            <a:off x="4305684" y="9886386"/>
            <a:ext cx="1870752" cy="461661"/>
          </a:xfrm>
          <a:prstGeom prst="rect">
            <a:avLst/>
          </a:prstGeom>
          <a:solidFill>
            <a:srgbClr val="C0EFAF"/>
          </a:solid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8" tIns="45718" rIns="45718" bIns="45718">
            <a:spAutoFit/>
          </a:bodyPr>
          <a:lstStyle>
            <a:lvl1pPr>
              <a:defRPr sz="2400" b="1">
                <a:latin typeface="Helvetica Neue"/>
                <a:ea typeface="Helvetica Neue"/>
                <a:cs typeface="Helvetica Neue"/>
                <a:sym typeface="Helvetica Neue"/>
              </a:defRPr>
            </a:lvl1pPr>
          </a:lstStyle>
          <a:p>
            <a:r>
              <a:rPr lang="zh-CN" altLang="en-US" dirty="0">
                <a:latin typeface="Arial" panose="020B0604020202020204" pitchFamily="34" charset="0"/>
                <a:cs typeface="Arial" panose="020B0604020202020204" pitchFamily="34" charset="0"/>
              </a:rPr>
              <a:t>校准</a:t>
            </a:r>
            <a:endParaRPr dirty="0">
              <a:latin typeface="Arial" panose="020B0604020202020204" pitchFamily="34" charset="0"/>
              <a:cs typeface="Arial" panose="020B0604020202020204" pitchFamily="34" charset="0"/>
            </a:endParaRPr>
          </a:p>
        </p:txBody>
      </p:sp>
      <p:sp>
        <p:nvSpPr>
          <p:cNvPr id="105" name="Pic2  Calibration Block"/>
          <p:cNvSpPr txBox="1"/>
          <p:nvPr/>
        </p:nvSpPr>
        <p:spPr>
          <a:xfrm>
            <a:off x="6444666" y="13202405"/>
            <a:ext cx="1067593" cy="513595"/>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71434" tIns="71434" rIns="71434" bIns="71434" numCol="1" anchor="ctr">
            <a:spAutoFit/>
          </a:bodyPr>
          <a:lstStyle>
            <a:lvl1pPr algn="l" defTabSz="409575">
              <a:defRPr sz="1800"/>
            </a:lvl1pPr>
          </a:lstStyle>
          <a:p>
            <a:r>
              <a:rPr lang="zh-CN" altLang="en-US" sz="2400" dirty="0">
                <a:latin typeface="Arial" panose="020B0604020202020204" pitchFamily="34" charset="0"/>
                <a:cs typeface="Arial" panose="020B0604020202020204" pitchFamily="34" charset="0"/>
              </a:rPr>
              <a:t>标准块</a:t>
            </a:r>
            <a:endParaRPr sz="2400" dirty="0">
              <a:latin typeface="Arial" panose="020B0604020202020204" pitchFamily="34" charset="0"/>
              <a:cs typeface="Arial" panose="020B0604020202020204" pitchFamily="34" charset="0"/>
            </a:endParaRPr>
          </a:p>
        </p:txBody>
      </p:sp>
      <p:sp>
        <p:nvSpPr>
          <p:cNvPr id="106" name="圆角矩形"/>
          <p:cNvSpPr/>
          <p:nvPr/>
        </p:nvSpPr>
        <p:spPr>
          <a:xfrm>
            <a:off x="10866993" y="9897003"/>
            <a:ext cx="12634508" cy="3760789"/>
          </a:xfrm>
          <a:prstGeom prst="roundRect">
            <a:avLst>
              <a:gd name="adj" fmla="val 15860"/>
            </a:avLst>
          </a:prstGeom>
          <a:ln w="25400">
            <a:solidFill>
              <a:srgbClr val="00B0F0"/>
            </a:solidFill>
            <a:custDash>
              <a:ds d="200000" sp="200000"/>
            </a:custDash>
            <a:miter lim="400000"/>
          </a:ln>
        </p:spPr>
        <p:txBody>
          <a:bodyPr lIns="71433" tIns="71433" rIns="71433" bIns="71433" anchor="ctr"/>
          <a:lstStyle/>
          <a:p>
            <a:pPr>
              <a:defRPr sz="3600">
                <a:latin typeface="Helvetica Neue Light"/>
                <a:ea typeface="Helvetica Neue Light"/>
                <a:cs typeface="Helvetica Neue Light"/>
                <a:sym typeface="Helvetica Neue Light"/>
              </a:defRPr>
            </a:pPr>
            <a:endParaRPr>
              <a:latin typeface="Arial" panose="020B0604020202020204" pitchFamily="34" charset="0"/>
              <a:cs typeface="Arial" panose="020B0604020202020204" pitchFamily="34" charset="0"/>
            </a:endParaRPr>
          </a:p>
        </p:txBody>
      </p:sp>
      <p:sp>
        <p:nvSpPr>
          <p:cNvPr id="107" name="文本框 106"/>
          <p:cNvSpPr txBox="1"/>
          <p:nvPr/>
        </p:nvSpPr>
        <p:spPr>
          <a:xfrm>
            <a:off x="11873152" y="13196276"/>
            <a:ext cx="1370827" cy="47192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algn="l" defTabSz="409575"/>
            <a:r>
              <a:rPr lang="zh-CN" altLang="en-US" sz="2400" dirty="0">
                <a:latin typeface="Arial" panose="020B0604020202020204" pitchFamily="34" charset="0"/>
                <a:cs typeface="Arial" panose="020B0604020202020204" pitchFamily="34" charset="0"/>
              </a:rPr>
              <a:t>放置产品</a:t>
            </a:r>
          </a:p>
        </p:txBody>
      </p:sp>
      <p:pic>
        <p:nvPicPr>
          <p:cNvPr id="108" name="图片 107"/>
          <p:cNvPicPr>
            <a:picLocks noChangeAspect="1"/>
          </p:cNvPicPr>
          <p:nvPr/>
        </p:nvPicPr>
        <p:blipFill rotWithShape="1">
          <a:blip r:embed="rId6" cstate="email">
            <a:extLst>
              <a:ext uri="{28A0092B-C50C-407E-A947-70E740481C1C}">
                <a14:useLocalDpi xmlns:a14="http://schemas.microsoft.com/office/drawing/2010/main"/>
              </a:ext>
            </a:extLst>
          </a:blip>
          <a:srcRect/>
          <a:stretch/>
        </p:blipFill>
        <p:spPr>
          <a:xfrm>
            <a:off x="11107984" y="10574417"/>
            <a:ext cx="2536380" cy="2409615"/>
          </a:xfrm>
          <a:prstGeom prst="rect">
            <a:avLst/>
          </a:prstGeom>
        </p:spPr>
      </p:pic>
      <p:sp>
        <p:nvSpPr>
          <p:cNvPr id="109" name="文本框 108"/>
          <p:cNvSpPr txBox="1"/>
          <p:nvPr/>
        </p:nvSpPr>
        <p:spPr>
          <a:xfrm>
            <a:off x="15865090" y="13169673"/>
            <a:ext cx="1446474" cy="47192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r>
              <a:rPr lang="zh-CN" altLang="en-US" sz="2400" dirty="0">
                <a:latin typeface="Arial" panose="020B0604020202020204" pitchFamily="34" charset="0"/>
                <a:cs typeface="Arial" panose="020B0604020202020204" pitchFamily="34" charset="0"/>
              </a:rPr>
              <a:t>选择程序</a:t>
            </a:r>
          </a:p>
        </p:txBody>
      </p:sp>
      <p:sp>
        <p:nvSpPr>
          <p:cNvPr id="110" name="文本框 109"/>
          <p:cNvSpPr txBox="1"/>
          <p:nvPr/>
        </p:nvSpPr>
        <p:spPr>
          <a:xfrm>
            <a:off x="20618589" y="13169673"/>
            <a:ext cx="1331385" cy="47192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r>
              <a:rPr lang="zh-CN" altLang="en-US" sz="2400" dirty="0">
                <a:latin typeface="Arial" panose="020B0604020202020204" pitchFamily="34" charset="0"/>
                <a:cs typeface="Arial" panose="020B0604020202020204" pitchFamily="34" charset="0"/>
              </a:rPr>
              <a:t>结果</a:t>
            </a:r>
          </a:p>
        </p:txBody>
      </p:sp>
      <p:grpSp>
        <p:nvGrpSpPr>
          <p:cNvPr id="111" name="组合 110"/>
          <p:cNvGrpSpPr/>
          <p:nvPr/>
        </p:nvGrpSpPr>
        <p:grpSpPr>
          <a:xfrm>
            <a:off x="14238168" y="10529667"/>
            <a:ext cx="4144970" cy="2520580"/>
            <a:chOff x="14347039" y="9597786"/>
            <a:chExt cx="4144970" cy="2520580"/>
          </a:xfrm>
        </p:grpSpPr>
        <p:grpSp>
          <p:nvGrpSpPr>
            <p:cNvPr id="112" name="组合 111"/>
            <p:cNvGrpSpPr/>
            <p:nvPr/>
          </p:nvGrpSpPr>
          <p:grpSpPr>
            <a:xfrm>
              <a:off x="14347039" y="9597786"/>
              <a:ext cx="4144970" cy="2520580"/>
              <a:chOff x="9923052" y="8947170"/>
              <a:chExt cx="4435206" cy="3304813"/>
            </a:xfrm>
          </p:grpSpPr>
          <p:pic>
            <p:nvPicPr>
              <p:cNvPr id="116" name="Picture 5"/>
              <p:cNvPicPr>
                <a:picLocks noChangeAspect="1" noChangeArrowheads="1"/>
              </p:cNvPicPr>
              <p:nvPr/>
            </p:nvPicPr>
            <p:blipFill rotWithShape="1">
              <a:blip r:embed="rId7" cstate="email">
                <a:extLst>
                  <a:ext uri="{28A0092B-C50C-407E-A947-70E740481C1C}">
                    <a14:useLocalDpi xmlns:a14="http://schemas.microsoft.com/office/drawing/2010/main"/>
                  </a:ext>
                </a:extLst>
              </a:blip>
              <a:srcRect/>
              <a:stretch/>
            </p:blipFill>
            <p:spPr bwMode="auto">
              <a:xfrm>
                <a:off x="9923052" y="8947170"/>
                <a:ext cx="4435206" cy="3304813"/>
              </a:xfrm>
              <a:prstGeom prst="rect">
                <a:avLst/>
              </a:prstGeom>
              <a:noFill/>
              <a:ln>
                <a:noFill/>
              </a:ln>
              <a:effectLst/>
              <a:extLst>
                <a:ext uri="{909E8E84-426E-40DD-AFC4-6F175D3DCCD1}">
                  <a14:hiddenFill xmlns:a14="http://schemas.microsoft.com/office/drawing/2010/main">
                    <a:solidFill>
                      <a:srgbClr xmlns:mc="http://schemas.openxmlformats.org/markup-compatibility/2006" val="000000" mc:Ignorable="a14" a14:legacySpreadsheetColorIndex="64"/>
                    </a:solidFill>
                  </a14:hiddenFill>
                </a:ext>
                <a:ext uri="{91240B29-F687-4F45-9708-019B960494DF}">
                  <a14:hiddenLine xmlns:a14="http://schemas.microsoft.com/office/drawing/2010/main" w="1">
                    <a:solidFill>
                      <a:srgbClr xmlns:mc="http://schemas.openxmlformats.org/markup-compatibility/2006" val="FFFFFF" mc:Ignorable="a14" a14:legacySpreadsheetColorIndex="65"/>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117" name="圆角矩形 116"/>
              <p:cNvSpPr/>
              <p:nvPr/>
            </p:nvSpPr>
            <p:spPr>
              <a:xfrm>
                <a:off x="11137447" y="10678706"/>
                <a:ext cx="478810" cy="74615"/>
              </a:xfrm>
              <a:prstGeom prst="roundRect">
                <a:avLst/>
              </a:prstGeom>
              <a:noFill/>
              <a:ln w="12700" cap="flat">
                <a:solidFill>
                  <a:srgbClr val="FF0000"/>
                </a:solid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71436" tIns="71436" rIns="71436" bIns="71436" numCol="1" spcCol="38100" rtlCol="0" anchor="ctr">
                <a:spAutoFit/>
              </a:bodyPr>
              <a:lstStyle/>
              <a:p>
                <a:pPr marL="0" marR="0" indent="0" algn="ctr" defTabSz="821530" rtl="0" fontAlgn="auto" latinLnBrk="0" hangingPunct="0">
                  <a:lnSpc>
                    <a:spcPct val="100000"/>
                  </a:lnSpc>
                  <a:spcBef>
                    <a:spcPts val="0"/>
                  </a:spcBef>
                  <a:spcAft>
                    <a:spcPts val="0"/>
                  </a:spcAft>
                  <a:buClrTx/>
                  <a:buSzTx/>
                  <a:buFontTx/>
                  <a:buNone/>
                  <a:tabLst/>
                </a:pPr>
                <a:endParaRPr kumimoji="0" lang="zh-CN" altLang="en-US" sz="3200" b="0" i="0" u="none" strike="noStrike" cap="none" spc="0" normalizeH="0" baseline="0">
                  <a:ln>
                    <a:noFill/>
                  </a:ln>
                  <a:solidFill>
                    <a:srgbClr val="000000"/>
                  </a:solidFill>
                  <a:effectLst/>
                  <a:uFillTx/>
                  <a:latin typeface="Arial" panose="020B0604020202020204" pitchFamily="34" charset="0"/>
                  <a:cs typeface="Arial" panose="020B0604020202020204" pitchFamily="34" charset="0"/>
                  <a:sym typeface="Helvetica Neue Medium"/>
                </a:endParaRPr>
              </a:p>
            </p:txBody>
          </p:sp>
          <p:sp>
            <p:nvSpPr>
              <p:cNvPr id="118" name="文本框 117"/>
              <p:cNvSpPr txBox="1"/>
              <p:nvPr/>
            </p:nvSpPr>
            <p:spPr>
              <a:xfrm>
                <a:off x="11623717" y="10538264"/>
                <a:ext cx="677646" cy="29592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1530" rtl="0" fontAlgn="auto" latinLnBrk="0" hangingPunct="0">
                  <a:lnSpc>
                    <a:spcPct val="100000"/>
                  </a:lnSpc>
                  <a:spcBef>
                    <a:spcPts val="0"/>
                  </a:spcBef>
                  <a:spcAft>
                    <a:spcPts val="0"/>
                  </a:spcAft>
                  <a:buClrTx/>
                  <a:buSzTx/>
                  <a:buFontTx/>
                  <a:buNone/>
                  <a:tabLst/>
                </a:pPr>
                <a:r>
                  <a:rPr kumimoji="0" lang="zh-CN" altLang="en-US" sz="800" b="0" i="0" u="none" strike="noStrike" cap="none" spc="0" normalizeH="0" baseline="0" dirty="0">
                    <a:ln>
                      <a:noFill/>
                    </a:ln>
                    <a:solidFill>
                      <a:srgbClr val="FF0000"/>
                    </a:solidFill>
                    <a:effectLst/>
                    <a:uFillTx/>
                    <a:latin typeface="Arial" panose="020B0604020202020204" pitchFamily="34" charset="0"/>
                    <a:cs typeface="Arial" panose="020B0604020202020204" pitchFamily="34" charset="0"/>
                    <a:sym typeface="Helvetica Neue Medium"/>
                  </a:rPr>
                  <a:t>选择曲线</a:t>
                </a:r>
              </a:p>
            </p:txBody>
          </p:sp>
        </p:grpSp>
        <p:sp>
          <p:nvSpPr>
            <p:cNvPr id="113" name="矩形 112"/>
            <p:cNvSpPr/>
            <p:nvPr/>
          </p:nvSpPr>
          <p:spPr>
            <a:xfrm>
              <a:off x="15348983" y="11467599"/>
              <a:ext cx="929709" cy="95246"/>
            </a:xfrm>
            <a:prstGeom prst="rect">
              <a:avLst/>
            </a:prstGeom>
            <a:solidFill>
              <a:schemeClr val="bg1"/>
            </a:solid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71436" tIns="71436" rIns="71436" bIns="71436" numCol="1" spcCol="38100" rtlCol="0" anchor="ctr">
              <a:spAutoFit/>
            </a:bodyPr>
            <a:lstStyle/>
            <a:p>
              <a:pPr marL="0" marR="0" indent="0" algn="ctr" defTabSz="821530" rtl="0" fontAlgn="auto" latinLnBrk="0" hangingPunct="0">
                <a:lnSpc>
                  <a:spcPct val="100000"/>
                </a:lnSpc>
                <a:spcBef>
                  <a:spcPts val="0"/>
                </a:spcBef>
                <a:spcAft>
                  <a:spcPts val="0"/>
                </a:spcAft>
                <a:buClrTx/>
                <a:buSzTx/>
                <a:buFontTx/>
                <a:buNone/>
                <a:tabLst/>
              </a:pPr>
              <a:endParaRPr kumimoji="0" lang="zh-CN" altLang="en-US" sz="3200" b="0" i="0" u="none" strike="noStrike" cap="none" spc="0" normalizeH="0" baseline="0">
                <a:ln>
                  <a:noFill/>
                </a:ln>
                <a:solidFill>
                  <a:srgbClr val="000000"/>
                </a:solidFill>
                <a:effectLst/>
                <a:uFillTx/>
                <a:latin typeface="Arial" panose="020B0604020202020204" pitchFamily="34" charset="0"/>
                <a:cs typeface="Arial" panose="020B0604020202020204" pitchFamily="34" charset="0"/>
                <a:sym typeface="Helvetica Neue Medium"/>
              </a:endParaRPr>
            </a:p>
          </p:txBody>
        </p:sp>
        <p:sp>
          <p:nvSpPr>
            <p:cNvPr id="114" name="矩形 113"/>
            <p:cNvSpPr/>
            <p:nvPr/>
          </p:nvSpPr>
          <p:spPr>
            <a:xfrm>
              <a:off x="15823361" y="11161823"/>
              <a:ext cx="930787" cy="72278"/>
            </a:xfrm>
            <a:prstGeom prst="rect">
              <a:avLst/>
            </a:prstGeom>
            <a:solidFill>
              <a:schemeClr val="bg1"/>
            </a:solid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71436" tIns="71436" rIns="71436" bIns="71436" numCol="1" spcCol="38100" rtlCol="0" anchor="ctr">
              <a:spAutoFit/>
            </a:bodyPr>
            <a:lstStyle/>
            <a:p>
              <a:pPr marL="0" marR="0" indent="0" algn="ctr" defTabSz="821530" rtl="0" fontAlgn="auto" latinLnBrk="0" hangingPunct="0">
                <a:lnSpc>
                  <a:spcPct val="100000"/>
                </a:lnSpc>
                <a:spcBef>
                  <a:spcPts val="0"/>
                </a:spcBef>
                <a:spcAft>
                  <a:spcPts val="0"/>
                </a:spcAft>
                <a:buClrTx/>
                <a:buSzTx/>
                <a:buFontTx/>
                <a:buNone/>
                <a:tabLst/>
              </a:pPr>
              <a:endParaRPr kumimoji="0" lang="zh-CN" altLang="en-US" sz="3200" b="0" i="0" u="none" strike="noStrike" cap="none" spc="0" normalizeH="0" baseline="0">
                <a:ln>
                  <a:noFill/>
                </a:ln>
                <a:solidFill>
                  <a:srgbClr val="000000"/>
                </a:solidFill>
                <a:effectLst/>
                <a:uFillTx/>
                <a:latin typeface="Arial" panose="020B0604020202020204" pitchFamily="34" charset="0"/>
                <a:cs typeface="Arial" panose="020B0604020202020204" pitchFamily="34" charset="0"/>
                <a:sym typeface="Helvetica Neue Medium"/>
              </a:endParaRPr>
            </a:p>
          </p:txBody>
        </p:sp>
      </p:grpSp>
      <p:grpSp>
        <p:nvGrpSpPr>
          <p:cNvPr id="121" name="组合 120"/>
          <p:cNvGrpSpPr/>
          <p:nvPr/>
        </p:nvGrpSpPr>
        <p:grpSpPr>
          <a:xfrm>
            <a:off x="19123469" y="10519345"/>
            <a:ext cx="3840900" cy="2560599"/>
            <a:chOff x="19139798" y="9692876"/>
            <a:chExt cx="3840900" cy="2560599"/>
          </a:xfrm>
        </p:grpSpPr>
        <p:pic>
          <p:nvPicPr>
            <p:cNvPr id="122" name="图片 121"/>
            <p:cNvPicPr>
              <a:picLocks noChangeAspect="1"/>
            </p:cNvPicPr>
            <p:nvPr/>
          </p:nvPicPr>
          <p:blipFill>
            <a:blip r:embed="rId8" cstate="email">
              <a:extLst>
                <a:ext uri="{28A0092B-C50C-407E-A947-70E740481C1C}">
                  <a14:useLocalDpi xmlns:a14="http://schemas.microsoft.com/office/drawing/2010/main"/>
                </a:ext>
              </a:extLst>
            </a:blip>
            <a:stretch>
              <a:fillRect/>
            </a:stretch>
          </p:blipFill>
          <p:spPr>
            <a:xfrm>
              <a:off x="19139798" y="9692876"/>
              <a:ext cx="3840900" cy="2560599"/>
            </a:xfrm>
            <a:prstGeom prst="rect">
              <a:avLst/>
            </a:prstGeom>
          </p:spPr>
        </p:pic>
        <p:sp>
          <p:nvSpPr>
            <p:cNvPr id="123" name="文本框 122"/>
            <p:cNvSpPr txBox="1"/>
            <p:nvPr/>
          </p:nvSpPr>
          <p:spPr>
            <a:xfrm>
              <a:off x="19292198" y="9892303"/>
              <a:ext cx="1342720" cy="34881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algn="l"/>
              <a:r>
                <a:rPr lang="en-US" altLang="zh-CN" sz="1600" dirty="0">
                  <a:latin typeface="Arial" panose="020B0604020202020204" pitchFamily="34" charset="0"/>
                  <a:cs typeface="Arial" panose="020B0604020202020204" pitchFamily="34" charset="0"/>
                </a:rPr>
                <a:t>8.69 </a:t>
              </a:r>
              <a:r>
                <a:rPr lang="zh-CN" altLang="en-US" sz="1600" dirty="0">
                  <a:latin typeface="Arial" panose="020B0604020202020204" pitchFamily="34" charset="0"/>
                  <a:cs typeface="Arial" panose="020B0604020202020204" pitchFamily="34" charset="0"/>
                </a:rPr>
                <a:t>微米 </a:t>
              </a:r>
              <a:r>
                <a:rPr lang="en-US" altLang="zh-CN" sz="1600" dirty="0">
                  <a:latin typeface="Arial" panose="020B0604020202020204" pitchFamily="34" charset="0"/>
                  <a:cs typeface="Arial" panose="020B0604020202020204" pitchFamily="34" charset="0"/>
                </a:rPr>
                <a:t>Zn</a:t>
              </a:r>
              <a:endParaRPr lang="zh-CN" altLang="en-US" sz="1600" dirty="0">
                <a:latin typeface="Arial" panose="020B0604020202020204" pitchFamily="34" charset="0"/>
                <a:cs typeface="Arial" panose="020B0604020202020204" pitchFamily="34" charset="0"/>
              </a:endParaRPr>
            </a:p>
          </p:txBody>
        </p:sp>
      </p:grpSp>
      <p:sp>
        <p:nvSpPr>
          <p:cNvPr id="124" name="矩形 13"/>
          <p:cNvSpPr txBox="1"/>
          <p:nvPr/>
        </p:nvSpPr>
        <p:spPr>
          <a:xfrm>
            <a:off x="15961719" y="9886386"/>
            <a:ext cx="1870752" cy="461661"/>
          </a:xfrm>
          <a:prstGeom prst="rect">
            <a:avLst/>
          </a:prstGeom>
          <a:solidFill>
            <a:srgbClr val="C0EFAF"/>
          </a:solid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8" tIns="45718" rIns="45718" bIns="45718">
            <a:spAutoFit/>
          </a:bodyPr>
          <a:lstStyle>
            <a:lvl1pPr>
              <a:defRPr sz="2400" b="1">
                <a:latin typeface="Helvetica Neue"/>
                <a:ea typeface="Helvetica Neue"/>
                <a:cs typeface="Helvetica Neue"/>
                <a:sym typeface="Helvetica Neue"/>
              </a:defRPr>
            </a:lvl1pPr>
          </a:lstStyle>
          <a:p>
            <a:r>
              <a:rPr lang="zh-CN" altLang="en-US" dirty="0">
                <a:latin typeface="Arial" panose="020B0604020202020204" pitchFamily="34" charset="0"/>
                <a:cs typeface="Arial" panose="020B0604020202020204" pitchFamily="34" charset="0"/>
              </a:rPr>
              <a:t>测试</a:t>
            </a:r>
            <a:endParaRPr dirty="0">
              <a:latin typeface="Arial" panose="020B0604020202020204" pitchFamily="34" charset="0"/>
              <a:cs typeface="Arial" panose="020B0604020202020204" pitchFamily="34" charset="0"/>
            </a:endParaRPr>
          </a:p>
        </p:txBody>
      </p:sp>
      <p:sp>
        <p:nvSpPr>
          <p:cNvPr id="31" name="MTD | X1335 Metrology Details-Magnet 160-02017-05 (Series)">
            <a:extLst>
              <a:ext uri="{FF2B5EF4-FFF2-40B4-BE49-F238E27FC236}">
                <a16:creationId xmlns:a16="http://schemas.microsoft.com/office/drawing/2014/main" id="{97E9F8AC-CB39-1B4D-BC63-0DDCCB87880A}"/>
              </a:ext>
            </a:extLst>
          </p:cNvPr>
          <p:cNvSpPr txBox="1">
            <a:spLocks/>
          </p:cNvSpPr>
          <p:nvPr/>
        </p:nvSpPr>
        <p:spPr>
          <a:xfrm>
            <a:off x="653097" y="722522"/>
            <a:ext cx="14591955" cy="84420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noAutofit/>
          </a:bodyPr>
          <a:lstStyle>
            <a:lvl1pPr marL="0" marR="0" indent="0" algn="ctr" defTabSz="821530" rtl="0" latinLnBrk="0">
              <a:lnSpc>
                <a:spcPct val="100000"/>
              </a:lnSpc>
              <a:spcBef>
                <a:spcPts val="0"/>
              </a:spcBef>
              <a:spcAft>
                <a:spcPts val="0"/>
              </a:spcAft>
              <a:buClrTx/>
              <a:buSzTx/>
              <a:buFontTx/>
              <a:buNone/>
              <a:tabLst/>
              <a:defRPr sz="11200" b="0" i="0" u="none" strike="noStrike" cap="none" spc="0" baseline="0">
                <a:ln>
                  <a:noFill/>
                </a:ln>
                <a:solidFill>
                  <a:srgbClr val="000000"/>
                </a:solidFill>
                <a:uFillTx/>
                <a:latin typeface="+mj-lt"/>
                <a:ea typeface="+mj-ea"/>
                <a:cs typeface="+mj-cs"/>
                <a:sym typeface="Helvetica Neue Medium"/>
              </a:defRPr>
            </a:lvl1pPr>
            <a:lvl2pPr marL="0" marR="0" indent="0" algn="ctr" defTabSz="821530" rtl="0" latinLnBrk="0">
              <a:lnSpc>
                <a:spcPct val="100000"/>
              </a:lnSpc>
              <a:spcBef>
                <a:spcPts val="0"/>
              </a:spcBef>
              <a:spcAft>
                <a:spcPts val="0"/>
              </a:spcAft>
              <a:buClrTx/>
              <a:buSzTx/>
              <a:buFontTx/>
              <a:buNone/>
              <a:tabLst/>
              <a:defRPr sz="11200" b="0" i="0" u="none" strike="noStrike" cap="none" spc="0" baseline="0">
                <a:ln>
                  <a:noFill/>
                </a:ln>
                <a:solidFill>
                  <a:srgbClr val="000000"/>
                </a:solidFill>
                <a:uFillTx/>
                <a:latin typeface="+mj-lt"/>
                <a:ea typeface="+mj-ea"/>
                <a:cs typeface="+mj-cs"/>
                <a:sym typeface="Helvetica Neue Medium"/>
              </a:defRPr>
            </a:lvl2pPr>
            <a:lvl3pPr marL="0" marR="0" indent="0" algn="ctr" defTabSz="821530" rtl="0" latinLnBrk="0">
              <a:lnSpc>
                <a:spcPct val="100000"/>
              </a:lnSpc>
              <a:spcBef>
                <a:spcPts val="0"/>
              </a:spcBef>
              <a:spcAft>
                <a:spcPts val="0"/>
              </a:spcAft>
              <a:buClrTx/>
              <a:buSzTx/>
              <a:buFontTx/>
              <a:buNone/>
              <a:tabLst/>
              <a:defRPr sz="11200" b="0" i="0" u="none" strike="noStrike" cap="none" spc="0" baseline="0">
                <a:ln>
                  <a:noFill/>
                </a:ln>
                <a:solidFill>
                  <a:srgbClr val="000000"/>
                </a:solidFill>
                <a:uFillTx/>
                <a:latin typeface="+mj-lt"/>
                <a:ea typeface="+mj-ea"/>
                <a:cs typeface="+mj-cs"/>
                <a:sym typeface="Helvetica Neue Medium"/>
              </a:defRPr>
            </a:lvl3pPr>
            <a:lvl4pPr marL="0" marR="0" indent="0" algn="ctr" defTabSz="821530" rtl="0" latinLnBrk="0">
              <a:lnSpc>
                <a:spcPct val="100000"/>
              </a:lnSpc>
              <a:spcBef>
                <a:spcPts val="0"/>
              </a:spcBef>
              <a:spcAft>
                <a:spcPts val="0"/>
              </a:spcAft>
              <a:buClrTx/>
              <a:buSzTx/>
              <a:buFontTx/>
              <a:buNone/>
              <a:tabLst/>
              <a:defRPr sz="11200" b="0" i="0" u="none" strike="noStrike" cap="none" spc="0" baseline="0">
                <a:ln>
                  <a:noFill/>
                </a:ln>
                <a:solidFill>
                  <a:srgbClr val="000000"/>
                </a:solidFill>
                <a:uFillTx/>
                <a:latin typeface="+mj-lt"/>
                <a:ea typeface="+mj-ea"/>
                <a:cs typeface="+mj-cs"/>
                <a:sym typeface="Helvetica Neue Medium"/>
              </a:defRPr>
            </a:lvl4pPr>
            <a:lvl5pPr marL="0" marR="0" indent="0" algn="ctr" defTabSz="821530" rtl="0" latinLnBrk="0">
              <a:lnSpc>
                <a:spcPct val="100000"/>
              </a:lnSpc>
              <a:spcBef>
                <a:spcPts val="0"/>
              </a:spcBef>
              <a:spcAft>
                <a:spcPts val="0"/>
              </a:spcAft>
              <a:buClrTx/>
              <a:buSzTx/>
              <a:buFontTx/>
              <a:buNone/>
              <a:tabLst/>
              <a:defRPr sz="11200" b="0" i="0" u="none" strike="noStrike" cap="none" spc="0" baseline="0">
                <a:ln>
                  <a:noFill/>
                </a:ln>
                <a:solidFill>
                  <a:srgbClr val="000000"/>
                </a:solidFill>
                <a:uFillTx/>
                <a:latin typeface="+mj-lt"/>
                <a:ea typeface="+mj-ea"/>
                <a:cs typeface="+mj-cs"/>
                <a:sym typeface="Helvetica Neue Medium"/>
              </a:defRPr>
            </a:lvl5pPr>
            <a:lvl6pPr marL="0" marR="0" indent="0" algn="ctr" defTabSz="821530" rtl="0" latinLnBrk="0">
              <a:lnSpc>
                <a:spcPct val="100000"/>
              </a:lnSpc>
              <a:spcBef>
                <a:spcPts val="0"/>
              </a:spcBef>
              <a:spcAft>
                <a:spcPts val="0"/>
              </a:spcAft>
              <a:buClrTx/>
              <a:buSzTx/>
              <a:buFontTx/>
              <a:buNone/>
              <a:tabLst/>
              <a:defRPr sz="11200" b="0" i="0" u="none" strike="noStrike" cap="none" spc="0" baseline="0">
                <a:ln>
                  <a:noFill/>
                </a:ln>
                <a:solidFill>
                  <a:srgbClr val="000000"/>
                </a:solidFill>
                <a:uFillTx/>
                <a:latin typeface="+mj-lt"/>
                <a:ea typeface="+mj-ea"/>
                <a:cs typeface="+mj-cs"/>
                <a:sym typeface="Helvetica Neue Medium"/>
              </a:defRPr>
            </a:lvl6pPr>
            <a:lvl7pPr marL="0" marR="0" indent="0" algn="ctr" defTabSz="821530" rtl="0" latinLnBrk="0">
              <a:lnSpc>
                <a:spcPct val="100000"/>
              </a:lnSpc>
              <a:spcBef>
                <a:spcPts val="0"/>
              </a:spcBef>
              <a:spcAft>
                <a:spcPts val="0"/>
              </a:spcAft>
              <a:buClrTx/>
              <a:buSzTx/>
              <a:buFontTx/>
              <a:buNone/>
              <a:tabLst/>
              <a:defRPr sz="11200" b="0" i="0" u="none" strike="noStrike" cap="none" spc="0" baseline="0">
                <a:ln>
                  <a:noFill/>
                </a:ln>
                <a:solidFill>
                  <a:srgbClr val="000000"/>
                </a:solidFill>
                <a:uFillTx/>
                <a:latin typeface="+mj-lt"/>
                <a:ea typeface="+mj-ea"/>
                <a:cs typeface="+mj-cs"/>
                <a:sym typeface="Helvetica Neue Medium"/>
              </a:defRPr>
            </a:lvl7pPr>
            <a:lvl8pPr marL="0" marR="0" indent="0" algn="ctr" defTabSz="821530" rtl="0" latinLnBrk="0">
              <a:lnSpc>
                <a:spcPct val="100000"/>
              </a:lnSpc>
              <a:spcBef>
                <a:spcPts val="0"/>
              </a:spcBef>
              <a:spcAft>
                <a:spcPts val="0"/>
              </a:spcAft>
              <a:buClrTx/>
              <a:buSzTx/>
              <a:buFontTx/>
              <a:buNone/>
              <a:tabLst/>
              <a:defRPr sz="11200" b="0" i="0" u="none" strike="noStrike" cap="none" spc="0" baseline="0">
                <a:ln>
                  <a:noFill/>
                </a:ln>
                <a:solidFill>
                  <a:srgbClr val="000000"/>
                </a:solidFill>
                <a:uFillTx/>
                <a:latin typeface="+mj-lt"/>
                <a:ea typeface="+mj-ea"/>
                <a:cs typeface="+mj-cs"/>
                <a:sym typeface="Helvetica Neue Medium"/>
              </a:defRPr>
            </a:lvl8pPr>
            <a:lvl9pPr marL="0" marR="0" indent="0" algn="ctr" defTabSz="821530" rtl="0" latinLnBrk="0">
              <a:lnSpc>
                <a:spcPct val="100000"/>
              </a:lnSpc>
              <a:spcBef>
                <a:spcPts val="0"/>
              </a:spcBef>
              <a:spcAft>
                <a:spcPts val="0"/>
              </a:spcAft>
              <a:buClrTx/>
              <a:buSzTx/>
              <a:buFontTx/>
              <a:buNone/>
              <a:tabLst/>
              <a:defRPr sz="11200" b="0" i="0" u="none" strike="noStrike" cap="none" spc="0" baseline="0">
                <a:ln>
                  <a:noFill/>
                </a:ln>
                <a:solidFill>
                  <a:srgbClr val="000000"/>
                </a:solidFill>
                <a:uFillTx/>
                <a:latin typeface="+mj-lt"/>
                <a:ea typeface="+mj-ea"/>
                <a:cs typeface="+mj-cs"/>
                <a:sym typeface="Helvetica Neue Medium"/>
              </a:defRPr>
            </a:lvl9pPr>
          </a:lstStyle>
          <a:p>
            <a:pPr algn="l" defTabSz="212866" hangingPunct="1">
              <a:defRPr sz="4400">
                <a:solidFill>
                  <a:srgbClr val="024C90"/>
                </a:solidFill>
                <a:latin typeface="Helvetica Neue Light"/>
                <a:ea typeface="Helvetica Neue Light"/>
                <a:cs typeface="Helvetica Neue Light"/>
                <a:sym typeface="Helvetica Neue Light"/>
              </a:defRPr>
            </a:pPr>
            <a:r>
              <a:rPr lang="en" sz="4400" dirty="0">
                <a:solidFill>
                  <a:srgbClr val="024C90"/>
                </a:solidFill>
                <a:latin typeface="Arial" panose="020B0604020202020204" pitchFamily="34" charset="0"/>
                <a:ea typeface="Helvetica Neue Light"/>
                <a:cs typeface="Arial" panose="020B0604020202020204" pitchFamily="34" charset="0"/>
                <a:sym typeface="Helvetica Neue Light"/>
              </a:rPr>
              <a:t>MTD</a:t>
            </a:r>
            <a:r>
              <a:rPr lang="en" sz="4400" dirty="0">
                <a:latin typeface="Arial" panose="020B0604020202020204" pitchFamily="34" charset="0"/>
                <a:ea typeface="Helvetica Neue Light"/>
                <a:cs typeface="Arial" panose="020B0604020202020204" pitchFamily="34" charset="0"/>
                <a:sym typeface="Helvetica Neue Light"/>
              </a:rPr>
              <a:t> | </a:t>
            </a:r>
            <a:r>
              <a:rPr lang="en-US" sz="4400" dirty="0">
                <a:solidFill>
                  <a:schemeClr val="tx1"/>
                </a:solidFill>
                <a:latin typeface="Arial" panose="020B0604020202020204" pitchFamily="34" charset="0"/>
                <a:ea typeface="Helvetica Neue Light"/>
                <a:cs typeface="Arial" panose="020B0604020202020204" pitchFamily="34" charset="0"/>
                <a:sym typeface="Helvetica Neue Light"/>
              </a:rPr>
              <a:t>R240</a:t>
            </a:r>
            <a:r>
              <a:rPr lang="en" sz="4400" dirty="0">
                <a:latin typeface="Arial" panose="020B0604020202020204" pitchFamily="34" charset="0"/>
                <a:ea typeface="Helvetica Neue Light"/>
                <a:cs typeface="Arial" panose="020B0604020202020204" pitchFamily="34" charset="0"/>
                <a:sym typeface="Helvetica Neue Light"/>
              </a:rPr>
              <a:t> </a:t>
            </a:r>
            <a:r>
              <a:rPr lang="en" sz="4400" dirty="0">
                <a:solidFill>
                  <a:schemeClr val="tx1"/>
                </a:solidFill>
                <a:latin typeface="Arial" panose="020B0604020202020204" pitchFamily="34" charset="0"/>
                <a:ea typeface="Helvetica Neue Light"/>
                <a:cs typeface="Arial" panose="020B0604020202020204" pitchFamily="34" charset="0"/>
                <a:sym typeface="Helvetica Neue Light"/>
              </a:rPr>
              <a:t>Metrology Details-Magnet </a:t>
            </a:r>
            <a:r>
              <a:rPr lang="sv-SE" altLang="zh-CN" sz="4400" dirty="0">
                <a:solidFill>
                  <a:schemeClr val="tx1"/>
                </a:solidFill>
                <a:latin typeface="Arial" panose="020B0604020202020204" pitchFamily="34" charset="0"/>
                <a:ea typeface="Helvetica Neue Light"/>
                <a:cs typeface="Arial" panose="020B0604020202020204" pitchFamily="34" charset="0"/>
                <a:sym typeface="Helvetica Neue Light"/>
              </a:rPr>
              <a:t>099-53721-08</a:t>
            </a:r>
          </a:p>
        </p:txBody>
      </p:sp>
      <p:pic>
        <p:nvPicPr>
          <p:cNvPr id="2" name="图片 1"/>
          <p:cNvPicPr>
            <a:picLocks noChangeAspect="1"/>
          </p:cNvPicPr>
          <p:nvPr/>
        </p:nvPicPr>
        <p:blipFill>
          <a:blip r:embed="rId9"/>
          <a:stretch>
            <a:fillRect/>
          </a:stretch>
        </p:blipFill>
        <p:spPr>
          <a:xfrm>
            <a:off x="6000939" y="7160807"/>
            <a:ext cx="3896269" cy="2667372"/>
          </a:xfrm>
          <a:prstGeom prst="rect">
            <a:avLst/>
          </a:prstGeom>
        </p:spPr>
      </p:pic>
      <p:sp>
        <p:nvSpPr>
          <p:cNvPr id="4" name="六角星 3"/>
          <p:cNvSpPr/>
          <p:nvPr/>
        </p:nvSpPr>
        <p:spPr>
          <a:xfrm>
            <a:off x="7962361" y="8373160"/>
            <a:ext cx="192994" cy="214805"/>
          </a:xfrm>
          <a:prstGeom prst="star6">
            <a:avLst/>
          </a:prstGeom>
          <a:solidFill>
            <a:srgbClr val="00B0F0"/>
          </a:solidFill>
          <a:ln w="28575" cap="flat">
            <a:solidFill>
              <a:srgbClr val="FFFF00"/>
            </a:solid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71436" tIns="71436" rIns="71436" bIns="71436" numCol="1" spcCol="38100" rtlCol="0" anchor="ctr">
            <a:spAutoFit/>
          </a:bodyPr>
          <a:lstStyle/>
          <a:p>
            <a:pPr marL="0" marR="0" indent="0" algn="ctr" defTabSz="821530" rtl="0" fontAlgn="auto" latinLnBrk="0" hangingPunct="0">
              <a:lnSpc>
                <a:spcPct val="100000"/>
              </a:lnSpc>
              <a:spcBef>
                <a:spcPts val="0"/>
              </a:spcBef>
              <a:spcAft>
                <a:spcPts val="0"/>
              </a:spcAft>
              <a:buClrTx/>
              <a:buSzTx/>
              <a:buFontTx/>
              <a:buNone/>
              <a:tabLst/>
            </a:pPr>
            <a:endParaRPr kumimoji="0" lang="zh-CN" altLang="en-US" sz="3200" b="0" i="0" u="none" strike="noStrike" cap="none" spc="0" normalizeH="0" baseline="0">
              <a:ln>
                <a:noFill/>
              </a:ln>
              <a:solidFill>
                <a:srgbClr val="000000"/>
              </a:solidFill>
              <a:effectLst/>
              <a:uFillTx/>
              <a:latin typeface="+mj-lt"/>
              <a:ea typeface="+mj-ea"/>
              <a:cs typeface="+mj-cs"/>
              <a:sym typeface="Helvetica Neue Medium"/>
            </a:endParaRPr>
          </a:p>
        </p:txBody>
      </p:sp>
      <p:sp>
        <p:nvSpPr>
          <p:cNvPr id="5" name="文本框 4"/>
          <p:cNvSpPr txBox="1"/>
          <p:nvPr/>
        </p:nvSpPr>
        <p:spPr>
          <a:xfrm>
            <a:off x="8122244" y="8303026"/>
            <a:ext cx="552691" cy="38293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1530" rtl="0" fontAlgn="auto" latinLnBrk="0" hangingPunct="0">
              <a:lnSpc>
                <a:spcPct val="100000"/>
              </a:lnSpc>
              <a:spcBef>
                <a:spcPts val="0"/>
              </a:spcBef>
              <a:spcAft>
                <a:spcPts val="0"/>
              </a:spcAft>
              <a:buClrTx/>
              <a:buSzTx/>
              <a:buFontTx/>
              <a:buNone/>
              <a:tabLst/>
            </a:pPr>
            <a:r>
              <a:rPr kumimoji="0" lang="en-US" altLang="zh-CN" sz="2400" b="0" i="0" u="none" strike="noStrike" cap="none" spc="0" normalizeH="0" baseline="0" dirty="0">
                <a:ln>
                  <a:noFill/>
                </a:ln>
                <a:solidFill>
                  <a:srgbClr val="000000"/>
                </a:solidFill>
                <a:effectLst/>
                <a:uFillTx/>
                <a:latin typeface="Arial" panose="020B0604020202020204" pitchFamily="34" charset="0"/>
                <a:cs typeface="Arial" panose="020B0604020202020204" pitchFamily="34" charset="0"/>
                <a:sym typeface="Helvetica Neue Medium"/>
              </a:rPr>
              <a:t>P1</a:t>
            </a:r>
            <a:endParaRPr kumimoji="0" lang="zh-CN" altLang="en-US" sz="2400" b="0" i="0" u="none" strike="noStrike" cap="none" spc="0" normalizeH="0" baseline="0" dirty="0">
              <a:ln>
                <a:noFill/>
              </a:ln>
              <a:solidFill>
                <a:srgbClr val="000000"/>
              </a:solidFill>
              <a:effectLst/>
              <a:uFillTx/>
              <a:latin typeface="Arial" panose="020B0604020202020204" pitchFamily="34" charset="0"/>
              <a:cs typeface="Arial" panose="020B0604020202020204" pitchFamily="34" charset="0"/>
              <a:sym typeface="Helvetica Neue Medium"/>
            </a:endParaRPr>
          </a:p>
        </p:txBody>
      </p:sp>
      <p:grpSp>
        <p:nvGrpSpPr>
          <p:cNvPr id="33" name="组合 32"/>
          <p:cNvGrpSpPr/>
          <p:nvPr/>
        </p:nvGrpSpPr>
        <p:grpSpPr>
          <a:xfrm>
            <a:off x="12931202" y="4427477"/>
            <a:ext cx="10427875" cy="1675344"/>
            <a:chOff x="1354716" y="8101702"/>
            <a:chExt cx="12106440" cy="1675344"/>
          </a:xfrm>
        </p:grpSpPr>
        <p:pic>
          <p:nvPicPr>
            <p:cNvPr id="34" name="图片 33"/>
            <p:cNvPicPr>
              <a:picLocks noChangeAspect="1"/>
            </p:cNvPicPr>
            <p:nvPr/>
          </p:nvPicPr>
          <p:blipFill>
            <a:blip r:embed="rId10" cstate="email">
              <a:extLst>
                <a:ext uri="{28A0092B-C50C-407E-A947-70E740481C1C}">
                  <a14:useLocalDpi xmlns:a14="http://schemas.microsoft.com/office/drawing/2010/main"/>
                </a:ext>
              </a:extLst>
            </a:blip>
            <a:stretch>
              <a:fillRect/>
            </a:stretch>
          </p:blipFill>
          <p:spPr>
            <a:xfrm>
              <a:off x="1354716" y="8101702"/>
              <a:ext cx="12106440" cy="1675344"/>
            </a:xfrm>
            <a:prstGeom prst="rect">
              <a:avLst/>
            </a:prstGeom>
          </p:spPr>
        </p:pic>
        <p:sp>
          <p:nvSpPr>
            <p:cNvPr id="35" name="矩形 34"/>
            <p:cNvSpPr/>
            <p:nvPr/>
          </p:nvSpPr>
          <p:spPr>
            <a:xfrm>
              <a:off x="1382261" y="8802927"/>
              <a:ext cx="12053164" cy="439144"/>
            </a:xfrm>
            <a:prstGeom prst="rect">
              <a:avLst/>
            </a:prstGeom>
            <a:noFill/>
            <a:ln w="25400" cap="flat">
              <a:solidFill>
                <a:srgbClr val="FF0000"/>
              </a:solid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71436" tIns="71436" rIns="71436" bIns="71436" numCol="1" spcCol="38100" rtlCol="0" anchor="ctr">
              <a:spAutoFit/>
            </a:bodyPr>
            <a:lstStyle/>
            <a:p>
              <a:pPr marL="0" marR="0" indent="0" algn="ctr" defTabSz="821690" rtl="0" fontAlgn="auto" latinLnBrk="0" hangingPunct="0">
                <a:lnSpc>
                  <a:spcPct val="100000"/>
                </a:lnSpc>
                <a:spcBef>
                  <a:spcPts val="0"/>
                </a:spcBef>
                <a:spcAft>
                  <a:spcPts val="0"/>
                </a:spcAft>
                <a:buClrTx/>
                <a:buSzTx/>
                <a:buFontTx/>
                <a:buNone/>
              </a:pPr>
              <a:endParaRPr kumimoji="0" lang="zh-CN" altLang="en-US" sz="3200" b="0" i="0" u="none" strike="noStrike" cap="none" spc="0" normalizeH="0" baseline="0">
                <a:ln>
                  <a:noFill/>
                </a:ln>
                <a:solidFill>
                  <a:srgbClr val="000000"/>
                </a:solidFill>
                <a:effectLst/>
                <a:uFillTx/>
                <a:latin typeface="+mj-lt"/>
                <a:ea typeface="+mj-ea"/>
                <a:cs typeface="+mj-cs"/>
                <a:sym typeface="Helvetica Neue Medium" panose="02000503000000020004"/>
              </a:endParaRPr>
            </a:p>
          </p:txBody>
        </p:sp>
      </p:grpSp>
    </p:spTree>
    <p:extLst>
      <p:ext uri="{BB962C8B-B14F-4D97-AF65-F5344CB8AC3E}">
        <p14:creationId xmlns:p14="http://schemas.microsoft.com/office/powerpoint/2010/main" val="1341283541"/>
      </p:ext>
    </p:extLst>
  </p:cSld>
  <p:clrMapOvr>
    <a:masterClrMapping/>
  </p:clrMapOvr>
  <p:transition spd="med"/>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表格"/>
          <p:cNvGraphicFramePr/>
          <p:nvPr>
            <p:extLst>
              <p:ext uri="{D42A27DB-BD31-4B8C-83A1-F6EECF244321}">
                <p14:modId xmlns:p14="http://schemas.microsoft.com/office/powerpoint/2010/main" val="2619628071"/>
              </p:ext>
            </p:extLst>
          </p:nvPr>
        </p:nvGraphicFramePr>
        <p:xfrm>
          <a:off x="482599" y="1874899"/>
          <a:ext cx="23175819" cy="11841101"/>
        </p:xfrm>
        <a:graphic>
          <a:graphicData uri="http://schemas.openxmlformats.org/drawingml/2006/table">
            <a:tbl>
              <a:tblPr>
                <a:tableStyleId>{4C3C2611-4C71-4FC5-86AE-919BDF0F9419}</a:tableStyleId>
              </a:tblPr>
              <a:tblGrid>
                <a:gridCol w="12113441">
                  <a:extLst>
                    <a:ext uri="{9D8B030D-6E8A-4147-A177-3AD203B41FA5}">
                      <a16:colId xmlns:a16="http://schemas.microsoft.com/office/drawing/2014/main" val="20000"/>
                    </a:ext>
                  </a:extLst>
                </a:gridCol>
                <a:gridCol w="11062378">
                  <a:extLst>
                    <a:ext uri="{9D8B030D-6E8A-4147-A177-3AD203B41FA5}">
                      <a16:colId xmlns:a16="http://schemas.microsoft.com/office/drawing/2014/main" val="20001"/>
                    </a:ext>
                  </a:extLst>
                </a:gridCol>
              </a:tblGrid>
              <a:tr h="594290">
                <a:tc gridSpan="2">
                  <a:txBody>
                    <a:bodyPr/>
                    <a:lstStyle/>
                    <a:p>
                      <a:pPr marL="0" marR="0" lvl="0" indent="0" algn="l" defTabSz="409575" rtl="0" eaLnBrk="1" fontAlgn="auto" latinLnBrk="0" hangingPunct="1">
                        <a:lnSpc>
                          <a:spcPct val="100000"/>
                        </a:lnSpc>
                        <a:spcBef>
                          <a:spcPts val="0"/>
                        </a:spcBef>
                        <a:spcAft>
                          <a:spcPts val="0"/>
                        </a:spcAft>
                        <a:buClrTx/>
                        <a:buSzTx/>
                        <a:buFontTx/>
                        <a:buNone/>
                        <a:tabLst/>
                        <a:defRPr sz="1800"/>
                      </a:pPr>
                      <a:r>
                        <a:rPr lang="en-US" altLang="zh-CN" sz="3000" b="0" i="0" u="none" strike="noStrike" cap="none" spc="0" baseline="0" dirty="0">
                          <a:ln>
                            <a:noFill/>
                          </a:ln>
                          <a:solidFill>
                            <a:schemeClr val="tx1"/>
                          </a:solidFill>
                          <a:uFillTx/>
                          <a:latin typeface="Arial" panose="020B0604020202020204" pitchFamily="34" charset="0"/>
                          <a:ea typeface="+mn-ea"/>
                          <a:cs typeface="Arial" panose="020B0604020202020204" pitchFamily="34" charset="0"/>
                          <a:sym typeface="Helvetica Neue Medium" panose="02000503000000020004"/>
                        </a:rPr>
                        <a:t> Epoxy thickness:8-100RC/12H-100RC: 10~20μm</a:t>
                      </a:r>
                    </a:p>
                  </a:txBody>
                  <a:tcPr marL="12700" marR="12700" marT="12700" marB="12700" anchor="ctr" horzOverflow="overflow">
                    <a:lnL w="6350">
                      <a:solidFill>
                        <a:srgbClr val="000000"/>
                      </a:solidFill>
                    </a:lnL>
                    <a:lnR w="6350">
                      <a:solidFill>
                        <a:srgbClr val="000000"/>
                      </a:solidFill>
                    </a:lnR>
                    <a:lnT w="6350">
                      <a:solidFill>
                        <a:srgbClr val="000000"/>
                      </a:solidFill>
                    </a:lnT>
                    <a:lnB w="6350">
                      <a:solidFill>
                        <a:srgbClr val="000000"/>
                      </a:solidFill>
                    </a:lnB>
                    <a:solidFill>
                      <a:srgbClr val="C1E1FE"/>
                    </a:solidFill>
                  </a:tcPr>
                </a:tc>
                <a:tc hMerge="1">
                  <a:txBody>
                    <a:bodyPr/>
                    <a:lstStyle/>
                    <a:p>
                      <a:endParaRPr lang="zh-CN"/>
                    </a:p>
                  </a:txBody>
                  <a:tcPr/>
                </a:tc>
                <a:extLst>
                  <a:ext uri="{0D108BD9-81ED-4DB2-BD59-A6C34878D82A}">
                    <a16:rowId xmlns:a16="http://schemas.microsoft.com/office/drawing/2014/main" val="10000"/>
                  </a:ext>
                </a:extLst>
              </a:tr>
              <a:tr h="580976">
                <a:tc>
                  <a:txBody>
                    <a:bodyPr/>
                    <a:lstStyle/>
                    <a:p>
                      <a:pPr defTabSz="409575">
                        <a:defRPr sz="1800"/>
                      </a:pPr>
                      <a:r>
                        <a:rPr lang="en-US" sz="3000" dirty="0">
                          <a:latin typeface="Arial" panose="020B0604020202020204" pitchFamily="34" charset="0"/>
                          <a:cs typeface="Arial" panose="020B0604020202020204" pitchFamily="34" charset="0"/>
                          <a:sym typeface="Helvetica"/>
                        </a:rPr>
                        <a:t>FAI</a:t>
                      </a:r>
                      <a:endParaRPr sz="3000" dirty="0">
                        <a:latin typeface="Arial" panose="020B0604020202020204" pitchFamily="34" charset="0"/>
                        <a:cs typeface="Arial" panose="020B0604020202020204" pitchFamily="34" charset="0"/>
                        <a:sym typeface="Helvetica"/>
                      </a:endParaRPr>
                    </a:p>
                  </a:txBody>
                  <a:tcPr marL="12700" marR="12700" marT="12700" marB="12700" anchor="ctr" horzOverflow="overflow">
                    <a:lnL w="6350">
                      <a:solidFill>
                        <a:srgbClr val="000000"/>
                      </a:solidFill>
                    </a:lnL>
                    <a:lnR w="6350">
                      <a:solidFill>
                        <a:srgbClr val="000000"/>
                      </a:solidFill>
                    </a:lnR>
                    <a:lnT w="6350">
                      <a:solidFill>
                        <a:srgbClr val="000000"/>
                      </a:solidFill>
                    </a:lnT>
                    <a:lnB w="6350">
                      <a:solidFill>
                        <a:srgbClr val="000000"/>
                      </a:solidFill>
                    </a:lnB>
                    <a:solidFill>
                      <a:srgbClr val="C1E1FE"/>
                    </a:solidFill>
                  </a:tcPr>
                </a:tc>
                <a:tc>
                  <a:txBody>
                    <a:bodyPr/>
                    <a:lstStyle/>
                    <a:p>
                      <a:pPr defTabSz="409575">
                        <a:defRPr sz="1800"/>
                      </a:pPr>
                      <a:r>
                        <a:rPr sz="3000" dirty="0">
                          <a:latin typeface="Arial" panose="020B0604020202020204" pitchFamily="34" charset="0"/>
                          <a:cs typeface="Arial" panose="020B0604020202020204" pitchFamily="34" charset="0"/>
                          <a:sym typeface="Helvetica"/>
                        </a:rPr>
                        <a:t>In-process</a:t>
                      </a:r>
                    </a:p>
                  </a:txBody>
                  <a:tcPr marL="12700" marR="12700" marT="12700" marB="12700" anchor="ctr" horzOverflow="overflow">
                    <a:lnL w="6350">
                      <a:solidFill>
                        <a:srgbClr val="000000"/>
                      </a:solidFill>
                    </a:lnL>
                    <a:lnR w="6350">
                      <a:solidFill>
                        <a:srgbClr val="000000"/>
                      </a:solidFill>
                    </a:lnR>
                    <a:lnT w="6350">
                      <a:solidFill>
                        <a:srgbClr val="000000"/>
                      </a:solidFill>
                    </a:lnT>
                    <a:lnB w="6350">
                      <a:solidFill>
                        <a:srgbClr val="000000"/>
                      </a:solidFill>
                    </a:lnB>
                    <a:solidFill>
                      <a:srgbClr val="C1E1FE"/>
                    </a:solidFill>
                  </a:tcPr>
                </a:tc>
                <a:extLst>
                  <a:ext uri="{0D108BD9-81ED-4DB2-BD59-A6C34878D82A}">
                    <a16:rowId xmlns:a16="http://schemas.microsoft.com/office/drawing/2014/main" val="10001"/>
                  </a:ext>
                </a:extLst>
              </a:tr>
              <a:tr h="10665835">
                <a:tc>
                  <a:txBody>
                    <a:bodyPr/>
                    <a:lstStyle/>
                    <a:p>
                      <a:pPr algn="l" defTabSz="409575">
                        <a:defRPr sz="2400">
                          <a:sym typeface="Helvetica"/>
                        </a:defRPr>
                      </a:pPr>
                      <a:r>
                        <a:rPr sz="2600" dirty="0">
                          <a:latin typeface="Arial" panose="020B0604020202020204" pitchFamily="34" charset="0"/>
                          <a:cs typeface="Arial" panose="020B0604020202020204" pitchFamily="34" charset="0"/>
                        </a:rPr>
                        <a:t>1.  Measurement Method ：Metallographic Microscope / Cross-Section</a:t>
                      </a:r>
                    </a:p>
                    <a:p>
                      <a:pPr algn="l" defTabSz="409575">
                        <a:defRPr sz="2400">
                          <a:sym typeface="Helvetica"/>
                        </a:defRPr>
                      </a:pPr>
                      <a:r>
                        <a:rPr sz="2600" dirty="0">
                          <a:latin typeface="Arial" panose="020B0604020202020204" pitchFamily="34" charset="0"/>
                          <a:cs typeface="Arial" panose="020B0604020202020204" pitchFamily="34" charset="0"/>
                        </a:rPr>
                        <a:t>2.  Fixture </a:t>
                      </a:r>
                      <a:r>
                        <a:rPr lang="en-US" sz="2600" dirty="0">
                          <a:latin typeface="Arial" panose="020B0604020202020204" pitchFamily="34" charset="0"/>
                          <a:cs typeface="Arial" panose="020B0604020202020204" pitchFamily="34" charset="0"/>
                        </a:rPr>
                        <a:t>:/</a:t>
                      </a:r>
                      <a:endParaRPr sz="2600" dirty="0">
                        <a:latin typeface="Arial" panose="020B0604020202020204" pitchFamily="34" charset="0"/>
                        <a:cs typeface="Arial" panose="020B0604020202020204" pitchFamily="34" charset="0"/>
                      </a:endParaRPr>
                    </a:p>
                    <a:p>
                      <a:pPr algn="l" defTabSz="409575">
                        <a:defRPr sz="2400">
                          <a:sym typeface="Helvetica"/>
                        </a:defRPr>
                      </a:pPr>
                      <a:r>
                        <a:rPr sz="2600" dirty="0">
                          <a:latin typeface="Arial" panose="020B0604020202020204" pitchFamily="34" charset="0"/>
                          <a:cs typeface="Arial" panose="020B0604020202020204" pitchFamily="34" charset="0"/>
                        </a:rPr>
                        <a:t>3.  Measurement status ：Free</a:t>
                      </a:r>
                    </a:p>
                    <a:p>
                      <a:pPr marL="0" marR="0" indent="0" algn="l" defTabSz="409575" eaLnBrk="1" fontAlgn="auto" latinLnBrk="0" hangingPunct="1">
                        <a:lnSpc>
                          <a:spcPct val="100000"/>
                        </a:lnSpc>
                        <a:spcBef>
                          <a:spcPts val="0"/>
                        </a:spcBef>
                        <a:spcAft>
                          <a:spcPts val="0"/>
                        </a:spcAft>
                        <a:buClrTx/>
                        <a:buSzTx/>
                        <a:buFontTx/>
                        <a:buNone/>
                        <a:tabLst/>
                        <a:defRPr sz="2400">
                          <a:sym typeface="Helvetica"/>
                        </a:defRPr>
                      </a:pPr>
                      <a:r>
                        <a:rPr sz="2600" dirty="0">
                          <a:latin typeface="Arial" panose="020B0604020202020204" pitchFamily="34" charset="0"/>
                          <a:cs typeface="Arial" panose="020B0604020202020204" pitchFamily="34" charset="0"/>
                        </a:rPr>
                        <a:t>4.  Measurement procedure ：</a:t>
                      </a:r>
                      <a:endParaRPr lang="en-US" sz="2600" dirty="0">
                        <a:latin typeface="Arial" panose="020B0604020202020204" pitchFamily="34" charset="0"/>
                        <a:cs typeface="Arial" panose="020B0604020202020204" pitchFamily="34" charset="0"/>
                      </a:endParaRPr>
                    </a:p>
                    <a:p>
                      <a:pPr algn="l" defTabSz="457200">
                        <a:defRPr sz="2200">
                          <a:latin typeface="Arial"/>
                          <a:ea typeface="Arial"/>
                          <a:cs typeface="Arial"/>
                          <a:sym typeface="Arial"/>
                        </a:defRPr>
                      </a:pPr>
                      <a:r>
                        <a:rPr lang="en-US" altLang="zh-CN" sz="2000" dirty="0">
                          <a:latin typeface="Arial" panose="020B0604020202020204" pitchFamily="34" charset="0"/>
                          <a:cs typeface="Arial" panose="020B0604020202020204" pitchFamily="34" charset="0"/>
                        </a:rPr>
                        <a:t>1.</a:t>
                      </a:r>
                      <a:r>
                        <a:rPr lang="zh-CN" altLang="en-US" sz="2000" dirty="0">
                          <a:latin typeface="Arial" panose="020B0604020202020204" pitchFamily="34" charset="0"/>
                          <a:cs typeface="Arial" panose="020B0604020202020204" pitchFamily="34" charset="0"/>
                        </a:rPr>
                        <a:t>制作镶样块：按</a:t>
                      </a:r>
                      <a:r>
                        <a:rPr lang="en-US" altLang="zh-CN" sz="2000" dirty="0">
                          <a:latin typeface="Arial" panose="020B0604020202020204" pitchFamily="34" charset="0"/>
                          <a:cs typeface="Arial" panose="020B0604020202020204" pitchFamily="34" charset="0"/>
                        </a:rPr>
                        <a:t>Step1~Step4</a:t>
                      </a:r>
                      <a:r>
                        <a:rPr lang="zh-CN" altLang="en-US" sz="2000" dirty="0">
                          <a:latin typeface="Arial" panose="020B0604020202020204" pitchFamily="34" charset="0"/>
                          <a:cs typeface="Arial" panose="020B0604020202020204" pitchFamily="34" charset="0"/>
                        </a:rPr>
                        <a:t>作业（</a:t>
                      </a:r>
                      <a:r>
                        <a:rPr lang="en-US" altLang="zh-CN" sz="2000" dirty="0">
                          <a:latin typeface="Arial" panose="020B0604020202020204" pitchFamily="34" charset="0"/>
                          <a:cs typeface="Arial" panose="020B0604020202020204" pitchFamily="34" charset="0"/>
                        </a:rPr>
                        <a:t>Pic1</a:t>
                      </a:r>
                      <a:r>
                        <a:rPr lang="zh-CN" altLang="en-US" sz="2000" dirty="0">
                          <a:latin typeface="Arial" panose="020B0604020202020204" pitchFamily="34" charset="0"/>
                          <a:cs typeface="Arial" panose="020B0604020202020204" pitchFamily="34" charset="0"/>
                        </a:rPr>
                        <a:t>）；</a:t>
                      </a:r>
                    </a:p>
                    <a:p>
                      <a:pPr algn="l" defTabSz="457200">
                        <a:defRPr sz="2200">
                          <a:latin typeface="Arial"/>
                          <a:ea typeface="Arial"/>
                          <a:cs typeface="Arial"/>
                          <a:sym typeface="Arial"/>
                        </a:defRPr>
                      </a:pPr>
                      <a:r>
                        <a:rPr lang="en-US" altLang="zh-CN" sz="2000" dirty="0">
                          <a:latin typeface="Arial" panose="020B0604020202020204" pitchFamily="34" charset="0"/>
                          <a:cs typeface="Arial" panose="020B0604020202020204" pitchFamily="34" charset="0"/>
                        </a:rPr>
                        <a:t>2.</a:t>
                      </a:r>
                      <a:r>
                        <a:rPr lang="zh-CN" altLang="en-US" sz="2000" dirty="0">
                          <a:latin typeface="Arial" panose="020B0604020202020204" pitchFamily="34" charset="0"/>
                          <a:cs typeface="Arial" panose="020B0604020202020204" pitchFamily="34" charset="0"/>
                        </a:rPr>
                        <a:t>磨抛：按</a:t>
                      </a:r>
                      <a:r>
                        <a:rPr lang="en-US" altLang="zh-CN" sz="2000" dirty="0">
                          <a:latin typeface="Arial" panose="020B0604020202020204" pitchFamily="34" charset="0"/>
                          <a:cs typeface="Arial" panose="020B0604020202020204" pitchFamily="34" charset="0"/>
                        </a:rPr>
                        <a:t>Step5~Step6</a:t>
                      </a:r>
                      <a:r>
                        <a:rPr lang="zh-CN" altLang="en-US" sz="2000" dirty="0">
                          <a:latin typeface="Arial" panose="020B0604020202020204" pitchFamily="34" charset="0"/>
                          <a:cs typeface="Arial" panose="020B0604020202020204" pitchFamily="34" charset="0"/>
                        </a:rPr>
                        <a:t>作业（</a:t>
                      </a:r>
                      <a:r>
                        <a:rPr lang="en-US" altLang="zh-CN" sz="2000" dirty="0">
                          <a:latin typeface="Arial" panose="020B0604020202020204" pitchFamily="34" charset="0"/>
                          <a:cs typeface="Arial" panose="020B0604020202020204" pitchFamily="34" charset="0"/>
                        </a:rPr>
                        <a:t>Pic2</a:t>
                      </a:r>
                      <a:r>
                        <a:rPr lang="zh-CN" altLang="en-US" sz="2000" dirty="0">
                          <a:latin typeface="Arial" panose="020B0604020202020204" pitchFamily="34" charset="0"/>
                          <a:cs typeface="Arial" panose="020B0604020202020204" pitchFamily="34" charset="0"/>
                        </a:rPr>
                        <a:t>）；</a:t>
                      </a:r>
                    </a:p>
                    <a:p>
                      <a:pPr algn="l" defTabSz="457200">
                        <a:defRPr sz="2200">
                          <a:latin typeface="Arial"/>
                          <a:ea typeface="Arial"/>
                          <a:cs typeface="Arial"/>
                          <a:sym typeface="Arial"/>
                        </a:defRPr>
                      </a:pPr>
                      <a:r>
                        <a:rPr lang="en-US" altLang="zh-CN" sz="2000" dirty="0">
                          <a:latin typeface="Arial" panose="020B0604020202020204" pitchFamily="34" charset="0"/>
                          <a:cs typeface="Arial" panose="020B0604020202020204" pitchFamily="34" charset="0"/>
                        </a:rPr>
                        <a:t>3.</a:t>
                      </a:r>
                      <a:r>
                        <a:rPr lang="zh-CN" altLang="en-US" sz="2000" dirty="0">
                          <a:latin typeface="Arial" panose="020B0604020202020204" pitchFamily="34" charset="0"/>
                          <a:cs typeface="Arial" panose="020B0604020202020204" pitchFamily="34" charset="0"/>
                        </a:rPr>
                        <a:t>测量：按</a:t>
                      </a:r>
                      <a:r>
                        <a:rPr lang="en-US" altLang="zh-CN" sz="2000" dirty="0">
                          <a:latin typeface="Arial" panose="020B0604020202020204" pitchFamily="34" charset="0"/>
                          <a:cs typeface="Arial" panose="020B0604020202020204" pitchFamily="34" charset="0"/>
                        </a:rPr>
                        <a:t>Step7~Step9</a:t>
                      </a:r>
                      <a:r>
                        <a:rPr lang="zh-CN" altLang="en-US" sz="2000" dirty="0">
                          <a:latin typeface="Arial" panose="020B0604020202020204" pitchFamily="34" charset="0"/>
                          <a:cs typeface="Arial" panose="020B0604020202020204" pitchFamily="34" charset="0"/>
                        </a:rPr>
                        <a:t>作业（</a:t>
                      </a:r>
                      <a:r>
                        <a:rPr lang="en-US" altLang="zh-CN" sz="2000" dirty="0">
                          <a:latin typeface="Arial" panose="020B0604020202020204" pitchFamily="34" charset="0"/>
                          <a:cs typeface="Arial" panose="020B0604020202020204" pitchFamily="34" charset="0"/>
                        </a:rPr>
                        <a:t>Pic3</a:t>
                      </a:r>
                      <a:r>
                        <a:rPr lang="zh-CN" altLang="en-US" sz="2000" dirty="0">
                          <a:latin typeface="Arial" panose="020B0604020202020204" pitchFamily="34" charset="0"/>
                          <a:cs typeface="Arial" panose="020B0604020202020204" pitchFamily="34" charset="0"/>
                        </a:rPr>
                        <a:t>）；</a:t>
                      </a:r>
                    </a:p>
                    <a:p>
                      <a:pPr algn="l" defTabSz="457200">
                        <a:defRPr sz="2200">
                          <a:latin typeface="Arial"/>
                          <a:ea typeface="Arial"/>
                          <a:cs typeface="Arial"/>
                          <a:sym typeface="Arial"/>
                        </a:defRPr>
                      </a:pPr>
                      <a:r>
                        <a:rPr lang="en-US" altLang="zh-CN" sz="2000" dirty="0">
                          <a:latin typeface="Arial" panose="020B0604020202020204" pitchFamily="34" charset="0"/>
                          <a:cs typeface="Arial" panose="020B0604020202020204" pitchFamily="34" charset="0"/>
                        </a:rPr>
                        <a:t>4.</a:t>
                      </a:r>
                      <a:r>
                        <a:rPr lang="zh-CN" altLang="en-US" sz="2000" dirty="0">
                          <a:latin typeface="Arial" panose="020B0604020202020204" pitchFamily="34" charset="0"/>
                          <a:cs typeface="Arial" panose="020B0604020202020204" pitchFamily="34" charset="0"/>
                        </a:rPr>
                        <a:t>记录数据：记录测试</a:t>
                      </a:r>
                      <a:r>
                        <a:rPr lang="en-US" altLang="zh-CN" sz="2000" dirty="0">
                          <a:latin typeface="Arial" panose="020B0604020202020204" pitchFamily="34" charset="0"/>
                          <a:cs typeface="Arial" panose="020B0604020202020204" pitchFamily="34" charset="0"/>
                        </a:rPr>
                        <a:t>3</a:t>
                      </a:r>
                      <a:r>
                        <a:rPr lang="zh-CN" altLang="en-US" sz="2000" dirty="0">
                          <a:latin typeface="Arial" panose="020B0604020202020204" pitchFamily="34" charset="0"/>
                          <a:cs typeface="Arial" panose="020B0604020202020204" pitchFamily="34" charset="0"/>
                        </a:rPr>
                        <a:t>个数据的平均值；</a:t>
                      </a:r>
                    </a:p>
                    <a:p>
                      <a:pPr algn="l" defTabSz="457200">
                        <a:defRPr sz="2200">
                          <a:latin typeface="Arial"/>
                          <a:ea typeface="Arial"/>
                          <a:cs typeface="Arial"/>
                          <a:sym typeface="Arial"/>
                        </a:defRPr>
                      </a:pPr>
                      <a:r>
                        <a:rPr lang="en-US" altLang="zh-CN" sz="2000" dirty="0">
                          <a:latin typeface="Arial" panose="020B0604020202020204" pitchFamily="34" charset="0"/>
                          <a:cs typeface="Arial" panose="020B0604020202020204" pitchFamily="34" charset="0"/>
                        </a:rPr>
                        <a:t>1. Make insert blocks: according to Step1 to Step 4(Pic1); </a:t>
                      </a:r>
                    </a:p>
                    <a:p>
                      <a:pPr algn="l" defTabSz="457200">
                        <a:defRPr sz="2200">
                          <a:latin typeface="Arial"/>
                          <a:ea typeface="Arial"/>
                          <a:cs typeface="Arial"/>
                          <a:sym typeface="Arial"/>
                        </a:defRPr>
                      </a:pPr>
                      <a:r>
                        <a:rPr lang="en-US" altLang="zh-CN" sz="2000" dirty="0">
                          <a:latin typeface="Arial" panose="020B0604020202020204" pitchFamily="34" charset="0"/>
                          <a:cs typeface="Arial" panose="020B0604020202020204" pitchFamily="34" charset="0"/>
                        </a:rPr>
                        <a:t>2. Grinding: work according to Step 5~Step 6 (Pic2); </a:t>
                      </a:r>
                    </a:p>
                    <a:p>
                      <a:pPr algn="l" defTabSz="457200">
                        <a:defRPr sz="2200">
                          <a:latin typeface="Arial"/>
                          <a:ea typeface="Arial"/>
                          <a:cs typeface="Arial"/>
                          <a:sym typeface="Arial"/>
                        </a:defRPr>
                      </a:pPr>
                      <a:r>
                        <a:rPr lang="en-US" altLang="zh-CN" sz="2000" dirty="0">
                          <a:latin typeface="Arial" panose="020B0604020202020204" pitchFamily="34" charset="0"/>
                          <a:cs typeface="Arial" panose="020B0604020202020204" pitchFamily="34" charset="0"/>
                        </a:rPr>
                        <a:t>3. Measurement: work according to Step 7 to Step9 (Pic3); </a:t>
                      </a:r>
                    </a:p>
                    <a:p>
                      <a:pPr algn="l" defTabSz="457200">
                        <a:defRPr sz="2200">
                          <a:latin typeface="Arial"/>
                          <a:ea typeface="Arial"/>
                          <a:cs typeface="Arial"/>
                          <a:sym typeface="Arial"/>
                        </a:defRPr>
                      </a:pPr>
                      <a:r>
                        <a:rPr lang="en-US" altLang="zh-CN" sz="2000" dirty="0">
                          <a:latin typeface="Arial" panose="020B0604020202020204" pitchFamily="34" charset="0"/>
                          <a:cs typeface="Arial" panose="020B0604020202020204" pitchFamily="34" charset="0"/>
                        </a:rPr>
                        <a:t>4. Record data: record the average value of three test data;</a:t>
                      </a:r>
                    </a:p>
                  </a:txBody>
                  <a:tcPr marL="12700" marR="12700" marT="12700" marB="12700" horzOverflow="overflow">
                    <a:lnL w="6350">
                      <a:solidFill>
                        <a:srgbClr val="000000"/>
                      </a:solidFill>
                    </a:lnL>
                    <a:lnR w="6350">
                      <a:solidFill>
                        <a:srgbClr val="000000"/>
                      </a:solidFill>
                    </a:lnR>
                    <a:lnT w="6350">
                      <a:solidFill>
                        <a:srgbClr val="000000"/>
                      </a:solidFill>
                    </a:lnT>
                    <a:lnB w="6350">
                      <a:solidFill>
                        <a:srgbClr val="000000"/>
                      </a:solidFill>
                    </a:lnB>
                  </a:tcPr>
                </a:tc>
                <a:tc>
                  <a:txBody>
                    <a:bodyPr/>
                    <a:lstStyle/>
                    <a:p>
                      <a:pPr algn="l" defTabSz="409575">
                        <a:defRPr sz="2600">
                          <a:sym typeface="Helvetica"/>
                        </a:defRPr>
                      </a:pPr>
                      <a:r>
                        <a:rPr sz="2600" dirty="0">
                          <a:latin typeface="Arial" panose="020B0604020202020204" pitchFamily="34" charset="0"/>
                          <a:cs typeface="Arial" panose="020B0604020202020204" pitchFamily="34" charset="0"/>
                        </a:rPr>
                        <a:t>1. Measurement Method ：</a:t>
                      </a:r>
                      <a:r>
                        <a:rPr lang="en-US" altLang="zh-CN" sz="2600" dirty="0">
                          <a:latin typeface="Arial" panose="020B0604020202020204" pitchFamily="34" charset="0"/>
                          <a:cs typeface="Arial" panose="020B0604020202020204" pitchFamily="34" charset="0"/>
                        </a:rPr>
                        <a:t>Metallographic Microscope / Cross-Section</a:t>
                      </a:r>
                      <a:endParaRPr sz="2600" dirty="0">
                        <a:latin typeface="Arial" panose="020B0604020202020204" pitchFamily="34" charset="0"/>
                        <a:cs typeface="Arial" panose="020B0604020202020204" pitchFamily="34" charset="0"/>
                      </a:endParaRPr>
                    </a:p>
                    <a:p>
                      <a:pPr algn="l" defTabSz="409575">
                        <a:defRPr sz="2600">
                          <a:sym typeface="Helvetica"/>
                        </a:defRPr>
                      </a:pPr>
                      <a:r>
                        <a:rPr sz="2600" dirty="0">
                          <a:latin typeface="Arial" panose="020B0604020202020204" pitchFamily="34" charset="0"/>
                          <a:cs typeface="Arial" panose="020B0604020202020204" pitchFamily="34" charset="0"/>
                        </a:rPr>
                        <a:t>2.  Fixture :</a:t>
                      </a:r>
                      <a:r>
                        <a:rPr lang="en-US" sz="2600" dirty="0">
                          <a:latin typeface="Arial" panose="020B0604020202020204" pitchFamily="34" charset="0"/>
                          <a:cs typeface="Arial" panose="020B0604020202020204" pitchFamily="34" charset="0"/>
                        </a:rPr>
                        <a:t>/</a:t>
                      </a:r>
                      <a:endParaRPr sz="2600" dirty="0">
                        <a:latin typeface="Arial" panose="020B0604020202020204" pitchFamily="34" charset="0"/>
                        <a:cs typeface="Arial" panose="020B0604020202020204" pitchFamily="34" charset="0"/>
                      </a:endParaRPr>
                    </a:p>
                    <a:p>
                      <a:pPr algn="l" defTabSz="409575">
                        <a:defRPr sz="2600">
                          <a:sym typeface="Helvetica"/>
                        </a:defRPr>
                      </a:pPr>
                      <a:r>
                        <a:rPr sz="2600" dirty="0">
                          <a:latin typeface="Arial" panose="020B0604020202020204" pitchFamily="34" charset="0"/>
                          <a:cs typeface="Arial" panose="020B0604020202020204" pitchFamily="34" charset="0"/>
                        </a:rPr>
                        <a:t>3.  Measurement status ：Free</a:t>
                      </a:r>
                    </a:p>
                    <a:p>
                      <a:pPr marL="0" marR="0" indent="0" algn="l" defTabSz="409575" eaLnBrk="1" fontAlgn="auto" latinLnBrk="0" hangingPunct="1">
                        <a:lnSpc>
                          <a:spcPct val="100000"/>
                        </a:lnSpc>
                        <a:spcBef>
                          <a:spcPts val="0"/>
                        </a:spcBef>
                        <a:spcAft>
                          <a:spcPts val="0"/>
                        </a:spcAft>
                        <a:buClrTx/>
                        <a:buSzTx/>
                        <a:buFontTx/>
                        <a:buNone/>
                        <a:tabLst/>
                        <a:defRPr sz="2600">
                          <a:sym typeface="Helvetica"/>
                        </a:defRPr>
                      </a:pPr>
                      <a:r>
                        <a:rPr sz="2600" dirty="0">
                          <a:latin typeface="Arial" panose="020B0604020202020204" pitchFamily="34" charset="0"/>
                          <a:cs typeface="Arial" panose="020B0604020202020204" pitchFamily="34" charset="0"/>
                        </a:rPr>
                        <a:t>4.  Measurement procedure ：</a:t>
                      </a:r>
                      <a:r>
                        <a:rPr lang="en-US" altLang="zh-CN" sz="2600" b="0" i="0" u="none" strike="noStrike" cap="none" spc="0" baseline="0" dirty="0">
                          <a:solidFill>
                            <a:srgbClr val="000000"/>
                          </a:solidFill>
                          <a:uFillTx/>
                          <a:latin typeface="Arial" panose="020B0604020202020204" pitchFamily="34" charset="0"/>
                          <a:ea typeface="+mn-ea"/>
                          <a:cs typeface="Arial" panose="020B0604020202020204" pitchFamily="34" charset="0"/>
                          <a:sym typeface="Helvetica Neue Light"/>
                        </a:rPr>
                        <a:t>Same as the FAI</a:t>
                      </a:r>
                    </a:p>
                    <a:p>
                      <a:pPr algn="l" defTabSz="409575">
                        <a:defRPr sz="2600">
                          <a:sym typeface="Helvetica"/>
                        </a:defRPr>
                      </a:pPr>
                      <a:endParaRPr dirty="0">
                        <a:latin typeface="Arial" panose="020B0604020202020204" pitchFamily="34" charset="0"/>
                        <a:cs typeface="Arial" panose="020B0604020202020204" pitchFamily="34" charset="0"/>
                      </a:endParaRPr>
                    </a:p>
                  </a:txBody>
                  <a:tcPr marL="12700" marR="12700" marT="12700" marB="12700" horzOverflow="overflow">
                    <a:lnL w="6350">
                      <a:solidFill>
                        <a:srgbClr val="000000"/>
                      </a:solidFill>
                    </a:lnL>
                    <a:lnR w="6350">
                      <a:solidFill>
                        <a:srgbClr val="000000"/>
                      </a:solidFill>
                    </a:lnR>
                    <a:lnT w="6350">
                      <a:solidFill>
                        <a:srgbClr val="000000"/>
                      </a:solidFill>
                    </a:lnT>
                    <a:lnB w="6350">
                      <a:solidFill>
                        <a:srgbClr val="000000"/>
                      </a:solidFill>
                    </a:lnB>
                  </a:tcPr>
                </a:tc>
                <a:extLst>
                  <a:ext uri="{0D108BD9-81ED-4DB2-BD59-A6C34878D82A}">
                    <a16:rowId xmlns:a16="http://schemas.microsoft.com/office/drawing/2014/main" val="10002"/>
                  </a:ext>
                </a:extLst>
              </a:tr>
            </a:tbl>
          </a:graphicData>
        </a:graphic>
      </p:graphicFrame>
      <p:sp>
        <p:nvSpPr>
          <p:cNvPr id="77" name="灯片编号占位符 3"/>
          <p:cNvSpPr>
            <a:spLocks noGrp="1"/>
          </p:cNvSpPr>
          <p:nvPr>
            <p:ph type="sldNum" sz="quarter" idx="2"/>
          </p:nvPr>
        </p:nvSpPr>
        <p:spPr>
          <a:xfrm>
            <a:off x="12635540" y="13304929"/>
            <a:ext cx="426397" cy="482821"/>
          </a:xfrm>
        </p:spPr>
        <p:txBody>
          <a:bodyPr/>
          <a:lstStyle/>
          <a:p>
            <a:r>
              <a:rPr lang="en-US" altLang="zh-CN" dirty="0"/>
              <a:t>31</a:t>
            </a:r>
          </a:p>
        </p:txBody>
      </p:sp>
      <p:graphicFrame>
        <p:nvGraphicFramePr>
          <p:cNvPr id="61" name="表格 60"/>
          <p:cNvGraphicFramePr>
            <a:graphicFrameLocks noGrp="1"/>
          </p:cNvGraphicFramePr>
          <p:nvPr>
            <p:extLst>
              <p:ext uri="{D42A27DB-BD31-4B8C-83A1-F6EECF244321}">
                <p14:modId xmlns:p14="http://schemas.microsoft.com/office/powerpoint/2010/main" val="2983285958"/>
              </p:ext>
            </p:extLst>
          </p:nvPr>
        </p:nvGraphicFramePr>
        <p:xfrm>
          <a:off x="8219832" y="4262415"/>
          <a:ext cx="4081823" cy="4508130"/>
        </p:xfrm>
        <a:graphic>
          <a:graphicData uri="http://schemas.openxmlformats.org/drawingml/2006/table">
            <a:tbl>
              <a:tblPr>
                <a:tableStyleId>{5940675A-B579-460E-94D1-54222C63F5DA}</a:tableStyleId>
              </a:tblPr>
              <a:tblGrid>
                <a:gridCol w="650631">
                  <a:extLst>
                    <a:ext uri="{9D8B030D-6E8A-4147-A177-3AD203B41FA5}">
                      <a16:colId xmlns:a16="http://schemas.microsoft.com/office/drawing/2014/main" val="20000"/>
                    </a:ext>
                  </a:extLst>
                </a:gridCol>
                <a:gridCol w="1160585">
                  <a:extLst>
                    <a:ext uri="{9D8B030D-6E8A-4147-A177-3AD203B41FA5}">
                      <a16:colId xmlns:a16="http://schemas.microsoft.com/office/drawing/2014/main" val="20001"/>
                    </a:ext>
                  </a:extLst>
                </a:gridCol>
                <a:gridCol w="2270607">
                  <a:extLst>
                    <a:ext uri="{9D8B030D-6E8A-4147-A177-3AD203B41FA5}">
                      <a16:colId xmlns:a16="http://schemas.microsoft.com/office/drawing/2014/main" val="20002"/>
                    </a:ext>
                  </a:extLst>
                </a:gridCol>
              </a:tblGrid>
              <a:tr h="300542">
                <a:tc>
                  <a:txBody>
                    <a:bodyPr/>
                    <a:lstStyle/>
                    <a:p>
                      <a:pPr algn="ctr" fontAlgn="ctr"/>
                      <a:r>
                        <a:rPr lang="en-US" sz="1400" u="none" strike="noStrike" dirty="0">
                          <a:effectLst/>
                          <a:latin typeface="Arial" panose="020B0604020202020204" pitchFamily="34" charset="0"/>
                          <a:cs typeface="Arial" panose="020B0604020202020204" pitchFamily="34" charset="0"/>
                        </a:rPr>
                        <a:t>No.</a:t>
                      </a:r>
                      <a:endParaRPr lang="en-US" sz="1400" b="0" i="0" u="none" strike="noStrike" dirty="0">
                        <a:solidFill>
                          <a:srgbClr val="000000"/>
                        </a:solidFill>
                        <a:effectLst/>
                        <a:latin typeface="Arial" panose="020B0604020202020204" pitchFamily="34" charset="0"/>
                        <a:ea typeface="宋体" panose="02010600030101010101" pitchFamily="2" charset="-122"/>
                        <a:cs typeface="Arial" panose="020B0604020202020204" pitchFamily="34" charset="0"/>
                      </a:endParaRPr>
                    </a:p>
                  </a:txBody>
                  <a:tcPr marL="15818" marR="15818" marT="15818" marB="0" anchor="ctr">
                    <a:solidFill>
                      <a:srgbClr val="00B0F0"/>
                    </a:solidFill>
                  </a:tcPr>
                </a:tc>
                <a:tc>
                  <a:txBody>
                    <a:bodyPr/>
                    <a:lstStyle/>
                    <a:p>
                      <a:pPr algn="ctr" fontAlgn="ctr"/>
                      <a:r>
                        <a:rPr lang="en-US" sz="1400" u="none" strike="noStrike" dirty="0">
                          <a:effectLst/>
                          <a:latin typeface="Arial" panose="020B0604020202020204" pitchFamily="34" charset="0"/>
                          <a:cs typeface="Arial" panose="020B0604020202020204" pitchFamily="34" charset="0"/>
                        </a:rPr>
                        <a:t>Grade</a:t>
                      </a:r>
                      <a:endParaRPr lang="en-US" sz="1400" b="0" i="0" u="none" strike="noStrike" dirty="0">
                        <a:solidFill>
                          <a:srgbClr val="000000"/>
                        </a:solidFill>
                        <a:effectLst/>
                        <a:latin typeface="Arial" panose="020B0604020202020204" pitchFamily="34" charset="0"/>
                        <a:ea typeface="宋体" panose="02010600030101010101" pitchFamily="2" charset="-122"/>
                        <a:cs typeface="Arial" panose="020B0604020202020204" pitchFamily="34" charset="0"/>
                      </a:endParaRPr>
                    </a:p>
                  </a:txBody>
                  <a:tcPr marL="15818" marR="15818" marT="15818" marB="0" anchor="ctr">
                    <a:solidFill>
                      <a:srgbClr val="00B0F0"/>
                    </a:solidFill>
                  </a:tcPr>
                </a:tc>
                <a:tc>
                  <a:txBody>
                    <a:bodyPr/>
                    <a:lstStyle/>
                    <a:p>
                      <a:pPr algn="ctr" fontAlgn="ctr"/>
                      <a:r>
                        <a:rPr lang="en-US" sz="1400" u="none" strike="noStrike" dirty="0">
                          <a:effectLst/>
                          <a:latin typeface="Arial" panose="020B0604020202020204" pitchFamily="34" charset="0"/>
                          <a:cs typeface="Arial" panose="020B0604020202020204" pitchFamily="34" charset="0"/>
                        </a:rPr>
                        <a:t>Plating Thickness</a:t>
                      </a:r>
                      <a:endParaRPr lang="en-US" sz="1400" b="0" i="0" u="none" strike="noStrike" dirty="0">
                        <a:solidFill>
                          <a:srgbClr val="000000"/>
                        </a:solidFill>
                        <a:effectLst/>
                        <a:latin typeface="Arial" panose="020B0604020202020204" pitchFamily="34" charset="0"/>
                        <a:ea typeface="宋体" panose="02010600030101010101" pitchFamily="2" charset="-122"/>
                        <a:cs typeface="Arial" panose="020B0604020202020204" pitchFamily="34" charset="0"/>
                      </a:endParaRPr>
                    </a:p>
                  </a:txBody>
                  <a:tcPr marL="15818" marR="15818" marT="15818" marB="0" anchor="ctr">
                    <a:solidFill>
                      <a:srgbClr val="00B0F0"/>
                    </a:solidFill>
                  </a:tcPr>
                </a:tc>
                <a:extLst>
                  <a:ext uri="{0D108BD9-81ED-4DB2-BD59-A6C34878D82A}">
                    <a16:rowId xmlns:a16="http://schemas.microsoft.com/office/drawing/2014/main" val="10000"/>
                  </a:ext>
                </a:extLst>
              </a:tr>
              <a:tr h="300542">
                <a:tc>
                  <a:txBody>
                    <a:bodyPr/>
                    <a:lstStyle/>
                    <a:p>
                      <a:pPr algn="ctr" fontAlgn="ctr"/>
                      <a:r>
                        <a:rPr lang="en-US" altLang="zh-CN" sz="1400" b="0" i="0" u="none" strike="noStrike" cap="none" spc="0" baseline="0" dirty="0">
                          <a:ln>
                            <a:noFill/>
                          </a:ln>
                          <a:solidFill>
                            <a:schemeClr val="tx1"/>
                          </a:solidFill>
                          <a:effectLst/>
                          <a:uFillTx/>
                          <a:latin typeface="Arial" panose="020B0604020202020204" pitchFamily="34" charset="0"/>
                          <a:ea typeface="+mn-ea"/>
                          <a:cs typeface="Arial" panose="020B0604020202020204" pitchFamily="34" charset="0"/>
                          <a:sym typeface="Helvetica Neue Light"/>
                        </a:rPr>
                        <a:t>10</a:t>
                      </a:r>
                    </a:p>
                  </a:txBody>
                  <a:tcPr marL="9525" marR="9525" marT="9525" marB="0" anchor="ctr"/>
                </a:tc>
                <a:tc>
                  <a:txBody>
                    <a:bodyPr/>
                    <a:lstStyle/>
                    <a:p>
                      <a:pPr marL="0" marR="0" indent="0" algn="ctr" defTabSz="821530" fontAlgn="ctr" latinLnBrk="0">
                        <a:lnSpc>
                          <a:spcPct val="100000"/>
                        </a:lnSpc>
                        <a:spcBef>
                          <a:spcPts val="0"/>
                        </a:spcBef>
                        <a:spcAft>
                          <a:spcPts val="0"/>
                        </a:spcAft>
                        <a:buClrTx/>
                        <a:buSzTx/>
                        <a:buFontTx/>
                        <a:buNone/>
                        <a:tabLst/>
                      </a:pPr>
                      <a:r>
                        <a:rPr lang="en-US" sz="1400" b="0" i="0" u="none" strike="noStrike" cap="none" spc="0" baseline="0" dirty="0">
                          <a:ln>
                            <a:noFill/>
                          </a:ln>
                          <a:solidFill>
                            <a:schemeClr val="tx1"/>
                          </a:solidFill>
                          <a:effectLst/>
                          <a:uFillTx/>
                          <a:latin typeface="Arial" panose="020B0604020202020204" pitchFamily="34" charset="0"/>
                          <a:ea typeface="+mn-ea"/>
                          <a:cs typeface="Arial" panose="020B0604020202020204" pitchFamily="34" charset="0"/>
                          <a:sym typeface="Helvetica Neue Light"/>
                        </a:rPr>
                        <a:t>12H</a:t>
                      </a:r>
                    </a:p>
                  </a:txBody>
                  <a:tcPr marL="9525" marR="9525" marT="9525" marB="0" anchor="ctr"/>
                </a:tc>
                <a:tc>
                  <a:txBody>
                    <a:bodyPr/>
                    <a:lstStyle/>
                    <a:p>
                      <a:pPr marL="0" marR="0" indent="0" algn="ctr" defTabSz="821530" fontAlgn="ctr" latinLnBrk="0">
                        <a:lnSpc>
                          <a:spcPct val="100000"/>
                        </a:lnSpc>
                        <a:spcBef>
                          <a:spcPts val="0"/>
                        </a:spcBef>
                        <a:spcAft>
                          <a:spcPts val="0"/>
                        </a:spcAft>
                        <a:buClrTx/>
                        <a:buSzTx/>
                        <a:buFontTx/>
                        <a:buNone/>
                        <a:tabLst/>
                      </a:pPr>
                      <a:r>
                        <a:rPr lang="en-US" sz="1400" b="0" i="0" u="none" strike="noStrike" cap="none" spc="0" baseline="0" dirty="0">
                          <a:ln>
                            <a:noFill/>
                          </a:ln>
                          <a:solidFill>
                            <a:schemeClr val="tx1"/>
                          </a:solidFill>
                          <a:effectLst/>
                          <a:uFillTx/>
                          <a:latin typeface="Arial" panose="020B0604020202020204" pitchFamily="34" charset="0"/>
                          <a:ea typeface="+mn-ea"/>
                          <a:cs typeface="Arial" panose="020B0604020202020204" pitchFamily="34" charset="0"/>
                          <a:sym typeface="Helvetica Neue Light"/>
                        </a:rPr>
                        <a:t>Epoxy:10-20</a:t>
                      </a:r>
                    </a:p>
                  </a:txBody>
                  <a:tcPr marL="9525" marR="9525" marT="9525" marB="0" anchor="ctr"/>
                </a:tc>
                <a:extLst>
                  <a:ext uri="{0D108BD9-81ED-4DB2-BD59-A6C34878D82A}">
                    <a16:rowId xmlns:a16="http://schemas.microsoft.com/office/drawing/2014/main" val="10001"/>
                  </a:ext>
                </a:extLst>
              </a:tr>
              <a:tr h="300542">
                <a:tc>
                  <a:txBody>
                    <a:bodyPr/>
                    <a:lstStyle/>
                    <a:p>
                      <a:pPr algn="ctr" fontAlgn="ctr"/>
                      <a:r>
                        <a:rPr lang="en-US" altLang="zh-CN" sz="1400" b="0" i="0" u="none" strike="noStrike" cap="none" spc="0" baseline="0" dirty="0">
                          <a:ln>
                            <a:noFill/>
                          </a:ln>
                          <a:solidFill>
                            <a:schemeClr val="tx1"/>
                          </a:solidFill>
                          <a:effectLst/>
                          <a:uFillTx/>
                          <a:latin typeface="Arial" panose="020B0604020202020204" pitchFamily="34" charset="0"/>
                          <a:ea typeface="+mn-ea"/>
                          <a:cs typeface="Arial" panose="020B0604020202020204" pitchFamily="34" charset="0"/>
                          <a:sym typeface="Helvetica Neue Light"/>
                        </a:rPr>
                        <a:t>11</a:t>
                      </a:r>
                    </a:p>
                  </a:txBody>
                  <a:tcPr marL="9525" marR="9525" marT="9525" marB="0" anchor="ctr"/>
                </a:tc>
                <a:tc>
                  <a:txBody>
                    <a:bodyPr/>
                    <a:lstStyle/>
                    <a:p>
                      <a:pPr marL="0" marR="0" indent="0" algn="ctr" defTabSz="821530" fontAlgn="ctr" latinLnBrk="0">
                        <a:lnSpc>
                          <a:spcPct val="100000"/>
                        </a:lnSpc>
                        <a:spcBef>
                          <a:spcPts val="0"/>
                        </a:spcBef>
                        <a:spcAft>
                          <a:spcPts val="0"/>
                        </a:spcAft>
                        <a:buClrTx/>
                        <a:buSzTx/>
                        <a:buFontTx/>
                        <a:buNone/>
                        <a:tabLst/>
                      </a:pPr>
                      <a:r>
                        <a:rPr lang="en-US" altLang="zh-CN" sz="1400" b="0" i="0" u="none" strike="noStrike" cap="none" spc="0" baseline="0" dirty="0">
                          <a:ln>
                            <a:noFill/>
                          </a:ln>
                          <a:solidFill>
                            <a:schemeClr val="tx1"/>
                          </a:solidFill>
                          <a:effectLst/>
                          <a:uFillTx/>
                          <a:latin typeface="Arial" panose="020B0604020202020204" pitchFamily="34" charset="0"/>
                          <a:ea typeface="+mn-ea"/>
                          <a:cs typeface="Arial" panose="020B0604020202020204" pitchFamily="34" charset="0"/>
                          <a:sym typeface="Helvetica Neue Light"/>
                        </a:rPr>
                        <a:t>8</a:t>
                      </a:r>
                    </a:p>
                  </a:txBody>
                  <a:tcPr marL="9525" marR="9525" marT="9525" marB="0" anchor="ctr"/>
                </a:tc>
                <a:tc>
                  <a:txBody>
                    <a:bodyPr/>
                    <a:lstStyle/>
                    <a:p>
                      <a:pPr marL="0" marR="0" indent="0" algn="ctr" defTabSz="821530" fontAlgn="ctr" latinLnBrk="0">
                        <a:lnSpc>
                          <a:spcPct val="100000"/>
                        </a:lnSpc>
                        <a:spcBef>
                          <a:spcPts val="0"/>
                        </a:spcBef>
                        <a:spcAft>
                          <a:spcPts val="0"/>
                        </a:spcAft>
                        <a:buClrTx/>
                        <a:buSzTx/>
                        <a:buFontTx/>
                        <a:buNone/>
                        <a:tabLst/>
                      </a:pPr>
                      <a:r>
                        <a:rPr lang="en-US" sz="1400" b="0" i="0" u="none" strike="noStrike" cap="none" spc="0" baseline="0" dirty="0">
                          <a:ln>
                            <a:noFill/>
                          </a:ln>
                          <a:solidFill>
                            <a:schemeClr val="tx1"/>
                          </a:solidFill>
                          <a:effectLst/>
                          <a:uFillTx/>
                          <a:latin typeface="Arial" panose="020B0604020202020204" pitchFamily="34" charset="0"/>
                          <a:ea typeface="+mn-ea"/>
                          <a:cs typeface="Arial" panose="020B0604020202020204" pitchFamily="34" charset="0"/>
                          <a:sym typeface="Helvetica Neue Light"/>
                        </a:rPr>
                        <a:t>Epoxy:10-20</a:t>
                      </a:r>
                    </a:p>
                  </a:txBody>
                  <a:tcPr marL="9525" marR="9525" marT="9525" marB="0" anchor="ctr"/>
                </a:tc>
                <a:extLst>
                  <a:ext uri="{0D108BD9-81ED-4DB2-BD59-A6C34878D82A}">
                    <a16:rowId xmlns:a16="http://schemas.microsoft.com/office/drawing/2014/main" val="1691352864"/>
                  </a:ext>
                </a:extLst>
              </a:tr>
              <a:tr h="300542">
                <a:tc>
                  <a:txBody>
                    <a:bodyPr/>
                    <a:lstStyle/>
                    <a:p>
                      <a:pPr algn="ctr" fontAlgn="ctr"/>
                      <a:r>
                        <a:rPr lang="en-US" altLang="zh-CN" sz="1400" b="0" i="0" u="none" strike="noStrike" cap="none" spc="0" baseline="0" dirty="0">
                          <a:ln>
                            <a:noFill/>
                          </a:ln>
                          <a:solidFill>
                            <a:schemeClr val="tx1"/>
                          </a:solidFill>
                          <a:effectLst/>
                          <a:uFillTx/>
                          <a:latin typeface="Arial" panose="020B0604020202020204" pitchFamily="34" charset="0"/>
                          <a:ea typeface="+mn-ea"/>
                          <a:cs typeface="Arial" panose="020B0604020202020204" pitchFamily="34" charset="0"/>
                          <a:sym typeface="Helvetica Neue Light"/>
                        </a:rPr>
                        <a:t>13</a:t>
                      </a:r>
                    </a:p>
                  </a:txBody>
                  <a:tcPr marL="9525" marR="9525" marT="9525" marB="0" anchor="ctr"/>
                </a:tc>
                <a:tc>
                  <a:txBody>
                    <a:bodyPr/>
                    <a:lstStyle/>
                    <a:p>
                      <a:pPr marL="0" marR="0" indent="0" algn="ctr" defTabSz="821530" fontAlgn="ctr" latinLnBrk="0">
                        <a:lnSpc>
                          <a:spcPct val="100000"/>
                        </a:lnSpc>
                        <a:spcBef>
                          <a:spcPts val="0"/>
                        </a:spcBef>
                        <a:spcAft>
                          <a:spcPts val="0"/>
                        </a:spcAft>
                        <a:buClrTx/>
                        <a:buSzTx/>
                        <a:buFontTx/>
                        <a:buNone/>
                        <a:tabLst/>
                      </a:pPr>
                      <a:r>
                        <a:rPr lang="en-US" sz="1400" b="0" i="0" u="none" strike="noStrike" cap="none" spc="0" baseline="0" dirty="0">
                          <a:ln>
                            <a:noFill/>
                          </a:ln>
                          <a:solidFill>
                            <a:schemeClr val="tx1"/>
                          </a:solidFill>
                          <a:effectLst/>
                          <a:uFillTx/>
                          <a:latin typeface="Arial" panose="020B0604020202020204" pitchFamily="34" charset="0"/>
                          <a:ea typeface="+mn-ea"/>
                          <a:cs typeface="Arial" panose="020B0604020202020204" pitchFamily="34" charset="0"/>
                          <a:sym typeface="Helvetica Neue Light"/>
                        </a:rPr>
                        <a:t>12H</a:t>
                      </a:r>
                    </a:p>
                  </a:txBody>
                  <a:tcPr marL="9525" marR="9525" marT="9525" marB="0" anchor="ctr"/>
                </a:tc>
                <a:tc>
                  <a:txBody>
                    <a:bodyPr/>
                    <a:lstStyle/>
                    <a:p>
                      <a:pPr marL="0" marR="0" indent="0" algn="ctr" defTabSz="821530" fontAlgn="ctr" latinLnBrk="0">
                        <a:lnSpc>
                          <a:spcPct val="100000"/>
                        </a:lnSpc>
                        <a:spcBef>
                          <a:spcPts val="0"/>
                        </a:spcBef>
                        <a:spcAft>
                          <a:spcPts val="0"/>
                        </a:spcAft>
                        <a:buClrTx/>
                        <a:buSzTx/>
                        <a:buFontTx/>
                        <a:buNone/>
                        <a:tabLst/>
                      </a:pPr>
                      <a:r>
                        <a:rPr lang="en-US" sz="1400" b="0" i="0" u="none" strike="noStrike" cap="none" spc="0" baseline="0" dirty="0">
                          <a:ln>
                            <a:noFill/>
                          </a:ln>
                          <a:solidFill>
                            <a:schemeClr val="tx1"/>
                          </a:solidFill>
                          <a:effectLst/>
                          <a:uFillTx/>
                          <a:latin typeface="Arial" panose="020B0604020202020204" pitchFamily="34" charset="0"/>
                          <a:ea typeface="+mn-ea"/>
                          <a:cs typeface="Arial" panose="020B0604020202020204" pitchFamily="34" charset="0"/>
                          <a:sym typeface="Helvetica Neue Light"/>
                        </a:rPr>
                        <a:t>Epoxy:10-20</a:t>
                      </a:r>
                    </a:p>
                  </a:txBody>
                  <a:tcPr marL="9525" marR="9525" marT="9525" marB="0" anchor="ctr"/>
                </a:tc>
                <a:extLst>
                  <a:ext uri="{0D108BD9-81ED-4DB2-BD59-A6C34878D82A}">
                    <a16:rowId xmlns:a16="http://schemas.microsoft.com/office/drawing/2014/main" val="3520386417"/>
                  </a:ext>
                </a:extLst>
              </a:tr>
              <a:tr h="300542">
                <a:tc>
                  <a:txBody>
                    <a:bodyPr/>
                    <a:lstStyle/>
                    <a:p>
                      <a:pPr algn="ctr" fontAlgn="ctr"/>
                      <a:r>
                        <a:rPr lang="en-US" altLang="zh-CN" sz="1400" b="0" i="0" u="none" strike="noStrike" cap="none" spc="0" baseline="0" dirty="0">
                          <a:ln>
                            <a:noFill/>
                          </a:ln>
                          <a:solidFill>
                            <a:schemeClr val="tx1"/>
                          </a:solidFill>
                          <a:effectLst/>
                          <a:uFillTx/>
                          <a:latin typeface="Arial" panose="020B0604020202020204" pitchFamily="34" charset="0"/>
                          <a:ea typeface="+mn-ea"/>
                          <a:cs typeface="Arial" panose="020B0604020202020204" pitchFamily="34" charset="0"/>
                          <a:sym typeface="Helvetica Neue Light"/>
                        </a:rPr>
                        <a:t>14</a:t>
                      </a:r>
                    </a:p>
                  </a:txBody>
                  <a:tcPr marL="9525" marR="9525" marT="9525" marB="0" anchor="ctr"/>
                </a:tc>
                <a:tc>
                  <a:txBody>
                    <a:bodyPr/>
                    <a:lstStyle/>
                    <a:p>
                      <a:pPr marL="0" marR="0" indent="0" algn="ctr" defTabSz="821530" fontAlgn="ctr" latinLnBrk="0">
                        <a:lnSpc>
                          <a:spcPct val="100000"/>
                        </a:lnSpc>
                        <a:spcBef>
                          <a:spcPts val="0"/>
                        </a:spcBef>
                        <a:spcAft>
                          <a:spcPts val="0"/>
                        </a:spcAft>
                        <a:buClrTx/>
                        <a:buSzTx/>
                        <a:buFontTx/>
                        <a:buNone/>
                        <a:tabLst/>
                      </a:pPr>
                      <a:r>
                        <a:rPr lang="en-US" sz="1400" b="0" i="0" u="none" strike="noStrike" cap="none" spc="0" baseline="0">
                          <a:ln>
                            <a:noFill/>
                          </a:ln>
                          <a:solidFill>
                            <a:schemeClr val="tx1"/>
                          </a:solidFill>
                          <a:effectLst/>
                          <a:uFillTx/>
                          <a:latin typeface="Arial" panose="020B0604020202020204" pitchFamily="34" charset="0"/>
                          <a:ea typeface="+mn-ea"/>
                          <a:cs typeface="Arial" panose="020B0604020202020204" pitchFamily="34" charset="0"/>
                          <a:sym typeface="Helvetica Neue Light"/>
                        </a:rPr>
                        <a:t>12H</a:t>
                      </a:r>
                    </a:p>
                  </a:txBody>
                  <a:tcPr marL="9525" marR="9525" marT="9525" marB="0" anchor="ctr"/>
                </a:tc>
                <a:tc>
                  <a:txBody>
                    <a:bodyPr/>
                    <a:lstStyle/>
                    <a:p>
                      <a:pPr marL="0" marR="0" indent="0" algn="ctr" defTabSz="821530" fontAlgn="ctr" latinLnBrk="0">
                        <a:lnSpc>
                          <a:spcPct val="100000"/>
                        </a:lnSpc>
                        <a:spcBef>
                          <a:spcPts val="0"/>
                        </a:spcBef>
                        <a:spcAft>
                          <a:spcPts val="0"/>
                        </a:spcAft>
                        <a:buClrTx/>
                        <a:buSzTx/>
                        <a:buFontTx/>
                        <a:buNone/>
                        <a:tabLst/>
                      </a:pPr>
                      <a:r>
                        <a:rPr lang="en-US" sz="1400" b="0" i="0" u="none" strike="noStrike" cap="none" spc="0" baseline="0">
                          <a:ln>
                            <a:noFill/>
                          </a:ln>
                          <a:solidFill>
                            <a:schemeClr val="tx1"/>
                          </a:solidFill>
                          <a:effectLst/>
                          <a:uFillTx/>
                          <a:latin typeface="Arial" panose="020B0604020202020204" pitchFamily="34" charset="0"/>
                          <a:ea typeface="+mn-ea"/>
                          <a:cs typeface="Arial" panose="020B0604020202020204" pitchFamily="34" charset="0"/>
                          <a:sym typeface="Helvetica Neue Light"/>
                        </a:rPr>
                        <a:t>Epoxy:10-20</a:t>
                      </a:r>
                    </a:p>
                  </a:txBody>
                  <a:tcPr marL="9525" marR="9525" marT="9525" marB="0" anchor="ctr"/>
                </a:tc>
                <a:extLst>
                  <a:ext uri="{0D108BD9-81ED-4DB2-BD59-A6C34878D82A}">
                    <a16:rowId xmlns:a16="http://schemas.microsoft.com/office/drawing/2014/main" val="2773816027"/>
                  </a:ext>
                </a:extLst>
              </a:tr>
              <a:tr h="300542">
                <a:tc>
                  <a:txBody>
                    <a:bodyPr/>
                    <a:lstStyle/>
                    <a:p>
                      <a:pPr algn="ctr" fontAlgn="ctr"/>
                      <a:r>
                        <a:rPr lang="en-US" altLang="zh-CN" sz="1400" b="0" i="0" u="none" strike="noStrike" cap="none" spc="0" baseline="0" dirty="0">
                          <a:ln>
                            <a:noFill/>
                          </a:ln>
                          <a:solidFill>
                            <a:schemeClr val="tx1"/>
                          </a:solidFill>
                          <a:effectLst/>
                          <a:uFillTx/>
                          <a:latin typeface="Arial" panose="020B0604020202020204" pitchFamily="34" charset="0"/>
                          <a:ea typeface="+mn-ea"/>
                          <a:cs typeface="Arial" panose="020B0604020202020204" pitchFamily="34" charset="0"/>
                          <a:sym typeface="Helvetica Neue Light"/>
                        </a:rPr>
                        <a:t>17</a:t>
                      </a:r>
                    </a:p>
                  </a:txBody>
                  <a:tcPr marL="9525" marR="9525" marT="9525" marB="0" anchor="ctr"/>
                </a:tc>
                <a:tc>
                  <a:txBody>
                    <a:bodyPr/>
                    <a:lstStyle/>
                    <a:p>
                      <a:pPr marL="0" marR="0" indent="0" algn="ctr" defTabSz="821530" fontAlgn="ctr" latinLnBrk="0">
                        <a:lnSpc>
                          <a:spcPct val="100000"/>
                        </a:lnSpc>
                        <a:spcBef>
                          <a:spcPts val="0"/>
                        </a:spcBef>
                        <a:spcAft>
                          <a:spcPts val="0"/>
                        </a:spcAft>
                        <a:buClrTx/>
                        <a:buSzTx/>
                        <a:buFontTx/>
                        <a:buNone/>
                        <a:tabLst/>
                      </a:pPr>
                      <a:r>
                        <a:rPr lang="en-US" sz="1400" b="0" i="0" u="none" strike="noStrike" cap="none" spc="0" baseline="0" dirty="0">
                          <a:ln>
                            <a:noFill/>
                          </a:ln>
                          <a:solidFill>
                            <a:schemeClr val="tx1"/>
                          </a:solidFill>
                          <a:effectLst/>
                          <a:uFillTx/>
                          <a:latin typeface="Arial" panose="020B0604020202020204" pitchFamily="34" charset="0"/>
                          <a:ea typeface="+mn-ea"/>
                          <a:cs typeface="Arial" panose="020B0604020202020204" pitchFamily="34" charset="0"/>
                          <a:sym typeface="Helvetica Neue Light"/>
                        </a:rPr>
                        <a:t>12H</a:t>
                      </a:r>
                    </a:p>
                  </a:txBody>
                  <a:tcPr marL="9525" marR="9525" marT="9525" marB="0" anchor="ctr"/>
                </a:tc>
                <a:tc>
                  <a:txBody>
                    <a:bodyPr/>
                    <a:lstStyle/>
                    <a:p>
                      <a:pPr marL="0" marR="0" indent="0" algn="ctr" defTabSz="821530" fontAlgn="ctr" latinLnBrk="0">
                        <a:lnSpc>
                          <a:spcPct val="100000"/>
                        </a:lnSpc>
                        <a:spcBef>
                          <a:spcPts val="0"/>
                        </a:spcBef>
                        <a:spcAft>
                          <a:spcPts val="0"/>
                        </a:spcAft>
                        <a:buClrTx/>
                        <a:buSzTx/>
                        <a:buFontTx/>
                        <a:buNone/>
                        <a:tabLst/>
                      </a:pPr>
                      <a:r>
                        <a:rPr lang="en-US" sz="1400" b="0" i="0" u="none" strike="noStrike" cap="none" spc="0" baseline="0" dirty="0">
                          <a:ln>
                            <a:noFill/>
                          </a:ln>
                          <a:solidFill>
                            <a:schemeClr val="tx1"/>
                          </a:solidFill>
                          <a:effectLst/>
                          <a:uFillTx/>
                          <a:latin typeface="Arial" panose="020B0604020202020204" pitchFamily="34" charset="0"/>
                          <a:ea typeface="+mn-ea"/>
                          <a:cs typeface="Arial" panose="020B0604020202020204" pitchFamily="34" charset="0"/>
                          <a:sym typeface="Helvetica Neue Light"/>
                        </a:rPr>
                        <a:t>Epoxy:10-20</a:t>
                      </a:r>
                    </a:p>
                  </a:txBody>
                  <a:tcPr marL="9525" marR="9525" marT="9525" marB="0" anchor="ctr"/>
                </a:tc>
                <a:extLst>
                  <a:ext uri="{0D108BD9-81ED-4DB2-BD59-A6C34878D82A}">
                    <a16:rowId xmlns:a16="http://schemas.microsoft.com/office/drawing/2014/main" val="1324201038"/>
                  </a:ext>
                </a:extLst>
              </a:tr>
              <a:tr h="300542">
                <a:tc>
                  <a:txBody>
                    <a:bodyPr/>
                    <a:lstStyle/>
                    <a:p>
                      <a:pPr algn="ctr" fontAlgn="ctr"/>
                      <a:r>
                        <a:rPr lang="en-US" altLang="zh-CN" sz="1400" b="0" i="0" u="none" strike="noStrike" cap="none" spc="0" baseline="0">
                          <a:ln>
                            <a:noFill/>
                          </a:ln>
                          <a:solidFill>
                            <a:schemeClr val="tx1"/>
                          </a:solidFill>
                          <a:effectLst/>
                          <a:uFillTx/>
                          <a:latin typeface="Arial" panose="020B0604020202020204" pitchFamily="34" charset="0"/>
                          <a:ea typeface="+mn-ea"/>
                          <a:cs typeface="Arial" panose="020B0604020202020204" pitchFamily="34" charset="0"/>
                          <a:sym typeface="Helvetica Neue Light"/>
                        </a:rPr>
                        <a:t>18</a:t>
                      </a:r>
                    </a:p>
                  </a:txBody>
                  <a:tcPr marL="9525" marR="9525" marT="9525" marB="0" anchor="ctr"/>
                </a:tc>
                <a:tc>
                  <a:txBody>
                    <a:bodyPr/>
                    <a:lstStyle/>
                    <a:p>
                      <a:pPr marL="0" marR="0" indent="0" algn="ctr" defTabSz="821530" fontAlgn="ctr" latinLnBrk="0">
                        <a:lnSpc>
                          <a:spcPct val="100000"/>
                        </a:lnSpc>
                        <a:spcBef>
                          <a:spcPts val="0"/>
                        </a:spcBef>
                        <a:spcAft>
                          <a:spcPts val="0"/>
                        </a:spcAft>
                        <a:buClrTx/>
                        <a:buSzTx/>
                        <a:buFontTx/>
                        <a:buNone/>
                        <a:tabLst/>
                      </a:pPr>
                      <a:r>
                        <a:rPr lang="en-US" sz="1400" b="0" i="0" u="none" strike="noStrike" cap="none" spc="0" baseline="0" dirty="0">
                          <a:ln>
                            <a:noFill/>
                          </a:ln>
                          <a:solidFill>
                            <a:schemeClr val="tx1"/>
                          </a:solidFill>
                          <a:effectLst/>
                          <a:uFillTx/>
                          <a:latin typeface="Arial" panose="020B0604020202020204" pitchFamily="34" charset="0"/>
                          <a:ea typeface="+mn-ea"/>
                          <a:cs typeface="Arial" panose="020B0604020202020204" pitchFamily="34" charset="0"/>
                          <a:sym typeface="Helvetica Neue Light"/>
                        </a:rPr>
                        <a:t>12H</a:t>
                      </a:r>
                    </a:p>
                  </a:txBody>
                  <a:tcPr marL="9525" marR="9525" marT="9525" marB="0" anchor="ctr"/>
                </a:tc>
                <a:tc>
                  <a:txBody>
                    <a:bodyPr/>
                    <a:lstStyle/>
                    <a:p>
                      <a:pPr marL="0" marR="0" indent="0" algn="ctr" defTabSz="821530" fontAlgn="ctr" latinLnBrk="0">
                        <a:lnSpc>
                          <a:spcPct val="100000"/>
                        </a:lnSpc>
                        <a:spcBef>
                          <a:spcPts val="0"/>
                        </a:spcBef>
                        <a:spcAft>
                          <a:spcPts val="0"/>
                        </a:spcAft>
                        <a:buClrTx/>
                        <a:buSzTx/>
                        <a:buFontTx/>
                        <a:buNone/>
                        <a:tabLst/>
                      </a:pPr>
                      <a:r>
                        <a:rPr lang="en-US" sz="1400" b="0" i="0" u="none" strike="noStrike" cap="none" spc="0" baseline="0" dirty="0">
                          <a:ln>
                            <a:noFill/>
                          </a:ln>
                          <a:solidFill>
                            <a:schemeClr val="tx1"/>
                          </a:solidFill>
                          <a:effectLst/>
                          <a:uFillTx/>
                          <a:latin typeface="Arial" panose="020B0604020202020204" pitchFamily="34" charset="0"/>
                          <a:ea typeface="+mn-ea"/>
                          <a:cs typeface="Arial" panose="020B0604020202020204" pitchFamily="34" charset="0"/>
                          <a:sym typeface="Helvetica Neue Light"/>
                        </a:rPr>
                        <a:t>Epoxy:10-20</a:t>
                      </a:r>
                    </a:p>
                  </a:txBody>
                  <a:tcPr marL="9525" marR="9525" marT="9525" marB="0" anchor="ctr"/>
                </a:tc>
                <a:extLst>
                  <a:ext uri="{0D108BD9-81ED-4DB2-BD59-A6C34878D82A}">
                    <a16:rowId xmlns:a16="http://schemas.microsoft.com/office/drawing/2014/main" val="2602249578"/>
                  </a:ext>
                </a:extLst>
              </a:tr>
              <a:tr h="300542">
                <a:tc>
                  <a:txBody>
                    <a:bodyPr/>
                    <a:lstStyle/>
                    <a:p>
                      <a:pPr algn="ctr" fontAlgn="ctr"/>
                      <a:r>
                        <a:rPr lang="en-US" altLang="zh-CN" sz="1400" b="0" i="0" u="none" strike="noStrike" cap="none" spc="0" baseline="0" dirty="0">
                          <a:ln>
                            <a:noFill/>
                          </a:ln>
                          <a:solidFill>
                            <a:schemeClr val="tx1"/>
                          </a:solidFill>
                          <a:effectLst/>
                          <a:uFillTx/>
                          <a:latin typeface="Arial" panose="020B0604020202020204" pitchFamily="34" charset="0"/>
                          <a:ea typeface="+mn-ea"/>
                          <a:cs typeface="Arial" panose="020B0604020202020204" pitchFamily="34" charset="0"/>
                          <a:sym typeface="Helvetica Neue Light"/>
                        </a:rPr>
                        <a:t>19</a:t>
                      </a:r>
                    </a:p>
                  </a:txBody>
                  <a:tcPr marL="9525" marR="9525" marT="9525" marB="0" anchor="ctr">
                    <a:noFill/>
                  </a:tcPr>
                </a:tc>
                <a:tc>
                  <a:txBody>
                    <a:bodyPr/>
                    <a:lstStyle/>
                    <a:p>
                      <a:pPr marL="0" marR="0" indent="0" algn="ctr" defTabSz="821530" fontAlgn="ctr" latinLnBrk="0">
                        <a:lnSpc>
                          <a:spcPct val="100000"/>
                        </a:lnSpc>
                        <a:spcBef>
                          <a:spcPts val="0"/>
                        </a:spcBef>
                        <a:spcAft>
                          <a:spcPts val="0"/>
                        </a:spcAft>
                        <a:buClrTx/>
                        <a:buSzTx/>
                        <a:buFontTx/>
                        <a:buNone/>
                        <a:tabLst/>
                      </a:pPr>
                      <a:r>
                        <a:rPr lang="en-US" sz="1400" b="0" i="0" u="none" strike="noStrike" cap="none" spc="0" baseline="0" dirty="0">
                          <a:ln>
                            <a:noFill/>
                          </a:ln>
                          <a:solidFill>
                            <a:schemeClr val="tx1"/>
                          </a:solidFill>
                          <a:effectLst/>
                          <a:uFillTx/>
                          <a:latin typeface="Arial" panose="020B0604020202020204" pitchFamily="34" charset="0"/>
                          <a:ea typeface="+mn-ea"/>
                          <a:cs typeface="Arial" panose="020B0604020202020204" pitchFamily="34" charset="0"/>
                          <a:sym typeface="Helvetica Neue Light"/>
                        </a:rPr>
                        <a:t>12H</a:t>
                      </a:r>
                    </a:p>
                  </a:txBody>
                  <a:tcPr marL="9525" marR="9525" marT="9525" marB="0" anchor="ctr">
                    <a:noFill/>
                  </a:tcPr>
                </a:tc>
                <a:tc>
                  <a:txBody>
                    <a:bodyPr/>
                    <a:lstStyle/>
                    <a:p>
                      <a:pPr marL="0" marR="0" indent="0" algn="ctr" defTabSz="821530" fontAlgn="ctr" latinLnBrk="0">
                        <a:lnSpc>
                          <a:spcPct val="100000"/>
                        </a:lnSpc>
                        <a:spcBef>
                          <a:spcPts val="0"/>
                        </a:spcBef>
                        <a:spcAft>
                          <a:spcPts val="0"/>
                        </a:spcAft>
                        <a:buClrTx/>
                        <a:buSzTx/>
                        <a:buFontTx/>
                        <a:buNone/>
                        <a:tabLst/>
                      </a:pPr>
                      <a:r>
                        <a:rPr lang="en-US" sz="1400" b="0" i="0" u="none" strike="noStrike" cap="none" spc="0" baseline="0" dirty="0">
                          <a:ln>
                            <a:noFill/>
                          </a:ln>
                          <a:solidFill>
                            <a:schemeClr val="tx1"/>
                          </a:solidFill>
                          <a:effectLst/>
                          <a:uFillTx/>
                          <a:latin typeface="Arial" panose="020B0604020202020204" pitchFamily="34" charset="0"/>
                          <a:ea typeface="+mn-ea"/>
                          <a:cs typeface="Arial" panose="020B0604020202020204" pitchFamily="34" charset="0"/>
                          <a:sym typeface="Helvetica Neue Light"/>
                        </a:rPr>
                        <a:t>Epoxy:10-20</a:t>
                      </a:r>
                    </a:p>
                  </a:txBody>
                  <a:tcPr marL="9525" marR="9525" marT="9525" marB="0" anchor="ctr">
                    <a:noFill/>
                  </a:tcPr>
                </a:tc>
                <a:extLst>
                  <a:ext uri="{0D108BD9-81ED-4DB2-BD59-A6C34878D82A}">
                    <a16:rowId xmlns:a16="http://schemas.microsoft.com/office/drawing/2014/main" val="10009"/>
                  </a:ext>
                </a:extLst>
              </a:tr>
              <a:tr h="300542">
                <a:tc>
                  <a:txBody>
                    <a:bodyPr/>
                    <a:lstStyle/>
                    <a:p>
                      <a:pPr algn="ctr" fontAlgn="ctr"/>
                      <a:r>
                        <a:rPr lang="en-US" altLang="zh-CN" sz="1400" b="0" i="0" u="none" strike="noStrike" cap="none" spc="0" baseline="0">
                          <a:ln>
                            <a:noFill/>
                          </a:ln>
                          <a:solidFill>
                            <a:schemeClr val="tx1"/>
                          </a:solidFill>
                          <a:effectLst/>
                          <a:uFillTx/>
                          <a:latin typeface="Arial" panose="020B0604020202020204" pitchFamily="34" charset="0"/>
                          <a:ea typeface="+mn-ea"/>
                          <a:cs typeface="Arial" panose="020B0604020202020204" pitchFamily="34" charset="0"/>
                          <a:sym typeface="Helvetica Neue Light"/>
                        </a:rPr>
                        <a:t>31</a:t>
                      </a:r>
                    </a:p>
                  </a:txBody>
                  <a:tcPr marL="9525" marR="9525" marT="9525" marB="0" anchor="ctr"/>
                </a:tc>
                <a:tc>
                  <a:txBody>
                    <a:bodyPr/>
                    <a:lstStyle/>
                    <a:p>
                      <a:pPr marL="0" marR="0" indent="0" algn="ctr" defTabSz="821530" fontAlgn="ctr" latinLnBrk="0">
                        <a:lnSpc>
                          <a:spcPct val="100000"/>
                        </a:lnSpc>
                        <a:spcBef>
                          <a:spcPts val="0"/>
                        </a:spcBef>
                        <a:spcAft>
                          <a:spcPts val="0"/>
                        </a:spcAft>
                        <a:buClrTx/>
                        <a:buSzTx/>
                        <a:buFontTx/>
                        <a:buNone/>
                        <a:tabLst/>
                      </a:pPr>
                      <a:r>
                        <a:rPr lang="en-US" sz="1400" b="0" i="0" u="none" strike="noStrike" cap="none" spc="0" baseline="0" dirty="0">
                          <a:ln>
                            <a:noFill/>
                          </a:ln>
                          <a:solidFill>
                            <a:schemeClr val="tx1"/>
                          </a:solidFill>
                          <a:effectLst/>
                          <a:uFillTx/>
                          <a:latin typeface="Arial" panose="020B0604020202020204" pitchFamily="34" charset="0"/>
                          <a:ea typeface="+mn-ea"/>
                          <a:cs typeface="Arial" panose="020B0604020202020204" pitchFamily="34" charset="0"/>
                          <a:sym typeface="Helvetica Neue Light"/>
                        </a:rPr>
                        <a:t>12H</a:t>
                      </a:r>
                    </a:p>
                  </a:txBody>
                  <a:tcPr marL="9525" marR="9525" marT="9525" marB="0" anchor="ctr"/>
                </a:tc>
                <a:tc>
                  <a:txBody>
                    <a:bodyPr/>
                    <a:lstStyle/>
                    <a:p>
                      <a:pPr marL="0" marR="0" indent="0" algn="ctr" defTabSz="821530" fontAlgn="ctr" latinLnBrk="0">
                        <a:lnSpc>
                          <a:spcPct val="100000"/>
                        </a:lnSpc>
                        <a:spcBef>
                          <a:spcPts val="0"/>
                        </a:spcBef>
                        <a:spcAft>
                          <a:spcPts val="0"/>
                        </a:spcAft>
                        <a:buClrTx/>
                        <a:buSzTx/>
                        <a:buFontTx/>
                        <a:buNone/>
                        <a:tabLst/>
                      </a:pPr>
                      <a:r>
                        <a:rPr lang="en-US" sz="1400" b="0" i="0" u="none" strike="noStrike" cap="none" spc="0" baseline="0" dirty="0">
                          <a:ln>
                            <a:noFill/>
                          </a:ln>
                          <a:solidFill>
                            <a:schemeClr val="tx1"/>
                          </a:solidFill>
                          <a:effectLst/>
                          <a:uFillTx/>
                          <a:latin typeface="Arial" panose="020B0604020202020204" pitchFamily="34" charset="0"/>
                          <a:ea typeface="+mn-ea"/>
                          <a:cs typeface="Arial" panose="020B0604020202020204" pitchFamily="34" charset="0"/>
                          <a:sym typeface="Helvetica Neue Light"/>
                        </a:rPr>
                        <a:t>Epoxy:10-20</a:t>
                      </a:r>
                    </a:p>
                  </a:txBody>
                  <a:tcPr marL="9525" marR="9525" marT="9525" marB="0" anchor="ctr"/>
                </a:tc>
                <a:extLst>
                  <a:ext uri="{0D108BD9-81ED-4DB2-BD59-A6C34878D82A}">
                    <a16:rowId xmlns:a16="http://schemas.microsoft.com/office/drawing/2014/main" val="10010"/>
                  </a:ext>
                </a:extLst>
              </a:tr>
              <a:tr h="300542">
                <a:tc>
                  <a:txBody>
                    <a:bodyPr/>
                    <a:lstStyle/>
                    <a:p>
                      <a:pPr algn="ctr" fontAlgn="ctr"/>
                      <a:r>
                        <a:rPr lang="en-US" altLang="zh-CN" sz="1400" b="0" i="0" u="none" strike="noStrike" cap="none" spc="0" baseline="0">
                          <a:ln>
                            <a:noFill/>
                          </a:ln>
                          <a:solidFill>
                            <a:schemeClr val="tx1"/>
                          </a:solidFill>
                          <a:effectLst/>
                          <a:uFillTx/>
                          <a:latin typeface="Arial" panose="020B0604020202020204" pitchFamily="34" charset="0"/>
                          <a:ea typeface="+mn-ea"/>
                          <a:cs typeface="Arial" panose="020B0604020202020204" pitchFamily="34" charset="0"/>
                          <a:sym typeface="Helvetica Neue Light"/>
                        </a:rPr>
                        <a:t>32</a:t>
                      </a:r>
                    </a:p>
                  </a:txBody>
                  <a:tcPr marL="9525" marR="9525" marT="9525" marB="0" anchor="ctr"/>
                </a:tc>
                <a:tc>
                  <a:txBody>
                    <a:bodyPr/>
                    <a:lstStyle/>
                    <a:p>
                      <a:pPr marL="0" marR="0" indent="0" algn="ctr" defTabSz="821530" fontAlgn="ctr" latinLnBrk="0">
                        <a:lnSpc>
                          <a:spcPct val="100000"/>
                        </a:lnSpc>
                        <a:spcBef>
                          <a:spcPts val="0"/>
                        </a:spcBef>
                        <a:spcAft>
                          <a:spcPts val="0"/>
                        </a:spcAft>
                        <a:buClrTx/>
                        <a:buSzTx/>
                        <a:buFontTx/>
                        <a:buNone/>
                        <a:tabLst/>
                      </a:pPr>
                      <a:r>
                        <a:rPr lang="en-US" sz="1400" b="0" i="0" u="none" strike="noStrike" cap="none" spc="0" baseline="0" dirty="0">
                          <a:ln>
                            <a:noFill/>
                          </a:ln>
                          <a:solidFill>
                            <a:schemeClr val="tx1"/>
                          </a:solidFill>
                          <a:effectLst/>
                          <a:uFillTx/>
                          <a:latin typeface="Arial" panose="020B0604020202020204" pitchFamily="34" charset="0"/>
                          <a:ea typeface="+mn-ea"/>
                          <a:cs typeface="Arial" panose="020B0604020202020204" pitchFamily="34" charset="0"/>
                          <a:sym typeface="Helvetica Neue Light"/>
                        </a:rPr>
                        <a:t>12H</a:t>
                      </a:r>
                    </a:p>
                  </a:txBody>
                  <a:tcPr marL="9525" marR="9525" marT="9525" marB="0" anchor="ctr"/>
                </a:tc>
                <a:tc>
                  <a:txBody>
                    <a:bodyPr/>
                    <a:lstStyle/>
                    <a:p>
                      <a:pPr marL="0" marR="0" indent="0" algn="ctr" defTabSz="821530" fontAlgn="ctr" latinLnBrk="0">
                        <a:lnSpc>
                          <a:spcPct val="100000"/>
                        </a:lnSpc>
                        <a:spcBef>
                          <a:spcPts val="0"/>
                        </a:spcBef>
                        <a:spcAft>
                          <a:spcPts val="0"/>
                        </a:spcAft>
                        <a:buClrTx/>
                        <a:buSzTx/>
                        <a:buFontTx/>
                        <a:buNone/>
                        <a:tabLst/>
                      </a:pPr>
                      <a:r>
                        <a:rPr lang="en-US" sz="1400" b="0" i="0" u="none" strike="noStrike" cap="none" spc="0" baseline="0" dirty="0">
                          <a:ln>
                            <a:noFill/>
                          </a:ln>
                          <a:solidFill>
                            <a:schemeClr val="tx1"/>
                          </a:solidFill>
                          <a:effectLst/>
                          <a:uFillTx/>
                          <a:latin typeface="Arial" panose="020B0604020202020204" pitchFamily="34" charset="0"/>
                          <a:ea typeface="+mn-ea"/>
                          <a:cs typeface="Arial" panose="020B0604020202020204" pitchFamily="34" charset="0"/>
                          <a:sym typeface="Helvetica Neue Light"/>
                        </a:rPr>
                        <a:t>Epoxy:10-20</a:t>
                      </a:r>
                    </a:p>
                  </a:txBody>
                  <a:tcPr marL="9525" marR="9525" marT="9525" marB="0" anchor="ctr"/>
                </a:tc>
                <a:extLst>
                  <a:ext uri="{0D108BD9-81ED-4DB2-BD59-A6C34878D82A}">
                    <a16:rowId xmlns:a16="http://schemas.microsoft.com/office/drawing/2014/main" val="10002"/>
                  </a:ext>
                </a:extLst>
              </a:tr>
              <a:tr h="300542">
                <a:tc>
                  <a:txBody>
                    <a:bodyPr/>
                    <a:lstStyle/>
                    <a:p>
                      <a:pPr algn="ctr" fontAlgn="ctr"/>
                      <a:r>
                        <a:rPr lang="en-US" altLang="zh-CN" sz="1400" b="0" i="0" u="none" strike="noStrike" cap="none" spc="0" baseline="0">
                          <a:ln>
                            <a:noFill/>
                          </a:ln>
                          <a:solidFill>
                            <a:schemeClr val="tx1"/>
                          </a:solidFill>
                          <a:effectLst/>
                          <a:uFillTx/>
                          <a:latin typeface="Arial" panose="020B0604020202020204" pitchFamily="34" charset="0"/>
                          <a:ea typeface="+mn-ea"/>
                          <a:cs typeface="Arial" panose="020B0604020202020204" pitchFamily="34" charset="0"/>
                          <a:sym typeface="Helvetica Neue Light"/>
                        </a:rPr>
                        <a:t>33</a:t>
                      </a:r>
                    </a:p>
                  </a:txBody>
                  <a:tcPr marL="9525" marR="9525" marT="9525" marB="0" anchor="ctr"/>
                </a:tc>
                <a:tc>
                  <a:txBody>
                    <a:bodyPr/>
                    <a:lstStyle/>
                    <a:p>
                      <a:pPr marL="0" marR="0" indent="0" algn="ctr" defTabSz="821530" fontAlgn="ctr" latinLnBrk="0">
                        <a:lnSpc>
                          <a:spcPct val="100000"/>
                        </a:lnSpc>
                        <a:spcBef>
                          <a:spcPts val="0"/>
                        </a:spcBef>
                        <a:spcAft>
                          <a:spcPts val="0"/>
                        </a:spcAft>
                        <a:buClrTx/>
                        <a:buSzTx/>
                        <a:buFontTx/>
                        <a:buNone/>
                        <a:tabLst/>
                      </a:pPr>
                      <a:r>
                        <a:rPr lang="en-US" sz="1400" b="0" i="0" u="none" strike="noStrike" cap="none" spc="0" baseline="0" dirty="0">
                          <a:ln>
                            <a:noFill/>
                          </a:ln>
                          <a:solidFill>
                            <a:schemeClr val="tx1"/>
                          </a:solidFill>
                          <a:effectLst/>
                          <a:uFillTx/>
                          <a:latin typeface="Arial" panose="020B0604020202020204" pitchFamily="34" charset="0"/>
                          <a:ea typeface="+mn-ea"/>
                          <a:cs typeface="Arial" panose="020B0604020202020204" pitchFamily="34" charset="0"/>
                          <a:sym typeface="Helvetica Neue Light"/>
                        </a:rPr>
                        <a:t>12H</a:t>
                      </a:r>
                    </a:p>
                  </a:txBody>
                  <a:tcPr marL="9525" marR="9525" marT="9525" marB="0" anchor="ctr"/>
                </a:tc>
                <a:tc>
                  <a:txBody>
                    <a:bodyPr/>
                    <a:lstStyle/>
                    <a:p>
                      <a:pPr marL="0" marR="0" indent="0" algn="ctr" defTabSz="821530" fontAlgn="ctr" latinLnBrk="0">
                        <a:lnSpc>
                          <a:spcPct val="100000"/>
                        </a:lnSpc>
                        <a:spcBef>
                          <a:spcPts val="0"/>
                        </a:spcBef>
                        <a:spcAft>
                          <a:spcPts val="0"/>
                        </a:spcAft>
                        <a:buClrTx/>
                        <a:buSzTx/>
                        <a:buFontTx/>
                        <a:buNone/>
                        <a:tabLst/>
                      </a:pPr>
                      <a:r>
                        <a:rPr lang="en-US" sz="1400" b="0" i="0" u="none" strike="noStrike" cap="none" spc="0" baseline="0" dirty="0">
                          <a:ln>
                            <a:noFill/>
                          </a:ln>
                          <a:solidFill>
                            <a:schemeClr val="tx1"/>
                          </a:solidFill>
                          <a:effectLst/>
                          <a:uFillTx/>
                          <a:latin typeface="Arial" panose="020B0604020202020204" pitchFamily="34" charset="0"/>
                          <a:ea typeface="+mn-ea"/>
                          <a:cs typeface="Arial" panose="020B0604020202020204" pitchFamily="34" charset="0"/>
                          <a:sym typeface="Helvetica Neue Light"/>
                        </a:rPr>
                        <a:t>Epoxy:10-20</a:t>
                      </a:r>
                    </a:p>
                  </a:txBody>
                  <a:tcPr marL="9525" marR="9525" marT="9525" marB="0" anchor="ctr"/>
                </a:tc>
                <a:extLst>
                  <a:ext uri="{0D108BD9-81ED-4DB2-BD59-A6C34878D82A}">
                    <a16:rowId xmlns:a16="http://schemas.microsoft.com/office/drawing/2014/main" val="10003"/>
                  </a:ext>
                </a:extLst>
              </a:tr>
              <a:tr h="300542">
                <a:tc>
                  <a:txBody>
                    <a:bodyPr/>
                    <a:lstStyle/>
                    <a:p>
                      <a:pPr algn="ctr" fontAlgn="ctr"/>
                      <a:r>
                        <a:rPr lang="en-US" altLang="zh-CN" sz="1400" b="0" i="0" u="none" strike="noStrike" cap="none" spc="0" baseline="0" dirty="0">
                          <a:ln>
                            <a:noFill/>
                          </a:ln>
                          <a:solidFill>
                            <a:schemeClr val="tx1"/>
                          </a:solidFill>
                          <a:effectLst/>
                          <a:uFillTx/>
                          <a:latin typeface="Arial" panose="020B0604020202020204" pitchFamily="34" charset="0"/>
                          <a:ea typeface="+mn-ea"/>
                          <a:cs typeface="Arial" panose="020B0604020202020204" pitchFamily="34" charset="0"/>
                          <a:sym typeface="Helvetica Neue Light"/>
                        </a:rPr>
                        <a:t>34</a:t>
                      </a:r>
                    </a:p>
                  </a:txBody>
                  <a:tcPr marL="9525" marR="9525" marT="9525" marB="0" anchor="ctr"/>
                </a:tc>
                <a:tc>
                  <a:txBody>
                    <a:bodyPr/>
                    <a:lstStyle/>
                    <a:p>
                      <a:pPr marL="0" marR="0" indent="0" algn="ctr" defTabSz="821530" fontAlgn="ctr" latinLnBrk="0">
                        <a:lnSpc>
                          <a:spcPct val="100000"/>
                        </a:lnSpc>
                        <a:spcBef>
                          <a:spcPts val="0"/>
                        </a:spcBef>
                        <a:spcAft>
                          <a:spcPts val="0"/>
                        </a:spcAft>
                        <a:buClrTx/>
                        <a:buSzTx/>
                        <a:buFontTx/>
                        <a:buNone/>
                        <a:tabLst/>
                      </a:pPr>
                      <a:r>
                        <a:rPr lang="en-US" altLang="zh-CN" sz="1400" b="0" i="0" u="none" strike="noStrike" cap="none" spc="0" baseline="0" dirty="0">
                          <a:ln>
                            <a:noFill/>
                          </a:ln>
                          <a:solidFill>
                            <a:schemeClr val="tx1"/>
                          </a:solidFill>
                          <a:effectLst/>
                          <a:uFillTx/>
                          <a:latin typeface="Arial" panose="020B0604020202020204" pitchFamily="34" charset="0"/>
                          <a:ea typeface="+mn-ea"/>
                          <a:cs typeface="Arial" panose="020B0604020202020204" pitchFamily="34" charset="0"/>
                          <a:sym typeface="Helvetica Neue Light"/>
                        </a:rPr>
                        <a:t>8</a:t>
                      </a:r>
                    </a:p>
                  </a:txBody>
                  <a:tcPr marL="9525" marR="9525" marT="9525" marB="0" anchor="ctr"/>
                </a:tc>
                <a:tc>
                  <a:txBody>
                    <a:bodyPr/>
                    <a:lstStyle/>
                    <a:p>
                      <a:pPr marL="0" marR="0" indent="0" algn="ctr" defTabSz="821530" fontAlgn="ctr" latinLnBrk="0">
                        <a:lnSpc>
                          <a:spcPct val="100000"/>
                        </a:lnSpc>
                        <a:spcBef>
                          <a:spcPts val="0"/>
                        </a:spcBef>
                        <a:spcAft>
                          <a:spcPts val="0"/>
                        </a:spcAft>
                        <a:buClrTx/>
                        <a:buSzTx/>
                        <a:buFontTx/>
                        <a:buNone/>
                        <a:tabLst/>
                      </a:pPr>
                      <a:r>
                        <a:rPr lang="en-US" sz="1400" b="0" i="0" u="none" strike="noStrike" cap="none" spc="0" baseline="0" dirty="0">
                          <a:ln>
                            <a:noFill/>
                          </a:ln>
                          <a:solidFill>
                            <a:schemeClr val="tx1"/>
                          </a:solidFill>
                          <a:effectLst/>
                          <a:uFillTx/>
                          <a:latin typeface="Arial" panose="020B0604020202020204" pitchFamily="34" charset="0"/>
                          <a:ea typeface="+mn-ea"/>
                          <a:cs typeface="Arial" panose="020B0604020202020204" pitchFamily="34" charset="0"/>
                          <a:sym typeface="Helvetica Neue Light"/>
                        </a:rPr>
                        <a:t>Epoxy:10-20</a:t>
                      </a:r>
                    </a:p>
                  </a:txBody>
                  <a:tcPr marL="9525" marR="9525" marT="9525" marB="0" anchor="ctr"/>
                </a:tc>
                <a:extLst>
                  <a:ext uri="{0D108BD9-81ED-4DB2-BD59-A6C34878D82A}">
                    <a16:rowId xmlns:a16="http://schemas.microsoft.com/office/drawing/2014/main" val="10004"/>
                  </a:ext>
                </a:extLst>
              </a:tr>
              <a:tr h="300542">
                <a:tc>
                  <a:txBody>
                    <a:bodyPr/>
                    <a:lstStyle/>
                    <a:p>
                      <a:pPr algn="ctr" fontAlgn="ctr"/>
                      <a:r>
                        <a:rPr lang="en-US" altLang="zh-CN" sz="1400" b="0" i="0" u="none" strike="noStrike" cap="none" spc="0" baseline="0" dirty="0">
                          <a:ln>
                            <a:noFill/>
                          </a:ln>
                          <a:solidFill>
                            <a:schemeClr val="tx1"/>
                          </a:solidFill>
                          <a:effectLst/>
                          <a:uFillTx/>
                          <a:latin typeface="Arial" panose="020B0604020202020204" pitchFamily="34" charset="0"/>
                          <a:ea typeface="+mn-ea"/>
                          <a:cs typeface="Arial" panose="020B0604020202020204" pitchFamily="34" charset="0"/>
                          <a:sym typeface="Helvetica Neue Light"/>
                        </a:rPr>
                        <a:t>35</a:t>
                      </a:r>
                    </a:p>
                  </a:txBody>
                  <a:tcPr marL="9525" marR="9525" marT="9525" marB="0" anchor="ctr"/>
                </a:tc>
                <a:tc>
                  <a:txBody>
                    <a:bodyPr/>
                    <a:lstStyle/>
                    <a:p>
                      <a:pPr marL="0" marR="0" indent="0" algn="ctr" defTabSz="821530" fontAlgn="ctr" latinLnBrk="0">
                        <a:lnSpc>
                          <a:spcPct val="100000"/>
                        </a:lnSpc>
                        <a:spcBef>
                          <a:spcPts val="0"/>
                        </a:spcBef>
                        <a:spcAft>
                          <a:spcPts val="0"/>
                        </a:spcAft>
                        <a:buClrTx/>
                        <a:buSzTx/>
                        <a:buFontTx/>
                        <a:buNone/>
                        <a:tabLst/>
                      </a:pPr>
                      <a:r>
                        <a:rPr lang="en-US" altLang="zh-CN" sz="1400" b="0" i="0" u="none" strike="noStrike" cap="none" spc="0" baseline="0" dirty="0">
                          <a:ln>
                            <a:noFill/>
                          </a:ln>
                          <a:solidFill>
                            <a:schemeClr val="tx1"/>
                          </a:solidFill>
                          <a:effectLst/>
                          <a:uFillTx/>
                          <a:latin typeface="Arial" panose="020B0604020202020204" pitchFamily="34" charset="0"/>
                          <a:ea typeface="+mn-ea"/>
                          <a:cs typeface="Arial" panose="020B0604020202020204" pitchFamily="34" charset="0"/>
                          <a:sym typeface="Helvetica Neue Light"/>
                        </a:rPr>
                        <a:t>8</a:t>
                      </a:r>
                    </a:p>
                  </a:txBody>
                  <a:tcPr marL="9525" marR="9525" marT="9525" marB="0" anchor="ctr"/>
                </a:tc>
                <a:tc>
                  <a:txBody>
                    <a:bodyPr/>
                    <a:lstStyle/>
                    <a:p>
                      <a:pPr marL="0" marR="0" indent="0" algn="ctr" defTabSz="821530" fontAlgn="ctr" latinLnBrk="0">
                        <a:lnSpc>
                          <a:spcPct val="100000"/>
                        </a:lnSpc>
                        <a:spcBef>
                          <a:spcPts val="0"/>
                        </a:spcBef>
                        <a:spcAft>
                          <a:spcPts val="0"/>
                        </a:spcAft>
                        <a:buClrTx/>
                        <a:buSzTx/>
                        <a:buFontTx/>
                        <a:buNone/>
                        <a:tabLst/>
                      </a:pPr>
                      <a:r>
                        <a:rPr lang="en-US" sz="1400" b="0" i="0" u="none" strike="noStrike" cap="none" spc="0" baseline="0" dirty="0">
                          <a:ln>
                            <a:noFill/>
                          </a:ln>
                          <a:solidFill>
                            <a:schemeClr val="tx1"/>
                          </a:solidFill>
                          <a:effectLst/>
                          <a:uFillTx/>
                          <a:latin typeface="Arial" panose="020B0604020202020204" pitchFamily="34" charset="0"/>
                          <a:ea typeface="+mn-ea"/>
                          <a:cs typeface="Arial" panose="020B0604020202020204" pitchFamily="34" charset="0"/>
                          <a:sym typeface="Helvetica Neue Light"/>
                        </a:rPr>
                        <a:t>Epoxy:10-20</a:t>
                      </a:r>
                    </a:p>
                  </a:txBody>
                  <a:tcPr marL="9525" marR="9525" marT="9525" marB="0" anchor="ctr"/>
                </a:tc>
                <a:extLst>
                  <a:ext uri="{0D108BD9-81ED-4DB2-BD59-A6C34878D82A}">
                    <a16:rowId xmlns:a16="http://schemas.microsoft.com/office/drawing/2014/main" val="10005"/>
                  </a:ext>
                </a:extLst>
              </a:tr>
              <a:tr h="300542">
                <a:tc>
                  <a:txBody>
                    <a:bodyPr/>
                    <a:lstStyle/>
                    <a:p>
                      <a:pPr algn="ctr" fontAlgn="ctr"/>
                      <a:r>
                        <a:rPr lang="en-US" altLang="zh-CN" sz="1400" b="0" i="0" u="none" strike="noStrike" cap="none" spc="0" baseline="0" dirty="0">
                          <a:ln>
                            <a:noFill/>
                          </a:ln>
                          <a:solidFill>
                            <a:schemeClr val="tx1"/>
                          </a:solidFill>
                          <a:effectLst/>
                          <a:uFillTx/>
                          <a:latin typeface="Arial" panose="020B0604020202020204" pitchFamily="34" charset="0"/>
                          <a:ea typeface="+mn-ea"/>
                          <a:cs typeface="Arial" panose="020B0604020202020204" pitchFamily="34" charset="0"/>
                          <a:sym typeface="Helvetica Neue Light"/>
                        </a:rPr>
                        <a:t>50</a:t>
                      </a:r>
                    </a:p>
                  </a:txBody>
                  <a:tcPr marL="9525" marR="9525" marT="9525" marB="0" anchor="ctr"/>
                </a:tc>
                <a:tc>
                  <a:txBody>
                    <a:bodyPr/>
                    <a:lstStyle/>
                    <a:p>
                      <a:pPr marL="0" marR="0" indent="0" algn="ctr" defTabSz="821530" fontAlgn="ctr" latinLnBrk="0">
                        <a:lnSpc>
                          <a:spcPct val="100000"/>
                        </a:lnSpc>
                        <a:spcBef>
                          <a:spcPts val="0"/>
                        </a:spcBef>
                        <a:spcAft>
                          <a:spcPts val="0"/>
                        </a:spcAft>
                        <a:buClrTx/>
                        <a:buSzTx/>
                        <a:buFontTx/>
                        <a:buNone/>
                        <a:tabLst/>
                      </a:pPr>
                      <a:r>
                        <a:rPr lang="en-US" sz="1400" b="0" i="0" u="none" strike="noStrike" cap="none" spc="0" baseline="0" dirty="0">
                          <a:ln>
                            <a:noFill/>
                          </a:ln>
                          <a:solidFill>
                            <a:schemeClr val="tx1"/>
                          </a:solidFill>
                          <a:effectLst/>
                          <a:uFillTx/>
                          <a:latin typeface="Arial" panose="020B0604020202020204" pitchFamily="34" charset="0"/>
                          <a:ea typeface="+mn-ea"/>
                          <a:cs typeface="Arial" panose="020B0604020202020204" pitchFamily="34" charset="0"/>
                          <a:sym typeface="Helvetica Neue Light"/>
                        </a:rPr>
                        <a:t>12H</a:t>
                      </a:r>
                    </a:p>
                  </a:txBody>
                  <a:tcPr marL="9525" marR="9525" marT="9525" marB="0" anchor="ctr"/>
                </a:tc>
                <a:tc>
                  <a:txBody>
                    <a:bodyPr/>
                    <a:lstStyle/>
                    <a:p>
                      <a:pPr marL="0" marR="0" indent="0" algn="ctr" defTabSz="821530" fontAlgn="ctr" latinLnBrk="0">
                        <a:lnSpc>
                          <a:spcPct val="100000"/>
                        </a:lnSpc>
                        <a:spcBef>
                          <a:spcPts val="0"/>
                        </a:spcBef>
                        <a:spcAft>
                          <a:spcPts val="0"/>
                        </a:spcAft>
                        <a:buClrTx/>
                        <a:buSzTx/>
                        <a:buFontTx/>
                        <a:buNone/>
                        <a:tabLst/>
                      </a:pPr>
                      <a:r>
                        <a:rPr lang="en-US" sz="1400" b="0" i="0" u="none" strike="noStrike" cap="none" spc="0" baseline="0" dirty="0">
                          <a:ln>
                            <a:noFill/>
                          </a:ln>
                          <a:solidFill>
                            <a:schemeClr val="tx1"/>
                          </a:solidFill>
                          <a:effectLst/>
                          <a:uFillTx/>
                          <a:latin typeface="Arial" panose="020B0604020202020204" pitchFamily="34" charset="0"/>
                          <a:ea typeface="+mn-ea"/>
                          <a:cs typeface="Arial" panose="020B0604020202020204" pitchFamily="34" charset="0"/>
                          <a:sym typeface="Helvetica Neue Light"/>
                        </a:rPr>
                        <a:t>Epoxy:10-20</a:t>
                      </a:r>
                    </a:p>
                  </a:txBody>
                  <a:tcPr marL="9525" marR="9525" marT="9525" marB="0" anchor="ctr"/>
                </a:tc>
                <a:extLst>
                  <a:ext uri="{0D108BD9-81ED-4DB2-BD59-A6C34878D82A}">
                    <a16:rowId xmlns:a16="http://schemas.microsoft.com/office/drawing/2014/main" val="10007"/>
                  </a:ext>
                </a:extLst>
              </a:tr>
              <a:tr h="300542">
                <a:tc>
                  <a:txBody>
                    <a:bodyPr/>
                    <a:lstStyle/>
                    <a:p>
                      <a:pPr algn="ctr" fontAlgn="ctr"/>
                      <a:r>
                        <a:rPr lang="en-US" altLang="zh-CN" sz="1400" b="0" i="0" u="none" strike="noStrike" cap="none" spc="0" baseline="0" dirty="0">
                          <a:ln>
                            <a:noFill/>
                          </a:ln>
                          <a:solidFill>
                            <a:schemeClr val="tx1"/>
                          </a:solidFill>
                          <a:effectLst/>
                          <a:uFillTx/>
                          <a:latin typeface="Arial" panose="020B0604020202020204" pitchFamily="34" charset="0"/>
                          <a:ea typeface="+mn-ea"/>
                          <a:cs typeface="Arial" panose="020B0604020202020204" pitchFamily="34" charset="0"/>
                          <a:sym typeface="Helvetica Neue Light"/>
                        </a:rPr>
                        <a:t>51</a:t>
                      </a:r>
                    </a:p>
                  </a:txBody>
                  <a:tcPr marL="9525" marR="9525" marT="9525" marB="0" anchor="ctr"/>
                </a:tc>
                <a:tc>
                  <a:txBody>
                    <a:bodyPr/>
                    <a:lstStyle/>
                    <a:p>
                      <a:pPr marL="0" marR="0" indent="0" algn="ctr" defTabSz="821530" fontAlgn="ctr" latinLnBrk="0">
                        <a:lnSpc>
                          <a:spcPct val="100000"/>
                        </a:lnSpc>
                        <a:spcBef>
                          <a:spcPts val="0"/>
                        </a:spcBef>
                        <a:spcAft>
                          <a:spcPts val="0"/>
                        </a:spcAft>
                        <a:buClrTx/>
                        <a:buSzTx/>
                        <a:buFontTx/>
                        <a:buNone/>
                        <a:tabLst/>
                      </a:pPr>
                      <a:r>
                        <a:rPr lang="en-US" sz="1400" b="0" i="0" u="none" strike="noStrike" cap="none" spc="0" baseline="0" dirty="0">
                          <a:ln>
                            <a:noFill/>
                          </a:ln>
                          <a:solidFill>
                            <a:schemeClr val="tx1"/>
                          </a:solidFill>
                          <a:effectLst/>
                          <a:uFillTx/>
                          <a:latin typeface="Arial" panose="020B0604020202020204" pitchFamily="34" charset="0"/>
                          <a:ea typeface="+mn-ea"/>
                          <a:cs typeface="Arial" panose="020B0604020202020204" pitchFamily="34" charset="0"/>
                          <a:sym typeface="Helvetica Neue Light"/>
                        </a:rPr>
                        <a:t>12H</a:t>
                      </a:r>
                    </a:p>
                  </a:txBody>
                  <a:tcPr marL="9525" marR="9525" marT="9525" marB="0" anchor="ctr"/>
                </a:tc>
                <a:tc>
                  <a:txBody>
                    <a:bodyPr/>
                    <a:lstStyle/>
                    <a:p>
                      <a:pPr marL="0" marR="0" indent="0" algn="ctr" defTabSz="821530" fontAlgn="ctr" latinLnBrk="0">
                        <a:lnSpc>
                          <a:spcPct val="100000"/>
                        </a:lnSpc>
                        <a:spcBef>
                          <a:spcPts val="0"/>
                        </a:spcBef>
                        <a:spcAft>
                          <a:spcPts val="0"/>
                        </a:spcAft>
                        <a:buClrTx/>
                        <a:buSzTx/>
                        <a:buFontTx/>
                        <a:buNone/>
                        <a:tabLst/>
                      </a:pPr>
                      <a:r>
                        <a:rPr lang="en-US" sz="1400" b="0" i="0" u="none" strike="noStrike" cap="none" spc="0" baseline="0" dirty="0">
                          <a:ln>
                            <a:noFill/>
                          </a:ln>
                          <a:solidFill>
                            <a:schemeClr val="tx1"/>
                          </a:solidFill>
                          <a:effectLst/>
                          <a:uFillTx/>
                          <a:latin typeface="Arial" panose="020B0604020202020204" pitchFamily="34" charset="0"/>
                          <a:ea typeface="+mn-ea"/>
                          <a:cs typeface="Arial" panose="020B0604020202020204" pitchFamily="34" charset="0"/>
                          <a:sym typeface="Helvetica Neue Light"/>
                        </a:rPr>
                        <a:t>Epoxy:10-20</a:t>
                      </a:r>
                    </a:p>
                  </a:txBody>
                  <a:tcPr marL="9525" marR="9525" marT="9525" marB="0" anchor="ctr"/>
                </a:tc>
                <a:extLst>
                  <a:ext uri="{0D108BD9-81ED-4DB2-BD59-A6C34878D82A}">
                    <a16:rowId xmlns:a16="http://schemas.microsoft.com/office/drawing/2014/main" val="10008"/>
                  </a:ext>
                </a:extLst>
              </a:tr>
            </a:tbl>
          </a:graphicData>
        </a:graphic>
      </p:graphicFrame>
      <p:grpSp>
        <p:nvGrpSpPr>
          <p:cNvPr id="6" name="组合 5"/>
          <p:cNvGrpSpPr/>
          <p:nvPr/>
        </p:nvGrpSpPr>
        <p:grpSpPr>
          <a:xfrm>
            <a:off x="12681990" y="6851489"/>
            <a:ext cx="11055873" cy="2845266"/>
            <a:chOff x="12681990" y="6851489"/>
            <a:chExt cx="11055873" cy="2845266"/>
          </a:xfrm>
        </p:grpSpPr>
        <p:pic>
          <p:nvPicPr>
            <p:cNvPr id="132" name="图像" descr="图像"/>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12681990" y="7165039"/>
              <a:ext cx="1792836" cy="1564337"/>
            </a:xfrm>
            <a:prstGeom prst="rect">
              <a:avLst/>
            </a:prstGeom>
            <a:ln w="12700">
              <a:miter lim="400000"/>
            </a:ln>
          </p:spPr>
        </p:pic>
        <p:pic>
          <p:nvPicPr>
            <p:cNvPr id="133" name="图像" descr="图像"/>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9030886" y="7173102"/>
              <a:ext cx="1203003" cy="1398492"/>
            </a:xfrm>
            <a:prstGeom prst="rect">
              <a:avLst/>
            </a:prstGeom>
            <a:ln w="12700">
              <a:miter lim="400000"/>
            </a:ln>
          </p:spPr>
        </p:pic>
        <p:pic>
          <p:nvPicPr>
            <p:cNvPr id="134" name="图像" descr="图像"/>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21796258" y="7173102"/>
              <a:ext cx="1468781" cy="1607019"/>
            </a:xfrm>
            <a:prstGeom prst="rect">
              <a:avLst/>
            </a:prstGeom>
            <a:ln w="12700">
              <a:miter lim="400000"/>
            </a:ln>
          </p:spPr>
        </p:pic>
        <p:sp>
          <p:nvSpPr>
            <p:cNvPr id="135" name="Polishing machine"/>
            <p:cNvSpPr txBox="1"/>
            <p:nvPr/>
          </p:nvSpPr>
          <p:spPr>
            <a:xfrm>
              <a:off x="13070620" y="8813822"/>
              <a:ext cx="1397636" cy="3175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71437" tIns="71437" rIns="71437" bIns="71437" anchor="ctr">
              <a:spAutoFit/>
            </a:bodyPr>
            <a:lstStyle>
              <a:lvl1pPr defTabSz="821531">
                <a:defRPr sz="1200">
                  <a:latin typeface="+mj-lt"/>
                  <a:ea typeface="+mj-ea"/>
                  <a:cs typeface="+mj-cs"/>
                  <a:sym typeface="Helvetica Neue"/>
                </a:defRPr>
              </a:lvl1pPr>
            </a:lstStyle>
            <a:p>
              <a:r>
                <a:rPr dirty="0"/>
                <a:t>Polishing machine</a:t>
              </a:r>
            </a:p>
          </p:txBody>
        </p:sp>
        <p:sp>
          <p:nvSpPr>
            <p:cNvPr id="136" name="Grinding motion: Grinding upward from Y0, grinding 0.7mm"/>
            <p:cNvSpPr txBox="1"/>
            <p:nvPr/>
          </p:nvSpPr>
          <p:spPr>
            <a:xfrm>
              <a:off x="14811474" y="8804816"/>
              <a:ext cx="2714366" cy="5136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71437" tIns="71437" rIns="71437" bIns="71437" anchor="ctr">
              <a:spAutoFit/>
            </a:bodyPr>
            <a:lstStyle>
              <a:lvl1pPr algn="l" defTabSz="821531">
                <a:defRPr sz="1200">
                  <a:latin typeface="+mj-lt"/>
                  <a:ea typeface="+mj-ea"/>
                  <a:cs typeface="+mj-cs"/>
                  <a:sym typeface="Helvetica Neue"/>
                </a:defRPr>
              </a:lvl1pPr>
            </a:lstStyle>
            <a:p>
              <a:r>
                <a:rPr dirty="0"/>
                <a:t>Grinding motion: Grinding upward </a:t>
              </a:r>
              <a:endParaRPr lang="en-US" dirty="0"/>
            </a:p>
            <a:p>
              <a:r>
                <a:rPr dirty="0"/>
                <a:t>from Y0,grinding </a:t>
              </a:r>
              <a:r>
                <a:rPr lang="en-US" dirty="0"/>
                <a:t>1.5</a:t>
              </a:r>
              <a:r>
                <a:rPr dirty="0"/>
                <a:t>mm</a:t>
              </a:r>
            </a:p>
          </p:txBody>
        </p:sp>
        <p:sp>
          <p:nvSpPr>
            <p:cNvPr id="137" name="Step 5. Coarse grinding: grinding disc speed 500 RPM,Indenter speed 75 RPM/min, pressure 45N,Use Size 240-1000-2400-3000 sandpaper in turn"/>
            <p:cNvSpPr txBox="1"/>
            <p:nvPr/>
          </p:nvSpPr>
          <p:spPr>
            <a:xfrm>
              <a:off x="17614385" y="8729376"/>
              <a:ext cx="3360865" cy="8509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71437" tIns="71437" rIns="71437" bIns="71437" anchor="ctr">
              <a:spAutoFit/>
            </a:bodyPr>
            <a:lstStyle>
              <a:lvl1pPr algn="l" defTabSz="821531">
                <a:defRPr sz="1200">
                  <a:latin typeface="+mj-lt"/>
                  <a:ea typeface="+mj-ea"/>
                  <a:cs typeface="+mj-cs"/>
                  <a:sym typeface="Helvetica Neue"/>
                </a:defRPr>
              </a:lvl1pPr>
            </a:lstStyle>
            <a:p>
              <a:r>
                <a:rPr dirty="0"/>
                <a:t>Step 5. Coarse grinding: grinding disc speed 500 </a:t>
              </a:r>
              <a:r>
                <a:rPr dirty="0" err="1"/>
                <a:t>RPM,Indenter</a:t>
              </a:r>
              <a:r>
                <a:rPr dirty="0"/>
                <a:t> speed 75 RPM/min, pressure 45N,Use Size 240-1000-2400-3000 sandpaper in turn</a:t>
              </a:r>
            </a:p>
          </p:txBody>
        </p:sp>
        <p:sp>
          <p:nvSpPr>
            <p:cNvPr id="138" name="Step 6. Polishing: Grinding disc speed 500 RPM,,Indenter speed 75 RPM/min,pressure 45N,Using a polishing cloth to do polish"/>
            <p:cNvSpPr txBox="1"/>
            <p:nvPr/>
          </p:nvSpPr>
          <p:spPr>
            <a:xfrm>
              <a:off x="20975250" y="8813822"/>
              <a:ext cx="2700726" cy="88293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71437" tIns="71437" rIns="71437" bIns="71437" anchor="ctr">
              <a:spAutoFit/>
            </a:bodyPr>
            <a:lstStyle>
              <a:lvl1pPr algn="l" defTabSz="821531">
                <a:defRPr sz="1200">
                  <a:latin typeface="+mj-lt"/>
                  <a:ea typeface="+mj-ea"/>
                  <a:cs typeface="+mj-cs"/>
                  <a:sym typeface="Helvetica Neue"/>
                </a:defRPr>
              </a:lvl1pPr>
            </a:lstStyle>
            <a:p>
              <a:r>
                <a:rPr dirty="0"/>
                <a:t>Step 6. Polishing: Grinding disc speed 500 </a:t>
              </a:r>
              <a:r>
                <a:rPr dirty="0" err="1"/>
                <a:t>RPM,,Indenter</a:t>
              </a:r>
              <a:r>
                <a:rPr dirty="0"/>
                <a:t> speed 75 RPM/</a:t>
              </a:r>
              <a:r>
                <a:rPr dirty="0" err="1"/>
                <a:t>min,pressure</a:t>
              </a:r>
              <a:r>
                <a:rPr dirty="0"/>
                <a:t> 45N,Using a </a:t>
              </a:r>
              <a:endParaRPr lang="en-US" dirty="0"/>
            </a:p>
            <a:p>
              <a:r>
                <a:rPr dirty="0"/>
                <a:t>polishing cloth to do polish</a:t>
              </a:r>
            </a:p>
          </p:txBody>
        </p:sp>
        <p:pic>
          <p:nvPicPr>
            <p:cNvPr id="139" name="图像" descr="图像"/>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14753031" y="7367118"/>
              <a:ext cx="3105892" cy="1091500"/>
            </a:xfrm>
            <a:prstGeom prst="rect">
              <a:avLst/>
            </a:prstGeom>
            <a:ln w="12700">
              <a:miter lim="400000"/>
            </a:ln>
          </p:spPr>
        </p:pic>
        <p:pic>
          <p:nvPicPr>
            <p:cNvPr id="140" name="图像" descr="图像"/>
            <p:cNvPicPr>
              <a:picLocks noChangeAspect="1"/>
            </p:cNvPicPr>
            <p:nvPr/>
          </p:nvPicPr>
          <p:blipFill>
            <a:blip r:embed="rId6"/>
            <a:stretch>
              <a:fillRect/>
            </a:stretch>
          </p:blipFill>
          <p:spPr>
            <a:xfrm>
              <a:off x="17156540" y="6851489"/>
              <a:ext cx="1626871" cy="596520"/>
            </a:xfrm>
            <a:prstGeom prst="rect">
              <a:avLst/>
            </a:prstGeom>
            <a:ln w="12700">
              <a:miter lim="400000"/>
            </a:ln>
          </p:spPr>
        </p:pic>
        <p:pic>
          <p:nvPicPr>
            <p:cNvPr id="181" name="图像" descr="图像"/>
            <p:cNvPicPr>
              <a:picLocks noChangeAspect="1"/>
            </p:cNvPicPr>
            <p:nvPr/>
          </p:nvPicPr>
          <p:blipFill>
            <a:blip r:embed="rId7"/>
            <a:stretch>
              <a:fillRect/>
            </a:stretch>
          </p:blipFill>
          <p:spPr>
            <a:xfrm>
              <a:off x="12681990" y="6922792"/>
              <a:ext cx="11055873" cy="2766683"/>
            </a:xfrm>
            <a:prstGeom prst="rect">
              <a:avLst/>
            </a:prstGeom>
            <a:ln w="12700">
              <a:miter lim="400000"/>
            </a:ln>
          </p:spPr>
        </p:pic>
        <p:sp>
          <p:nvSpPr>
            <p:cNvPr id="5" name="文本框 4"/>
            <p:cNvSpPr txBox="1"/>
            <p:nvPr/>
          </p:nvSpPr>
          <p:spPr>
            <a:xfrm>
              <a:off x="17297944" y="7647859"/>
              <a:ext cx="455792" cy="241092"/>
            </a:xfrm>
            <a:prstGeom prst="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1530" rtl="0" fontAlgn="auto" latinLnBrk="0" hangingPunct="0">
                <a:lnSpc>
                  <a:spcPct val="100000"/>
                </a:lnSpc>
                <a:spcBef>
                  <a:spcPts val="0"/>
                </a:spcBef>
                <a:spcAft>
                  <a:spcPts val="0"/>
                </a:spcAft>
                <a:buClrTx/>
                <a:buSzTx/>
                <a:buFontTx/>
                <a:buNone/>
                <a:tabLst/>
              </a:pPr>
              <a:r>
                <a:rPr lang="en-US" altLang="zh-CN" sz="900" dirty="0">
                  <a:latin typeface="Arial" panose="020B0604020202020204" pitchFamily="34" charset="0"/>
                  <a:cs typeface="Arial" panose="020B0604020202020204" pitchFamily="34" charset="0"/>
                </a:rPr>
                <a:t>1.5</a:t>
              </a:r>
              <a:r>
                <a:rPr kumimoji="0" lang="en-US" altLang="zh-CN" sz="900" b="0" i="0" u="none" strike="noStrike" cap="none" spc="0" normalizeH="0" baseline="0" dirty="0">
                  <a:ln>
                    <a:noFill/>
                  </a:ln>
                  <a:solidFill>
                    <a:srgbClr val="000000"/>
                  </a:solidFill>
                  <a:effectLst/>
                  <a:uFillTx/>
                  <a:latin typeface="Arial" panose="020B0604020202020204" pitchFamily="34" charset="0"/>
                  <a:cs typeface="Arial" panose="020B0604020202020204" pitchFamily="34" charset="0"/>
                  <a:sym typeface="Helvetica Neue Medium"/>
                </a:rPr>
                <a:t>mm</a:t>
              </a:r>
              <a:endParaRPr kumimoji="0" lang="zh-CN" altLang="en-US" sz="900" b="0" i="0" u="none" strike="noStrike" cap="none" spc="0" normalizeH="0" baseline="0" dirty="0">
                <a:ln>
                  <a:noFill/>
                </a:ln>
                <a:solidFill>
                  <a:srgbClr val="000000"/>
                </a:solidFill>
                <a:effectLst/>
                <a:uFillTx/>
                <a:latin typeface="Arial" panose="020B0604020202020204" pitchFamily="34" charset="0"/>
                <a:cs typeface="Arial" panose="020B0604020202020204" pitchFamily="34" charset="0"/>
                <a:sym typeface="Helvetica Neue Medium"/>
              </a:endParaRPr>
            </a:p>
          </p:txBody>
        </p:sp>
      </p:grpSp>
      <p:grpSp>
        <p:nvGrpSpPr>
          <p:cNvPr id="7" name="组合 6"/>
          <p:cNvGrpSpPr/>
          <p:nvPr/>
        </p:nvGrpSpPr>
        <p:grpSpPr>
          <a:xfrm>
            <a:off x="12916706" y="9731939"/>
            <a:ext cx="10646608" cy="3900255"/>
            <a:chOff x="12916706" y="9731939"/>
            <a:chExt cx="10646608" cy="3900255"/>
          </a:xfrm>
        </p:grpSpPr>
        <p:sp>
          <p:nvSpPr>
            <p:cNvPr id="141" name="圆角矩形"/>
            <p:cNvSpPr/>
            <p:nvPr/>
          </p:nvSpPr>
          <p:spPr>
            <a:xfrm>
              <a:off x="12916706" y="9834877"/>
              <a:ext cx="10646608" cy="3797317"/>
            </a:xfrm>
            <a:prstGeom prst="roundRect">
              <a:avLst>
                <a:gd name="adj" fmla="val 19714"/>
              </a:avLst>
            </a:prstGeom>
            <a:ln w="38100">
              <a:solidFill>
                <a:schemeClr val="accent1"/>
              </a:solidFill>
              <a:custDash>
                <a:ds d="200000" sp="200000"/>
              </a:custDash>
              <a:miter lim="400000"/>
            </a:ln>
          </p:spPr>
          <p:txBody>
            <a:bodyPr lIns="50800" tIns="50800" rIns="50800" bIns="50800" anchor="ctr"/>
            <a:lstStyle/>
            <a:p>
              <a:endParaRPr/>
            </a:p>
          </p:txBody>
        </p:sp>
        <p:pic>
          <p:nvPicPr>
            <p:cNvPr id="142" name="图像" descr="图像"/>
            <p:cNvPicPr>
              <a:picLocks noChangeAspect="1"/>
            </p:cNvPicPr>
            <p:nvPr/>
          </p:nvPicPr>
          <p:blipFill>
            <a:blip r:embed="rId8"/>
            <a:stretch>
              <a:fillRect/>
            </a:stretch>
          </p:blipFill>
          <p:spPr>
            <a:xfrm>
              <a:off x="17121081" y="9731939"/>
              <a:ext cx="1497879" cy="549222"/>
            </a:xfrm>
            <a:prstGeom prst="rect">
              <a:avLst/>
            </a:prstGeom>
            <a:ln w="12700">
              <a:miter lim="400000"/>
            </a:ln>
          </p:spPr>
        </p:pic>
        <p:pic>
          <p:nvPicPr>
            <p:cNvPr id="143" name="图像" descr="图像"/>
            <p:cNvPicPr>
              <a:picLocks noChangeAspect="1"/>
            </p:cNvPicPr>
            <p:nvPr/>
          </p:nvPicPr>
          <p:blipFill>
            <a:blip r:embed="rId9" cstate="email">
              <a:extLst>
                <a:ext uri="{28A0092B-C50C-407E-A947-70E740481C1C}">
                  <a14:useLocalDpi xmlns:a14="http://schemas.microsoft.com/office/drawing/2010/main"/>
                </a:ext>
              </a:extLst>
            </a:blip>
            <a:stretch>
              <a:fillRect/>
            </a:stretch>
          </p:blipFill>
          <p:spPr>
            <a:xfrm>
              <a:off x="12996825" y="10336819"/>
              <a:ext cx="2214602" cy="1771682"/>
            </a:xfrm>
            <a:prstGeom prst="rect">
              <a:avLst/>
            </a:prstGeom>
            <a:ln w="12700">
              <a:miter lim="400000"/>
            </a:ln>
          </p:spPr>
        </p:pic>
        <p:pic>
          <p:nvPicPr>
            <p:cNvPr id="144" name="图像" descr="图像"/>
            <p:cNvPicPr>
              <a:picLocks noChangeAspect="1"/>
            </p:cNvPicPr>
            <p:nvPr/>
          </p:nvPicPr>
          <p:blipFill>
            <a:blip r:embed="rId10" cstate="email">
              <a:extLst>
                <a:ext uri="{28A0092B-C50C-407E-A947-70E740481C1C}">
                  <a14:useLocalDpi xmlns:a14="http://schemas.microsoft.com/office/drawing/2010/main"/>
                </a:ext>
              </a:extLst>
            </a:blip>
            <a:stretch>
              <a:fillRect/>
            </a:stretch>
          </p:blipFill>
          <p:spPr>
            <a:xfrm>
              <a:off x="15475117" y="10320458"/>
              <a:ext cx="1825683" cy="1868472"/>
            </a:xfrm>
            <a:prstGeom prst="rect">
              <a:avLst/>
            </a:prstGeom>
            <a:ln w="12700">
              <a:miter lim="400000"/>
            </a:ln>
          </p:spPr>
        </p:pic>
        <p:pic>
          <p:nvPicPr>
            <p:cNvPr id="145" name="图像" descr="图像"/>
            <p:cNvPicPr>
              <a:picLocks noChangeAspect="1"/>
            </p:cNvPicPr>
            <p:nvPr/>
          </p:nvPicPr>
          <p:blipFill>
            <a:blip r:embed="rId11" cstate="email">
              <a:extLst>
                <a:ext uri="{28A0092B-C50C-407E-A947-70E740481C1C}">
                  <a14:useLocalDpi xmlns:a14="http://schemas.microsoft.com/office/drawing/2010/main"/>
                </a:ext>
              </a:extLst>
            </a:blip>
            <a:stretch>
              <a:fillRect/>
            </a:stretch>
          </p:blipFill>
          <p:spPr>
            <a:xfrm>
              <a:off x="17802322" y="10392103"/>
              <a:ext cx="1994072" cy="1720077"/>
            </a:xfrm>
            <a:prstGeom prst="rect">
              <a:avLst/>
            </a:prstGeom>
            <a:ln w="12700">
              <a:miter lim="400000"/>
            </a:ln>
          </p:spPr>
        </p:pic>
        <p:pic>
          <p:nvPicPr>
            <p:cNvPr id="146" name="图像" descr="图像"/>
            <p:cNvPicPr>
              <a:picLocks noChangeAspect="1"/>
            </p:cNvPicPr>
            <p:nvPr/>
          </p:nvPicPr>
          <p:blipFill>
            <a:blip r:embed="rId12" cstate="email">
              <a:extLst>
                <a:ext uri="{28A0092B-C50C-407E-A947-70E740481C1C}">
                  <a14:useLocalDpi xmlns:a14="http://schemas.microsoft.com/office/drawing/2010/main"/>
                </a:ext>
              </a:extLst>
            </a:blip>
            <a:stretch>
              <a:fillRect/>
            </a:stretch>
          </p:blipFill>
          <p:spPr>
            <a:xfrm>
              <a:off x="20360889" y="10395597"/>
              <a:ext cx="1626589" cy="1759673"/>
            </a:xfrm>
            <a:prstGeom prst="rect">
              <a:avLst/>
            </a:prstGeom>
            <a:ln w="12700">
              <a:miter lim="400000"/>
            </a:ln>
          </p:spPr>
        </p:pic>
        <p:sp>
          <p:nvSpPr>
            <p:cNvPr id="147" name="Metalloscope"/>
            <p:cNvSpPr txBox="1"/>
            <p:nvPr/>
          </p:nvSpPr>
          <p:spPr>
            <a:xfrm>
              <a:off x="13472913" y="12533303"/>
              <a:ext cx="1072872" cy="3175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71437" tIns="71437" rIns="71437" bIns="71437" anchor="ctr">
              <a:spAutoFit/>
            </a:bodyPr>
            <a:lstStyle>
              <a:lvl1pPr defTabSz="821531">
                <a:defRPr sz="1200">
                  <a:latin typeface="+mj-lt"/>
                  <a:ea typeface="+mj-ea"/>
                  <a:cs typeface="+mj-cs"/>
                  <a:sym typeface="Helvetica Neue"/>
                </a:defRPr>
              </a:lvl1pPr>
            </a:lstStyle>
            <a:p>
              <a:r>
                <a:rPr dirty="0" err="1"/>
                <a:t>Metalloscope</a:t>
              </a:r>
              <a:endParaRPr dirty="0"/>
            </a:p>
          </p:txBody>
        </p:sp>
        <p:sp>
          <p:nvSpPr>
            <p:cNvPr id="148" name="Step7. Place the polished sample blocks on the measuring platform"/>
            <p:cNvSpPr txBox="1"/>
            <p:nvPr/>
          </p:nvSpPr>
          <p:spPr>
            <a:xfrm>
              <a:off x="14880031" y="12588483"/>
              <a:ext cx="2794562" cy="4953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71437" tIns="71437" rIns="71437" bIns="71437" anchor="ctr">
              <a:spAutoFit/>
            </a:bodyPr>
            <a:lstStyle>
              <a:lvl1pPr defTabSz="821531">
                <a:defRPr sz="1200">
                  <a:latin typeface="+mj-lt"/>
                  <a:ea typeface="+mj-ea"/>
                  <a:cs typeface="+mj-cs"/>
                  <a:sym typeface="Helvetica Neue"/>
                </a:defRPr>
              </a:lvl1pPr>
            </a:lstStyle>
            <a:p>
              <a:r>
                <a:rPr dirty="0"/>
                <a:t>Step7. Place the polished sample blocks on the measuring platform</a:t>
              </a:r>
            </a:p>
          </p:txBody>
        </p:sp>
        <p:sp>
          <p:nvSpPr>
            <p:cNvPr id="149" name="Step 8. Enlarge 100X to determine the test position"/>
            <p:cNvSpPr txBox="1"/>
            <p:nvPr/>
          </p:nvSpPr>
          <p:spPr>
            <a:xfrm>
              <a:off x="17985923" y="12533303"/>
              <a:ext cx="2809899" cy="5136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71437" tIns="71437" rIns="71437" bIns="71437" anchor="ctr">
              <a:spAutoFit/>
            </a:bodyPr>
            <a:lstStyle>
              <a:lvl1pPr algn="l" defTabSz="821531">
                <a:defRPr sz="1200">
                  <a:latin typeface="+mj-lt"/>
                  <a:ea typeface="+mj-ea"/>
                  <a:cs typeface="+mj-cs"/>
                  <a:sym typeface="Helvetica Neue"/>
                </a:defRPr>
              </a:lvl1pPr>
            </a:lstStyle>
            <a:p>
              <a:r>
                <a:rPr dirty="0"/>
                <a:t>Step 8. Enlarge 100X to </a:t>
              </a:r>
              <a:endParaRPr lang="en-US" dirty="0"/>
            </a:p>
            <a:p>
              <a:r>
                <a:rPr dirty="0"/>
                <a:t>determine the test position</a:t>
              </a:r>
            </a:p>
          </p:txBody>
        </p:sp>
        <p:sp>
          <p:nvSpPr>
            <p:cNvPr id="150" name="Test points"/>
            <p:cNvSpPr txBox="1"/>
            <p:nvPr/>
          </p:nvSpPr>
          <p:spPr>
            <a:xfrm>
              <a:off x="22562564" y="10074602"/>
              <a:ext cx="895173" cy="3175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71437" tIns="71437" rIns="71437" bIns="71437" anchor="ctr">
              <a:spAutoFit/>
            </a:bodyPr>
            <a:lstStyle>
              <a:lvl1pPr defTabSz="821531">
                <a:defRPr sz="1200">
                  <a:solidFill>
                    <a:srgbClr val="00A2FF"/>
                  </a:solidFill>
                  <a:latin typeface="+mj-lt"/>
                  <a:ea typeface="+mj-ea"/>
                  <a:cs typeface="+mj-cs"/>
                  <a:sym typeface="Helvetica Neue"/>
                </a:defRPr>
              </a:lvl1pPr>
            </a:lstStyle>
            <a:p>
              <a:r>
                <a:rPr dirty="0"/>
                <a:t>Test points</a:t>
              </a:r>
            </a:p>
          </p:txBody>
        </p:sp>
        <p:sp>
          <p:nvSpPr>
            <p:cNvPr id="151" name="100X"/>
            <p:cNvSpPr txBox="1"/>
            <p:nvPr/>
          </p:nvSpPr>
          <p:spPr>
            <a:xfrm>
              <a:off x="18465331" y="12285746"/>
              <a:ext cx="502895" cy="3175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71437" tIns="71437" rIns="71437" bIns="71437" anchor="ctr">
              <a:spAutoFit/>
            </a:bodyPr>
            <a:lstStyle>
              <a:lvl1pPr defTabSz="821531">
                <a:defRPr sz="1200">
                  <a:solidFill>
                    <a:srgbClr val="00A2FF"/>
                  </a:solidFill>
                  <a:latin typeface="+mj-lt"/>
                  <a:ea typeface="+mj-ea"/>
                  <a:cs typeface="+mj-cs"/>
                  <a:sym typeface="Helvetica Neue"/>
                </a:defRPr>
              </a:lvl1pPr>
            </a:lstStyle>
            <a:p>
              <a:r>
                <a:rPr dirty="0"/>
                <a:t>100X</a:t>
              </a:r>
            </a:p>
          </p:txBody>
        </p:sp>
        <p:sp>
          <p:nvSpPr>
            <p:cNvPr id="152" name="200X"/>
            <p:cNvSpPr txBox="1"/>
            <p:nvPr/>
          </p:nvSpPr>
          <p:spPr>
            <a:xfrm>
              <a:off x="20850802" y="12309217"/>
              <a:ext cx="502895" cy="3175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71437" tIns="71437" rIns="71437" bIns="71437" anchor="ctr">
              <a:spAutoFit/>
            </a:bodyPr>
            <a:lstStyle>
              <a:lvl1pPr defTabSz="821531">
                <a:defRPr sz="1200">
                  <a:solidFill>
                    <a:srgbClr val="00A2FF"/>
                  </a:solidFill>
                  <a:latin typeface="+mj-lt"/>
                  <a:ea typeface="+mj-ea"/>
                  <a:cs typeface="+mj-cs"/>
                  <a:sym typeface="Helvetica Neue"/>
                </a:defRPr>
              </a:lvl1pPr>
            </a:lstStyle>
            <a:p>
              <a:r>
                <a:rPr dirty="0"/>
                <a:t>200X</a:t>
              </a:r>
            </a:p>
          </p:txBody>
        </p:sp>
        <p:sp>
          <p:nvSpPr>
            <p:cNvPr id="180" name="Step 9. Magnify 200X to test coating thickness, take the average value of 3 points（interval  3mm）, test center position of side and upper and lower planes of each sample, refer to the schematic diagram of test points"/>
            <p:cNvSpPr txBox="1"/>
            <p:nvPr/>
          </p:nvSpPr>
          <p:spPr>
            <a:xfrm>
              <a:off x="20011552" y="12521962"/>
              <a:ext cx="3551762" cy="106759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71437" tIns="71437" rIns="71437" bIns="71437" anchor="ctr">
              <a:spAutoFit/>
            </a:bodyPr>
            <a:lstStyle>
              <a:lvl1pPr algn="l" defTabSz="821531">
                <a:defRPr sz="1200">
                  <a:latin typeface="+mj-lt"/>
                  <a:ea typeface="+mj-ea"/>
                  <a:cs typeface="+mj-cs"/>
                  <a:sym typeface="Helvetica Neue"/>
                </a:defRPr>
              </a:lvl1pPr>
            </a:lstStyle>
            <a:p>
              <a:r>
                <a:rPr dirty="0"/>
                <a:t>Step 9. Magnify 200X to test coating thickness, take the average value of 3 </a:t>
              </a:r>
              <a:r>
                <a:rPr dirty="0" err="1"/>
                <a:t>points（interval</a:t>
              </a:r>
              <a:r>
                <a:rPr dirty="0"/>
                <a:t>  3mm）, test center position of side and upper and lower planes of each sample, refer to the schematic diagram of test points</a:t>
              </a:r>
            </a:p>
          </p:txBody>
        </p:sp>
        <p:grpSp>
          <p:nvGrpSpPr>
            <p:cNvPr id="56" name="组合 55"/>
            <p:cNvGrpSpPr/>
            <p:nvPr/>
          </p:nvGrpSpPr>
          <p:grpSpPr>
            <a:xfrm rot="10800000">
              <a:off x="22873791" y="10813495"/>
              <a:ext cx="272718" cy="1312712"/>
              <a:chOff x="21561610" y="10996127"/>
              <a:chExt cx="426412" cy="2052502"/>
            </a:xfrm>
          </p:grpSpPr>
          <p:sp>
            <p:nvSpPr>
              <p:cNvPr id="58" name="圆角矩形 57"/>
              <p:cNvSpPr/>
              <p:nvPr/>
            </p:nvSpPr>
            <p:spPr>
              <a:xfrm>
                <a:off x="21561610" y="10996127"/>
                <a:ext cx="369121" cy="2052502"/>
              </a:xfrm>
              <a:prstGeom prst="roundRect">
                <a:avLst/>
              </a:prstGeom>
              <a:solidFill>
                <a:srgbClr val="FFFFFF"/>
              </a:solidFill>
              <a:ln w="25400" cap="flat">
                <a:solidFill>
                  <a:schemeClr val="tx1"/>
                </a:solid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71435" tIns="71435" rIns="71435" bIns="71435" numCol="1" spcCol="38100" rtlCol="0" anchor="ctr">
                <a:spAutoFit/>
              </a:bodyPr>
              <a:lstStyle/>
              <a:p>
                <a:pPr marL="0" marR="0" indent="0" algn="ctr" defTabSz="821529" rtl="0" fontAlgn="auto" latinLnBrk="0" hangingPunct="0">
                  <a:lnSpc>
                    <a:spcPct val="100000"/>
                  </a:lnSpc>
                  <a:spcBef>
                    <a:spcPts val="0"/>
                  </a:spcBef>
                  <a:spcAft>
                    <a:spcPts val="0"/>
                  </a:spcAft>
                  <a:buClrTx/>
                  <a:buSzTx/>
                  <a:buFontTx/>
                  <a:buNone/>
                  <a:tabLst/>
                </a:pPr>
                <a:endParaRPr kumimoji="0" lang="zh-CN" altLang="en-US" sz="3200" b="0" i="0" u="none" strike="noStrike" cap="none" spc="0" normalizeH="0" baseline="0">
                  <a:ln>
                    <a:noFill/>
                  </a:ln>
                  <a:solidFill>
                    <a:srgbClr val="000000"/>
                  </a:solidFill>
                  <a:effectLst/>
                  <a:uFillTx/>
                  <a:latin typeface="+mn-lt"/>
                  <a:ea typeface="+mn-ea"/>
                  <a:cs typeface="+mn-cs"/>
                  <a:sym typeface="Helvetica Neue"/>
                </a:endParaRPr>
              </a:p>
            </p:txBody>
          </p:sp>
          <p:sp>
            <p:nvSpPr>
              <p:cNvPr id="59" name="圆形"/>
              <p:cNvSpPr/>
              <p:nvPr/>
            </p:nvSpPr>
            <p:spPr>
              <a:xfrm>
                <a:off x="21880022" y="11932180"/>
                <a:ext cx="108000" cy="108000"/>
              </a:xfrm>
              <a:prstGeom prst="ellipse">
                <a:avLst/>
              </a:prstGeom>
              <a:solidFill>
                <a:srgbClr val="FF2600"/>
              </a:solidFill>
              <a:ln w="25400">
                <a:solidFill>
                  <a:srgbClr val="FFD479"/>
                </a:solidFill>
              </a:ln>
            </p:spPr>
            <p:txBody>
              <a:bodyPr lIns="121917" tIns="121917" rIns="121917" bIns="121917"/>
              <a:lstStyle/>
              <a:p>
                <a:pPr>
                  <a:defRPr sz="2000">
                    <a:latin typeface="+mn-lt"/>
                    <a:ea typeface="+mn-ea"/>
                    <a:cs typeface="+mn-cs"/>
                    <a:sym typeface="Helvetica Neue"/>
                  </a:defRPr>
                </a:pPr>
                <a:endParaRPr/>
              </a:p>
            </p:txBody>
          </p:sp>
        </p:grpSp>
        <p:sp>
          <p:nvSpPr>
            <p:cNvPr id="60" name="Test points"/>
            <p:cNvSpPr txBox="1"/>
            <p:nvPr/>
          </p:nvSpPr>
          <p:spPr>
            <a:xfrm>
              <a:off x="22104987" y="11458465"/>
              <a:ext cx="1267656" cy="5136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71437" tIns="71437" rIns="71437" bIns="71437" anchor="ctr">
              <a:spAutoFit/>
            </a:bodyPr>
            <a:lstStyle>
              <a:lvl1pPr defTabSz="821531">
                <a:defRPr sz="1200">
                  <a:solidFill>
                    <a:srgbClr val="00A2FF"/>
                  </a:solidFill>
                  <a:latin typeface="+mj-lt"/>
                  <a:ea typeface="+mj-ea"/>
                  <a:cs typeface="+mj-cs"/>
                  <a:sym typeface="Helvetica Neue"/>
                </a:defRPr>
              </a:lvl1pPr>
            </a:lstStyle>
            <a:p>
              <a:r>
                <a:rPr lang="en-US" altLang="zh-CN" dirty="0">
                  <a:solidFill>
                    <a:schemeClr val="tx1"/>
                  </a:solidFill>
                  <a:latin typeface="Arial" panose="020B0604020202020204" pitchFamily="34" charset="0"/>
                  <a:cs typeface="Arial" panose="020B0604020202020204" pitchFamily="34" charset="0"/>
                </a:rPr>
                <a:t>Test the center </a:t>
              </a:r>
            </a:p>
            <a:p>
              <a:r>
                <a:rPr lang="en-US" altLang="zh-CN" dirty="0">
                  <a:solidFill>
                    <a:schemeClr val="tx1"/>
                  </a:solidFill>
                  <a:latin typeface="Arial" panose="020B0604020202020204" pitchFamily="34" charset="0"/>
                  <a:cs typeface="Arial" panose="020B0604020202020204" pitchFamily="34" charset="0"/>
                </a:rPr>
                <a:t>of the long edge</a:t>
              </a:r>
            </a:p>
          </p:txBody>
        </p:sp>
      </p:grpSp>
      <p:grpSp>
        <p:nvGrpSpPr>
          <p:cNvPr id="3" name="组合 2"/>
          <p:cNvGrpSpPr/>
          <p:nvPr/>
        </p:nvGrpSpPr>
        <p:grpSpPr>
          <a:xfrm>
            <a:off x="702712" y="9479296"/>
            <a:ext cx="11826879" cy="4191783"/>
            <a:chOff x="702712" y="9479296"/>
            <a:chExt cx="11826879" cy="4191783"/>
          </a:xfrm>
        </p:grpSpPr>
        <p:pic>
          <p:nvPicPr>
            <p:cNvPr id="112" name="图像" descr="图像"/>
            <p:cNvPicPr>
              <a:picLocks noChangeAspect="1"/>
            </p:cNvPicPr>
            <p:nvPr/>
          </p:nvPicPr>
          <p:blipFill>
            <a:blip r:embed="rId13"/>
            <a:stretch>
              <a:fillRect/>
            </a:stretch>
          </p:blipFill>
          <p:spPr>
            <a:xfrm>
              <a:off x="815817" y="10021583"/>
              <a:ext cx="1706881" cy="2400301"/>
            </a:xfrm>
            <a:prstGeom prst="rect">
              <a:avLst/>
            </a:prstGeom>
            <a:ln w="12700">
              <a:miter lim="400000"/>
            </a:ln>
          </p:spPr>
        </p:pic>
        <p:pic>
          <p:nvPicPr>
            <p:cNvPr id="113" name="图像" descr="图像"/>
            <p:cNvPicPr>
              <a:picLocks noChangeAspect="1"/>
            </p:cNvPicPr>
            <p:nvPr/>
          </p:nvPicPr>
          <p:blipFill>
            <a:blip r:embed="rId14"/>
            <a:stretch>
              <a:fillRect/>
            </a:stretch>
          </p:blipFill>
          <p:spPr>
            <a:xfrm>
              <a:off x="6168558" y="10245335"/>
              <a:ext cx="2245562" cy="2206509"/>
            </a:xfrm>
            <a:prstGeom prst="rect">
              <a:avLst/>
            </a:prstGeom>
            <a:ln w="12700">
              <a:miter lim="400000"/>
            </a:ln>
          </p:spPr>
        </p:pic>
        <p:pic>
          <p:nvPicPr>
            <p:cNvPr id="114" name="图像" descr="图像"/>
            <p:cNvPicPr>
              <a:picLocks noChangeAspect="1"/>
            </p:cNvPicPr>
            <p:nvPr/>
          </p:nvPicPr>
          <p:blipFill>
            <a:blip r:embed="rId15" cstate="email">
              <a:extLst>
                <a:ext uri="{28A0092B-C50C-407E-A947-70E740481C1C}">
                  <a14:useLocalDpi xmlns:a14="http://schemas.microsoft.com/office/drawing/2010/main"/>
                </a:ext>
              </a:extLst>
            </a:blip>
            <a:stretch>
              <a:fillRect/>
            </a:stretch>
          </p:blipFill>
          <p:spPr>
            <a:xfrm>
              <a:off x="8940034" y="10240400"/>
              <a:ext cx="1185727" cy="1259835"/>
            </a:xfrm>
            <a:prstGeom prst="rect">
              <a:avLst/>
            </a:prstGeom>
            <a:ln w="12700">
              <a:miter lim="400000"/>
            </a:ln>
          </p:spPr>
        </p:pic>
        <p:pic>
          <p:nvPicPr>
            <p:cNvPr id="115" name="图像" descr="图像"/>
            <p:cNvPicPr>
              <a:picLocks noChangeAspect="1"/>
            </p:cNvPicPr>
            <p:nvPr/>
          </p:nvPicPr>
          <p:blipFill>
            <a:blip r:embed="rId16" cstate="email">
              <a:extLst>
                <a:ext uri="{28A0092B-C50C-407E-A947-70E740481C1C}">
                  <a14:useLocalDpi xmlns:a14="http://schemas.microsoft.com/office/drawing/2010/main"/>
                </a:ext>
              </a:extLst>
            </a:blip>
            <a:stretch>
              <a:fillRect/>
            </a:stretch>
          </p:blipFill>
          <p:spPr>
            <a:xfrm>
              <a:off x="8940034" y="11455117"/>
              <a:ext cx="1185727" cy="1120577"/>
            </a:xfrm>
            <a:prstGeom prst="rect">
              <a:avLst/>
            </a:prstGeom>
            <a:ln w="12700">
              <a:miter lim="400000"/>
            </a:ln>
          </p:spPr>
        </p:pic>
        <p:pic>
          <p:nvPicPr>
            <p:cNvPr id="116" name="图像" descr="图像"/>
            <p:cNvPicPr>
              <a:picLocks noChangeAspect="1"/>
            </p:cNvPicPr>
            <p:nvPr/>
          </p:nvPicPr>
          <p:blipFill>
            <a:blip r:embed="rId17"/>
            <a:stretch>
              <a:fillRect/>
            </a:stretch>
          </p:blipFill>
          <p:spPr>
            <a:xfrm>
              <a:off x="10797984" y="10151941"/>
              <a:ext cx="1150848" cy="2301694"/>
            </a:xfrm>
            <a:prstGeom prst="rect">
              <a:avLst/>
            </a:prstGeom>
            <a:ln w="12700">
              <a:miter lim="400000"/>
            </a:ln>
          </p:spPr>
        </p:pic>
        <p:sp>
          <p:nvSpPr>
            <p:cNvPr id="117" name="Cold inlay glue/measuring cup/mold"/>
            <p:cNvSpPr txBox="1"/>
            <p:nvPr/>
          </p:nvSpPr>
          <p:spPr>
            <a:xfrm>
              <a:off x="838200" y="12382372"/>
              <a:ext cx="1425175" cy="69826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71437" tIns="71437" rIns="71437" bIns="71437" anchor="ctr">
              <a:spAutoFit/>
            </a:bodyPr>
            <a:lstStyle>
              <a:lvl1pPr defTabSz="821531">
                <a:defRPr sz="1200">
                  <a:latin typeface="+mj-lt"/>
                  <a:ea typeface="+mj-ea"/>
                  <a:cs typeface="+mj-cs"/>
                  <a:sym typeface="Helvetica Neue"/>
                </a:defRPr>
              </a:lvl1pPr>
            </a:lstStyle>
            <a:p>
              <a:r>
                <a:rPr dirty="0"/>
                <a:t>Cold inlay glue/measuring cup/mold</a:t>
              </a:r>
            </a:p>
          </p:txBody>
        </p:sp>
        <p:sp>
          <p:nvSpPr>
            <p:cNvPr id="118" name="Step1. Cut off 9mm at the length direction"/>
            <p:cNvSpPr txBox="1"/>
            <p:nvPr/>
          </p:nvSpPr>
          <p:spPr>
            <a:xfrm>
              <a:off x="2542631" y="12479918"/>
              <a:ext cx="1800769" cy="5136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71437" tIns="71437" rIns="71437" bIns="71437" anchor="ctr">
              <a:spAutoFit/>
            </a:bodyPr>
            <a:lstStyle/>
            <a:p>
              <a:pPr algn="l" defTabSz="821531">
                <a:defRPr sz="1200">
                  <a:latin typeface="+mj-lt"/>
                  <a:ea typeface="+mj-ea"/>
                  <a:cs typeface="+mj-cs"/>
                  <a:sym typeface="Helvetica Neue"/>
                </a:defRPr>
              </a:pPr>
              <a:r>
                <a:rPr dirty="0"/>
                <a:t>Step1. Cut off 9mm at the length direction</a:t>
              </a:r>
              <a:r>
                <a:rPr dirty="0">
                  <a:latin typeface="Times"/>
                  <a:ea typeface="Times"/>
                  <a:cs typeface="Times"/>
                  <a:sym typeface="Times"/>
                </a:rPr>
                <a:t> </a:t>
              </a:r>
            </a:p>
          </p:txBody>
        </p:sp>
        <p:pic>
          <p:nvPicPr>
            <p:cNvPr id="119" name="图像" descr="图像"/>
            <p:cNvPicPr>
              <a:picLocks noChangeAspect="1"/>
            </p:cNvPicPr>
            <p:nvPr/>
          </p:nvPicPr>
          <p:blipFill>
            <a:blip r:embed="rId18"/>
            <a:stretch>
              <a:fillRect/>
            </a:stretch>
          </p:blipFill>
          <p:spPr>
            <a:xfrm>
              <a:off x="4970255" y="9479296"/>
              <a:ext cx="2396606" cy="549223"/>
            </a:xfrm>
            <a:prstGeom prst="rect">
              <a:avLst/>
            </a:prstGeom>
            <a:ln w="12700">
              <a:miter lim="400000"/>
            </a:ln>
          </p:spPr>
        </p:pic>
        <p:pic>
          <p:nvPicPr>
            <p:cNvPr id="120" name="图像" descr="图像"/>
            <p:cNvPicPr>
              <a:picLocks noChangeAspect="1"/>
            </p:cNvPicPr>
            <p:nvPr/>
          </p:nvPicPr>
          <p:blipFill>
            <a:blip r:embed="rId19" cstate="email">
              <a:extLst>
                <a:ext uri="{28A0092B-C50C-407E-A947-70E740481C1C}">
                  <a14:useLocalDpi xmlns:a14="http://schemas.microsoft.com/office/drawing/2010/main"/>
                </a:ext>
              </a:extLst>
            </a:blip>
            <a:stretch>
              <a:fillRect/>
            </a:stretch>
          </p:blipFill>
          <p:spPr>
            <a:xfrm>
              <a:off x="2579309" y="10512231"/>
              <a:ext cx="2125241" cy="2080965"/>
            </a:xfrm>
            <a:prstGeom prst="rect">
              <a:avLst/>
            </a:prstGeom>
            <a:ln w="12700">
              <a:miter lim="400000"/>
            </a:ln>
          </p:spPr>
        </p:pic>
        <p:pic>
          <p:nvPicPr>
            <p:cNvPr id="121" name="图像" descr="图像"/>
            <p:cNvPicPr>
              <a:picLocks noChangeAspect="1"/>
            </p:cNvPicPr>
            <p:nvPr/>
          </p:nvPicPr>
          <p:blipFill>
            <a:blip r:embed="rId20" cstate="email">
              <a:extLst>
                <a:ext uri="{28A0092B-C50C-407E-A947-70E740481C1C}">
                  <a14:useLocalDpi xmlns:a14="http://schemas.microsoft.com/office/drawing/2010/main"/>
                </a:ext>
              </a:extLst>
            </a:blip>
            <a:stretch>
              <a:fillRect/>
            </a:stretch>
          </p:blipFill>
          <p:spPr>
            <a:xfrm>
              <a:off x="4659726" y="10526646"/>
              <a:ext cx="1310480" cy="1299996"/>
            </a:xfrm>
            <a:prstGeom prst="rect">
              <a:avLst/>
            </a:prstGeom>
            <a:ln w="12700">
              <a:miter lim="400000"/>
            </a:ln>
          </p:spPr>
        </p:pic>
        <p:sp>
          <p:nvSpPr>
            <p:cNvPr id="122" name="Test position of main surface"/>
            <p:cNvSpPr txBox="1"/>
            <p:nvPr/>
          </p:nvSpPr>
          <p:spPr>
            <a:xfrm>
              <a:off x="2707308" y="9948373"/>
              <a:ext cx="1002690" cy="419101"/>
            </a:xfrm>
            <a:prstGeom prst="rect">
              <a:avLst/>
            </a:prstGeom>
            <a:solidFill>
              <a:srgbClr val="FFFFFF"/>
            </a:solidFill>
            <a:ln w="12700">
              <a:solidFill>
                <a:srgbClr val="0433FF"/>
              </a:solidFill>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chor="ctr">
              <a:spAutoFit/>
            </a:bodyPr>
            <a:lstStyle>
              <a:lvl1pPr>
                <a:defRPr sz="1000">
                  <a:solidFill>
                    <a:srgbClr val="0433FF"/>
                  </a:solidFill>
                </a:defRPr>
              </a:lvl1pPr>
            </a:lstStyle>
            <a:p>
              <a:r>
                <a:rPr>
                  <a:latin typeface="Arial" panose="020B0604020202020204" pitchFamily="34" charset="0"/>
                  <a:cs typeface="Arial" panose="020B0604020202020204" pitchFamily="34" charset="0"/>
                </a:rPr>
                <a:t>Test position of main surface </a:t>
              </a:r>
            </a:p>
          </p:txBody>
        </p:sp>
        <p:sp>
          <p:nvSpPr>
            <p:cNvPr id="123" name="椭圆形"/>
            <p:cNvSpPr/>
            <p:nvPr/>
          </p:nvSpPr>
          <p:spPr>
            <a:xfrm>
              <a:off x="3280858" y="11325336"/>
              <a:ext cx="259077" cy="246527"/>
            </a:xfrm>
            <a:prstGeom prst="ellipse">
              <a:avLst/>
            </a:prstGeom>
            <a:ln w="25400">
              <a:solidFill>
                <a:srgbClr val="0433FF"/>
              </a:solidFill>
              <a:miter lim="400000"/>
            </a:ln>
          </p:spPr>
          <p:txBody>
            <a:bodyPr lIns="50800" tIns="50800" rIns="50800" bIns="50800" anchor="ctr"/>
            <a:lstStyle/>
            <a:p>
              <a:endParaRPr/>
            </a:p>
          </p:txBody>
        </p:sp>
        <p:sp>
          <p:nvSpPr>
            <p:cNvPr id="124" name="椭圆形"/>
            <p:cNvSpPr/>
            <p:nvPr/>
          </p:nvSpPr>
          <p:spPr>
            <a:xfrm>
              <a:off x="3833024" y="11347795"/>
              <a:ext cx="259077" cy="246527"/>
            </a:xfrm>
            <a:prstGeom prst="ellipse">
              <a:avLst/>
            </a:prstGeom>
            <a:ln w="25400">
              <a:solidFill>
                <a:srgbClr val="0433FF"/>
              </a:solidFill>
              <a:miter lim="400000"/>
            </a:ln>
          </p:spPr>
          <p:txBody>
            <a:bodyPr lIns="50800" tIns="50800" rIns="50800" bIns="50800" anchor="ctr"/>
            <a:lstStyle/>
            <a:p>
              <a:endParaRPr/>
            </a:p>
          </p:txBody>
        </p:sp>
        <p:sp>
          <p:nvSpPr>
            <p:cNvPr id="125" name="线条"/>
            <p:cNvSpPr/>
            <p:nvPr/>
          </p:nvSpPr>
          <p:spPr>
            <a:xfrm>
              <a:off x="3184016" y="10361450"/>
              <a:ext cx="213050" cy="987008"/>
            </a:xfrm>
            <a:prstGeom prst="line">
              <a:avLst/>
            </a:prstGeom>
            <a:ln w="25400">
              <a:solidFill>
                <a:srgbClr val="0433FF"/>
              </a:solidFill>
              <a:tailEnd type="triangle"/>
            </a:ln>
          </p:spPr>
          <p:txBody>
            <a:bodyPr lIns="45718" tIns="45718" rIns="45718" bIns="45718"/>
            <a:lstStyle/>
            <a:p>
              <a:endParaRPr/>
            </a:p>
          </p:txBody>
        </p:sp>
        <p:sp>
          <p:nvSpPr>
            <p:cNvPr id="126" name="Test position of side surface"/>
            <p:cNvSpPr txBox="1"/>
            <p:nvPr/>
          </p:nvSpPr>
          <p:spPr>
            <a:xfrm>
              <a:off x="3831350" y="9943341"/>
              <a:ext cx="1002690" cy="419101"/>
            </a:xfrm>
            <a:prstGeom prst="rect">
              <a:avLst/>
            </a:prstGeom>
            <a:solidFill>
              <a:srgbClr val="FFFFFF"/>
            </a:solidFill>
            <a:ln w="12700">
              <a:solidFill>
                <a:srgbClr val="0433FF"/>
              </a:solidFill>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chor="ctr">
              <a:spAutoFit/>
            </a:bodyPr>
            <a:lstStyle>
              <a:lvl1pPr>
                <a:defRPr sz="1000">
                  <a:solidFill>
                    <a:srgbClr val="0433FF"/>
                  </a:solidFill>
                </a:defRPr>
              </a:lvl1pPr>
            </a:lstStyle>
            <a:p>
              <a:r>
                <a:rPr>
                  <a:latin typeface="Arial" panose="020B0604020202020204" pitchFamily="34" charset="0"/>
                  <a:cs typeface="Arial" panose="020B0604020202020204" pitchFamily="34" charset="0"/>
                </a:rPr>
                <a:t>Test position of side surface </a:t>
              </a:r>
            </a:p>
          </p:txBody>
        </p:sp>
        <p:sp>
          <p:nvSpPr>
            <p:cNvPr id="127" name="线条"/>
            <p:cNvSpPr/>
            <p:nvPr/>
          </p:nvSpPr>
          <p:spPr>
            <a:xfrm flipH="1">
              <a:off x="3962562" y="10362615"/>
              <a:ext cx="283699" cy="985975"/>
            </a:xfrm>
            <a:prstGeom prst="line">
              <a:avLst/>
            </a:prstGeom>
            <a:ln w="25400">
              <a:solidFill>
                <a:srgbClr val="0433FF"/>
              </a:solidFill>
              <a:tailEnd type="triangle"/>
            </a:ln>
          </p:spPr>
          <p:txBody>
            <a:bodyPr lIns="45718" tIns="45718" rIns="45718" bIns="45718"/>
            <a:lstStyle/>
            <a:p>
              <a:endParaRPr/>
            </a:p>
          </p:txBody>
        </p:sp>
        <p:pic>
          <p:nvPicPr>
            <p:cNvPr id="128" name="图像" descr="图像"/>
            <p:cNvPicPr>
              <a:picLocks noChangeAspect="1"/>
            </p:cNvPicPr>
            <p:nvPr/>
          </p:nvPicPr>
          <p:blipFill>
            <a:blip r:embed="rId21"/>
            <a:stretch>
              <a:fillRect/>
            </a:stretch>
          </p:blipFill>
          <p:spPr>
            <a:xfrm>
              <a:off x="702712" y="9553846"/>
              <a:ext cx="11703536" cy="4117233"/>
            </a:xfrm>
            <a:prstGeom prst="rect">
              <a:avLst/>
            </a:prstGeom>
            <a:ln w="12700">
              <a:miter lim="400000"/>
            </a:ln>
          </p:spPr>
        </p:pic>
        <p:sp>
          <p:nvSpPr>
            <p:cNvPr id="129" name="Step3. Prepare 20ml of glue A (epoxy resin) and 10ml of glue B (curing agent), and fully stir A/B glue clockwise"/>
            <p:cNvSpPr txBox="1"/>
            <p:nvPr/>
          </p:nvSpPr>
          <p:spPr>
            <a:xfrm>
              <a:off x="8414120" y="12546062"/>
              <a:ext cx="2097660" cy="88293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71437" tIns="71437" rIns="71437" bIns="71437" anchor="ctr">
              <a:spAutoFit/>
            </a:bodyPr>
            <a:lstStyle/>
            <a:p>
              <a:pPr algn="l" defTabSz="821531">
                <a:defRPr sz="1200">
                  <a:latin typeface="+mj-lt"/>
                  <a:ea typeface="+mj-ea"/>
                  <a:cs typeface="+mj-cs"/>
                  <a:sym typeface="Helvetica Neue"/>
                </a:defRPr>
              </a:pPr>
              <a:r>
                <a:rPr dirty="0"/>
                <a:t>Step3. Prepare 20ml of glue</a:t>
              </a:r>
              <a:r>
                <a:rPr dirty="0">
                  <a:solidFill>
                    <a:srgbClr val="0433FF"/>
                  </a:solidFill>
                </a:rPr>
                <a:t> </a:t>
              </a:r>
              <a:r>
                <a:rPr dirty="0"/>
                <a:t>A (epoxy resin) and 10ml of glue B (curing agent), and fully stir A/B glue clockwise</a:t>
              </a:r>
            </a:p>
          </p:txBody>
        </p:sp>
        <p:sp>
          <p:nvSpPr>
            <p:cNvPr id="130" name="Step4. Pour the mixed glue into the product mould, stand still for 2.5H, take it out of the mould"/>
            <p:cNvSpPr txBox="1"/>
            <p:nvPr/>
          </p:nvSpPr>
          <p:spPr>
            <a:xfrm>
              <a:off x="10619495" y="12546062"/>
              <a:ext cx="1910096" cy="88293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71437" tIns="71437" rIns="71437" bIns="71437" anchor="ctr">
              <a:spAutoFit/>
            </a:bodyPr>
            <a:lstStyle>
              <a:lvl1pPr algn="l" defTabSz="821531">
                <a:defRPr sz="1200">
                  <a:latin typeface="+mj-lt"/>
                  <a:ea typeface="+mj-ea"/>
                  <a:cs typeface="+mj-cs"/>
                  <a:sym typeface="Helvetica Neue"/>
                </a:defRPr>
              </a:lvl1pPr>
            </a:lstStyle>
            <a:p>
              <a:r>
                <a:rPr dirty="0"/>
                <a:t>Step4. Pour the mixed glue into the product </a:t>
              </a:r>
              <a:r>
                <a:rPr dirty="0" err="1"/>
                <a:t>mould</a:t>
              </a:r>
              <a:r>
                <a:rPr dirty="0"/>
                <a:t>, stand still for 2.5H, take it out of the </a:t>
              </a:r>
              <a:r>
                <a:rPr dirty="0" err="1"/>
                <a:t>mould</a:t>
              </a:r>
              <a:endParaRPr dirty="0"/>
            </a:p>
          </p:txBody>
        </p:sp>
        <p:sp>
          <p:nvSpPr>
            <p:cNvPr id="131" name="Step2. Place the sample vertically in the mold along the length direction"/>
            <p:cNvSpPr txBox="1"/>
            <p:nvPr/>
          </p:nvSpPr>
          <p:spPr>
            <a:xfrm>
              <a:off x="5970206" y="12450853"/>
              <a:ext cx="2245563" cy="85407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71437" tIns="71437" rIns="71437" bIns="71437" anchor="ctr">
              <a:spAutoFit/>
            </a:bodyPr>
            <a:lstStyle>
              <a:lvl1pPr algn="l" defTabSz="821531">
                <a:defRPr sz="1200">
                  <a:latin typeface="+mj-lt"/>
                  <a:ea typeface="+mj-ea"/>
                  <a:cs typeface="+mj-cs"/>
                  <a:sym typeface="Helvetica Neue"/>
                </a:defRPr>
              </a:lvl1pPr>
            </a:lstStyle>
            <a:p>
              <a:r>
                <a:rPr dirty="0"/>
                <a:t>Step2. Place the sample vertically in the mold along the length direction</a:t>
              </a:r>
              <a:endParaRPr dirty="0">
                <a:latin typeface="Times"/>
                <a:ea typeface="Times"/>
                <a:cs typeface="Times"/>
                <a:sym typeface="Times"/>
              </a:endParaRPr>
            </a:p>
          </p:txBody>
        </p:sp>
        <p:sp>
          <p:nvSpPr>
            <p:cNvPr id="62" name="文本框 61"/>
            <p:cNvSpPr txBox="1"/>
            <p:nvPr/>
          </p:nvSpPr>
          <p:spPr>
            <a:xfrm>
              <a:off x="1059426" y="13176170"/>
              <a:ext cx="5025921" cy="37959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r>
                <a:rPr lang="en-US" altLang="zh-CN" sz="1800" dirty="0">
                  <a:solidFill>
                    <a:srgbClr val="0432FF"/>
                  </a:solidFill>
                  <a:latin typeface="Arial" panose="020B0604020202020204" pitchFamily="34" charset="0"/>
                  <a:ea typeface="Helvetica Neue Light"/>
                  <a:cs typeface="Arial" panose="020B0604020202020204" pitchFamily="34" charset="0"/>
                  <a:sym typeface="Helvetica Neue Light"/>
                </a:rPr>
                <a:t>*NOTE:NO.</a:t>
              </a:r>
              <a:r>
                <a:rPr lang="en-US" altLang="zh-CN" sz="1800" dirty="0">
                  <a:solidFill>
                    <a:srgbClr val="0432FF"/>
                  </a:solidFill>
                  <a:latin typeface="Arial" panose="020B0604020202020204" pitchFamily="34" charset="0"/>
                  <a:ea typeface="Helvetica Neue Light"/>
                  <a:cs typeface="Arial" panose="020B0604020202020204" pitchFamily="34" charset="0"/>
                </a:rPr>
                <a:t>19</a:t>
              </a:r>
              <a:r>
                <a:rPr lang="zh-CN" altLang="en-US" sz="1800" dirty="0">
                  <a:solidFill>
                    <a:srgbClr val="0432FF"/>
                  </a:solidFill>
                  <a:latin typeface="Arial" panose="020B0604020202020204" pitchFamily="34" charset="0"/>
                  <a:ea typeface="Helvetica Neue Light"/>
                  <a:cs typeface="Arial" panose="020B0604020202020204" pitchFamily="34" charset="0"/>
                  <a:sym typeface="Helvetica Neue Light"/>
                </a:rPr>
                <a:t>长度超过</a:t>
              </a:r>
              <a:r>
                <a:rPr lang="en-US" altLang="zh-CN" sz="1800" dirty="0">
                  <a:solidFill>
                    <a:srgbClr val="0432FF"/>
                  </a:solidFill>
                  <a:latin typeface="Arial" panose="020B0604020202020204" pitchFamily="34" charset="0"/>
                  <a:ea typeface="Helvetica Neue Light"/>
                  <a:cs typeface="Arial" panose="020B0604020202020204" pitchFamily="34" charset="0"/>
                  <a:sym typeface="Helvetica Neue Light"/>
                </a:rPr>
                <a:t>20mm</a:t>
              </a:r>
              <a:r>
                <a:rPr lang="zh-CN" altLang="en-US" sz="1800" dirty="0">
                  <a:solidFill>
                    <a:srgbClr val="0432FF"/>
                  </a:solidFill>
                  <a:latin typeface="Arial" panose="020B0604020202020204" pitchFamily="34" charset="0"/>
                  <a:ea typeface="Helvetica Neue Light"/>
                  <a:cs typeface="Arial" panose="020B0604020202020204" pitchFamily="34" charset="0"/>
                  <a:sym typeface="Helvetica Neue Light"/>
                </a:rPr>
                <a:t>时需裁剪镶嵌</a:t>
              </a:r>
              <a:endParaRPr lang="zh-CN" altLang="en-US" sz="1800" dirty="0">
                <a:solidFill>
                  <a:srgbClr val="0432FF"/>
                </a:solidFill>
                <a:latin typeface="Arial" panose="020B0604020202020204" pitchFamily="34" charset="0"/>
                <a:ea typeface="Helvetica Neue Light"/>
                <a:cs typeface="Arial" panose="020B0604020202020204" pitchFamily="34" charset="0"/>
              </a:endParaRPr>
            </a:p>
          </p:txBody>
        </p:sp>
      </p:grpSp>
      <p:sp>
        <p:nvSpPr>
          <p:cNvPr id="63" name="MTD | X1335 Metrology Details-Magnet 160-02017-05 (Series)">
            <a:extLst>
              <a:ext uri="{FF2B5EF4-FFF2-40B4-BE49-F238E27FC236}">
                <a16:creationId xmlns:a16="http://schemas.microsoft.com/office/drawing/2014/main" id="{97E9F8AC-CB39-1B4D-BC63-0DDCCB87880A}"/>
              </a:ext>
            </a:extLst>
          </p:cNvPr>
          <p:cNvSpPr txBox="1">
            <a:spLocks/>
          </p:cNvSpPr>
          <p:nvPr/>
        </p:nvSpPr>
        <p:spPr>
          <a:xfrm>
            <a:off x="619472" y="968895"/>
            <a:ext cx="14591955" cy="84420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noAutofit/>
          </a:bodyPr>
          <a:lstStyle>
            <a:lvl1pPr marL="0" marR="0" indent="0" algn="ctr" defTabSz="821530" rtl="0" latinLnBrk="0">
              <a:lnSpc>
                <a:spcPct val="100000"/>
              </a:lnSpc>
              <a:spcBef>
                <a:spcPts val="0"/>
              </a:spcBef>
              <a:spcAft>
                <a:spcPts val="0"/>
              </a:spcAft>
              <a:buClrTx/>
              <a:buSzTx/>
              <a:buFontTx/>
              <a:buNone/>
              <a:tabLst/>
              <a:defRPr sz="11200" b="0" i="0" u="none" strike="noStrike" cap="none" spc="0" baseline="0">
                <a:ln>
                  <a:noFill/>
                </a:ln>
                <a:solidFill>
                  <a:srgbClr val="000000"/>
                </a:solidFill>
                <a:uFillTx/>
                <a:latin typeface="+mj-lt"/>
                <a:ea typeface="+mj-ea"/>
                <a:cs typeface="+mj-cs"/>
                <a:sym typeface="Helvetica Neue Medium"/>
              </a:defRPr>
            </a:lvl1pPr>
            <a:lvl2pPr marL="0" marR="0" indent="0" algn="ctr" defTabSz="821530" rtl="0" latinLnBrk="0">
              <a:lnSpc>
                <a:spcPct val="100000"/>
              </a:lnSpc>
              <a:spcBef>
                <a:spcPts val="0"/>
              </a:spcBef>
              <a:spcAft>
                <a:spcPts val="0"/>
              </a:spcAft>
              <a:buClrTx/>
              <a:buSzTx/>
              <a:buFontTx/>
              <a:buNone/>
              <a:tabLst/>
              <a:defRPr sz="11200" b="0" i="0" u="none" strike="noStrike" cap="none" spc="0" baseline="0">
                <a:ln>
                  <a:noFill/>
                </a:ln>
                <a:solidFill>
                  <a:srgbClr val="000000"/>
                </a:solidFill>
                <a:uFillTx/>
                <a:latin typeface="+mj-lt"/>
                <a:ea typeface="+mj-ea"/>
                <a:cs typeface="+mj-cs"/>
                <a:sym typeface="Helvetica Neue Medium"/>
              </a:defRPr>
            </a:lvl2pPr>
            <a:lvl3pPr marL="0" marR="0" indent="0" algn="ctr" defTabSz="821530" rtl="0" latinLnBrk="0">
              <a:lnSpc>
                <a:spcPct val="100000"/>
              </a:lnSpc>
              <a:spcBef>
                <a:spcPts val="0"/>
              </a:spcBef>
              <a:spcAft>
                <a:spcPts val="0"/>
              </a:spcAft>
              <a:buClrTx/>
              <a:buSzTx/>
              <a:buFontTx/>
              <a:buNone/>
              <a:tabLst/>
              <a:defRPr sz="11200" b="0" i="0" u="none" strike="noStrike" cap="none" spc="0" baseline="0">
                <a:ln>
                  <a:noFill/>
                </a:ln>
                <a:solidFill>
                  <a:srgbClr val="000000"/>
                </a:solidFill>
                <a:uFillTx/>
                <a:latin typeface="+mj-lt"/>
                <a:ea typeface="+mj-ea"/>
                <a:cs typeface="+mj-cs"/>
                <a:sym typeface="Helvetica Neue Medium"/>
              </a:defRPr>
            </a:lvl3pPr>
            <a:lvl4pPr marL="0" marR="0" indent="0" algn="ctr" defTabSz="821530" rtl="0" latinLnBrk="0">
              <a:lnSpc>
                <a:spcPct val="100000"/>
              </a:lnSpc>
              <a:spcBef>
                <a:spcPts val="0"/>
              </a:spcBef>
              <a:spcAft>
                <a:spcPts val="0"/>
              </a:spcAft>
              <a:buClrTx/>
              <a:buSzTx/>
              <a:buFontTx/>
              <a:buNone/>
              <a:tabLst/>
              <a:defRPr sz="11200" b="0" i="0" u="none" strike="noStrike" cap="none" spc="0" baseline="0">
                <a:ln>
                  <a:noFill/>
                </a:ln>
                <a:solidFill>
                  <a:srgbClr val="000000"/>
                </a:solidFill>
                <a:uFillTx/>
                <a:latin typeface="+mj-lt"/>
                <a:ea typeface="+mj-ea"/>
                <a:cs typeface="+mj-cs"/>
                <a:sym typeface="Helvetica Neue Medium"/>
              </a:defRPr>
            </a:lvl4pPr>
            <a:lvl5pPr marL="0" marR="0" indent="0" algn="ctr" defTabSz="821530" rtl="0" latinLnBrk="0">
              <a:lnSpc>
                <a:spcPct val="100000"/>
              </a:lnSpc>
              <a:spcBef>
                <a:spcPts val="0"/>
              </a:spcBef>
              <a:spcAft>
                <a:spcPts val="0"/>
              </a:spcAft>
              <a:buClrTx/>
              <a:buSzTx/>
              <a:buFontTx/>
              <a:buNone/>
              <a:tabLst/>
              <a:defRPr sz="11200" b="0" i="0" u="none" strike="noStrike" cap="none" spc="0" baseline="0">
                <a:ln>
                  <a:noFill/>
                </a:ln>
                <a:solidFill>
                  <a:srgbClr val="000000"/>
                </a:solidFill>
                <a:uFillTx/>
                <a:latin typeface="+mj-lt"/>
                <a:ea typeface="+mj-ea"/>
                <a:cs typeface="+mj-cs"/>
                <a:sym typeface="Helvetica Neue Medium"/>
              </a:defRPr>
            </a:lvl5pPr>
            <a:lvl6pPr marL="0" marR="0" indent="0" algn="ctr" defTabSz="821530" rtl="0" latinLnBrk="0">
              <a:lnSpc>
                <a:spcPct val="100000"/>
              </a:lnSpc>
              <a:spcBef>
                <a:spcPts val="0"/>
              </a:spcBef>
              <a:spcAft>
                <a:spcPts val="0"/>
              </a:spcAft>
              <a:buClrTx/>
              <a:buSzTx/>
              <a:buFontTx/>
              <a:buNone/>
              <a:tabLst/>
              <a:defRPr sz="11200" b="0" i="0" u="none" strike="noStrike" cap="none" spc="0" baseline="0">
                <a:ln>
                  <a:noFill/>
                </a:ln>
                <a:solidFill>
                  <a:srgbClr val="000000"/>
                </a:solidFill>
                <a:uFillTx/>
                <a:latin typeface="+mj-lt"/>
                <a:ea typeface="+mj-ea"/>
                <a:cs typeface="+mj-cs"/>
                <a:sym typeface="Helvetica Neue Medium"/>
              </a:defRPr>
            </a:lvl6pPr>
            <a:lvl7pPr marL="0" marR="0" indent="0" algn="ctr" defTabSz="821530" rtl="0" latinLnBrk="0">
              <a:lnSpc>
                <a:spcPct val="100000"/>
              </a:lnSpc>
              <a:spcBef>
                <a:spcPts val="0"/>
              </a:spcBef>
              <a:spcAft>
                <a:spcPts val="0"/>
              </a:spcAft>
              <a:buClrTx/>
              <a:buSzTx/>
              <a:buFontTx/>
              <a:buNone/>
              <a:tabLst/>
              <a:defRPr sz="11200" b="0" i="0" u="none" strike="noStrike" cap="none" spc="0" baseline="0">
                <a:ln>
                  <a:noFill/>
                </a:ln>
                <a:solidFill>
                  <a:srgbClr val="000000"/>
                </a:solidFill>
                <a:uFillTx/>
                <a:latin typeface="+mj-lt"/>
                <a:ea typeface="+mj-ea"/>
                <a:cs typeface="+mj-cs"/>
                <a:sym typeface="Helvetica Neue Medium"/>
              </a:defRPr>
            </a:lvl7pPr>
            <a:lvl8pPr marL="0" marR="0" indent="0" algn="ctr" defTabSz="821530" rtl="0" latinLnBrk="0">
              <a:lnSpc>
                <a:spcPct val="100000"/>
              </a:lnSpc>
              <a:spcBef>
                <a:spcPts val="0"/>
              </a:spcBef>
              <a:spcAft>
                <a:spcPts val="0"/>
              </a:spcAft>
              <a:buClrTx/>
              <a:buSzTx/>
              <a:buFontTx/>
              <a:buNone/>
              <a:tabLst/>
              <a:defRPr sz="11200" b="0" i="0" u="none" strike="noStrike" cap="none" spc="0" baseline="0">
                <a:ln>
                  <a:noFill/>
                </a:ln>
                <a:solidFill>
                  <a:srgbClr val="000000"/>
                </a:solidFill>
                <a:uFillTx/>
                <a:latin typeface="+mj-lt"/>
                <a:ea typeface="+mj-ea"/>
                <a:cs typeface="+mj-cs"/>
                <a:sym typeface="Helvetica Neue Medium"/>
              </a:defRPr>
            </a:lvl8pPr>
            <a:lvl9pPr marL="0" marR="0" indent="0" algn="ctr" defTabSz="821530" rtl="0" latinLnBrk="0">
              <a:lnSpc>
                <a:spcPct val="100000"/>
              </a:lnSpc>
              <a:spcBef>
                <a:spcPts val="0"/>
              </a:spcBef>
              <a:spcAft>
                <a:spcPts val="0"/>
              </a:spcAft>
              <a:buClrTx/>
              <a:buSzTx/>
              <a:buFontTx/>
              <a:buNone/>
              <a:tabLst/>
              <a:defRPr sz="11200" b="0" i="0" u="none" strike="noStrike" cap="none" spc="0" baseline="0">
                <a:ln>
                  <a:noFill/>
                </a:ln>
                <a:solidFill>
                  <a:srgbClr val="000000"/>
                </a:solidFill>
                <a:uFillTx/>
                <a:latin typeface="+mj-lt"/>
                <a:ea typeface="+mj-ea"/>
                <a:cs typeface="+mj-cs"/>
                <a:sym typeface="Helvetica Neue Medium"/>
              </a:defRPr>
            </a:lvl9pPr>
          </a:lstStyle>
          <a:p>
            <a:pPr algn="l" defTabSz="212866" hangingPunct="1">
              <a:defRPr sz="4400">
                <a:solidFill>
                  <a:srgbClr val="024C90"/>
                </a:solidFill>
                <a:latin typeface="Helvetica Neue Light"/>
                <a:ea typeface="Helvetica Neue Light"/>
                <a:cs typeface="Helvetica Neue Light"/>
                <a:sym typeface="Helvetica Neue Light"/>
              </a:defRPr>
            </a:pPr>
            <a:r>
              <a:rPr lang="en" sz="4400" dirty="0">
                <a:solidFill>
                  <a:srgbClr val="024C90"/>
                </a:solidFill>
                <a:latin typeface="Arial" panose="020B0604020202020204" pitchFamily="34" charset="0"/>
                <a:ea typeface="Helvetica Neue Light"/>
                <a:cs typeface="Arial" panose="020B0604020202020204" pitchFamily="34" charset="0"/>
                <a:sym typeface="Helvetica Neue Light"/>
              </a:rPr>
              <a:t>MTD</a:t>
            </a:r>
            <a:r>
              <a:rPr lang="en" sz="4400" dirty="0">
                <a:latin typeface="Arial" panose="020B0604020202020204" pitchFamily="34" charset="0"/>
                <a:ea typeface="Helvetica Neue Light"/>
                <a:cs typeface="Arial" panose="020B0604020202020204" pitchFamily="34" charset="0"/>
                <a:sym typeface="Helvetica Neue Light"/>
              </a:rPr>
              <a:t> | </a:t>
            </a:r>
            <a:r>
              <a:rPr lang="en-US" sz="4400" dirty="0">
                <a:solidFill>
                  <a:schemeClr val="tx1"/>
                </a:solidFill>
                <a:latin typeface="Arial" panose="020B0604020202020204" pitchFamily="34" charset="0"/>
                <a:ea typeface="Helvetica Neue Light"/>
                <a:cs typeface="Arial" panose="020B0604020202020204" pitchFamily="34" charset="0"/>
                <a:sym typeface="Helvetica Neue Light"/>
              </a:rPr>
              <a:t>R240</a:t>
            </a:r>
            <a:r>
              <a:rPr lang="en" sz="4400" dirty="0">
                <a:latin typeface="Arial" panose="020B0604020202020204" pitchFamily="34" charset="0"/>
                <a:ea typeface="Helvetica Neue Light"/>
                <a:cs typeface="Arial" panose="020B0604020202020204" pitchFamily="34" charset="0"/>
                <a:sym typeface="Helvetica Neue Light"/>
              </a:rPr>
              <a:t> </a:t>
            </a:r>
            <a:r>
              <a:rPr lang="en" sz="4400" dirty="0">
                <a:solidFill>
                  <a:schemeClr val="tx1"/>
                </a:solidFill>
                <a:latin typeface="Arial" panose="020B0604020202020204" pitchFamily="34" charset="0"/>
                <a:ea typeface="Helvetica Neue Light"/>
                <a:cs typeface="Arial" panose="020B0604020202020204" pitchFamily="34" charset="0"/>
                <a:sym typeface="Helvetica Neue Light"/>
              </a:rPr>
              <a:t>Metrology Details-Magnet </a:t>
            </a:r>
            <a:r>
              <a:rPr lang="sv-SE" altLang="zh-CN" sz="4400" dirty="0">
                <a:solidFill>
                  <a:schemeClr val="tx1"/>
                </a:solidFill>
                <a:latin typeface="Arial" panose="020B0604020202020204" pitchFamily="34" charset="0"/>
                <a:ea typeface="Helvetica Neue Light"/>
                <a:cs typeface="Arial" panose="020B0604020202020204" pitchFamily="34" charset="0"/>
                <a:sym typeface="Helvetica Neue Light"/>
              </a:rPr>
              <a:t>099-53721-08</a:t>
            </a:r>
          </a:p>
        </p:txBody>
      </p:sp>
      <p:grpSp>
        <p:nvGrpSpPr>
          <p:cNvPr id="68" name="组合 67"/>
          <p:cNvGrpSpPr/>
          <p:nvPr/>
        </p:nvGrpSpPr>
        <p:grpSpPr>
          <a:xfrm>
            <a:off x="13002783" y="4775211"/>
            <a:ext cx="10437399" cy="1675344"/>
            <a:chOff x="1343659" y="8101702"/>
            <a:chExt cx="12117497" cy="1675344"/>
          </a:xfrm>
        </p:grpSpPr>
        <p:pic>
          <p:nvPicPr>
            <p:cNvPr id="69" name="图片 68"/>
            <p:cNvPicPr>
              <a:picLocks noChangeAspect="1"/>
            </p:cNvPicPr>
            <p:nvPr/>
          </p:nvPicPr>
          <p:blipFill>
            <a:blip r:embed="rId22" cstate="email">
              <a:extLst>
                <a:ext uri="{28A0092B-C50C-407E-A947-70E740481C1C}">
                  <a14:useLocalDpi xmlns:a14="http://schemas.microsoft.com/office/drawing/2010/main"/>
                </a:ext>
              </a:extLst>
            </a:blip>
            <a:stretch>
              <a:fillRect/>
            </a:stretch>
          </p:blipFill>
          <p:spPr>
            <a:xfrm>
              <a:off x="1354716" y="8101702"/>
              <a:ext cx="12106440" cy="1675344"/>
            </a:xfrm>
            <a:prstGeom prst="rect">
              <a:avLst/>
            </a:prstGeom>
          </p:spPr>
        </p:pic>
        <p:sp>
          <p:nvSpPr>
            <p:cNvPr id="70" name="矩形 69"/>
            <p:cNvSpPr/>
            <p:nvPr/>
          </p:nvSpPr>
          <p:spPr>
            <a:xfrm>
              <a:off x="1343659" y="8242154"/>
              <a:ext cx="12053164" cy="563171"/>
            </a:xfrm>
            <a:prstGeom prst="rect">
              <a:avLst/>
            </a:prstGeom>
            <a:noFill/>
            <a:ln w="25400" cap="flat">
              <a:solidFill>
                <a:srgbClr val="FF0000"/>
              </a:solid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71436" tIns="71436" rIns="71436" bIns="71436" numCol="1" spcCol="38100" rtlCol="0" anchor="ctr">
              <a:spAutoFit/>
            </a:bodyPr>
            <a:lstStyle/>
            <a:p>
              <a:pPr marL="0" marR="0" indent="0" algn="ctr" defTabSz="821690" rtl="0" fontAlgn="auto" latinLnBrk="0" hangingPunct="0">
                <a:lnSpc>
                  <a:spcPct val="100000"/>
                </a:lnSpc>
                <a:spcBef>
                  <a:spcPts val="0"/>
                </a:spcBef>
                <a:spcAft>
                  <a:spcPts val="0"/>
                </a:spcAft>
                <a:buClrTx/>
                <a:buSzTx/>
                <a:buFontTx/>
                <a:buNone/>
              </a:pPr>
              <a:endParaRPr kumimoji="0" lang="zh-CN" altLang="en-US" sz="3200" b="0" i="0" u="none" strike="noStrike" cap="none" spc="0" normalizeH="0" baseline="0">
                <a:ln>
                  <a:noFill/>
                </a:ln>
                <a:solidFill>
                  <a:srgbClr val="000000"/>
                </a:solidFill>
                <a:effectLst/>
                <a:uFillTx/>
                <a:latin typeface="+mj-lt"/>
                <a:ea typeface="+mj-ea"/>
                <a:cs typeface="+mj-cs"/>
                <a:sym typeface="Helvetica Neue Medium" panose="02000503000000020004"/>
              </a:endParaRPr>
            </a:p>
          </p:txBody>
        </p:sp>
      </p:grpSp>
    </p:spTree>
    <p:extLst>
      <p:ext uri="{BB962C8B-B14F-4D97-AF65-F5344CB8AC3E}">
        <p14:creationId xmlns:p14="http://schemas.microsoft.com/office/powerpoint/2010/main" val="2294237594"/>
      </p:ext>
    </p:extLst>
  </p:cSld>
  <p:clrMapOvr>
    <a:masterClrMapping/>
  </p:clrMapOvr>
  <p:transition spd="med"/>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7" name="表格"/>
          <p:cNvGraphicFramePr/>
          <p:nvPr>
            <p:custDataLst>
              <p:tags r:id="rId1"/>
            </p:custDataLst>
            <p:extLst>
              <p:ext uri="{D42A27DB-BD31-4B8C-83A1-F6EECF244321}">
                <p14:modId xmlns:p14="http://schemas.microsoft.com/office/powerpoint/2010/main" val="855076964"/>
              </p:ext>
            </p:extLst>
          </p:nvPr>
        </p:nvGraphicFramePr>
        <p:xfrm>
          <a:off x="771524" y="1863948"/>
          <a:ext cx="22863938" cy="11851821"/>
        </p:xfrm>
        <a:graphic>
          <a:graphicData uri="http://schemas.openxmlformats.org/drawingml/2006/table">
            <a:tbl>
              <a:tblPr/>
              <a:tblGrid>
                <a:gridCol w="12552590">
                  <a:extLst>
                    <a:ext uri="{9D8B030D-6E8A-4147-A177-3AD203B41FA5}">
                      <a16:colId xmlns:a16="http://schemas.microsoft.com/office/drawing/2014/main" val="20000"/>
                    </a:ext>
                  </a:extLst>
                </a:gridCol>
                <a:gridCol w="10311348">
                  <a:extLst>
                    <a:ext uri="{9D8B030D-6E8A-4147-A177-3AD203B41FA5}">
                      <a16:colId xmlns:a16="http://schemas.microsoft.com/office/drawing/2014/main" val="20001"/>
                    </a:ext>
                  </a:extLst>
                </a:gridCol>
              </a:tblGrid>
              <a:tr h="648201">
                <a:tc gridSpan="2">
                  <a:txBody>
                    <a:bodyPr/>
                    <a:lstStyle/>
                    <a:p>
                      <a:pPr algn="l" defTabSz="409575">
                        <a:defRPr sz="1800"/>
                      </a:pPr>
                      <a:r>
                        <a:rPr sz="3000" b="0" i="0" u="none" strike="noStrike" cap="none" spc="0" baseline="0" dirty="0">
                          <a:ln>
                            <a:noFill/>
                          </a:ln>
                          <a:solidFill>
                            <a:schemeClr val="tx1"/>
                          </a:solidFill>
                          <a:uFillTx/>
                          <a:latin typeface="Arial" panose="020B0604020202020204" pitchFamily="34" charset="0"/>
                          <a:ea typeface="+mn-ea"/>
                          <a:cs typeface="Arial" panose="020B0604020202020204" pitchFamily="34" charset="0"/>
                          <a:sym typeface="Helvetica Neue Medium" panose="02000503000000020004"/>
                        </a:rPr>
                        <a:t>MAGNET </a:t>
                      </a:r>
                      <a:r>
                        <a:rPr lang="en-US" sz="3000" b="0" i="0" u="none" strike="noStrike" cap="none" spc="0" baseline="0" dirty="0">
                          <a:ln>
                            <a:noFill/>
                          </a:ln>
                          <a:solidFill>
                            <a:schemeClr val="tx1"/>
                          </a:solidFill>
                          <a:uFillTx/>
                          <a:latin typeface="Arial" panose="020B0604020202020204" pitchFamily="34" charset="0"/>
                          <a:ea typeface="+mn-ea"/>
                          <a:cs typeface="Arial" panose="020B0604020202020204" pitchFamily="34" charset="0"/>
                          <a:sym typeface="Helvetica Neue Thin" panose="02000503000000020004"/>
                        </a:rPr>
                        <a:t>SST</a:t>
                      </a:r>
                      <a:r>
                        <a:rPr sz="3000" b="0" i="0" u="none" strike="noStrike" cap="none" spc="0" baseline="0" dirty="0">
                          <a:ln>
                            <a:noFill/>
                          </a:ln>
                          <a:solidFill>
                            <a:schemeClr val="tx1"/>
                          </a:solidFill>
                          <a:uFillTx/>
                          <a:latin typeface="Arial" panose="020B0604020202020204" pitchFamily="34" charset="0"/>
                          <a:ea typeface="+mn-ea"/>
                          <a:cs typeface="Arial" panose="020B0604020202020204" pitchFamily="34" charset="0"/>
                          <a:sym typeface="Helvetica Neue Medium" panose="02000503000000020004"/>
                        </a:rPr>
                        <a:t>: </a:t>
                      </a:r>
                      <a:r>
                        <a:rPr lang="zh-CN" altLang="en-US" sz="3000" b="0" i="0" u="none" strike="noStrike" cap="none" spc="0" baseline="0" dirty="0">
                          <a:ln>
                            <a:noFill/>
                          </a:ln>
                          <a:solidFill>
                            <a:schemeClr val="tx1"/>
                          </a:solidFill>
                          <a:uFillTx/>
                          <a:latin typeface="Arial" panose="020B0604020202020204" pitchFamily="34" charset="0"/>
                          <a:ea typeface="+mn-ea"/>
                          <a:cs typeface="Arial" panose="020B0604020202020204" pitchFamily="34" charset="0"/>
                          <a:sym typeface="Helvetica Neue Medium" panose="02000503000000020004"/>
                        </a:rPr>
                        <a:t>＞</a:t>
                      </a:r>
                      <a:r>
                        <a:rPr lang="en-US" altLang="zh-CN" sz="3000" b="0" i="0" u="none" strike="noStrike" cap="none" spc="0" baseline="0" dirty="0">
                          <a:ln>
                            <a:noFill/>
                          </a:ln>
                          <a:solidFill>
                            <a:schemeClr val="tx1"/>
                          </a:solidFill>
                          <a:uFillTx/>
                          <a:latin typeface="Arial" panose="020B0604020202020204" pitchFamily="34" charset="0"/>
                          <a:ea typeface="+mn-ea"/>
                          <a:cs typeface="Arial" panose="020B0604020202020204" pitchFamily="34" charset="0"/>
                          <a:sym typeface="Helvetica Neue Medium" panose="02000503000000020004"/>
                        </a:rPr>
                        <a:t>24H</a:t>
                      </a:r>
                      <a:endParaRPr sz="3000" b="0" i="0" u="none" strike="noStrike" cap="none" spc="0" baseline="0" dirty="0">
                        <a:ln>
                          <a:noFill/>
                        </a:ln>
                        <a:solidFill>
                          <a:schemeClr val="tx1"/>
                        </a:solidFill>
                        <a:uFillTx/>
                        <a:latin typeface="Arial" panose="020B0604020202020204" pitchFamily="34" charset="0"/>
                        <a:ea typeface="+mn-ea"/>
                        <a:cs typeface="Arial" panose="020B0604020202020204" pitchFamily="34" charset="0"/>
                        <a:sym typeface="Helvetica Neue Medium" panose="02000503000000020004"/>
                      </a:endParaRPr>
                    </a:p>
                  </a:txBody>
                  <a:tcPr marL="12700" marR="12700" marT="12700" marB="12700" anchor="ctr" horzOverflow="overflow">
                    <a:lnL w="6350">
                      <a:solidFill>
                        <a:srgbClr val="000000"/>
                      </a:solidFill>
                    </a:lnL>
                    <a:lnR w="6350">
                      <a:solidFill>
                        <a:srgbClr val="000000"/>
                      </a:solidFill>
                    </a:lnR>
                    <a:lnT w="6350">
                      <a:solidFill>
                        <a:srgbClr val="000000"/>
                      </a:solidFill>
                    </a:lnT>
                    <a:lnB w="6350">
                      <a:solidFill>
                        <a:srgbClr val="000000"/>
                      </a:solidFill>
                    </a:lnB>
                    <a:solidFill>
                      <a:srgbClr val="C1E1FE"/>
                    </a:solidFill>
                  </a:tcPr>
                </a:tc>
                <a:tc hMerge="1">
                  <a:txBody>
                    <a:bodyPr/>
                    <a:lstStyle/>
                    <a:p>
                      <a:endParaRPr lang="zh-CN"/>
                    </a:p>
                  </a:txBody>
                  <a:tcPr/>
                </a:tc>
                <a:extLst>
                  <a:ext uri="{0D108BD9-81ED-4DB2-BD59-A6C34878D82A}">
                    <a16:rowId xmlns:a16="http://schemas.microsoft.com/office/drawing/2014/main" val="10000"/>
                  </a:ext>
                </a:extLst>
              </a:tr>
              <a:tr h="638934">
                <a:tc>
                  <a:txBody>
                    <a:bodyPr/>
                    <a:lstStyle/>
                    <a:p>
                      <a:pPr defTabSz="409575">
                        <a:defRPr sz="1800"/>
                      </a:pPr>
                      <a:r>
                        <a:rPr lang="en-US" sz="3000" dirty="0">
                          <a:latin typeface="Arial" panose="020B0604020202020204" pitchFamily="34" charset="0"/>
                          <a:cs typeface="Arial" panose="020B0604020202020204" pitchFamily="34" charset="0"/>
                          <a:sym typeface="Helvetica Neue Medium" panose="02000503000000020004"/>
                        </a:rPr>
                        <a:t>FAI</a:t>
                      </a:r>
                      <a:endParaRPr sz="3000" dirty="0">
                        <a:latin typeface="Arial" panose="020B0604020202020204" pitchFamily="34" charset="0"/>
                        <a:cs typeface="Arial" panose="020B0604020202020204" pitchFamily="34" charset="0"/>
                        <a:sym typeface="Helvetica Neue Medium" panose="02000503000000020004"/>
                      </a:endParaRPr>
                    </a:p>
                  </a:txBody>
                  <a:tcPr marL="12700" marR="12700" marT="12700" marB="12700" anchor="ctr" horzOverflow="overflow">
                    <a:lnL w="6350">
                      <a:solidFill>
                        <a:srgbClr val="000000"/>
                      </a:solidFill>
                    </a:lnL>
                    <a:lnR w="6350">
                      <a:solidFill>
                        <a:srgbClr val="000000"/>
                      </a:solidFill>
                    </a:lnR>
                    <a:lnT w="6350">
                      <a:solidFill>
                        <a:srgbClr val="000000"/>
                      </a:solidFill>
                    </a:lnT>
                    <a:lnB w="6350">
                      <a:solidFill>
                        <a:srgbClr val="000000"/>
                      </a:solidFill>
                    </a:lnB>
                    <a:solidFill>
                      <a:srgbClr val="C1E1FE"/>
                    </a:solidFill>
                  </a:tcPr>
                </a:tc>
                <a:tc>
                  <a:txBody>
                    <a:bodyPr/>
                    <a:lstStyle/>
                    <a:p>
                      <a:pPr defTabSz="409575">
                        <a:defRPr sz="1800"/>
                      </a:pPr>
                      <a:r>
                        <a:rPr sz="3000">
                          <a:latin typeface="Arial" panose="020B0604020202020204" pitchFamily="34" charset="0"/>
                          <a:cs typeface="Arial" panose="020B0604020202020204" pitchFamily="34" charset="0"/>
                          <a:sym typeface="Helvetica Neue Medium" panose="02000503000000020004"/>
                        </a:rPr>
                        <a:t>In-process</a:t>
                      </a:r>
                    </a:p>
                  </a:txBody>
                  <a:tcPr marL="12700" marR="12700" marT="12700" marB="12700" anchor="ctr" horzOverflow="overflow">
                    <a:lnL w="6350">
                      <a:solidFill>
                        <a:srgbClr val="000000"/>
                      </a:solidFill>
                    </a:lnL>
                    <a:lnR w="6350">
                      <a:solidFill>
                        <a:srgbClr val="000000"/>
                      </a:solidFill>
                    </a:lnR>
                    <a:lnT w="6350">
                      <a:solidFill>
                        <a:srgbClr val="000000"/>
                      </a:solidFill>
                    </a:lnT>
                    <a:lnB w="6350">
                      <a:solidFill>
                        <a:srgbClr val="000000"/>
                      </a:solidFill>
                    </a:lnB>
                    <a:solidFill>
                      <a:srgbClr val="C1E1FE"/>
                    </a:solidFill>
                  </a:tcPr>
                </a:tc>
                <a:extLst>
                  <a:ext uri="{0D108BD9-81ED-4DB2-BD59-A6C34878D82A}">
                    <a16:rowId xmlns:a16="http://schemas.microsoft.com/office/drawing/2014/main" val="10001"/>
                  </a:ext>
                </a:extLst>
              </a:tr>
              <a:tr h="10487369">
                <a:tc>
                  <a:txBody>
                    <a:bodyPr/>
                    <a:lstStyle/>
                    <a:p>
                      <a:pPr marL="0" marR="0" indent="0" algn="l" defTabSz="409575" rtl="0" eaLnBrk="1" fontAlgn="auto" latinLnBrk="0" hangingPunct="1">
                        <a:lnSpc>
                          <a:spcPct val="100000"/>
                        </a:lnSpc>
                        <a:spcBef>
                          <a:spcPts val="0"/>
                        </a:spcBef>
                        <a:spcAft>
                          <a:spcPts val="0"/>
                        </a:spcAft>
                        <a:buClrTx/>
                        <a:buSzTx/>
                        <a:buFontTx/>
                        <a:buNone/>
                        <a:defRPr sz="2600">
                          <a:sym typeface="Helvetica Neue Medium" panose="02000503000000020004"/>
                        </a:defRPr>
                      </a:pPr>
                      <a:r>
                        <a:rPr dirty="0">
                          <a:latin typeface="Arial" panose="020B0604020202020204" pitchFamily="34" charset="0"/>
                          <a:cs typeface="Arial" panose="020B0604020202020204" pitchFamily="34" charset="0"/>
                        </a:rPr>
                        <a:t>1 . Measurement Method ：</a:t>
                      </a:r>
                      <a:r>
                        <a:rPr lang="en-US" altLang="zh-CN" sz="2800" b="0" i="0" dirty="0">
                          <a:latin typeface="Arial" panose="020B0604020202020204" pitchFamily="34" charset="0"/>
                          <a:cs typeface="Arial" panose="020B0604020202020204" pitchFamily="34" charset="0"/>
                          <a:sym typeface="Helvetica"/>
                        </a:rPr>
                        <a:t>SST Tester</a:t>
                      </a:r>
                      <a:endParaRPr dirty="0">
                        <a:latin typeface="Arial" panose="020B0604020202020204" pitchFamily="34" charset="0"/>
                        <a:cs typeface="Arial" panose="020B0604020202020204" pitchFamily="34" charset="0"/>
                      </a:endParaRPr>
                    </a:p>
                    <a:p>
                      <a:pPr algn="l" defTabSz="409575">
                        <a:defRPr sz="2600">
                          <a:sym typeface="Helvetica Neue Medium" panose="02000503000000020004"/>
                        </a:defRPr>
                      </a:pPr>
                      <a:r>
                        <a:rPr dirty="0">
                          <a:latin typeface="Arial" panose="020B0604020202020204" pitchFamily="34" charset="0"/>
                          <a:cs typeface="Arial" panose="020B0604020202020204" pitchFamily="34" charset="0"/>
                        </a:rPr>
                        <a:t>2.  Fixture ：No</a:t>
                      </a:r>
                    </a:p>
                    <a:p>
                      <a:pPr algn="l" defTabSz="409575">
                        <a:defRPr sz="2600">
                          <a:sym typeface="Helvetica Neue Medium" panose="02000503000000020004"/>
                        </a:defRPr>
                      </a:pPr>
                      <a:r>
                        <a:rPr dirty="0">
                          <a:latin typeface="Arial" panose="020B0604020202020204" pitchFamily="34" charset="0"/>
                          <a:cs typeface="Arial" panose="020B0604020202020204" pitchFamily="34" charset="0"/>
                        </a:rPr>
                        <a:t>3.  Measurement status ：Free</a:t>
                      </a:r>
                    </a:p>
                    <a:p>
                      <a:pPr algn="l" defTabSz="409575">
                        <a:defRPr sz="2600">
                          <a:sym typeface="Helvetica Neue Medium" panose="02000503000000020004"/>
                        </a:defRPr>
                      </a:pPr>
                      <a:r>
                        <a:rPr dirty="0">
                          <a:latin typeface="Arial" panose="020B0604020202020204" pitchFamily="34" charset="0"/>
                          <a:cs typeface="Arial" panose="020B0604020202020204" pitchFamily="34" charset="0"/>
                        </a:rPr>
                        <a:t>4.  Measurement procedure ：</a:t>
                      </a:r>
                      <a:endParaRPr lang="en-US" sz="2400" b="0" i="0" u="none" strike="noStrike" cap="none" spc="0" baseline="0" dirty="0">
                        <a:ln>
                          <a:noFill/>
                        </a:ln>
                        <a:solidFill>
                          <a:schemeClr val="tx1"/>
                        </a:solidFill>
                        <a:uFillTx/>
                        <a:latin typeface="Arial" panose="020B0604020202020204" pitchFamily="34" charset="0"/>
                        <a:ea typeface="Helvetica"/>
                        <a:cs typeface="Arial" panose="020B0604020202020204" pitchFamily="34" charset="0"/>
                        <a:sym typeface="Helvetica Neue Thin" panose="02000503000000020004"/>
                      </a:endParaRPr>
                    </a:p>
                    <a:p>
                      <a:pPr marL="0" indent="0" algn="l">
                        <a:buSzPct val="100000"/>
                        <a:buNone/>
                        <a:defRPr sz="1800">
                          <a:latin typeface="Arial" panose="020B0604020202020204"/>
                          <a:ea typeface="Arial" panose="020B0604020202020204"/>
                          <a:cs typeface="Arial" panose="020B0604020202020204"/>
                          <a:sym typeface="Arial" panose="020B0604020202020204"/>
                        </a:defRPr>
                      </a:pPr>
                      <a:r>
                        <a:rPr lang="en-US" altLang="zh-CN" sz="1800" dirty="0"/>
                        <a:t>a.</a:t>
                      </a:r>
                      <a:r>
                        <a:rPr lang="zh-CN" altLang="en-US" sz="1800" dirty="0"/>
                        <a:t>设备点检</a:t>
                      </a:r>
                      <a:r>
                        <a:rPr lang="en-US" altLang="zh-CN" sz="1800" dirty="0"/>
                        <a:t>(</a:t>
                      </a:r>
                      <a:r>
                        <a:rPr lang="zh-CN" altLang="en-US" sz="1800" dirty="0"/>
                        <a:t>图</a:t>
                      </a:r>
                      <a:r>
                        <a:rPr lang="en-US" altLang="zh-CN" sz="1800" dirty="0"/>
                        <a:t>1)</a:t>
                      </a:r>
                      <a:r>
                        <a:rPr lang="zh-CN" altLang="en-US" sz="1800" dirty="0"/>
                        <a:t>和溶液制备：</a:t>
                      </a:r>
                      <a:r>
                        <a:rPr lang="en-US" altLang="zh-CN" sz="1800" dirty="0"/>
                        <a:t>5%</a:t>
                      </a:r>
                      <a:r>
                        <a:rPr lang="zh-CN" altLang="en-US" sz="1800" dirty="0"/>
                        <a:t>氯化钠</a:t>
                      </a:r>
                      <a:r>
                        <a:rPr lang="en-US" altLang="zh-CN" sz="1800" dirty="0"/>
                        <a:t>+95%</a:t>
                      </a:r>
                      <a:r>
                        <a:rPr lang="zh-CN" altLang="en-US" sz="1800" dirty="0"/>
                        <a:t>去离子水，将氯化钠溶液放入溶液桶中，</a:t>
                      </a:r>
                      <a:r>
                        <a:rPr lang="en-US" altLang="zh-CN" sz="1800" dirty="0"/>
                        <a:t>PH </a:t>
                      </a:r>
                      <a:r>
                        <a:rPr lang="zh-CN" altLang="en-US" sz="1800" dirty="0"/>
                        <a:t>试纸测试</a:t>
                      </a:r>
                      <a:r>
                        <a:rPr lang="en-US" altLang="zh-CN" sz="1800" dirty="0"/>
                        <a:t>PH</a:t>
                      </a:r>
                      <a:r>
                        <a:rPr lang="zh-CN" altLang="en-US" sz="1800" dirty="0"/>
                        <a:t>值标准</a:t>
                      </a:r>
                      <a:r>
                        <a:rPr lang="en-US" altLang="zh-CN" sz="1800" dirty="0"/>
                        <a:t>6.5-7.2</a:t>
                      </a:r>
                      <a:r>
                        <a:rPr lang="zh-CN" altLang="en-US" sz="1800" dirty="0"/>
                        <a:t>。</a:t>
                      </a:r>
                    </a:p>
                    <a:p>
                      <a:pPr marL="0" indent="0" algn="l">
                        <a:buSzPct val="100000"/>
                        <a:buNone/>
                        <a:defRPr sz="1800">
                          <a:latin typeface="Arial" panose="020B0604020202020204"/>
                          <a:ea typeface="Arial" panose="020B0604020202020204"/>
                          <a:cs typeface="Arial" panose="020B0604020202020204"/>
                          <a:sym typeface="Arial" panose="020B0604020202020204"/>
                        </a:defRPr>
                      </a:pPr>
                      <a:r>
                        <a:rPr lang="en-US" altLang="zh-CN" sz="1800" dirty="0"/>
                        <a:t>b.</a:t>
                      </a:r>
                      <a:r>
                        <a:rPr lang="zh-CN" altLang="en-US" sz="1800" dirty="0"/>
                        <a:t>测试条件：在</a:t>
                      </a:r>
                      <a:r>
                        <a:rPr lang="en-US" altLang="zh-CN" sz="1800" dirty="0"/>
                        <a:t>35°C</a:t>
                      </a:r>
                      <a:r>
                        <a:rPr lang="zh-CN" altLang="en-US" sz="1800" dirty="0"/>
                        <a:t>下设置试验室，在</a:t>
                      </a:r>
                      <a:r>
                        <a:rPr lang="en-US" altLang="zh-CN" sz="1800" dirty="0"/>
                        <a:t>47°C</a:t>
                      </a:r>
                      <a:r>
                        <a:rPr lang="zh-CN" altLang="en-US" sz="1800" dirty="0"/>
                        <a:t>下设置饱和空气桶，压力</a:t>
                      </a:r>
                      <a:r>
                        <a:rPr lang="en-US" altLang="zh-CN" sz="1800" dirty="0"/>
                        <a:t>0.1MPa(</a:t>
                      </a:r>
                      <a:r>
                        <a:rPr lang="zh-CN" altLang="en-US" sz="1800" dirty="0"/>
                        <a:t>图</a:t>
                      </a:r>
                      <a:r>
                        <a:rPr lang="en-US" altLang="zh-CN" sz="1800" dirty="0"/>
                        <a:t>2)</a:t>
                      </a:r>
                      <a:r>
                        <a:rPr lang="zh-CN" altLang="en-US" sz="1800" dirty="0"/>
                        <a:t>。</a:t>
                      </a:r>
                    </a:p>
                    <a:p>
                      <a:pPr marL="0" indent="0" algn="l">
                        <a:buSzPct val="100000"/>
                        <a:buNone/>
                        <a:defRPr sz="1800">
                          <a:latin typeface="Arial" panose="020B0604020202020204"/>
                          <a:ea typeface="Arial" panose="020B0604020202020204"/>
                          <a:cs typeface="Arial" panose="020B0604020202020204"/>
                          <a:sym typeface="Arial" panose="020B0604020202020204"/>
                        </a:defRPr>
                      </a:pPr>
                      <a:r>
                        <a:rPr lang="en-US" altLang="zh-CN" sz="1800" dirty="0"/>
                        <a:t>c.</a:t>
                      </a:r>
                      <a:r>
                        <a:rPr lang="zh-CN" altLang="en-US" sz="1800" dirty="0"/>
                        <a:t>产品垂直放置：确保样品表面无划痕、气泡、铁锈等异常，将产品</a:t>
                      </a:r>
                      <a:r>
                        <a:rPr lang="en-US" altLang="zh-CN" sz="1800" dirty="0"/>
                        <a:t>32</a:t>
                      </a:r>
                      <a:r>
                        <a:rPr lang="zh-CN" altLang="en-US" sz="1800" dirty="0"/>
                        <a:t>片</a:t>
                      </a:r>
                      <a:r>
                        <a:rPr lang="en-US" altLang="zh-CN" sz="1800" dirty="0"/>
                        <a:t>/</a:t>
                      </a:r>
                      <a:r>
                        <a:rPr lang="zh-CN" altLang="en-US" sz="1800" dirty="0"/>
                        <a:t>批垂直放置</a:t>
                      </a:r>
                      <a:r>
                        <a:rPr lang="en-US" altLang="zh-CN" sz="1800" dirty="0"/>
                        <a:t>(</a:t>
                      </a:r>
                      <a:r>
                        <a:rPr lang="zh-CN" altLang="en-US" sz="1800" dirty="0"/>
                        <a:t>图</a:t>
                      </a:r>
                      <a:r>
                        <a:rPr lang="en-US" altLang="zh-CN" sz="1800" dirty="0"/>
                        <a:t>3)</a:t>
                      </a:r>
                      <a:r>
                        <a:rPr lang="zh-CN" altLang="en-US" sz="1800" dirty="0"/>
                        <a:t>在板上夹具</a:t>
                      </a:r>
                      <a:r>
                        <a:rPr lang="en-US" altLang="zh-CN" sz="1800" dirty="0"/>
                        <a:t>1(</a:t>
                      </a:r>
                      <a:r>
                        <a:rPr lang="zh-CN" altLang="en-US" sz="1800" dirty="0"/>
                        <a:t>材料橡胶磁铁、塑料袋真空包装），然后每两片产品之间保持</a:t>
                      </a:r>
                      <a:r>
                        <a:rPr lang="en-US" altLang="zh-CN" sz="1800" dirty="0"/>
                        <a:t>20</a:t>
                      </a:r>
                      <a:r>
                        <a:rPr lang="zh-CN" altLang="en-US" sz="1800" dirty="0"/>
                        <a:t>毫米的间距</a:t>
                      </a:r>
                      <a:r>
                        <a:rPr lang="en-US" altLang="zh-CN" sz="1800" dirty="0"/>
                        <a:t>(</a:t>
                      </a:r>
                      <a:r>
                        <a:rPr lang="zh-CN" altLang="en-US" sz="1800" dirty="0"/>
                        <a:t>图</a:t>
                      </a:r>
                      <a:r>
                        <a:rPr lang="en-US" altLang="zh-CN" sz="1800" dirty="0"/>
                        <a:t>4)</a:t>
                      </a:r>
                    </a:p>
                    <a:p>
                      <a:pPr marL="0" indent="0" algn="l">
                        <a:buSzPct val="100000"/>
                        <a:buNone/>
                        <a:defRPr sz="1800">
                          <a:latin typeface="Arial" panose="020B0604020202020204"/>
                          <a:ea typeface="Arial" panose="020B0604020202020204"/>
                          <a:cs typeface="Arial" panose="020B0604020202020204"/>
                          <a:sym typeface="Arial" panose="020B0604020202020204"/>
                        </a:defRPr>
                      </a:pPr>
                      <a:r>
                        <a:rPr lang="en-US" altLang="zh-CN" sz="1800" dirty="0"/>
                        <a:t>d.</a:t>
                      </a:r>
                      <a:r>
                        <a:rPr lang="zh-CN" altLang="en-US" sz="1800" dirty="0"/>
                        <a:t>橡胶磁板放置</a:t>
                      </a:r>
                      <a:r>
                        <a:rPr lang="en-US" altLang="zh-CN" sz="1800" dirty="0"/>
                        <a:t>(</a:t>
                      </a:r>
                      <a:r>
                        <a:rPr lang="zh-CN" altLang="en-US" sz="1800" dirty="0"/>
                        <a:t>图</a:t>
                      </a:r>
                      <a:r>
                        <a:rPr lang="en-US" altLang="zh-CN" sz="1800" dirty="0"/>
                        <a:t>4): </a:t>
                      </a:r>
                      <a:r>
                        <a:rPr lang="zh-CN" altLang="en-US" sz="1800" dirty="0"/>
                        <a:t>将装有样品的背板倾斜到三脚架上夹具</a:t>
                      </a:r>
                      <a:r>
                        <a:rPr lang="en-US" altLang="zh-CN" sz="1800" dirty="0"/>
                        <a:t>2,</a:t>
                      </a:r>
                      <a:r>
                        <a:rPr lang="zh-CN" altLang="en-US" sz="1800" dirty="0"/>
                        <a:t>底板与垂直方向的夹角为</a:t>
                      </a:r>
                      <a:r>
                        <a:rPr lang="en-US" altLang="zh-CN" sz="1800" dirty="0"/>
                        <a:t>15°-30°,</a:t>
                      </a:r>
                      <a:r>
                        <a:rPr lang="zh-CN" altLang="en-US" sz="1800" dirty="0"/>
                        <a:t>符合</a:t>
                      </a:r>
                      <a:r>
                        <a:rPr lang="en-US" altLang="zh-CN" sz="1800" dirty="0"/>
                        <a:t>ASTM B117-03</a:t>
                      </a:r>
                      <a:r>
                        <a:rPr lang="zh-CN" altLang="en-US" sz="1800" dirty="0"/>
                        <a:t>标准。</a:t>
                      </a:r>
                    </a:p>
                    <a:p>
                      <a:pPr marL="0" indent="0" algn="l">
                        <a:buSzPct val="100000"/>
                        <a:buNone/>
                        <a:defRPr sz="1800">
                          <a:latin typeface="Arial" panose="020B0604020202020204"/>
                          <a:ea typeface="Arial" panose="020B0604020202020204"/>
                          <a:cs typeface="Arial" panose="020B0604020202020204"/>
                          <a:sym typeface="Arial" panose="020B0604020202020204"/>
                        </a:defRPr>
                      </a:pPr>
                      <a:r>
                        <a:rPr lang="en-US" altLang="zh-CN" sz="1800" dirty="0"/>
                        <a:t>e.</a:t>
                      </a:r>
                      <a:r>
                        <a:rPr lang="zh-CN" altLang="en-US" sz="1800" dirty="0"/>
                        <a:t>判定</a:t>
                      </a:r>
                      <a:r>
                        <a:rPr lang="en-US" altLang="zh-CN" sz="1800" dirty="0"/>
                        <a:t>:</a:t>
                      </a:r>
                      <a:r>
                        <a:rPr lang="zh-CN" altLang="en-US" sz="1800" dirty="0"/>
                        <a:t>试验后取出样品</a:t>
                      </a:r>
                      <a:r>
                        <a:rPr lang="en-US" altLang="zh-CN" sz="1800" dirty="0"/>
                        <a:t>,</a:t>
                      </a:r>
                      <a:r>
                        <a:rPr lang="zh-CN" altLang="en-US" sz="1800" dirty="0"/>
                        <a:t>用纯水冲洗</a:t>
                      </a:r>
                      <a:r>
                        <a:rPr lang="en-US" altLang="zh-CN" sz="1800" dirty="0"/>
                        <a:t>2</a:t>
                      </a:r>
                      <a:r>
                        <a:rPr lang="zh-CN" altLang="en-US" sz="1800" dirty="0"/>
                        <a:t>次</a:t>
                      </a:r>
                      <a:r>
                        <a:rPr lang="en-US" altLang="zh-CN" sz="1800" dirty="0"/>
                        <a:t>,</a:t>
                      </a:r>
                      <a:r>
                        <a:rPr lang="zh-CN" altLang="en-US" sz="1800" dirty="0"/>
                        <a:t>每次至少</a:t>
                      </a:r>
                      <a:r>
                        <a:rPr lang="en-US" altLang="zh-CN" sz="1800" dirty="0"/>
                        <a:t>10</a:t>
                      </a:r>
                      <a:r>
                        <a:rPr lang="zh-CN" altLang="en-US" sz="1800" dirty="0"/>
                        <a:t>秒，然后用吹风机微风吹干；检查表面有无剥落、气泡、锈迹等</a:t>
                      </a:r>
                      <a:r>
                        <a:rPr lang="en-US" altLang="zh-CN" sz="1800" dirty="0"/>
                        <a:t>(</a:t>
                      </a:r>
                      <a:r>
                        <a:rPr lang="zh-CN" altLang="en-US" sz="1800" dirty="0"/>
                        <a:t>图</a:t>
                      </a:r>
                      <a:r>
                        <a:rPr lang="en-US" altLang="zh-CN" sz="1800" dirty="0"/>
                        <a:t>5)</a:t>
                      </a:r>
                      <a:r>
                        <a:rPr lang="zh-CN" altLang="en-US" sz="1800" dirty="0"/>
                        <a:t>。</a:t>
                      </a:r>
                    </a:p>
                    <a:p>
                      <a:pPr marL="0" indent="0" algn="l">
                        <a:buSzPct val="100000"/>
                        <a:buNone/>
                        <a:defRPr sz="1800">
                          <a:latin typeface="Arial" panose="020B0604020202020204"/>
                          <a:ea typeface="Arial" panose="020B0604020202020204"/>
                          <a:cs typeface="Arial" panose="020B0604020202020204"/>
                          <a:sym typeface="Arial" panose="020B0604020202020204"/>
                        </a:defRPr>
                      </a:pPr>
                      <a:r>
                        <a:rPr lang="en-US" altLang="zh-CN" sz="1800" dirty="0" err="1"/>
                        <a:t>a.Check</a:t>
                      </a:r>
                      <a:r>
                        <a:rPr lang="en-US" altLang="zh-CN" sz="1800" dirty="0"/>
                        <a:t> of equipment (PIC 1) and solution preparation: 5% NaCl+95% deionized water (DI water), Measuring PH value with PH pen, PH 6.5-7.2 is OK; Put salt solution into the </a:t>
                      </a:r>
                      <a:r>
                        <a:rPr lang="en-US" altLang="zh-CN" sz="1800" dirty="0" err="1"/>
                        <a:t>NaCl</a:t>
                      </a:r>
                      <a:r>
                        <a:rPr lang="en-US" altLang="zh-CN" sz="1800" dirty="0"/>
                        <a:t> solution barrel. Put DI water into the saturated air barrel;.</a:t>
                      </a:r>
                    </a:p>
                    <a:p>
                      <a:pPr marL="0" indent="0" algn="l">
                        <a:buSzPct val="100000"/>
                        <a:buNone/>
                        <a:defRPr sz="1800">
                          <a:latin typeface="Arial" panose="020B0604020202020204"/>
                          <a:ea typeface="Arial" panose="020B0604020202020204"/>
                          <a:cs typeface="Arial" panose="020B0604020202020204"/>
                          <a:sym typeface="Arial" panose="020B0604020202020204"/>
                        </a:defRPr>
                      </a:pPr>
                      <a:r>
                        <a:rPr lang="en-US" altLang="zh-CN" sz="1800" dirty="0" err="1"/>
                        <a:t>b.Test</a:t>
                      </a:r>
                      <a:r>
                        <a:rPr lang="en-US" altLang="zh-CN" sz="1800" dirty="0"/>
                        <a:t> </a:t>
                      </a:r>
                      <a:r>
                        <a:rPr lang="en-US" altLang="zh-CN" sz="1800" dirty="0" err="1"/>
                        <a:t>Condition:Set</a:t>
                      </a:r>
                      <a:r>
                        <a:rPr lang="en-US" altLang="zh-CN" sz="1800" dirty="0"/>
                        <a:t> up test chamber 35°C and saturated air barrel at 47°C,Pressure 0.1MPa (PIC 2).</a:t>
                      </a:r>
                    </a:p>
                    <a:p>
                      <a:pPr marL="0" indent="0" algn="l">
                        <a:buSzPct val="100000"/>
                        <a:buNone/>
                        <a:defRPr sz="1800">
                          <a:latin typeface="Arial" panose="020B0604020202020204"/>
                          <a:ea typeface="Arial" panose="020B0604020202020204"/>
                          <a:cs typeface="Arial" panose="020B0604020202020204"/>
                          <a:sym typeface="Arial" panose="020B0604020202020204"/>
                        </a:defRPr>
                      </a:pPr>
                      <a:r>
                        <a:rPr lang="en-US" altLang="zh-CN" sz="1800" dirty="0" err="1"/>
                        <a:t>c.Make</a:t>
                      </a:r>
                      <a:r>
                        <a:rPr lang="en-US" altLang="zh-CN" sz="1800" dirty="0"/>
                        <a:t> sure the surface of samples no abnormalities, such as scratch, bubble and rust </a:t>
                      </a:r>
                      <a:r>
                        <a:rPr lang="en-US" altLang="zh-CN" sz="1800" dirty="0" err="1"/>
                        <a:t>etc</a:t>
                      </a:r>
                      <a:r>
                        <a:rPr lang="zh-CN" altLang="en-US" sz="1800" dirty="0"/>
                        <a:t>，</a:t>
                      </a:r>
                      <a:r>
                        <a:rPr lang="en-US" altLang="zh-CN" sz="1800" dirty="0"/>
                        <a:t>Put product 32 pieces/Batch , firstly each product is placed vertically (PIC 3) on the  plate-Fixture 1 ( material rubber magnet, Vacuum Packaging of Plastic Bags and paper) and keep 20mm space between each part (PIC 4)</a:t>
                      </a:r>
                    </a:p>
                    <a:p>
                      <a:pPr marL="0" indent="0" algn="l">
                        <a:buSzPct val="100000"/>
                        <a:buNone/>
                        <a:defRPr sz="1800">
                          <a:latin typeface="Arial" panose="020B0604020202020204"/>
                          <a:ea typeface="Arial" panose="020B0604020202020204"/>
                          <a:cs typeface="Arial" panose="020B0604020202020204"/>
                          <a:sym typeface="Arial" panose="020B0604020202020204"/>
                        </a:defRPr>
                      </a:pPr>
                      <a:r>
                        <a:rPr lang="en-US" altLang="zh-CN" sz="1800" dirty="0" err="1"/>
                        <a:t>d.Then</a:t>
                      </a:r>
                      <a:r>
                        <a:rPr lang="en-US" altLang="zh-CN" sz="1800" dirty="0"/>
                        <a:t> lean backplane loaded(PIC4) with samples on the tripod-Fixture 2The angle between the backplane and the vertical direction is 15°-30° from ASTM B117-03.</a:t>
                      </a:r>
                    </a:p>
                    <a:p>
                      <a:pPr marL="0" marR="0" indent="0" algn="l" defTabSz="819150" rtl="0" eaLnBrk="1" fontAlgn="auto" latinLnBrk="0" hangingPunct="1">
                        <a:lnSpc>
                          <a:spcPct val="100000"/>
                        </a:lnSpc>
                        <a:spcBef>
                          <a:spcPts val="0"/>
                        </a:spcBef>
                        <a:spcAft>
                          <a:spcPts val="0"/>
                        </a:spcAft>
                        <a:buClrTx/>
                        <a:buSzPct val="100000"/>
                        <a:buFontTx/>
                        <a:buNone/>
                        <a:defRPr sz="1800">
                          <a:latin typeface="Arial" panose="020B0604020202020204"/>
                          <a:ea typeface="Arial" panose="020B0604020202020204"/>
                          <a:cs typeface="Arial" panose="020B0604020202020204"/>
                          <a:sym typeface="Arial" panose="020B0604020202020204"/>
                        </a:defRPr>
                      </a:pPr>
                      <a:r>
                        <a:rPr lang="en-US" altLang="zh-CN" sz="1800" b="0" i="0" u="none" strike="noStrike" cap="none" spc="0" baseline="0" dirty="0" err="1">
                          <a:solidFill>
                            <a:srgbClr val="000000"/>
                          </a:solidFill>
                          <a:uFillTx/>
                          <a:latin typeface="Arial" panose="020B0604020202020204"/>
                          <a:ea typeface="Arial" panose="020B0604020202020204"/>
                          <a:cs typeface="Arial" panose="020B0604020202020204"/>
                          <a:sym typeface="Helvetica Neue Light" panose="02000503000000020004"/>
                        </a:rPr>
                        <a:t>e.Judgement</a:t>
                      </a:r>
                      <a:r>
                        <a:rPr lang="en-US" altLang="zh-CN" sz="1800" b="0" i="0" u="none" strike="noStrike" cap="none" spc="0" baseline="0" dirty="0">
                          <a:solidFill>
                            <a:srgbClr val="000000"/>
                          </a:solidFill>
                          <a:uFillTx/>
                          <a:latin typeface="Arial" panose="020B0604020202020204"/>
                          <a:ea typeface="Arial" panose="020B0604020202020204"/>
                          <a:cs typeface="Arial" panose="020B0604020202020204"/>
                          <a:sym typeface="Helvetica Neue Light" panose="02000503000000020004"/>
                        </a:rPr>
                        <a:t>: Take the samples out after salt spray </a:t>
                      </a:r>
                      <a:r>
                        <a:rPr lang="en-US" altLang="zh-CN" sz="1800" b="0" i="0" u="none" strike="noStrike" cap="none" spc="0" baseline="0" dirty="0" err="1">
                          <a:solidFill>
                            <a:srgbClr val="000000"/>
                          </a:solidFill>
                          <a:uFillTx/>
                          <a:latin typeface="Arial" panose="020B0604020202020204"/>
                          <a:ea typeface="Arial" panose="020B0604020202020204"/>
                          <a:cs typeface="Arial" panose="020B0604020202020204"/>
                          <a:sym typeface="Helvetica Neue Light" panose="02000503000000020004"/>
                        </a:rPr>
                        <a:t>test,Rinse</a:t>
                      </a:r>
                      <a:r>
                        <a:rPr lang="en-US" altLang="zh-CN" sz="1800" b="0" i="0" u="none" strike="noStrike" cap="none" spc="0" baseline="0" dirty="0">
                          <a:solidFill>
                            <a:srgbClr val="000000"/>
                          </a:solidFill>
                          <a:uFillTx/>
                          <a:latin typeface="Arial" panose="020B0604020202020204"/>
                          <a:ea typeface="Arial" panose="020B0604020202020204"/>
                          <a:cs typeface="Arial" panose="020B0604020202020204"/>
                          <a:sym typeface="Helvetica Neue Light" panose="02000503000000020004"/>
                        </a:rPr>
                        <a:t> 2 times with pure water for at least 10 seconds each time and then dry with a light breeze from a hair </a:t>
                      </a:r>
                      <a:r>
                        <a:rPr lang="en-US" altLang="zh-CN" sz="1800" b="0" i="0" u="none" strike="noStrike" cap="none" spc="0" baseline="0" dirty="0" err="1">
                          <a:solidFill>
                            <a:srgbClr val="000000"/>
                          </a:solidFill>
                          <a:uFillTx/>
                          <a:latin typeface="Arial" panose="020B0604020202020204"/>
                          <a:ea typeface="Arial" panose="020B0604020202020204"/>
                          <a:cs typeface="Arial" panose="020B0604020202020204"/>
                          <a:sym typeface="Helvetica Neue Light" panose="02000503000000020004"/>
                        </a:rPr>
                        <a:t>dryer;Check</a:t>
                      </a:r>
                      <a:r>
                        <a:rPr lang="en-US" altLang="zh-CN" sz="1800" b="0" i="0" u="none" strike="noStrike" cap="none" spc="0" baseline="0" dirty="0">
                          <a:solidFill>
                            <a:srgbClr val="000000"/>
                          </a:solidFill>
                          <a:uFillTx/>
                          <a:latin typeface="Arial" panose="020B0604020202020204"/>
                          <a:ea typeface="Arial" panose="020B0604020202020204"/>
                          <a:cs typeface="Arial" panose="020B0604020202020204"/>
                          <a:sym typeface="Helvetica Neue Light" panose="02000503000000020004"/>
                        </a:rPr>
                        <a:t> whether there are peeling, bubbles, rust and etc. on the surface (PIC 5).</a:t>
                      </a:r>
                      <a:endParaRPr lang="en-US" altLang="zh-CN" sz="1800" b="0" i="0" u="none" strike="noStrike" cap="none" spc="0" baseline="0" dirty="0">
                        <a:solidFill>
                          <a:srgbClr val="000000"/>
                        </a:solidFill>
                        <a:uFillTx/>
                        <a:latin typeface="Arial" panose="020B0604020202020204"/>
                        <a:ea typeface="Arial" panose="020B0604020202020204"/>
                        <a:cs typeface="Arial" panose="020B0604020202020204"/>
                        <a:sym typeface="Helvetica Neue" panose="02000503000000020004"/>
                      </a:endParaRPr>
                    </a:p>
                    <a:p>
                      <a:pPr marL="0" marR="0" lvl="0" indent="0" algn="l" defTabSz="409575" rtl="0" eaLnBrk="1" fontAlgn="base" latinLnBrk="0" hangingPunct="1">
                        <a:lnSpc>
                          <a:spcPct val="100000"/>
                        </a:lnSpc>
                        <a:spcBef>
                          <a:spcPts val="0"/>
                        </a:spcBef>
                        <a:spcAft>
                          <a:spcPts val="0"/>
                        </a:spcAft>
                        <a:buClrTx/>
                        <a:buSzTx/>
                        <a:buFontTx/>
                        <a:buNone/>
                        <a:defRPr sz="2600">
                          <a:sym typeface="Helvetica Neue Medium" panose="02000503000000020004"/>
                        </a:defRPr>
                      </a:pPr>
                      <a:endParaRPr lang="en-US" altLang="zh-CN" sz="2400" b="0" i="0" u="none" strike="noStrike" cap="none" spc="0" baseline="0" dirty="0">
                        <a:ln>
                          <a:noFill/>
                        </a:ln>
                        <a:solidFill>
                          <a:schemeClr val="tx1"/>
                        </a:solidFill>
                        <a:uFillTx/>
                        <a:latin typeface="Arial" panose="020B0604020202020204" pitchFamily="34" charset="0"/>
                        <a:ea typeface="Helvetica"/>
                        <a:cs typeface="Arial" panose="020B0604020202020204" pitchFamily="34" charset="0"/>
                        <a:sym typeface="ヒラギノ明朝 ProN W3" panose="02020300000000000000" pitchFamily="4" charset="-128"/>
                      </a:endParaRPr>
                    </a:p>
                    <a:p>
                      <a:pPr marL="0" marR="0" lvl="0" indent="0" algn="l" defTabSz="409575" rtl="0" eaLnBrk="1" fontAlgn="base" latinLnBrk="0" hangingPunct="1">
                        <a:lnSpc>
                          <a:spcPct val="100000"/>
                        </a:lnSpc>
                        <a:spcBef>
                          <a:spcPts val="0"/>
                        </a:spcBef>
                        <a:spcAft>
                          <a:spcPts val="0"/>
                        </a:spcAft>
                        <a:buClrTx/>
                        <a:buSzTx/>
                        <a:buFontTx/>
                        <a:buNone/>
                        <a:defRPr sz="2600">
                          <a:sym typeface="Helvetica Neue Medium" panose="02000503000000020004"/>
                        </a:defRPr>
                      </a:pPr>
                      <a:endParaRPr lang="en-US" altLang="zh-CN" sz="2400" b="0" i="0" u="none" strike="noStrike" cap="none" spc="0" baseline="0" dirty="0">
                        <a:ln>
                          <a:noFill/>
                        </a:ln>
                        <a:solidFill>
                          <a:schemeClr val="tx1"/>
                        </a:solidFill>
                        <a:uFillTx/>
                        <a:latin typeface="Arial" panose="020B0604020202020204" pitchFamily="34" charset="0"/>
                        <a:ea typeface="Helvetica"/>
                        <a:cs typeface="Arial" panose="020B0604020202020204" pitchFamily="34" charset="0"/>
                        <a:sym typeface="Helvetica Neue Light" panose="02000503000000020004"/>
                      </a:endParaRPr>
                    </a:p>
                    <a:p>
                      <a:pPr marL="0" marR="0" lvl="0" indent="0" algn="l" defTabSz="409575" rtl="0" eaLnBrk="1" fontAlgn="base" latinLnBrk="0" hangingPunct="1">
                        <a:lnSpc>
                          <a:spcPct val="100000"/>
                        </a:lnSpc>
                        <a:spcBef>
                          <a:spcPts val="0"/>
                        </a:spcBef>
                        <a:spcAft>
                          <a:spcPts val="0"/>
                        </a:spcAft>
                        <a:buClrTx/>
                        <a:buSzTx/>
                        <a:buFontTx/>
                        <a:buNone/>
                        <a:defRPr sz="2600">
                          <a:sym typeface="Helvetica Neue Medium" panose="02000503000000020004"/>
                        </a:defRPr>
                      </a:pPr>
                      <a:endParaRPr lang="en-US" altLang="zh-CN" sz="2400" b="0" i="0" u="none" strike="noStrike" cap="none" spc="0" baseline="0" dirty="0">
                        <a:ln>
                          <a:noFill/>
                        </a:ln>
                        <a:solidFill>
                          <a:schemeClr val="tx1"/>
                        </a:solidFill>
                        <a:uFillTx/>
                        <a:latin typeface="Arial" panose="020B0604020202020204" pitchFamily="34" charset="0"/>
                        <a:ea typeface="Helvetica"/>
                        <a:cs typeface="Arial" panose="020B0604020202020204" pitchFamily="34" charset="0"/>
                        <a:sym typeface="ヒラギノ明朝 ProN W3" panose="02020300000000000000" pitchFamily="4" charset="-128"/>
                      </a:endParaRPr>
                    </a:p>
                    <a:p>
                      <a:pPr marL="0" marR="0" lvl="0" indent="0" algn="l" defTabSz="409575" rtl="0" eaLnBrk="1" fontAlgn="base" latinLnBrk="0" hangingPunct="1">
                        <a:lnSpc>
                          <a:spcPts val="1600"/>
                        </a:lnSpc>
                        <a:spcBef>
                          <a:spcPct val="0"/>
                        </a:spcBef>
                        <a:spcAft>
                          <a:spcPct val="0"/>
                        </a:spcAft>
                        <a:buClrTx/>
                        <a:buSzPct val="75000"/>
                        <a:buFont typeface="Helvetica Neue Light" panose="02000503000000020004"/>
                        <a:buNone/>
                      </a:pPr>
                      <a:endParaRPr kumimoji="0" lang="en-US" altLang="zh-CN" sz="2400" b="0" i="0" u="none" strike="noStrike" cap="none" normalizeH="0" baseline="0" dirty="0">
                        <a:ln>
                          <a:noFill/>
                        </a:ln>
                        <a:solidFill>
                          <a:schemeClr val="tx1"/>
                        </a:solidFill>
                        <a:effectLst/>
                        <a:latin typeface="Arial" panose="020B0604020202020204" pitchFamily="34" charset="0"/>
                        <a:ea typeface="等线" panose="02010600030101010101" pitchFamily="2" charset="-122"/>
                        <a:cs typeface="Arial" panose="020B0604020202020204" pitchFamily="34" charset="0"/>
                        <a:sym typeface="ヒラギノ明朝 ProN W3" panose="02020300000000000000" pitchFamily="4" charset="-128"/>
                      </a:endParaRPr>
                    </a:p>
                    <a:p>
                      <a:pPr algn="l" defTabSz="409575">
                        <a:defRPr sz="2600">
                          <a:sym typeface="Helvetica Neue Medium" panose="02000503000000020004"/>
                        </a:defRPr>
                      </a:pPr>
                      <a:endParaRPr lang="en-US" dirty="0">
                        <a:latin typeface="Arial" panose="020B0604020202020204" pitchFamily="34" charset="0"/>
                        <a:cs typeface="Arial" panose="020B0604020202020204" pitchFamily="34" charset="0"/>
                      </a:endParaRPr>
                    </a:p>
                    <a:p>
                      <a:pPr marL="0" marR="0" indent="0" algn="l" defTabSz="409575" rtl="0" eaLnBrk="1" fontAlgn="auto" latinLnBrk="0" hangingPunct="1">
                        <a:lnSpc>
                          <a:spcPct val="100000"/>
                        </a:lnSpc>
                        <a:spcBef>
                          <a:spcPts val="0"/>
                        </a:spcBef>
                        <a:spcAft>
                          <a:spcPts val="0"/>
                        </a:spcAft>
                        <a:buClrTx/>
                        <a:buSzTx/>
                        <a:buFontTx/>
                        <a:buNone/>
                        <a:defRPr sz="2600">
                          <a:sym typeface="Helvetica Neue Medium" panose="02000503000000020004"/>
                        </a:defRPr>
                      </a:pPr>
                      <a:r>
                        <a:rPr lang="en-US" altLang="zh-CN" sz="2400" b="0" i="0" u="none" strike="noStrike" cap="none" spc="0" baseline="0" dirty="0">
                          <a:ln>
                            <a:noFill/>
                          </a:ln>
                          <a:solidFill>
                            <a:schemeClr val="tx1"/>
                          </a:solidFill>
                          <a:uFillTx/>
                          <a:latin typeface="Arial" panose="020B0604020202020204" pitchFamily="34" charset="0"/>
                          <a:ea typeface="Helvetica"/>
                          <a:cs typeface="Arial" panose="020B0604020202020204" pitchFamily="34" charset="0"/>
                          <a:sym typeface="Helvetica Neue Thin" panose="02000503000000020004"/>
                        </a:rPr>
                        <a:t>    </a:t>
                      </a:r>
                    </a:p>
                    <a:p>
                      <a:pPr marL="0" marR="0" indent="0" algn="l" defTabSz="409575" rtl="0" latinLnBrk="0">
                        <a:lnSpc>
                          <a:spcPct val="100000"/>
                        </a:lnSpc>
                        <a:spcBef>
                          <a:spcPts val="0"/>
                        </a:spcBef>
                        <a:spcAft>
                          <a:spcPts val="0"/>
                        </a:spcAft>
                        <a:buClrTx/>
                        <a:buSzTx/>
                        <a:buFontTx/>
                        <a:buNone/>
                        <a:defRPr sz="2600">
                          <a:sym typeface="Helvetica Neue Medium" panose="02000503000000020004"/>
                        </a:defRPr>
                      </a:pPr>
                      <a:endParaRPr lang="en-US" altLang="zh-CN" sz="2400" b="1" dirty="0">
                        <a:latin typeface="Arial" panose="020B0604020202020204" pitchFamily="34" charset="0"/>
                        <a:ea typeface="Helvetica"/>
                        <a:cs typeface="Arial" panose="020B0604020202020204" pitchFamily="34" charset="0"/>
                        <a:sym typeface="Helvetica"/>
                      </a:endParaRPr>
                    </a:p>
                    <a:p>
                      <a:pPr algn="l" defTabSz="409575">
                        <a:defRPr sz="2600">
                          <a:sym typeface="Helvetica Neue Medium" panose="02000503000000020004"/>
                        </a:defRPr>
                      </a:pPr>
                      <a:endParaRPr lang="en-US" altLang="zh-CN" dirty="0">
                        <a:latin typeface="Arial" panose="020B0604020202020204" pitchFamily="34" charset="0"/>
                        <a:ea typeface="Helvetica"/>
                        <a:cs typeface="Arial" panose="020B0604020202020204" pitchFamily="34" charset="0"/>
                        <a:sym typeface="Helvetica"/>
                      </a:endParaRPr>
                    </a:p>
                    <a:p>
                      <a:pPr algn="l" defTabSz="409575">
                        <a:defRPr sz="2600">
                          <a:sym typeface="Helvetica Neue Medium" panose="02000503000000020004"/>
                        </a:defRPr>
                      </a:pPr>
                      <a:endParaRPr lang="en-US" altLang="zh-CN" dirty="0">
                        <a:latin typeface="Arial" panose="020B0604020202020204" pitchFamily="34" charset="0"/>
                        <a:ea typeface="Helvetica"/>
                        <a:cs typeface="Arial" panose="020B0604020202020204" pitchFamily="34" charset="0"/>
                        <a:sym typeface="Helvetica"/>
                      </a:endParaRPr>
                    </a:p>
                    <a:p>
                      <a:pPr algn="l" defTabSz="409575">
                        <a:defRPr sz="2600">
                          <a:sym typeface="Helvetica Neue Medium" panose="02000503000000020004"/>
                        </a:defRPr>
                      </a:pPr>
                      <a:endParaRPr sz="2600" b="0" i="0" u="none" strike="noStrike" cap="none" spc="0" baseline="0" dirty="0">
                        <a:ln>
                          <a:noFill/>
                        </a:ln>
                        <a:solidFill>
                          <a:schemeClr val="tx1"/>
                        </a:solidFill>
                        <a:uFillTx/>
                        <a:latin typeface="Arial" panose="020B0604020202020204" pitchFamily="34" charset="0"/>
                        <a:ea typeface="Helvetica"/>
                        <a:cs typeface="Arial" panose="020B0604020202020204" pitchFamily="34" charset="0"/>
                        <a:sym typeface="Helvetica"/>
                      </a:endParaRPr>
                    </a:p>
                    <a:p>
                      <a:pPr marL="0" marR="0" indent="0" algn="l" defTabSz="914400" rtl="0" latinLnBrk="0">
                        <a:lnSpc>
                          <a:spcPts val="1400"/>
                        </a:lnSpc>
                        <a:spcBef>
                          <a:spcPts val="0"/>
                        </a:spcBef>
                        <a:spcAft>
                          <a:spcPts val="0"/>
                        </a:spcAft>
                        <a:buClrTx/>
                        <a:buSzTx/>
                        <a:buFontTx/>
                        <a:buNone/>
                        <a:defRPr sz="2600">
                          <a:latin typeface="Helvetica Neue Medium" panose="02000503000000020004"/>
                          <a:ea typeface="Helvetica Neue Medium" panose="02000503000000020004"/>
                          <a:cs typeface="Helvetica Neue Medium" panose="02000503000000020004"/>
                          <a:sym typeface="Helvetica Neue Medium" panose="02000503000000020004"/>
                        </a:defRPr>
                      </a:pPr>
                      <a:endParaRPr lang="en-US" altLang="zh-CN" sz="2600" b="0" i="0" u="none" strike="noStrike" cap="none" spc="0" baseline="0" dirty="0">
                        <a:ln>
                          <a:noFill/>
                        </a:ln>
                        <a:solidFill>
                          <a:schemeClr val="tx1"/>
                        </a:solidFill>
                        <a:uFillTx/>
                        <a:latin typeface="Helvetica Neue Medium" panose="02000503000000020004"/>
                        <a:ea typeface="Helvetica Neue Medium" panose="02000503000000020004"/>
                        <a:cs typeface="Helvetica Neue Medium" panose="02000503000000020004"/>
                        <a:sym typeface="Helvetica Neue Thin" panose="02000503000000020004"/>
                      </a:endParaRPr>
                    </a:p>
                    <a:p>
                      <a:pPr marL="0" marR="0" indent="0" algn="l" defTabSz="457200" rtl="0" eaLnBrk="1" fontAlgn="auto" latinLnBrk="0" hangingPunct="1">
                        <a:lnSpc>
                          <a:spcPts val="4100"/>
                        </a:lnSpc>
                        <a:spcBef>
                          <a:spcPts val="0"/>
                        </a:spcBef>
                        <a:spcAft>
                          <a:spcPts val="0"/>
                        </a:spcAft>
                        <a:buClrTx/>
                        <a:buSzTx/>
                        <a:buFontTx/>
                        <a:buNone/>
                        <a:defRPr>
                          <a:solidFill>
                            <a:srgbClr val="49433E"/>
                          </a:solidFill>
                          <a:latin typeface="Helvetica"/>
                          <a:ea typeface="Helvetica"/>
                          <a:cs typeface="Helvetica"/>
                          <a:sym typeface="Helvetica"/>
                        </a:defRPr>
                      </a:pPr>
                      <a:endParaRPr lang="en-US" altLang="zh-CN" sz="2600" b="0" i="0" u="none" strike="noStrike" cap="none" spc="0" baseline="0" dirty="0">
                        <a:ln>
                          <a:noFill/>
                        </a:ln>
                        <a:solidFill>
                          <a:srgbClr val="000000"/>
                        </a:solidFill>
                        <a:uFillTx/>
                        <a:latin typeface="Arial" panose="020B0604020202020204" pitchFamily="34" charset="0"/>
                        <a:ea typeface="Helvetica Neue Light" panose="02000503000000020004"/>
                        <a:cs typeface="Arial" panose="020B0604020202020204" pitchFamily="34" charset="0"/>
                        <a:sym typeface="Helvetica"/>
                      </a:endParaRPr>
                    </a:p>
                  </a:txBody>
                  <a:tcPr marL="12700" marR="12700" marT="12700" marB="12700" horzOverflow="overflow">
                    <a:lnL w="6350">
                      <a:solidFill>
                        <a:srgbClr val="000000"/>
                      </a:solidFill>
                    </a:lnL>
                    <a:lnR w="6350">
                      <a:solidFill>
                        <a:srgbClr val="000000"/>
                      </a:solidFill>
                    </a:lnR>
                    <a:lnT w="6350">
                      <a:solidFill>
                        <a:srgbClr val="000000"/>
                      </a:solidFill>
                    </a:lnT>
                    <a:lnB w="6350">
                      <a:solidFill>
                        <a:srgbClr val="000000"/>
                      </a:solidFill>
                    </a:lnB>
                  </a:tcPr>
                </a:tc>
                <a:tc>
                  <a:txBody>
                    <a:bodyPr/>
                    <a:lstStyle/>
                    <a:p>
                      <a:pPr algn="l" defTabSz="409575">
                        <a:defRPr sz="1800"/>
                      </a:pPr>
                      <a:r>
                        <a:rPr sz="2600" b="0" i="0" u="none" strike="noStrike" cap="none" spc="0" baseline="0" dirty="0">
                          <a:ln>
                            <a:noFill/>
                          </a:ln>
                          <a:solidFill>
                            <a:schemeClr val="tx1"/>
                          </a:solidFill>
                          <a:uFillTx/>
                          <a:latin typeface="Arial" panose="020B0604020202020204" pitchFamily="34" charset="0"/>
                          <a:ea typeface="+mn-ea"/>
                          <a:cs typeface="Arial" panose="020B0604020202020204" pitchFamily="34" charset="0"/>
                          <a:sym typeface="Helvetica Neue Thin" panose="02000503000000020004"/>
                        </a:rPr>
                        <a:t>1 . Measurement Method ：</a:t>
                      </a:r>
                      <a:r>
                        <a:rPr lang="en-US" altLang="zh-CN" sz="2600" b="0" i="0" u="none" strike="noStrike" cap="none" spc="0" baseline="0" dirty="0">
                          <a:ln>
                            <a:noFill/>
                          </a:ln>
                          <a:solidFill>
                            <a:schemeClr val="tx1"/>
                          </a:solidFill>
                          <a:uFillTx/>
                          <a:latin typeface="Arial" panose="020B0604020202020204" pitchFamily="34" charset="0"/>
                          <a:ea typeface="+mn-ea"/>
                          <a:cs typeface="Arial" panose="020B0604020202020204" pitchFamily="34" charset="0"/>
                          <a:sym typeface="Helvetica"/>
                        </a:rPr>
                        <a:t>SST Test</a:t>
                      </a:r>
                      <a:r>
                        <a:rPr lang="en-US" altLang="zh-CN" sz="2800" b="0" i="0" dirty="0">
                          <a:latin typeface="Arial" panose="020B0604020202020204" pitchFamily="34" charset="0"/>
                          <a:cs typeface="Arial" panose="020B0604020202020204" pitchFamily="34" charset="0"/>
                          <a:sym typeface="Helvetica"/>
                        </a:rPr>
                        <a:t>er</a:t>
                      </a:r>
                    </a:p>
                    <a:p>
                      <a:pPr algn="l" defTabSz="409575">
                        <a:defRPr sz="2600">
                          <a:sym typeface="Helvetica Neue Medium" panose="02000503000000020004"/>
                        </a:defRPr>
                      </a:pPr>
                      <a:r>
                        <a:rPr dirty="0">
                          <a:latin typeface="Arial" panose="020B0604020202020204" pitchFamily="34" charset="0"/>
                          <a:cs typeface="Arial" panose="020B0604020202020204" pitchFamily="34" charset="0"/>
                        </a:rPr>
                        <a:t>2.  Fixture :  No</a:t>
                      </a:r>
                    </a:p>
                    <a:p>
                      <a:pPr algn="l" defTabSz="409575">
                        <a:defRPr sz="2600">
                          <a:sym typeface="Helvetica Neue Medium" panose="02000503000000020004"/>
                        </a:defRPr>
                      </a:pPr>
                      <a:r>
                        <a:rPr dirty="0">
                          <a:latin typeface="Arial" panose="020B0604020202020204" pitchFamily="34" charset="0"/>
                          <a:cs typeface="Arial" panose="020B0604020202020204" pitchFamily="34" charset="0"/>
                        </a:rPr>
                        <a:t>3.  Measurement status ：Free</a:t>
                      </a:r>
                    </a:p>
                    <a:p>
                      <a:pPr algn="l" defTabSz="409575">
                        <a:defRPr sz="2600">
                          <a:sym typeface="Helvetica Neue Medium" panose="02000503000000020004"/>
                        </a:defRPr>
                      </a:pPr>
                      <a:r>
                        <a:rPr dirty="0">
                          <a:latin typeface="Arial" panose="020B0604020202020204" pitchFamily="34" charset="0"/>
                          <a:cs typeface="Arial" panose="020B0604020202020204" pitchFamily="34" charset="0"/>
                        </a:rPr>
                        <a:t>4.  Measurement procedure ：Same as the FAI</a:t>
                      </a:r>
                    </a:p>
                  </a:txBody>
                  <a:tcPr marL="12700" marR="12700" marT="12700" marB="12700" horzOverflow="overflow">
                    <a:lnL w="6350">
                      <a:solidFill>
                        <a:srgbClr val="000000"/>
                      </a:solidFill>
                    </a:lnL>
                    <a:lnR w="6350">
                      <a:solidFill>
                        <a:srgbClr val="000000"/>
                      </a:solidFill>
                    </a:lnR>
                    <a:lnT w="6350">
                      <a:solidFill>
                        <a:srgbClr val="000000"/>
                      </a:solidFill>
                    </a:lnT>
                    <a:lnB w="6350">
                      <a:solidFill>
                        <a:srgbClr val="000000"/>
                      </a:solidFill>
                    </a:lnB>
                  </a:tcPr>
                </a:tc>
                <a:extLst>
                  <a:ext uri="{0D108BD9-81ED-4DB2-BD59-A6C34878D82A}">
                    <a16:rowId xmlns:a16="http://schemas.microsoft.com/office/drawing/2014/main" val="10002"/>
                  </a:ext>
                </a:extLst>
              </a:tr>
            </a:tbl>
          </a:graphicData>
        </a:graphic>
      </p:graphicFrame>
      <p:sp>
        <p:nvSpPr>
          <p:cNvPr id="2" name="灯片编号占位符 1"/>
          <p:cNvSpPr>
            <a:spLocks noGrp="1"/>
          </p:cNvSpPr>
          <p:nvPr>
            <p:ph type="sldNum" sz="quarter" idx="2"/>
          </p:nvPr>
        </p:nvSpPr>
        <p:spPr>
          <a:xfrm>
            <a:off x="12804387" y="13238332"/>
            <a:ext cx="466265" cy="477668"/>
          </a:xfrm>
        </p:spPr>
        <p:txBody>
          <a:bodyPr/>
          <a:lstStyle/>
          <a:p>
            <a:fld id="{86CB4B4D-7CA3-9044-876B-883B54F8677D}" type="slidenum">
              <a:rPr lang="en-US" altLang="zh-CN" smtClean="0"/>
              <a:t>32</a:t>
            </a:fld>
            <a:endParaRPr lang="en-US" altLang="zh-CN" dirty="0"/>
          </a:p>
        </p:txBody>
      </p:sp>
      <p:pic>
        <p:nvPicPr>
          <p:cNvPr id="18" name="图像" descr="图像"/>
          <p:cNvPicPr>
            <a:picLocks noChangeAspect="1"/>
          </p:cNvPicPr>
          <p:nvPr/>
        </p:nvPicPr>
        <p:blipFill>
          <a:blip r:embed="rId3" cstate="email"/>
          <a:srcRect/>
          <a:stretch>
            <a:fillRect/>
          </a:stretch>
        </p:blipFill>
        <p:spPr>
          <a:xfrm>
            <a:off x="1092927" y="10285316"/>
            <a:ext cx="3653223" cy="2474677"/>
          </a:xfrm>
          <a:prstGeom prst="rect">
            <a:avLst/>
          </a:prstGeom>
          <a:ln w="12700">
            <a:miter lim="400000"/>
            <a:headEnd/>
            <a:tailEnd/>
          </a:ln>
        </p:spPr>
      </p:pic>
      <p:sp>
        <p:nvSpPr>
          <p:cNvPr id="19" name="Product ： Not Magnetized…"/>
          <p:cNvSpPr txBox="1"/>
          <p:nvPr/>
        </p:nvSpPr>
        <p:spPr>
          <a:xfrm>
            <a:off x="7965944" y="12423820"/>
            <a:ext cx="2757165" cy="584775"/>
          </a:xfrm>
          <a:prstGeom prst="rect">
            <a:avLst/>
          </a:prstGeom>
          <a:ln w="12700">
            <a:miter lim="400000"/>
          </a:ln>
        </p:spPr>
        <p:txBody>
          <a:bodyPr wrap="none" lIns="76200" tIns="76200" rIns="76200" bIns="76200">
            <a:spAutoFit/>
          </a:bodyPr>
          <a:lstStyle/>
          <a:p>
            <a:pPr algn="l" defTabSz="819150">
              <a:defRPr sz="1000"/>
            </a:pPr>
            <a:r>
              <a:rPr sz="1400" dirty="0">
                <a:latin typeface="Helvetica Neue Light" panose="02000503000000020004"/>
                <a:ea typeface="Helvetica Neue Light" panose="02000503000000020004"/>
                <a:cs typeface="Helvetica Neue Light" panose="02000503000000020004"/>
                <a:sym typeface="Helvetica Neue Light" panose="02000503000000020004"/>
              </a:rPr>
              <a:t>Product ： Not Magnetized</a:t>
            </a:r>
          </a:p>
          <a:p>
            <a:pPr algn="l" defTabSz="819150">
              <a:defRPr sz="1000"/>
            </a:pPr>
            <a:r>
              <a:rPr sz="1400" dirty="0">
                <a:latin typeface="Helvetica Neue Light" panose="02000503000000020004"/>
                <a:ea typeface="Helvetica Neue Light" panose="02000503000000020004"/>
                <a:cs typeface="Helvetica Neue Light" panose="02000503000000020004"/>
                <a:sym typeface="Helvetica Neue Light" panose="02000503000000020004"/>
              </a:rPr>
              <a:t>PIC 3 ： Placed vertically   </a:t>
            </a:r>
          </a:p>
        </p:txBody>
      </p:sp>
      <p:pic>
        <p:nvPicPr>
          <p:cNvPr id="20" name="图像" descr="图像"/>
          <p:cNvPicPr>
            <a:picLocks noChangeAspect="1"/>
          </p:cNvPicPr>
          <p:nvPr/>
        </p:nvPicPr>
        <p:blipFill>
          <a:blip r:embed="rId4" cstate="email"/>
          <a:stretch>
            <a:fillRect/>
          </a:stretch>
        </p:blipFill>
        <p:spPr>
          <a:xfrm>
            <a:off x="4900218" y="10354066"/>
            <a:ext cx="2554764" cy="2063277"/>
          </a:xfrm>
          <a:prstGeom prst="rect">
            <a:avLst/>
          </a:prstGeom>
          <a:ln w="12700">
            <a:miter lim="400000"/>
            <a:headEnd/>
            <a:tailEnd/>
          </a:ln>
        </p:spPr>
      </p:pic>
      <p:sp>
        <p:nvSpPr>
          <p:cNvPr id="21" name="PIC 2  Test condition"/>
          <p:cNvSpPr txBox="1"/>
          <p:nvPr/>
        </p:nvSpPr>
        <p:spPr>
          <a:xfrm>
            <a:off x="5074629" y="12575327"/>
            <a:ext cx="2039020" cy="369332"/>
          </a:xfrm>
          <a:prstGeom prst="rect">
            <a:avLst/>
          </a:prstGeom>
          <a:ln w="12700">
            <a:miter lim="400000"/>
          </a:ln>
        </p:spPr>
        <p:txBody>
          <a:bodyPr wrap="none" lIns="76200" tIns="76200" rIns="76200" bIns="76200" anchor="ctr">
            <a:spAutoFit/>
          </a:bodyPr>
          <a:lstStyle>
            <a:lvl1pPr algn="l" defTabSz="819150">
              <a:defRPr sz="1000"/>
            </a:lvl1pPr>
          </a:lstStyle>
          <a:p>
            <a:r>
              <a:rPr sz="1400" dirty="0"/>
              <a:t>PIC 2  Test condition</a:t>
            </a:r>
          </a:p>
        </p:txBody>
      </p:sp>
      <p:sp>
        <p:nvSpPr>
          <p:cNvPr id="22" name="右大括号 20"/>
          <p:cNvSpPr/>
          <p:nvPr/>
        </p:nvSpPr>
        <p:spPr>
          <a:xfrm rot="10800000">
            <a:off x="14058256" y="10472359"/>
            <a:ext cx="242269" cy="1830372"/>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cubicBezTo>
                  <a:pt x="5965" y="0"/>
                  <a:pt x="10800" y="94"/>
                  <a:pt x="10800" y="210"/>
                </a:cubicBezTo>
                <a:lnTo>
                  <a:pt x="10800" y="10590"/>
                </a:lnTo>
                <a:cubicBezTo>
                  <a:pt x="10800" y="10706"/>
                  <a:pt x="15635" y="10800"/>
                  <a:pt x="21600" y="10800"/>
                </a:cubicBezTo>
                <a:cubicBezTo>
                  <a:pt x="15635" y="10800"/>
                  <a:pt x="10800" y="10894"/>
                  <a:pt x="10800" y="11010"/>
                </a:cubicBezTo>
                <a:lnTo>
                  <a:pt x="10800" y="21390"/>
                </a:lnTo>
                <a:cubicBezTo>
                  <a:pt x="10800" y="21506"/>
                  <a:pt x="5965" y="21600"/>
                  <a:pt x="0" y="21600"/>
                </a:cubicBezTo>
              </a:path>
            </a:pathLst>
          </a:custGeom>
          <a:ln w="34925">
            <a:solidFill>
              <a:schemeClr val="accent1"/>
            </a:solidFill>
          </a:ln>
        </p:spPr>
        <p:txBody>
          <a:bodyPr lIns="45718" tIns="45718" rIns="45718" bIns="45718"/>
          <a:lstStyle/>
          <a:p>
            <a:pPr algn="l" defTabSz="914400">
              <a:defRPr sz="1800"/>
            </a:pPr>
            <a:endParaRPr/>
          </a:p>
        </p:txBody>
      </p:sp>
      <p:sp>
        <p:nvSpPr>
          <p:cNvPr id="23" name="圆角矩形"/>
          <p:cNvSpPr/>
          <p:nvPr/>
        </p:nvSpPr>
        <p:spPr>
          <a:xfrm>
            <a:off x="14360836" y="12035400"/>
            <a:ext cx="2591849" cy="485622"/>
          </a:xfrm>
          <a:prstGeom prst="roundRect">
            <a:avLst>
              <a:gd name="adj" fmla="val 20207"/>
            </a:avLst>
          </a:prstGeom>
          <a:solidFill>
            <a:srgbClr val="FFFFFF"/>
          </a:solidFill>
          <a:ln w="31750">
            <a:solidFill>
              <a:srgbClr val="FF0000"/>
            </a:solidFill>
            <a:miter lim="400000"/>
          </a:ln>
        </p:spPr>
        <p:txBody>
          <a:bodyPr lIns="45718" tIns="45718" rIns="45718" bIns="45718" anchor="ctr"/>
          <a:lstStyle/>
          <a:p>
            <a:pPr>
              <a:defRPr sz="3600"/>
            </a:pPr>
            <a:endParaRPr/>
          </a:p>
        </p:txBody>
      </p:sp>
      <p:sp>
        <p:nvSpPr>
          <p:cNvPr id="24" name="Product ： Not Magnetized…"/>
          <p:cNvSpPr txBox="1"/>
          <p:nvPr/>
        </p:nvSpPr>
        <p:spPr>
          <a:xfrm>
            <a:off x="14816786" y="12575327"/>
            <a:ext cx="1679948" cy="369332"/>
          </a:xfrm>
          <a:prstGeom prst="rect">
            <a:avLst/>
          </a:prstGeom>
          <a:solidFill>
            <a:srgbClr val="FFFFFF"/>
          </a:solidFill>
          <a:ln w="12700">
            <a:miter lim="400000"/>
          </a:ln>
        </p:spPr>
        <p:txBody>
          <a:bodyPr wrap="none" lIns="76200" tIns="76200" rIns="76200" bIns="76200">
            <a:spAutoFit/>
          </a:bodyPr>
          <a:lstStyle/>
          <a:p>
            <a:pPr>
              <a:defRPr sz="1000">
                <a:latin typeface="Arial" panose="020B0604020202020204"/>
                <a:ea typeface="Arial" panose="020B0604020202020204"/>
                <a:cs typeface="Arial" panose="020B0604020202020204"/>
                <a:sym typeface="Arial" panose="020B0604020202020204"/>
              </a:defRPr>
            </a:pPr>
            <a:r>
              <a:rPr sz="1400" dirty="0">
                <a:latin typeface="Helvetica Neue Light" panose="02000503000000020004"/>
                <a:ea typeface="Helvetica Neue Light" panose="02000503000000020004"/>
                <a:cs typeface="Helvetica Neue Light" panose="02000503000000020004"/>
              </a:rPr>
              <a:t>PIC </a:t>
            </a:r>
            <a:r>
              <a:rPr lang="en-US" sz="1400" dirty="0">
                <a:latin typeface="Helvetica Neue Light" panose="02000503000000020004"/>
                <a:ea typeface="Helvetica Neue Light" panose="02000503000000020004"/>
                <a:cs typeface="Helvetica Neue Light" panose="02000503000000020004"/>
              </a:rPr>
              <a:t>5</a:t>
            </a:r>
            <a:r>
              <a:rPr sz="1400" dirty="0">
                <a:latin typeface="Helvetica Neue Light" panose="02000503000000020004"/>
                <a:ea typeface="Helvetica Neue Light" panose="02000503000000020004"/>
                <a:cs typeface="Helvetica Neue Light" panose="02000503000000020004"/>
              </a:rPr>
              <a:t>： </a:t>
            </a:r>
            <a:r>
              <a:rPr sz="1400" dirty="0" err="1">
                <a:latin typeface="Helvetica Neue Light" panose="02000503000000020004"/>
                <a:ea typeface="Helvetica Neue Light" panose="02000503000000020004"/>
                <a:cs typeface="Helvetica Neue Light" panose="02000503000000020004"/>
              </a:rPr>
              <a:t>Judgement</a:t>
            </a:r>
            <a:endParaRPr sz="1400" dirty="0">
              <a:latin typeface="Helvetica Neue Light" panose="02000503000000020004"/>
              <a:ea typeface="Helvetica Neue Light" panose="02000503000000020004"/>
              <a:cs typeface="Helvetica Neue Light" panose="02000503000000020004"/>
            </a:endParaRPr>
          </a:p>
        </p:txBody>
      </p:sp>
      <p:sp>
        <p:nvSpPr>
          <p:cNvPr id="25" name="线条"/>
          <p:cNvSpPr/>
          <p:nvPr/>
        </p:nvSpPr>
        <p:spPr>
          <a:xfrm>
            <a:off x="13547441" y="11403263"/>
            <a:ext cx="466267" cy="2"/>
          </a:xfrm>
          <a:prstGeom prst="line">
            <a:avLst/>
          </a:prstGeom>
          <a:ln w="38100">
            <a:solidFill>
              <a:srgbClr val="0365C0"/>
            </a:solidFill>
            <a:miter lim="400000"/>
            <a:tailEnd type="triangle"/>
          </a:ln>
        </p:spPr>
        <p:txBody>
          <a:bodyPr lIns="45718" tIns="45718" rIns="45718" bIns="45718"/>
          <a:lstStyle/>
          <a:p>
            <a:endParaRPr/>
          </a:p>
        </p:txBody>
      </p:sp>
      <p:sp>
        <p:nvSpPr>
          <p:cNvPr id="26" name="PIC3  without shrink within 3 seconds, Judgement-OK"/>
          <p:cNvSpPr txBox="1"/>
          <p:nvPr/>
        </p:nvSpPr>
        <p:spPr>
          <a:xfrm>
            <a:off x="14372916" y="10305102"/>
            <a:ext cx="2579770" cy="318036"/>
          </a:xfrm>
          <a:prstGeom prst="rect">
            <a:avLst/>
          </a:prstGeom>
          <a:solidFill>
            <a:srgbClr val="FFFFFF"/>
          </a:solidFill>
          <a:ln w="12700">
            <a:miter lim="400000"/>
          </a:ln>
        </p:spPr>
        <p:txBody>
          <a:bodyPr wrap="square" lIns="50800" tIns="50800" rIns="50800" bIns="50800" anchor="ctr">
            <a:spAutoFit/>
          </a:bodyPr>
          <a:lstStyle/>
          <a:p>
            <a:pPr>
              <a:defRPr sz="1000">
                <a:latin typeface="Arial" panose="020B0604020202020204"/>
                <a:ea typeface="Arial" panose="020B0604020202020204"/>
                <a:cs typeface="Arial" panose="020B0604020202020204"/>
                <a:sym typeface="Arial" panose="020B0604020202020204"/>
              </a:defRPr>
            </a:pPr>
            <a:r>
              <a:rPr sz="1400" dirty="0" err="1">
                <a:latin typeface="Helvetica Neue" panose="02000503000000020004"/>
                <a:ea typeface="Helvetica Neue" panose="02000503000000020004"/>
                <a:cs typeface="Helvetica Neue" panose="02000503000000020004"/>
                <a:sym typeface="Helvetica Neue" panose="02000503000000020004"/>
              </a:rPr>
              <a:t>表面无断裂，剥落，气泡等</a:t>
            </a:r>
            <a:r>
              <a:rPr sz="1400" dirty="0" err="1">
                <a:solidFill>
                  <a:srgbClr val="00B050"/>
                </a:solidFill>
              </a:rPr>
              <a:t>OK</a:t>
            </a:r>
            <a:endParaRPr sz="1400" dirty="0">
              <a:solidFill>
                <a:srgbClr val="00B050"/>
              </a:solidFill>
            </a:endParaRPr>
          </a:p>
        </p:txBody>
      </p:sp>
      <p:sp>
        <p:nvSpPr>
          <p:cNvPr id="28" name="线条"/>
          <p:cNvSpPr/>
          <p:nvPr/>
        </p:nvSpPr>
        <p:spPr>
          <a:xfrm>
            <a:off x="7499678" y="11522655"/>
            <a:ext cx="466266" cy="1"/>
          </a:xfrm>
          <a:prstGeom prst="line">
            <a:avLst/>
          </a:prstGeom>
          <a:ln w="38100">
            <a:solidFill>
              <a:srgbClr val="0365C0"/>
            </a:solidFill>
            <a:miter lim="400000"/>
            <a:tailEnd type="triangle"/>
          </a:ln>
        </p:spPr>
        <p:txBody>
          <a:bodyPr lIns="0" tIns="0" rIns="0" bIns="0"/>
          <a:lstStyle/>
          <a:p>
            <a:pPr defTabSz="825500">
              <a:defRPr sz="3600">
                <a:latin typeface="Helvetica Neue Light" panose="02000503000000020004"/>
                <a:ea typeface="Helvetica Neue Light" panose="02000503000000020004"/>
                <a:cs typeface="Helvetica Neue Light" panose="02000503000000020004"/>
                <a:sym typeface="Helvetica Neue Light" panose="02000503000000020004"/>
              </a:defRPr>
            </a:pPr>
            <a:endParaRPr/>
          </a:p>
        </p:txBody>
      </p:sp>
      <p:sp>
        <p:nvSpPr>
          <p:cNvPr id="29" name="线条"/>
          <p:cNvSpPr/>
          <p:nvPr/>
        </p:nvSpPr>
        <p:spPr>
          <a:xfrm>
            <a:off x="10057219" y="11522655"/>
            <a:ext cx="466266" cy="1"/>
          </a:xfrm>
          <a:prstGeom prst="line">
            <a:avLst/>
          </a:prstGeom>
          <a:ln w="38100">
            <a:solidFill>
              <a:srgbClr val="0365C0"/>
            </a:solidFill>
            <a:miter lim="400000"/>
            <a:tailEnd type="triangle"/>
          </a:ln>
        </p:spPr>
        <p:txBody>
          <a:bodyPr lIns="0" tIns="0" rIns="0" bIns="0"/>
          <a:lstStyle/>
          <a:p>
            <a:pPr defTabSz="825500">
              <a:defRPr sz="3600">
                <a:latin typeface="Helvetica Neue Light" panose="02000503000000020004"/>
                <a:ea typeface="Helvetica Neue Light" panose="02000503000000020004"/>
                <a:cs typeface="Helvetica Neue Light" panose="02000503000000020004"/>
                <a:sym typeface="Helvetica Neue Light" panose="02000503000000020004"/>
              </a:defRPr>
            </a:pPr>
            <a:endParaRPr/>
          </a:p>
        </p:txBody>
      </p:sp>
      <p:sp>
        <p:nvSpPr>
          <p:cNvPr id="32" name="PIC3  without shrink within 3 seconds, Judgement-OK"/>
          <p:cNvSpPr txBox="1"/>
          <p:nvPr/>
        </p:nvSpPr>
        <p:spPr>
          <a:xfrm>
            <a:off x="14394776" y="12112796"/>
            <a:ext cx="2369224" cy="318036"/>
          </a:xfrm>
          <a:prstGeom prst="rect">
            <a:avLst/>
          </a:prstGeom>
          <a:solidFill>
            <a:srgbClr val="FFFFFF"/>
          </a:solidFill>
          <a:ln w="12700">
            <a:miter lim="400000"/>
          </a:ln>
        </p:spPr>
        <p:txBody>
          <a:bodyPr wrap="square" lIns="50800" tIns="50800" rIns="50800" bIns="50800" anchor="ctr">
            <a:spAutoFit/>
          </a:bodyPr>
          <a:lstStyle/>
          <a:p>
            <a:pPr>
              <a:defRPr sz="1000">
                <a:latin typeface="Arial" panose="020B0604020202020204"/>
                <a:ea typeface="Arial" panose="020B0604020202020204"/>
                <a:cs typeface="Arial" panose="020B0604020202020204"/>
                <a:sym typeface="Arial" panose="020B0604020202020204"/>
              </a:defRPr>
            </a:pPr>
            <a:r>
              <a:rPr sz="1400" dirty="0" err="1">
                <a:latin typeface="Helvetica Neue" panose="02000503000000020004"/>
                <a:ea typeface="Helvetica Neue" panose="02000503000000020004"/>
                <a:cs typeface="Helvetica Neue" panose="02000503000000020004"/>
                <a:sym typeface="Helvetica Neue" panose="02000503000000020004"/>
              </a:rPr>
              <a:t>表面断裂，剥落，气泡等</a:t>
            </a:r>
            <a:r>
              <a:rPr sz="1400" dirty="0" err="1">
                <a:solidFill>
                  <a:srgbClr val="FF0000"/>
                </a:solidFill>
              </a:rPr>
              <a:t>NG</a:t>
            </a:r>
            <a:endParaRPr sz="1400" dirty="0">
              <a:solidFill>
                <a:srgbClr val="FF0000"/>
              </a:solidFill>
            </a:endParaRPr>
          </a:p>
        </p:txBody>
      </p:sp>
      <p:pic>
        <p:nvPicPr>
          <p:cNvPr id="34" name="图片 33"/>
          <p:cNvPicPr>
            <a:picLocks noChangeAspect="1"/>
          </p:cNvPicPr>
          <p:nvPr/>
        </p:nvPicPr>
        <p:blipFill>
          <a:blip r:embed="rId5"/>
          <a:stretch>
            <a:fillRect/>
          </a:stretch>
        </p:blipFill>
        <p:spPr>
          <a:xfrm>
            <a:off x="8535775" y="10607846"/>
            <a:ext cx="1200150" cy="1504950"/>
          </a:xfrm>
          <a:prstGeom prst="rect">
            <a:avLst/>
          </a:prstGeom>
        </p:spPr>
      </p:pic>
      <p:grpSp>
        <p:nvGrpSpPr>
          <p:cNvPr id="36" name="组合 35"/>
          <p:cNvGrpSpPr/>
          <p:nvPr/>
        </p:nvGrpSpPr>
        <p:grpSpPr>
          <a:xfrm>
            <a:off x="10352126" y="11152119"/>
            <a:ext cx="2918526" cy="821119"/>
            <a:chOff x="10352126" y="11152119"/>
            <a:chExt cx="2918526" cy="821119"/>
          </a:xfrm>
        </p:grpSpPr>
        <p:pic>
          <p:nvPicPr>
            <p:cNvPr id="37" name="图片 36"/>
            <p:cNvPicPr>
              <a:picLocks noChangeAspect="1"/>
            </p:cNvPicPr>
            <p:nvPr/>
          </p:nvPicPr>
          <p:blipFill rotWithShape="1">
            <a:blip r:embed="rId6" cstate="email">
              <a:extLst>
                <a:ext uri="{28A0092B-C50C-407E-A947-70E740481C1C}">
                  <a14:useLocalDpi xmlns:a14="http://schemas.microsoft.com/office/drawing/2010/main"/>
                </a:ext>
              </a:extLst>
            </a:blip>
            <a:srcRect/>
            <a:stretch>
              <a:fillRect/>
            </a:stretch>
          </p:blipFill>
          <p:spPr>
            <a:xfrm>
              <a:off x="10352126" y="11152119"/>
              <a:ext cx="2918526" cy="741070"/>
            </a:xfrm>
            <a:prstGeom prst="rect">
              <a:avLst/>
            </a:prstGeom>
          </p:spPr>
        </p:pic>
        <p:cxnSp>
          <p:nvCxnSpPr>
            <p:cNvPr id="38" name="直接箭头连接符 37"/>
            <p:cNvCxnSpPr/>
            <p:nvPr/>
          </p:nvCxnSpPr>
          <p:spPr>
            <a:xfrm>
              <a:off x="10581705" y="11658643"/>
              <a:ext cx="537145" cy="0"/>
            </a:xfrm>
            <a:prstGeom prst="straightConnector1">
              <a:avLst/>
            </a:prstGeom>
            <a:noFill/>
            <a:ln w="25400" cap="flat">
              <a:solidFill>
                <a:schemeClr val="accent1"/>
              </a:solidFill>
              <a:prstDash val="solid"/>
              <a:round/>
              <a:headEnd type="triangle"/>
              <a:tailEnd type="triangle"/>
            </a:ln>
          </p:spPr>
          <p:style>
            <a:lnRef idx="0">
              <a:scrgbClr r="0" g="0" b="0"/>
            </a:lnRef>
            <a:fillRef idx="0">
              <a:scrgbClr r="0" g="0" b="0"/>
            </a:fillRef>
            <a:effectRef idx="0">
              <a:scrgbClr r="0" g="0" b="0"/>
            </a:effectRef>
            <a:fontRef idx="none"/>
          </p:style>
        </p:cxnSp>
        <p:sp>
          <p:nvSpPr>
            <p:cNvPr id="39" name="圆角矩形 38"/>
            <p:cNvSpPr/>
            <p:nvPr/>
          </p:nvSpPr>
          <p:spPr>
            <a:xfrm>
              <a:off x="10479483" y="11575262"/>
              <a:ext cx="717540" cy="397976"/>
            </a:xfrm>
            <a:prstGeom prst="roundRect">
              <a:avLst/>
            </a:prstGeom>
            <a:noFill/>
            <a:ln w="25400" cap="flat">
              <a:noFill/>
              <a:prstDash val="solid"/>
              <a:round/>
            </a:ln>
          </p:spPr>
          <p:style>
            <a:lnRef idx="0">
              <a:scrgbClr r="0" g="0" b="0"/>
            </a:lnRef>
            <a:fillRef idx="0">
              <a:scrgbClr r="0" g="0" b="0"/>
            </a:fillRef>
            <a:effectRef idx="0">
              <a:scrgbClr r="0" g="0" b="0"/>
            </a:effectRef>
            <a:fontRef idx="none"/>
          </p:style>
          <p:txBody>
            <a:bodyPr rot="0" spcFirstLastPara="1" vertOverflow="overflow" horzOverflow="overflow" vert="horz" wrap="square" lIns="71435" tIns="71435" rIns="71435" bIns="71435" numCol="1" spcCol="38100" rtlCol="0" anchor="ctr">
              <a:spAutoFit/>
            </a:bodyPr>
            <a:lstStyle/>
            <a:p>
              <a:pPr marL="0" marR="0" indent="0" algn="ctr" defTabSz="821055" rtl="0" fontAlgn="auto" latinLnBrk="0" hangingPunct="0">
                <a:lnSpc>
                  <a:spcPct val="100000"/>
                </a:lnSpc>
                <a:spcBef>
                  <a:spcPts val="0"/>
                </a:spcBef>
                <a:spcAft>
                  <a:spcPts val="0"/>
                </a:spcAft>
                <a:buClrTx/>
                <a:buSzTx/>
                <a:buFontTx/>
                <a:buNone/>
              </a:pPr>
              <a:r>
                <a:rPr kumimoji="0" lang="en-US" altLang="zh-CN" sz="1400" b="0" i="0" u="none" strike="noStrike" cap="none" spc="0" normalizeH="0" baseline="0" dirty="0">
                  <a:ln>
                    <a:noFill/>
                  </a:ln>
                  <a:solidFill>
                    <a:srgbClr val="3B9DFE"/>
                  </a:solidFill>
                  <a:effectLst/>
                  <a:uFillTx/>
                  <a:latin typeface="Arial" panose="020B0604020202020204" pitchFamily="34" charset="0"/>
                  <a:cs typeface="Arial" panose="020B0604020202020204" pitchFamily="34" charset="0"/>
                  <a:sym typeface="Helvetica Neue" panose="02000503000000020004"/>
                </a:rPr>
                <a:t>20mm</a:t>
              </a:r>
              <a:endParaRPr kumimoji="0" lang="zh-CN" altLang="en-US" sz="1400" b="0" i="0" u="none" strike="noStrike" cap="none" spc="0" normalizeH="0" baseline="0" dirty="0">
                <a:ln>
                  <a:noFill/>
                </a:ln>
                <a:solidFill>
                  <a:srgbClr val="3B9DFE"/>
                </a:solidFill>
                <a:effectLst/>
                <a:uFillTx/>
                <a:latin typeface="Arial" panose="020B0604020202020204" pitchFamily="34" charset="0"/>
                <a:cs typeface="Arial" panose="020B0604020202020204" pitchFamily="34" charset="0"/>
                <a:sym typeface="Helvetica Neue" panose="02000503000000020004"/>
              </a:endParaRPr>
            </a:p>
          </p:txBody>
        </p:sp>
        <p:sp>
          <p:nvSpPr>
            <p:cNvPr id="40" name="圆角矩形 39"/>
            <p:cNvSpPr/>
            <p:nvPr/>
          </p:nvSpPr>
          <p:spPr>
            <a:xfrm>
              <a:off x="12204404" y="11295903"/>
              <a:ext cx="1051514" cy="521831"/>
            </a:xfrm>
            <a:prstGeom prst="roundRect">
              <a:avLst/>
            </a:prstGeom>
            <a:noFill/>
            <a:ln w="25400" cap="flat">
              <a:solidFill>
                <a:srgbClr val="3B9DFE"/>
              </a:solidFill>
              <a:prstDash val="solid"/>
              <a:round/>
            </a:ln>
          </p:spPr>
          <p:style>
            <a:lnRef idx="0">
              <a:scrgbClr r="0" g="0" b="0"/>
            </a:lnRef>
            <a:fillRef idx="0">
              <a:scrgbClr r="0" g="0" b="0"/>
            </a:fillRef>
            <a:effectRef idx="0">
              <a:scrgbClr r="0" g="0" b="0"/>
            </a:effectRef>
            <a:fontRef idx="none"/>
          </p:style>
          <p:txBody>
            <a:bodyPr rot="0" spcFirstLastPara="1" vertOverflow="overflow" horzOverflow="overflow" vert="horz" wrap="square" lIns="71435" tIns="71435" rIns="71435" bIns="71435" numCol="1" spcCol="38100" rtlCol="0" anchor="ctr">
              <a:spAutoFit/>
            </a:bodyPr>
            <a:lstStyle/>
            <a:p>
              <a:pPr marL="0" marR="0" indent="0" algn="ctr" defTabSz="821055" rtl="0" fontAlgn="auto" latinLnBrk="0" hangingPunct="0">
                <a:lnSpc>
                  <a:spcPct val="100000"/>
                </a:lnSpc>
                <a:spcBef>
                  <a:spcPts val="0"/>
                </a:spcBef>
                <a:spcAft>
                  <a:spcPts val="0"/>
                </a:spcAft>
                <a:buClrTx/>
                <a:buSzTx/>
                <a:buFontTx/>
                <a:buNone/>
              </a:pPr>
              <a:r>
                <a:rPr kumimoji="0" lang="zh-CN" altLang="en-US" sz="700" b="0" i="0" u="none" strike="noStrike" cap="none" spc="0" normalizeH="0" baseline="0" dirty="0">
                  <a:ln>
                    <a:noFill/>
                  </a:ln>
                  <a:solidFill>
                    <a:srgbClr val="3B9DFE"/>
                  </a:solidFill>
                  <a:effectLst/>
                  <a:uFillTx/>
                  <a:latin typeface="Helvetica Neue" panose="02000503000000020004"/>
                  <a:ea typeface="Helvetica Neue" panose="02000503000000020004"/>
                  <a:cs typeface="Helvetica Neue" panose="02000503000000020004"/>
                  <a:sym typeface="Helvetica Neue" panose="02000503000000020004"/>
                </a:rPr>
                <a:t>放大图</a:t>
              </a:r>
            </a:p>
          </p:txBody>
        </p:sp>
      </p:grpSp>
      <p:sp>
        <p:nvSpPr>
          <p:cNvPr id="27" name="MTD | X1335 Metrology Details-Magnet 160-02017-05 (Series)">
            <a:extLst>
              <a:ext uri="{FF2B5EF4-FFF2-40B4-BE49-F238E27FC236}">
                <a16:creationId xmlns:a16="http://schemas.microsoft.com/office/drawing/2014/main" id="{97E9F8AC-CB39-1B4D-BC63-0DDCCB87880A}"/>
              </a:ext>
            </a:extLst>
          </p:cNvPr>
          <p:cNvSpPr txBox="1">
            <a:spLocks/>
          </p:cNvSpPr>
          <p:nvPr/>
        </p:nvSpPr>
        <p:spPr>
          <a:xfrm>
            <a:off x="783725" y="902136"/>
            <a:ext cx="14591955" cy="84420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noAutofit/>
          </a:bodyPr>
          <a:lstStyle>
            <a:lvl1pPr marL="0" marR="0" indent="0" algn="ctr" defTabSz="821530" rtl="0" latinLnBrk="0">
              <a:lnSpc>
                <a:spcPct val="100000"/>
              </a:lnSpc>
              <a:spcBef>
                <a:spcPts val="0"/>
              </a:spcBef>
              <a:spcAft>
                <a:spcPts val="0"/>
              </a:spcAft>
              <a:buClrTx/>
              <a:buSzTx/>
              <a:buFontTx/>
              <a:buNone/>
              <a:tabLst/>
              <a:defRPr sz="11200" b="0" i="0" u="none" strike="noStrike" cap="none" spc="0" baseline="0">
                <a:ln>
                  <a:noFill/>
                </a:ln>
                <a:solidFill>
                  <a:srgbClr val="000000"/>
                </a:solidFill>
                <a:uFillTx/>
                <a:latin typeface="+mj-lt"/>
                <a:ea typeface="+mj-ea"/>
                <a:cs typeface="+mj-cs"/>
                <a:sym typeface="Helvetica Neue Medium"/>
              </a:defRPr>
            </a:lvl1pPr>
            <a:lvl2pPr marL="0" marR="0" indent="0" algn="ctr" defTabSz="821530" rtl="0" latinLnBrk="0">
              <a:lnSpc>
                <a:spcPct val="100000"/>
              </a:lnSpc>
              <a:spcBef>
                <a:spcPts val="0"/>
              </a:spcBef>
              <a:spcAft>
                <a:spcPts val="0"/>
              </a:spcAft>
              <a:buClrTx/>
              <a:buSzTx/>
              <a:buFontTx/>
              <a:buNone/>
              <a:tabLst/>
              <a:defRPr sz="11200" b="0" i="0" u="none" strike="noStrike" cap="none" spc="0" baseline="0">
                <a:ln>
                  <a:noFill/>
                </a:ln>
                <a:solidFill>
                  <a:srgbClr val="000000"/>
                </a:solidFill>
                <a:uFillTx/>
                <a:latin typeface="+mj-lt"/>
                <a:ea typeface="+mj-ea"/>
                <a:cs typeface="+mj-cs"/>
                <a:sym typeface="Helvetica Neue Medium"/>
              </a:defRPr>
            </a:lvl2pPr>
            <a:lvl3pPr marL="0" marR="0" indent="0" algn="ctr" defTabSz="821530" rtl="0" latinLnBrk="0">
              <a:lnSpc>
                <a:spcPct val="100000"/>
              </a:lnSpc>
              <a:spcBef>
                <a:spcPts val="0"/>
              </a:spcBef>
              <a:spcAft>
                <a:spcPts val="0"/>
              </a:spcAft>
              <a:buClrTx/>
              <a:buSzTx/>
              <a:buFontTx/>
              <a:buNone/>
              <a:tabLst/>
              <a:defRPr sz="11200" b="0" i="0" u="none" strike="noStrike" cap="none" spc="0" baseline="0">
                <a:ln>
                  <a:noFill/>
                </a:ln>
                <a:solidFill>
                  <a:srgbClr val="000000"/>
                </a:solidFill>
                <a:uFillTx/>
                <a:latin typeface="+mj-lt"/>
                <a:ea typeface="+mj-ea"/>
                <a:cs typeface="+mj-cs"/>
                <a:sym typeface="Helvetica Neue Medium"/>
              </a:defRPr>
            </a:lvl3pPr>
            <a:lvl4pPr marL="0" marR="0" indent="0" algn="ctr" defTabSz="821530" rtl="0" latinLnBrk="0">
              <a:lnSpc>
                <a:spcPct val="100000"/>
              </a:lnSpc>
              <a:spcBef>
                <a:spcPts val="0"/>
              </a:spcBef>
              <a:spcAft>
                <a:spcPts val="0"/>
              </a:spcAft>
              <a:buClrTx/>
              <a:buSzTx/>
              <a:buFontTx/>
              <a:buNone/>
              <a:tabLst/>
              <a:defRPr sz="11200" b="0" i="0" u="none" strike="noStrike" cap="none" spc="0" baseline="0">
                <a:ln>
                  <a:noFill/>
                </a:ln>
                <a:solidFill>
                  <a:srgbClr val="000000"/>
                </a:solidFill>
                <a:uFillTx/>
                <a:latin typeface="+mj-lt"/>
                <a:ea typeface="+mj-ea"/>
                <a:cs typeface="+mj-cs"/>
                <a:sym typeface="Helvetica Neue Medium"/>
              </a:defRPr>
            </a:lvl4pPr>
            <a:lvl5pPr marL="0" marR="0" indent="0" algn="ctr" defTabSz="821530" rtl="0" latinLnBrk="0">
              <a:lnSpc>
                <a:spcPct val="100000"/>
              </a:lnSpc>
              <a:spcBef>
                <a:spcPts val="0"/>
              </a:spcBef>
              <a:spcAft>
                <a:spcPts val="0"/>
              </a:spcAft>
              <a:buClrTx/>
              <a:buSzTx/>
              <a:buFontTx/>
              <a:buNone/>
              <a:tabLst/>
              <a:defRPr sz="11200" b="0" i="0" u="none" strike="noStrike" cap="none" spc="0" baseline="0">
                <a:ln>
                  <a:noFill/>
                </a:ln>
                <a:solidFill>
                  <a:srgbClr val="000000"/>
                </a:solidFill>
                <a:uFillTx/>
                <a:latin typeface="+mj-lt"/>
                <a:ea typeface="+mj-ea"/>
                <a:cs typeface="+mj-cs"/>
                <a:sym typeface="Helvetica Neue Medium"/>
              </a:defRPr>
            </a:lvl5pPr>
            <a:lvl6pPr marL="0" marR="0" indent="0" algn="ctr" defTabSz="821530" rtl="0" latinLnBrk="0">
              <a:lnSpc>
                <a:spcPct val="100000"/>
              </a:lnSpc>
              <a:spcBef>
                <a:spcPts val="0"/>
              </a:spcBef>
              <a:spcAft>
                <a:spcPts val="0"/>
              </a:spcAft>
              <a:buClrTx/>
              <a:buSzTx/>
              <a:buFontTx/>
              <a:buNone/>
              <a:tabLst/>
              <a:defRPr sz="11200" b="0" i="0" u="none" strike="noStrike" cap="none" spc="0" baseline="0">
                <a:ln>
                  <a:noFill/>
                </a:ln>
                <a:solidFill>
                  <a:srgbClr val="000000"/>
                </a:solidFill>
                <a:uFillTx/>
                <a:latin typeface="+mj-lt"/>
                <a:ea typeface="+mj-ea"/>
                <a:cs typeface="+mj-cs"/>
                <a:sym typeface="Helvetica Neue Medium"/>
              </a:defRPr>
            </a:lvl6pPr>
            <a:lvl7pPr marL="0" marR="0" indent="0" algn="ctr" defTabSz="821530" rtl="0" latinLnBrk="0">
              <a:lnSpc>
                <a:spcPct val="100000"/>
              </a:lnSpc>
              <a:spcBef>
                <a:spcPts val="0"/>
              </a:spcBef>
              <a:spcAft>
                <a:spcPts val="0"/>
              </a:spcAft>
              <a:buClrTx/>
              <a:buSzTx/>
              <a:buFontTx/>
              <a:buNone/>
              <a:tabLst/>
              <a:defRPr sz="11200" b="0" i="0" u="none" strike="noStrike" cap="none" spc="0" baseline="0">
                <a:ln>
                  <a:noFill/>
                </a:ln>
                <a:solidFill>
                  <a:srgbClr val="000000"/>
                </a:solidFill>
                <a:uFillTx/>
                <a:latin typeface="+mj-lt"/>
                <a:ea typeface="+mj-ea"/>
                <a:cs typeface="+mj-cs"/>
                <a:sym typeface="Helvetica Neue Medium"/>
              </a:defRPr>
            </a:lvl7pPr>
            <a:lvl8pPr marL="0" marR="0" indent="0" algn="ctr" defTabSz="821530" rtl="0" latinLnBrk="0">
              <a:lnSpc>
                <a:spcPct val="100000"/>
              </a:lnSpc>
              <a:spcBef>
                <a:spcPts val="0"/>
              </a:spcBef>
              <a:spcAft>
                <a:spcPts val="0"/>
              </a:spcAft>
              <a:buClrTx/>
              <a:buSzTx/>
              <a:buFontTx/>
              <a:buNone/>
              <a:tabLst/>
              <a:defRPr sz="11200" b="0" i="0" u="none" strike="noStrike" cap="none" spc="0" baseline="0">
                <a:ln>
                  <a:noFill/>
                </a:ln>
                <a:solidFill>
                  <a:srgbClr val="000000"/>
                </a:solidFill>
                <a:uFillTx/>
                <a:latin typeface="+mj-lt"/>
                <a:ea typeface="+mj-ea"/>
                <a:cs typeface="+mj-cs"/>
                <a:sym typeface="Helvetica Neue Medium"/>
              </a:defRPr>
            </a:lvl8pPr>
            <a:lvl9pPr marL="0" marR="0" indent="0" algn="ctr" defTabSz="821530" rtl="0" latinLnBrk="0">
              <a:lnSpc>
                <a:spcPct val="100000"/>
              </a:lnSpc>
              <a:spcBef>
                <a:spcPts val="0"/>
              </a:spcBef>
              <a:spcAft>
                <a:spcPts val="0"/>
              </a:spcAft>
              <a:buClrTx/>
              <a:buSzTx/>
              <a:buFontTx/>
              <a:buNone/>
              <a:tabLst/>
              <a:defRPr sz="11200" b="0" i="0" u="none" strike="noStrike" cap="none" spc="0" baseline="0">
                <a:ln>
                  <a:noFill/>
                </a:ln>
                <a:solidFill>
                  <a:srgbClr val="000000"/>
                </a:solidFill>
                <a:uFillTx/>
                <a:latin typeface="+mj-lt"/>
                <a:ea typeface="+mj-ea"/>
                <a:cs typeface="+mj-cs"/>
                <a:sym typeface="Helvetica Neue Medium"/>
              </a:defRPr>
            </a:lvl9pPr>
          </a:lstStyle>
          <a:p>
            <a:pPr algn="l" defTabSz="212866" hangingPunct="1">
              <a:defRPr sz="4400">
                <a:solidFill>
                  <a:srgbClr val="024C90"/>
                </a:solidFill>
                <a:latin typeface="Helvetica Neue Light"/>
                <a:ea typeface="Helvetica Neue Light"/>
                <a:cs typeface="Helvetica Neue Light"/>
                <a:sym typeface="Helvetica Neue Light"/>
              </a:defRPr>
            </a:pPr>
            <a:r>
              <a:rPr lang="en" sz="4400" dirty="0">
                <a:solidFill>
                  <a:srgbClr val="024C90"/>
                </a:solidFill>
                <a:latin typeface="Arial" panose="020B0604020202020204" pitchFamily="34" charset="0"/>
                <a:ea typeface="Helvetica Neue Light"/>
                <a:cs typeface="Arial" panose="020B0604020202020204" pitchFamily="34" charset="0"/>
                <a:sym typeface="Helvetica Neue Light"/>
              </a:rPr>
              <a:t>MTD</a:t>
            </a:r>
            <a:r>
              <a:rPr lang="en" sz="4400" dirty="0">
                <a:latin typeface="Arial" panose="020B0604020202020204" pitchFamily="34" charset="0"/>
                <a:ea typeface="Helvetica Neue Light"/>
                <a:cs typeface="Arial" panose="020B0604020202020204" pitchFamily="34" charset="0"/>
                <a:sym typeface="Helvetica Neue Light"/>
              </a:rPr>
              <a:t> | </a:t>
            </a:r>
            <a:r>
              <a:rPr lang="en-US" sz="4400" dirty="0">
                <a:solidFill>
                  <a:schemeClr val="tx1"/>
                </a:solidFill>
                <a:latin typeface="Arial" panose="020B0604020202020204" pitchFamily="34" charset="0"/>
                <a:ea typeface="Helvetica Neue Light"/>
                <a:cs typeface="Arial" panose="020B0604020202020204" pitchFamily="34" charset="0"/>
                <a:sym typeface="Helvetica Neue Light"/>
              </a:rPr>
              <a:t>R240</a:t>
            </a:r>
            <a:r>
              <a:rPr lang="en" sz="4400" dirty="0">
                <a:latin typeface="Arial" panose="020B0604020202020204" pitchFamily="34" charset="0"/>
                <a:ea typeface="Helvetica Neue Light"/>
                <a:cs typeface="Arial" panose="020B0604020202020204" pitchFamily="34" charset="0"/>
                <a:sym typeface="Helvetica Neue Light"/>
              </a:rPr>
              <a:t> </a:t>
            </a:r>
            <a:r>
              <a:rPr lang="en" sz="4400" dirty="0">
                <a:solidFill>
                  <a:schemeClr val="tx1"/>
                </a:solidFill>
                <a:latin typeface="Arial" panose="020B0604020202020204" pitchFamily="34" charset="0"/>
                <a:ea typeface="Helvetica Neue Light"/>
                <a:cs typeface="Arial" panose="020B0604020202020204" pitchFamily="34" charset="0"/>
                <a:sym typeface="Helvetica Neue Light"/>
              </a:rPr>
              <a:t>Metrology Details-Magnet </a:t>
            </a:r>
            <a:r>
              <a:rPr lang="sv-SE" altLang="zh-CN" sz="4400" dirty="0">
                <a:solidFill>
                  <a:schemeClr val="tx1"/>
                </a:solidFill>
                <a:latin typeface="Arial" panose="020B0604020202020204" pitchFamily="34" charset="0"/>
                <a:ea typeface="Helvetica Neue Light"/>
                <a:cs typeface="Arial" panose="020B0604020202020204" pitchFamily="34" charset="0"/>
                <a:sym typeface="Helvetica Neue Light"/>
              </a:rPr>
              <a:t>099-53721-08</a:t>
            </a:r>
          </a:p>
        </p:txBody>
      </p:sp>
    </p:spTree>
    <p:extLst>
      <p:ext uri="{BB962C8B-B14F-4D97-AF65-F5344CB8AC3E}">
        <p14:creationId xmlns:p14="http://schemas.microsoft.com/office/powerpoint/2010/main" val="1080862991"/>
      </p:ext>
    </p:extLst>
  </p:cSld>
  <p:clrMapOvr>
    <a:masterClrMapping/>
  </p:clrMapOvr>
  <p:transition spd="med"/>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0" name="表格"/>
          <p:cNvGraphicFramePr/>
          <p:nvPr>
            <p:extLst>
              <p:ext uri="{D42A27DB-BD31-4B8C-83A1-F6EECF244321}">
                <p14:modId xmlns:p14="http://schemas.microsoft.com/office/powerpoint/2010/main" val="529708117"/>
              </p:ext>
            </p:extLst>
          </p:nvPr>
        </p:nvGraphicFramePr>
        <p:xfrm>
          <a:off x="771524" y="1890149"/>
          <a:ext cx="22807908" cy="11774504"/>
        </p:xfrm>
        <a:graphic>
          <a:graphicData uri="http://schemas.openxmlformats.org/drawingml/2006/table">
            <a:tbl>
              <a:tblPr/>
              <a:tblGrid>
                <a:gridCol w="12238884">
                  <a:extLst>
                    <a:ext uri="{9D8B030D-6E8A-4147-A177-3AD203B41FA5}">
                      <a16:colId xmlns:a16="http://schemas.microsoft.com/office/drawing/2014/main" val="20000"/>
                    </a:ext>
                  </a:extLst>
                </a:gridCol>
                <a:gridCol w="10569024">
                  <a:extLst>
                    <a:ext uri="{9D8B030D-6E8A-4147-A177-3AD203B41FA5}">
                      <a16:colId xmlns:a16="http://schemas.microsoft.com/office/drawing/2014/main" val="20001"/>
                    </a:ext>
                  </a:extLst>
                </a:gridCol>
              </a:tblGrid>
              <a:tr h="648201">
                <a:tc gridSpan="2">
                  <a:txBody>
                    <a:bodyPr/>
                    <a:lstStyle/>
                    <a:p>
                      <a:pPr marL="0" marR="0" lvl="0" indent="0" algn="l" defTabSz="409575" rtl="0" eaLnBrk="1" fontAlgn="auto" latinLnBrk="0" hangingPunct="1">
                        <a:lnSpc>
                          <a:spcPct val="100000"/>
                        </a:lnSpc>
                        <a:spcBef>
                          <a:spcPts val="0"/>
                        </a:spcBef>
                        <a:spcAft>
                          <a:spcPts val="0"/>
                        </a:spcAft>
                        <a:buClrTx/>
                        <a:buSzTx/>
                        <a:buFontTx/>
                        <a:buNone/>
                        <a:tabLst/>
                        <a:defRPr sz="1800"/>
                      </a:pPr>
                      <a:r>
                        <a:rPr lang="en-US" altLang="zh-CN" sz="3000" b="0" i="0" u="none" strike="noStrike" cap="none" spc="0" baseline="0" dirty="0">
                          <a:ln>
                            <a:noFill/>
                          </a:ln>
                          <a:solidFill>
                            <a:schemeClr val="tx1"/>
                          </a:solidFill>
                          <a:uFillTx/>
                          <a:latin typeface="Arial" panose="020B0604020202020204" pitchFamily="34" charset="0"/>
                          <a:ea typeface="+mn-ea"/>
                          <a:cs typeface="Arial" panose="020B0604020202020204" pitchFamily="34" charset="0"/>
                          <a:sym typeface="Helvetica Neue"/>
                        </a:rPr>
                        <a:t>Cross Hatch</a:t>
                      </a:r>
                      <a:r>
                        <a:rPr lang="zh-CN" altLang="en-US" sz="3000" b="0" i="0" u="none" strike="noStrike" cap="none" spc="0" baseline="0" dirty="0">
                          <a:ln>
                            <a:noFill/>
                          </a:ln>
                          <a:solidFill>
                            <a:schemeClr val="tx1"/>
                          </a:solidFill>
                          <a:uFillTx/>
                          <a:latin typeface="Arial" panose="020B0604020202020204" pitchFamily="34" charset="0"/>
                          <a:ea typeface="+mn-ea"/>
                          <a:cs typeface="Arial" panose="020B0604020202020204" pitchFamily="34" charset="0"/>
                          <a:sym typeface="Helvetica Neue"/>
                        </a:rPr>
                        <a:t>：</a:t>
                      </a:r>
                      <a:r>
                        <a:rPr lang="en-US" altLang="zh-CN" sz="3000" b="0" i="0" u="none" strike="noStrike" cap="none" spc="0" baseline="0" dirty="0">
                          <a:ln>
                            <a:noFill/>
                          </a:ln>
                          <a:solidFill>
                            <a:schemeClr val="tx1"/>
                          </a:solidFill>
                          <a:uFillTx/>
                          <a:latin typeface="Arial" panose="020B0604020202020204" pitchFamily="34" charset="0"/>
                          <a:ea typeface="+mn-ea"/>
                          <a:cs typeface="Arial" panose="020B0604020202020204" pitchFamily="34" charset="0"/>
                          <a:sym typeface="Helvetica Neue"/>
                        </a:rPr>
                        <a:t>ASTM 4B</a:t>
                      </a:r>
                    </a:p>
                  </a:txBody>
                  <a:tcPr marL="12700" marR="12700" marT="12700" marB="12700" anchor="ctr" horzOverflow="overflow">
                    <a:lnL w="6350">
                      <a:solidFill>
                        <a:srgbClr val="000000"/>
                      </a:solidFill>
                    </a:lnL>
                    <a:lnR w="6350">
                      <a:solidFill>
                        <a:srgbClr val="000000"/>
                      </a:solidFill>
                    </a:lnR>
                    <a:lnT w="6350">
                      <a:solidFill>
                        <a:srgbClr val="000000"/>
                      </a:solidFill>
                    </a:lnT>
                    <a:lnB w="6350">
                      <a:solidFill>
                        <a:srgbClr val="000000"/>
                      </a:solidFill>
                    </a:lnB>
                    <a:solidFill>
                      <a:srgbClr val="C1E1FE"/>
                    </a:solidFill>
                  </a:tcPr>
                </a:tc>
                <a:tc hMerge="1">
                  <a:txBody>
                    <a:bodyPr/>
                    <a:lstStyle/>
                    <a:p>
                      <a:endParaRPr lang="zh-CN"/>
                    </a:p>
                  </a:txBody>
                  <a:tcPr/>
                </a:tc>
                <a:extLst>
                  <a:ext uri="{0D108BD9-81ED-4DB2-BD59-A6C34878D82A}">
                    <a16:rowId xmlns:a16="http://schemas.microsoft.com/office/drawing/2014/main" val="10000"/>
                  </a:ext>
                </a:extLst>
              </a:tr>
              <a:tr h="638934">
                <a:tc>
                  <a:txBody>
                    <a:bodyPr/>
                    <a:lstStyle/>
                    <a:p>
                      <a:pPr defTabSz="409575">
                        <a:defRPr sz="1800"/>
                      </a:pPr>
                      <a:r>
                        <a:rPr lang="en-US" altLang="zh-CN" sz="3000" b="0" i="0" u="none" strike="noStrike" cap="none" spc="0" baseline="0" dirty="0">
                          <a:ln>
                            <a:noFill/>
                          </a:ln>
                          <a:solidFill>
                            <a:schemeClr val="tx1"/>
                          </a:solidFill>
                          <a:uFillTx/>
                          <a:latin typeface="Arial" panose="020B0604020202020204" pitchFamily="34" charset="0"/>
                          <a:ea typeface="+mn-ea"/>
                          <a:cs typeface="Arial" panose="020B0604020202020204" pitchFamily="34" charset="0"/>
                          <a:sym typeface="Helvetica Neue Medium" panose="02000503000000020004"/>
                        </a:rPr>
                        <a:t>FAI</a:t>
                      </a:r>
                    </a:p>
                  </a:txBody>
                  <a:tcPr marL="12700" marR="12700" marT="12700" marB="12700" anchor="ctr" horzOverflow="overflow">
                    <a:lnL w="6350">
                      <a:solidFill>
                        <a:srgbClr val="000000"/>
                      </a:solidFill>
                    </a:lnL>
                    <a:lnR w="6350">
                      <a:solidFill>
                        <a:srgbClr val="000000"/>
                      </a:solidFill>
                    </a:lnR>
                    <a:lnT w="6350">
                      <a:solidFill>
                        <a:srgbClr val="000000"/>
                      </a:solidFill>
                    </a:lnT>
                    <a:lnB w="6350">
                      <a:solidFill>
                        <a:srgbClr val="000000"/>
                      </a:solidFill>
                    </a:lnB>
                    <a:solidFill>
                      <a:srgbClr val="C1E1FE"/>
                    </a:solidFill>
                  </a:tcPr>
                </a:tc>
                <a:tc>
                  <a:txBody>
                    <a:bodyPr/>
                    <a:lstStyle/>
                    <a:p>
                      <a:pPr defTabSz="409575">
                        <a:defRPr sz="1800"/>
                      </a:pPr>
                      <a:r>
                        <a:rPr sz="3000" dirty="0">
                          <a:latin typeface="Arial" panose="020B0604020202020204" pitchFamily="34" charset="0"/>
                          <a:ea typeface="+mj-ea"/>
                          <a:cs typeface="Arial" panose="020B0604020202020204" pitchFamily="34" charset="0"/>
                          <a:sym typeface="Helvetica Neue Medium" panose="02000503000000020004"/>
                        </a:rPr>
                        <a:t>In-process</a:t>
                      </a:r>
                    </a:p>
                  </a:txBody>
                  <a:tcPr marL="12700" marR="12700" marT="12700" marB="12700" anchor="ctr" horzOverflow="overflow">
                    <a:lnL w="6350">
                      <a:solidFill>
                        <a:srgbClr val="000000"/>
                      </a:solidFill>
                    </a:lnL>
                    <a:lnR w="6350">
                      <a:solidFill>
                        <a:srgbClr val="000000"/>
                      </a:solidFill>
                    </a:lnR>
                    <a:lnT w="6350">
                      <a:solidFill>
                        <a:srgbClr val="000000"/>
                      </a:solidFill>
                    </a:lnT>
                    <a:lnB w="6350">
                      <a:solidFill>
                        <a:srgbClr val="000000"/>
                      </a:solidFill>
                    </a:lnB>
                    <a:solidFill>
                      <a:srgbClr val="C1E1FE"/>
                    </a:solidFill>
                  </a:tcPr>
                </a:tc>
                <a:extLst>
                  <a:ext uri="{0D108BD9-81ED-4DB2-BD59-A6C34878D82A}">
                    <a16:rowId xmlns:a16="http://schemas.microsoft.com/office/drawing/2014/main" val="10001"/>
                  </a:ext>
                </a:extLst>
              </a:tr>
              <a:tr h="10487369">
                <a:tc>
                  <a:txBody>
                    <a:bodyPr/>
                    <a:lstStyle/>
                    <a:p>
                      <a:pPr marL="0" marR="0" indent="0" algn="l" defTabSz="409575" rtl="0" latinLnBrk="0">
                        <a:lnSpc>
                          <a:spcPct val="100000"/>
                        </a:lnSpc>
                        <a:spcBef>
                          <a:spcPts val="0"/>
                        </a:spcBef>
                        <a:spcAft>
                          <a:spcPts val="0"/>
                        </a:spcAft>
                        <a:buClrTx/>
                        <a:buSzTx/>
                        <a:buFontTx/>
                        <a:buNone/>
                        <a:tabLst/>
                        <a:defRPr sz="2600">
                          <a:sym typeface="Helvetica Neue Medium" panose="02000503000000020004"/>
                        </a:defRPr>
                      </a:pPr>
                      <a:r>
                        <a:rPr sz="2600" b="0" i="0" u="none" strike="noStrike" cap="none" spc="0" baseline="0" dirty="0">
                          <a:ln>
                            <a:noFill/>
                          </a:ln>
                          <a:solidFill>
                            <a:schemeClr val="tx1"/>
                          </a:solidFill>
                          <a:uFillTx/>
                          <a:latin typeface="Arial" panose="020B0604020202020204" pitchFamily="34" charset="0"/>
                          <a:ea typeface="+mn-ea"/>
                          <a:cs typeface="Arial" panose="020B0604020202020204" pitchFamily="34" charset="0"/>
                          <a:sym typeface="Helvetica Neue Thin" panose="02000503000000020004"/>
                        </a:rPr>
                        <a:t>1</a:t>
                      </a:r>
                      <a:r>
                        <a:rPr lang="en-US" sz="2600" b="0" i="0" u="none" strike="noStrike" cap="none" spc="0" baseline="0" dirty="0">
                          <a:ln>
                            <a:noFill/>
                          </a:ln>
                          <a:solidFill>
                            <a:schemeClr val="tx1"/>
                          </a:solidFill>
                          <a:uFillTx/>
                          <a:latin typeface="Arial" panose="020B0604020202020204" pitchFamily="34" charset="0"/>
                          <a:ea typeface="+mn-ea"/>
                          <a:cs typeface="Arial" panose="020B0604020202020204" pitchFamily="34" charset="0"/>
                          <a:sym typeface="Helvetica Neue Thin" panose="02000503000000020004"/>
                        </a:rPr>
                        <a:t>.  </a:t>
                      </a:r>
                      <a:r>
                        <a:rPr sz="2600" b="0" i="0" u="none" strike="noStrike" cap="none" spc="0" baseline="0" dirty="0">
                          <a:ln>
                            <a:noFill/>
                          </a:ln>
                          <a:solidFill>
                            <a:schemeClr val="tx1"/>
                          </a:solidFill>
                          <a:uFillTx/>
                          <a:latin typeface="Arial" panose="020B0604020202020204" pitchFamily="34" charset="0"/>
                          <a:ea typeface="+mn-ea"/>
                          <a:cs typeface="Arial" panose="020B0604020202020204" pitchFamily="34" charset="0"/>
                          <a:sym typeface="Helvetica Neue Thin" panose="02000503000000020004"/>
                        </a:rPr>
                        <a:t>Measurement Method ：</a:t>
                      </a:r>
                      <a:r>
                        <a:rPr lang="en-US" altLang="zh-CN" sz="2600" b="0" i="0" u="none" strike="noStrike" cap="none" spc="0" baseline="0" dirty="0">
                          <a:ln>
                            <a:noFill/>
                          </a:ln>
                          <a:solidFill>
                            <a:schemeClr val="tx1"/>
                          </a:solidFill>
                          <a:uFillTx/>
                          <a:latin typeface="Arial" panose="020B0604020202020204" pitchFamily="34" charset="0"/>
                          <a:ea typeface="+mn-ea"/>
                          <a:cs typeface="Arial" panose="020B0604020202020204" pitchFamily="34" charset="0"/>
                          <a:sym typeface="Helvetica Neue"/>
                        </a:rPr>
                        <a:t>Cross Hatch</a:t>
                      </a:r>
                    </a:p>
                    <a:p>
                      <a:pPr marL="0" marR="0" indent="0" algn="l" defTabSz="409575" latinLnBrk="0">
                        <a:lnSpc>
                          <a:spcPct val="100000"/>
                        </a:lnSpc>
                        <a:spcBef>
                          <a:spcPts val="0"/>
                        </a:spcBef>
                        <a:spcAft>
                          <a:spcPts val="0"/>
                        </a:spcAft>
                        <a:buClrTx/>
                        <a:buSzTx/>
                        <a:buFontTx/>
                        <a:buNone/>
                        <a:tabLst/>
                        <a:defRPr sz="2600">
                          <a:sym typeface="Helvetica Neue Medium" panose="02000503000000020004"/>
                        </a:defRPr>
                      </a:pPr>
                      <a:r>
                        <a:rPr sz="2600" b="0" i="0" u="none" strike="noStrike" cap="none" spc="0" baseline="0" dirty="0">
                          <a:ln>
                            <a:noFill/>
                          </a:ln>
                          <a:solidFill>
                            <a:schemeClr val="tx1"/>
                          </a:solidFill>
                          <a:uFillTx/>
                          <a:latin typeface="Arial" panose="020B0604020202020204" pitchFamily="34" charset="0"/>
                          <a:ea typeface="+mn-ea"/>
                          <a:cs typeface="Arial" panose="020B0604020202020204" pitchFamily="34" charset="0"/>
                          <a:sym typeface="Helvetica Neue Thin" panose="02000503000000020004"/>
                        </a:rPr>
                        <a:t>2.  </a:t>
                      </a:r>
                      <a:r>
                        <a:rPr lang="en-US" sz="2600" b="0" i="0" u="none" strike="noStrike" cap="none" spc="0" baseline="0" dirty="0">
                          <a:ln>
                            <a:noFill/>
                          </a:ln>
                          <a:solidFill>
                            <a:schemeClr val="tx1"/>
                          </a:solidFill>
                          <a:uFillTx/>
                          <a:latin typeface="Arial" panose="020B0604020202020204" pitchFamily="34" charset="0"/>
                          <a:ea typeface="+mn-ea"/>
                          <a:cs typeface="Arial" panose="020B0604020202020204" pitchFamily="34" charset="0"/>
                          <a:sym typeface="Helvetica Neue Thin" panose="02000503000000020004"/>
                        </a:rPr>
                        <a:t>Fixture ：</a:t>
                      </a:r>
                      <a:r>
                        <a:rPr lang="en-US" altLang="zh-CN" sz="2600" b="0" i="0" u="none" strike="noStrike" cap="none" spc="0" baseline="0" dirty="0">
                          <a:ln>
                            <a:noFill/>
                          </a:ln>
                          <a:solidFill>
                            <a:schemeClr val="tx1"/>
                          </a:solidFill>
                          <a:uFillTx/>
                          <a:latin typeface="Arial" panose="020B0604020202020204" pitchFamily="34" charset="0"/>
                          <a:ea typeface="+mn-ea"/>
                          <a:cs typeface="Arial" panose="020B0604020202020204" pitchFamily="34" charset="0"/>
                          <a:sym typeface="Helvetica Neue Medium"/>
                        </a:rPr>
                        <a:t>J-R240-2#</a:t>
                      </a:r>
                    </a:p>
                    <a:p>
                      <a:pPr marL="0" marR="0" indent="0" algn="l" defTabSz="409575" rtl="0" eaLnBrk="1" fontAlgn="auto" latinLnBrk="0" hangingPunct="1">
                        <a:lnSpc>
                          <a:spcPct val="100000"/>
                        </a:lnSpc>
                        <a:spcBef>
                          <a:spcPts val="0"/>
                        </a:spcBef>
                        <a:spcAft>
                          <a:spcPts val="0"/>
                        </a:spcAft>
                        <a:buClrTx/>
                        <a:buSzTx/>
                        <a:buFontTx/>
                        <a:buNone/>
                        <a:tabLst/>
                        <a:defRPr sz="2600">
                          <a:sym typeface="Helvetica Neue Medium" panose="02000503000000020004"/>
                        </a:defRPr>
                      </a:pPr>
                      <a:r>
                        <a:rPr sz="2600" b="0" i="0" u="none" strike="noStrike" cap="none" spc="0" baseline="0" dirty="0">
                          <a:ln>
                            <a:noFill/>
                          </a:ln>
                          <a:solidFill>
                            <a:schemeClr val="tx1"/>
                          </a:solidFill>
                          <a:uFillTx/>
                          <a:latin typeface="Arial" panose="020B0604020202020204" pitchFamily="34" charset="0"/>
                          <a:ea typeface="+mn-ea"/>
                          <a:cs typeface="Arial" panose="020B0604020202020204" pitchFamily="34" charset="0"/>
                          <a:sym typeface="Helvetica Neue Thin" panose="02000503000000020004"/>
                        </a:rPr>
                        <a:t>3.  Measurement status ：</a:t>
                      </a:r>
                      <a:r>
                        <a:rPr lang="en-US" altLang="zh-CN" sz="2600" b="0" i="0" u="none" strike="noStrike" cap="none" spc="0" baseline="0" dirty="0">
                          <a:ln>
                            <a:noFill/>
                          </a:ln>
                          <a:solidFill>
                            <a:schemeClr val="tx1"/>
                          </a:solidFill>
                          <a:uFillTx/>
                          <a:latin typeface="Arial" panose="020B0604020202020204" pitchFamily="34" charset="0"/>
                          <a:ea typeface="+mn-ea"/>
                          <a:cs typeface="Arial" panose="020B0604020202020204" pitchFamily="34" charset="0"/>
                          <a:sym typeface="Helvetica Neue Medium" panose="02000503000000020004"/>
                        </a:rPr>
                        <a:t>Constrained</a:t>
                      </a:r>
                    </a:p>
                    <a:p>
                      <a:pPr marL="0" marR="0" lvl="0" indent="0" algn="l" defTabSz="409575" rtl="0" eaLnBrk="1" fontAlgn="auto" latinLnBrk="0" hangingPunct="1">
                        <a:lnSpc>
                          <a:spcPct val="100000"/>
                        </a:lnSpc>
                        <a:spcBef>
                          <a:spcPts val="0"/>
                        </a:spcBef>
                        <a:spcAft>
                          <a:spcPts val="0"/>
                        </a:spcAft>
                        <a:buClrTx/>
                        <a:buSzTx/>
                        <a:buFontTx/>
                        <a:buNone/>
                        <a:tabLst/>
                        <a:defRPr sz="2600">
                          <a:sym typeface="Helvetica Neue Medium" panose="02000503000000020004"/>
                        </a:defRPr>
                      </a:pPr>
                      <a:r>
                        <a:rPr sz="2600" b="0" i="0" u="none" strike="noStrike" cap="none" spc="0" baseline="0" dirty="0">
                          <a:ln>
                            <a:noFill/>
                          </a:ln>
                          <a:solidFill>
                            <a:schemeClr val="tx1"/>
                          </a:solidFill>
                          <a:uFillTx/>
                          <a:latin typeface="Arial" panose="020B0604020202020204" pitchFamily="34" charset="0"/>
                          <a:ea typeface="+mn-ea"/>
                          <a:cs typeface="Arial" panose="020B0604020202020204" pitchFamily="34" charset="0"/>
                          <a:sym typeface="Helvetica Neue Thin" panose="02000503000000020004"/>
                        </a:rPr>
                        <a:t>4.  Measurement procedure</a:t>
                      </a:r>
                      <a:r>
                        <a:rPr lang="en-US" sz="2600" b="0" i="0" u="none" strike="noStrike" cap="none" spc="0" baseline="0" dirty="0">
                          <a:ln>
                            <a:noFill/>
                          </a:ln>
                          <a:solidFill>
                            <a:schemeClr val="tx1"/>
                          </a:solidFill>
                          <a:uFillTx/>
                          <a:latin typeface="Arial" panose="020B0604020202020204" pitchFamily="34" charset="0"/>
                          <a:ea typeface="+mn-ea"/>
                          <a:cs typeface="Arial" panose="020B0604020202020204" pitchFamily="34" charset="0"/>
                          <a:sym typeface="Helvetica Neue Thin" panose="02000503000000020004"/>
                        </a:rPr>
                        <a:t>:</a:t>
                      </a:r>
                      <a:endParaRPr lang="en-US" altLang="zh-CN" sz="2600" b="0" i="0" u="none" strike="noStrike" cap="none" spc="0" baseline="0" dirty="0">
                        <a:ln>
                          <a:noFill/>
                        </a:ln>
                        <a:solidFill>
                          <a:schemeClr val="tx1"/>
                        </a:solidFill>
                        <a:uFillTx/>
                        <a:latin typeface="Arial" panose="020B0604020202020204" pitchFamily="34" charset="0"/>
                        <a:ea typeface="+mn-ea"/>
                        <a:cs typeface="Arial" panose="020B0604020202020204" pitchFamily="34" charset="0"/>
                        <a:sym typeface="Helvetica"/>
                      </a:endParaRPr>
                    </a:p>
                    <a:p>
                      <a:pPr marL="0" marR="0" indent="0" algn="l" defTabSz="821530" latinLnBrk="0">
                        <a:lnSpc>
                          <a:spcPct val="100000"/>
                        </a:lnSpc>
                        <a:spcBef>
                          <a:spcPts val="0"/>
                        </a:spcBef>
                        <a:spcAft>
                          <a:spcPts val="0"/>
                        </a:spcAft>
                        <a:buClrTx/>
                        <a:buSzPct val="100000"/>
                        <a:buFontTx/>
                        <a:buNone/>
                        <a:tabLst/>
                        <a:defRPr sz="1800">
                          <a:latin typeface="Arial" panose="020B0604020202020204"/>
                          <a:ea typeface="Arial" panose="020B0604020202020204"/>
                          <a:cs typeface="Arial" panose="020B0604020202020204"/>
                          <a:sym typeface="Arial" panose="020B0604020202020204"/>
                        </a:defRPr>
                      </a:pPr>
                      <a:r>
                        <a:rPr lang="en-US" altLang="zh-CN" sz="1800" b="0" i="0" u="none" strike="noStrike" cap="none" spc="0" baseline="0" dirty="0">
                          <a:ln>
                            <a:noFill/>
                          </a:ln>
                          <a:solidFill>
                            <a:schemeClr val="tx1"/>
                          </a:solidFill>
                          <a:uFillTx/>
                          <a:latin typeface="Arial" panose="020B0604020202020204"/>
                          <a:ea typeface="Arial" panose="020B0604020202020204"/>
                          <a:cs typeface="Arial" panose="020B0604020202020204"/>
                          <a:sym typeface="Arial"/>
                        </a:rPr>
                        <a:t>1.</a:t>
                      </a:r>
                      <a:r>
                        <a:rPr lang="zh-CN" altLang="en-US" sz="1800" b="0" i="0" u="none" strike="noStrike" cap="none" spc="0" baseline="0" dirty="0">
                          <a:ln>
                            <a:noFill/>
                          </a:ln>
                          <a:solidFill>
                            <a:schemeClr val="tx1"/>
                          </a:solidFill>
                          <a:uFillTx/>
                          <a:latin typeface="Arial" panose="020B0604020202020204"/>
                          <a:ea typeface="Arial" panose="020B0604020202020204"/>
                          <a:cs typeface="Arial" panose="020B0604020202020204"/>
                          <a:sym typeface="Arial"/>
                        </a:rPr>
                        <a:t>治具</a:t>
                      </a:r>
                      <a:r>
                        <a:rPr lang="en-US" altLang="zh-CN" sz="1800" b="0" i="0" u="none" strike="noStrike" cap="none" spc="0" baseline="0" dirty="0">
                          <a:ln>
                            <a:noFill/>
                          </a:ln>
                          <a:solidFill>
                            <a:schemeClr val="tx1"/>
                          </a:solidFill>
                          <a:uFillTx/>
                          <a:latin typeface="Arial" panose="020B0604020202020204"/>
                          <a:ea typeface="Arial" panose="020B0604020202020204"/>
                          <a:cs typeface="Arial" panose="020B0604020202020204"/>
                          <a:sym typeface="Arial"/>
                        </a:rPr>
                        <a:t>/</a:t>
                      </a:r>
                      <a:r>
                        <a:rPr lang="zh-CN" altLang="en-US" sz="1800" b="0" i="0" u="none" strike="noStrike" cap="none" spc="0" baseline="0" dirty="0">
                          <a:ln>
                            <a:noFill/>
                          </a:ln>
                          <a:solidFill>
                            <a:schemeClr val="tx1"/>
                          </a:solidFill>
                          <a:uFillTx/>
                          <a:latin typeface="Arial" panose="020B0604020202020204"/>
                          <a:ea typeface="Arial" panose="020B0604020202020204"/>
                          <a:cs typeface="Arial" panose="020B0604020202020204"/>
                          <a:sym typeface="Arial"/>
                        </a:rPr>
                        <a:t>工具</a:t>
                      </a:r>
                      <a:r>
                        <a:rPr lang="en-US" altLang="zh-CN" sz="1800" b="0" i="0" u="none" strike="noStrike" cap="none" spc="0" baseline="0" dirty="0">
                          <a:ln>
                            <a:noFill/>
                          </a:ln>
                          <a:solidFill>
                            <a:schemeClr val="tx1"/>
                          </a:solidFill>
                          <a:uFillTx/>
                          <a:latin typeface="Arial" panose="020B0604020202020204"/>
                          <a:ea typeface="Arial" panose="020B0604020202020204"/>
                          <a:cs typeface="Arial" panose="020B0604020202020204"/>
                          <a:sym typeface="Arial"/>
                        </a:rPr>
                        <a:t>/</a:t>
                      </a:r>
                      <a:r>
                        <a:rPr lang="zh-CN" altLang="en-US" sz="1800" b="0" i="0" u="none" strike="noStrike" cap="none" spc="0" baseline="0" dirty="0">
                          <a:ln>
                            <a:noFill/>
                          </a:ln>
                          <a:solidFill>
                            <a:schemeClr val="tx1"/>
                          </a:solidFill>
                          <a:uFillTx/>
                          <a:latin typeface="Arial" panose="020B0604020202020204"/>
                          <a:ea typeface="Arial" panose="020B0604020202020204"/>
                          <a:cs typeface="Arial" panose="020B0604020202020204"/>
                          <a:sym typeface="Arial"/>
                        </a:rPr>
                        <a:t>产品准备：划格刀</a:t>
                      </a:r>
                      <a:r>
                        <a:rPr lang="en-US" altLang="zh-CN" sz="1800" b="0" i="0" u="none" strike="noStrike" cap="none" spc="0" baseline="0" dirty="0">
                          <a:ln>
                            <a:noFill/>
                          </a:ln>
                          <a:solidFill>
                            <a:schemeClr val="tx1"/>
                          </a:solidFill>
                          <a:uFillTx/>
                          <a:latin typeface="Arial" panose="020B0604020202020204"/>
                          <a:ea typeface="Arial" panose="020B0604020202020204"/>
                          <a:cs typeface="Arial" panose="020B0604020202020204"/>
                          <a:sym typeface="Arial"/>
                        </a:rPr>
                        <a:t>(</a:t>
                      </a:r>
                      <a:r>
                        <a:rPr lang="zh-CN" altLang="en-US" sz="1800" b="0" i="0" u="none" strike="noStrike" cap="none" spc="0" baseline="0" dirty="0">
                          <a:ln>
                            <a:noFill/>
                          </a:ln>
                          <a:solidFill>
                            <a:schemeClr val="tx1"/>
                          </a:solidFill>
                          <a:uFillTx/>
                          <a:latin typeface="Arial" panose="020B0604020202020204"/>
                          <a:ea typeface="Arial" panose="020B0604020202020204"/>
                          <a:cs typeface="Arial" panose="020B0604020202020204"/>
                          <a:sym typeface="Arial"/>
                        </a:rPr>
                        <a:t>图</a:t>
                      </a:r>
                      <a:r>
                        <a:rPr lang="en-US" altLang="zh-CN" sz="1800" b="0" i="0" u="none" strike="noStrike" cap="none" spc="0" baseline="0" dirty="0">
                          <a:ln>
                            <a:noFill/>
                          </a:ln>
                          <a:solidFill>
                            <a:schemeClr val="tx1"/>
                          </a:solidFill>
                          <a:uFillTx/>
                          <a:latin typeface="Arial" panose="020B0604020202020204"/>
                          <a:ea typeface="Arial" panose="020B0604020202020204"/>
                          <a:cs typeface="Arial" panose="020B0604020202020204"/>
                          <a:sym typeface="Arial"/>
                        </a:rPr>
                        <a:t>1)</a:t>
                      </a:r>
                      <a:r>
                        <a:rPr lang="zh-CN" altLang="en-US" sz="1800" b="0" i="0" u="none" strike="noStrike" cap="none" spc="0" baseline="0" dirty="0">
                          <a:ln>
                            <a:noFill/>
                          </a:ln>
                          <a:solidFill>
                            <a:schemeClr val="tx1"/>
                          </a:solidFill>
                          <a:uFillTx/>
                          <a:latin typeface="Arial" panose="020B0604020202020204"/>
                          <a:ea typeface="Arial" panose="020B0604020202020204"/>
                          <a:cs typeface="Arial" panose="020B0604020202020204"/>
                          <a:sym typeface="Arial"/>
                        </a:rPr>
                        <a:t>、</a:t>
                      </a:r>
                      <a:r>
                        <a:rPr lang="en-US" altLang="zh-CN" sz="1800" b="0" i="0" u="none" strike="noStrike" cap="none" spc="0" baseline="0" dirty="0">
                          <a:ln>
                            <a:noFill/>
                          </a:ln>
                          <a:solidFill>
                            <a:schemeClr val="tx1"/>
                          </a:solidFill>
                          <a:uFillTx/>
                          <a:latin typeface="Arial" panose="020B0604020202020204"/>
                          <a:ea typeface="Arial" panose="020B0604020202020204"/>
                          <a:cs typeface="Arial" panose="020B0604020202020204"/>
                          <a:sym typeface="Arial"/>
                        </a:rPr>
                        <a:t>3M</a:t>
                      </a:r>
                      <a:r>
                        <a:rPr lang="zh-CN" altLang="en-US" sz="1800" b="0" i="0" u="none" strike="noStrike" cap="none" spc="0" baseline="0" dirty="0">
                          <a:ln>
                            <a:noFill/>
                          </a:ln>
                          <a:solidFill>
                            <a:schemeClr val="tx1"/>
                          </a:solidFill>
                          <a:uFillTx/>
                          <a:latin typeface="Arial" panose="020B0604020202020204"/>
                          <a:ea typeface="Arial" panose="020B0604020202020204"/>
                          <a:cs typeface="Arial" panose="020B0604020202020204"/>
                          <a:sym typeface="Arial"/>
                        </a:rPr>
                        <a:t>胶带</a:t>
                      </a:r>
                      <a:r>
                        <a:rPr lang="en-US" altLang="zh-CN" sz="1800" b="0" i="0" u="none" strike="noStrike" cap="none" spc="0" baseline="0" dirty="0">
                          <a:ln>
                            <a:noFill/>
                          </a:ln>
                          <a:solidFill>
                            <a:schemeClr val="tx1"/>
                          </a:solidFill>
                          <a:uFillTx/>
                          <a:latin typeface="Arial" panose="020B0604020202020204"/>
                          <a:ea typeface="Arial" panose="020B0604020202020204"/>
                          <a:cs typeface="Arial" panose="020B0604020202020204"/>
                          <a:sym typeface="Arial"/>
                        </a:rPr>
                        <a:t>(</a:t>
                      </a:r>
                      <a:r>
                        <a:rPr lang="zh-CN" altLang="en-US" sz="1800" b="0" i="0" u="none" strike="noStrike" cap="none" spc="0" baseline="0" dirty="0">
                          <a:ln>
                            <a:noFill/>
                          </a:ln>
                          <a:solidFill>
                            <a:schemeClr val="tx1"/>
                          </a:solidFill>
                          <a:uFillTx/>
                          <a:latin typeface="Arial" panose="020B0604020202020204"/>
                          <a:ea typeface="Arial" panose="020B0604020202020204"/>
                          <a:cs typeface="Arial" panose="020B0604020202020204"/>
                          <a:sym typeface="Arial"/>
                        </a:rPr>
                        <a:t>图</a:t>
                      </a:r>
                      <a:r>
                        <a:rPr lang="en-US" altLang="zh-CN" sz="1800" b="0" i="0" u="none" strike="noStrike" cap="none" spc="0" baseline="0" dirty="0">
                          <a:ln>
                            <a:noFill/>
                          </a:ln>
                          <a:solidFill>
                            <a:schemeClr val="tx1"/>
                          </a:solidFill>
                          <a:uFillTx/>
                          <a:latin typeface="Arial" panose="020B0604020202020204"/>
                          <a:ea typeface="Arial" panose="020B0604020202020204"/>
                          <a:cs typeface="Arial" panose="020B0604020202020204"/>
                          <a:sym typeface="Arial"/>
                        </a:rPr>
                        <a:t>2)</a:t>
                      </a:r>
                      <a:r>
                        <a:rPr lang="zh-CN" altLang="en-US" sz="1800" b="0" i="0" u="none" strike="noStrike" cap="none" spc="0" baseline="0" dirty="0">
                          <a:ln>
                            <a:noFill/>
                          </a:ln>
                          <a:solidFill>
                            <a:schemeClr val="tx1"/>
                          </a:solidFill>
                          <a:uFillTx/>
                          <a:latin typeface="Arial" panose="020B0604020202020204"/>
                          <a:ea typeface="Arial" panose="020B0604020202020204"/>
                          <a:cs typeface="Arial" panose="020B0604020202020204"/>
                          <a:sym typeface="Arial"/>
                        </a:rPr>
                        <a:t>、辅助治具</a:t>
                      </a:r>
                      <a:r>
                        <a:rPr lang="en-US" altLang="zh-CN" sz="1800" b="0" i="0" u="none" strike="noStrike" cap="none" spc="0" baseline="0" dirty="0">
                          <a:ln>
                            <a:noFill/>
                          </a:ln>
                          <a:solidFill>
                            <a:schemeClr val="tx1"/>
                          </a:solidFill>
                          <a:uFillTx/>
                          <a:latin typeface="Arial" panose="020B0604020202020204"/>
                          <a:ea typeface="Arial" panose="020B0604020202020204"/>
                          <a:cs typeface="Arial" panose="020B0604020202020204"/>
                          <a:sym typeface="Arial"/>
                        </a:rPr>
                        <a:t>(</a:t>
                      </a:r>
                      <a:r>
                        <a:rPr lang="zh-CN" altLang="en-US" sz="1800" b="0" i="0" u="none" strike="noStrike" cap="none" spc="0" baseline="0" dirty="0">
                          <a:ln>
                            <a:noFill/>
                          </a:ln>
                          <a:solidFill>
                            <a:schemeClr val="tx1"/>
                          </a:solidFill>
                          <a:uFillTx/>
                          <a:latin typeface="Arial" panose="020B0604020202020204"/>
                          <a:ea typeface="Arial" panose="020B0604020202020204"/>
                          <a:cs typeface="Arial" panose="020B0604020202020204"/>
                          <a:sym typeface="Arial"/>
                        </a:rPr>
                        <a:t>图</a:t>
                      </a:r>
                      <a:r>
                        <a:rPr lang="en-US" altLang="zh-CN" sz="1800" b="0" i="0" u="none" strike="noStrike" cap="none" spc="0" baseline="0" dirty="0">
                          <a:ln>
                            <a:noFill/>
                          </a:ln>
                          <a:solidFill>
                            <a:schemeClr val="tx1"/>
                          </a:solidFill>
                          <a:uFillTx/>
                          <a:latin typeface="Arial" panose="020B0604020202020204"/>
                          <a:ea typeface="Arial" panose="020B0604020202020204"/>
                          <a:cs typeface="Arial" panose="020B0604020202020204"/>
                          <a:sym typeface="Arial"/>
                        </a:rPr>
                        <a:t>3)</a:t>
                      </a:r>
                      <a:r>
                        <a:rPr lang="zh-CN" altLang="en-US" sz="1800" b="0" i="0" u="none" strike="noStrike" cap="none" spc="0" baseline="0" dirty="0">
                          <a:ln>
                            <a:noFill/>
                          </a:ln>
                          <a:solidFill>
                            <a:schemeClr val="tx1"/>
                          </a:solidFill>
                          <a:uFillTx/>
                          <a:latin typeface="Arial" panose="020B0604020202020204"/>
                          <a:ea typeface="Arial" panose="020B0604020202020204"/>
                          <a:cs typeface="Arial" panose="020B0604020202020204"/>
                          <a:sym typeface="Arial"/>
                        </a:rPr>
                        <a:t>、网格板</a:t>
                      </a:r>
                      <a:r>
                        <a:rPr lang="en-US" altLang="zh-CN" sz="1800" b="0" i="0" u="none" strike="noStrike" cap="none" spc="0" baseline="0" dirty="0">
                          <a:ln>
                            <a:noFill/>
                          </a:ln>
                          <a:solidFill>
                            <a:schemeClr val="tx1"/>
                          </a:solidFill>
                          <a:uFillTx/>
                          <a:latin typeface="Arial" panose="020B0604020202020204"/>
                          <a:ea typeface="Arial" panose="020B0604020202020204"/>
                          <a:cs typeface="Arial" panose="020B0604020202020204"/>
                          <a:sym typeface="Arial"/>
                        </a:rPr>
                        <a:t>(</a:t>
                      </a:r>
                      <a:r>
                        <a:rPr lang="zh-CN" altLang="en-US" sz="1800" b="0" i="0" u="none" strike="noStrike" cap="none" spc="0" baseline="0" dirty="0">
                          <a:ln>
                            <a:noFill/>
                          </a:ln>
                          <a:solidFill>
                            <a:schemeClr val="tx1"/>
                          </a:solidFill>
                          <a:uFillTx/>
                          <a:latin typeface="Arial" panose="020B0604020202020204"/>
                          <a:ea typeface="Arial" panose="020B0604020202020204"/>
                          <a:cs typeface="Arial" panose="020B0604020202020204"/>
                          <a:sym typeface="Arial"/>
                        </a:rPr>
                        <a:t>图</a:t>
                      </a:r>
                      <a:r>
                        <a:rPr lang="en-US" altLang="zh-CN" sz="1800" b="0" i="0" u="none" strike="noStrike" cap="none" spc="0" baseline="0" dirty="0">
                          <a:ln>
                            <a:noFill/>
                          </a:ln>
                          <a:solidFill>
                            <a:schemeClr val="tx1"/>
                          </a:solidFill>
                          <a:uFillTx/>
                          <a:latin typeface="Arial" panose="020B0604020202020204"/>
                          <a:ea typeface="Arial" panose="020B0604020202020204"/>
                          <a:cs typeface="Arial" panose="020B0604020202020204"/>
                          <a:sym typeface="Arial"/>
                        </a:rPr>
                        <a:t>4),</a:t>
                      </a:r>
                      <a:r>
                        <a:rPr lang="zh-CN" altLang="en-US" sz="1800" b="0" i="0" u="none" strike="noStrike" cap="none" spc="0" baseline="0" dirty="0">
                          <a:ln>
                            <a:noFill/>
                          </a:ln>
                          <a:solidFill>
                            <a:schemeClr val="tx1"/>
                          </a:solidFill>
                          <a:uFillTx/>
                          <a:latin typeface="Arial" panose="020B0604020202020204"/>
                          <a:ea typeface="Arial" panose="020B0604020202020204"/>
                          <a:cs typeface="Arial" panose="020B0604020202020204"/>
                          <a:sym typeface="Arial"/>
                        </a:rPr>
                        <a:t>检查产品（带漆层）表⾯确保产品表⾯⽆起泡、镀层脱落、裂纹等现象将产品放入辅助治具板内</a:t>
                      </a:r>
                      <a:r>
                        <a:rPr lang="en-US" altLang="zh-CN" sz="1800" b="0" i="0" u="none" strike="noStrike" cap="none" spc="0" baseline="0" dirty="0">
                          <a:ln>
                            <a:noFill/>
                          </a:ln>
                          <a:solidFill>
                            <a:schemeClr val="tx1"/>
                          </a:solidFill>
                          <a:uFillTx/>
                          <a:latin typeface="Arial" panose="020B0604020202020204"/>
                          <a:ea typeface="Arial" panose="020B0604020202020204"/>
                          <a:cs typeface="Arial" panose="020B0604020202020204"/>
                          <a:sym typeface="Arial"/>
                        </a:rPr>
                        <a:t>(</a:t>
                      </a:r>
                      <a:r>
                        <a:rPr lang="zh-CN" altLang="en-US" sz="1800" b="0" i="0" u="none" strike="noStrike" cap="none" spc="0" baseline="0" dirty="0">
                          <a:ln>
                            <a:noFill/>
                          </a:ln>
                          <a:solidFill>
                            <a:schemeClr val="tx1"/>
                          </a:solidFill>
                          <a:uFillTx/>
                          <a:latin typeface="Arial" panose="020B0604020202020204"/>
                          <a:ea typeface="Arial" panose="020B0604020202020204"/>
                          <a:cs typeface="Arial" panose="020B0604020202020204"/>
                          <a:sym typeface="Arial"/>
                        </a:rPr>
                        <a:t>图</a:t>
                      </a:r>
                      <a:r>
                        <a:rPr lang="en-US" altLang="zh-CN" sz="1800" b="0" i="0" u="none" strike="noStrike" cap="none" spc="0" baseline="0" dirty="0">
                          <a:ln>
                            <a:noFill/>
                          </a:ln>
                          <a:solidFill>
                            <a:schemeClr val="tx1"/>
                          </a:solidFill>
                          <a:uFillTx/>
                          <a:latin typeface="Arial" panose="020B0604020202020204"/>
                          <a:ea typeface="Arial" panose="020B0604020202020204"/>
                          <a:cs typeface="Arial" panose="020B0604020202020204"/>
                          <a:sym typeface="Arial"/>
                        </a:rPr>
                        <a:t>5)</a:t>
                      </a:r>
                      <a:r>
                        <a:rPr lang="zh-CN" altLang="en-US" sz="1800" b="0" i="0" u="none" strike="noStrike" cap="none" spc="0" baseline="0" dirty="0">
                          <a:ln>
                            <a:noFill/>
                          </a:ln>
                          <a:solidFill>
                            <a:schemeClr val="tx1"/>
                          </a:solidFill>
                          <a:uFillTx/>
                          <a:latin typeface="Arial" panose="020B0604020202020204"/>
                          <a:ea typeface="Arial" panose="020B0604020202020204"/>
                          <a:cs typeface="Arial" panose="020B0604020202020204"/>
                          <a:sym typeface="Arial"/>
                        </a:rPr>
                        <a:t>；</a:t>
                      </a:r>
                    </a:p>
                    <a:p>
                      <a:pPr marL="0" marR="0" indent="0" algn="l" defTabSz="821530" latinLnBrk="0">
                        <a:lnSpc>
                          <a:spcPct val="100000"/>
                        </a:lnSpc>
                        <a:spcBef>
                          <a:spcPts val="0"/>
                        </a:spcBef>
                        <a:spcAft>
                          <a:spcPts val="0"/>
                        </a:spcAft>
                        <a:buClrTx/>
                        <a:buSzPct val="100000"/>
                        <a:buFontTx/>
                        <a:buNone/>
                        <a:tabLst/>
                        <a:defRPr sz="1800">
                          <a:latin typeface="Arial" panose="020B0604020202020204"/>
                          <a:ea typeface="Arial" panose="020B0604020202020204"/>
                          <a:cs typeface="Arial" panose="020B0604020202020204"/>
                          <a:sym typeface="Arial" panose="020B0604020202020204"/>
                        </a:defRPr>
                      </a:pPr>
                      <a:r>
                        <a:rPr lang="en-US" altLang="zh-CN" sz="1800" b="0" i="0" u="none" strike="noStrike" cap="none" spc="0" baseline="0" dirty="0">
                          <a:ln>
                            <a:noFill/>
                          </a:ln>
                          <a:solidFill>
                            <a:schemeClr val="tx1"/>
                          </a:solidFill>
                          <a:uFillTx/>
                          <a:latin typeface="Arial" panose="020B0604020202020204"/>
                          <a:ea typeface="Arial" panose="020B0604020202020204"/>
                          <a:cs typeface="Arial" panose="020B0604020202020204"/>
                          <a:sym typeface="Arial"/>
                        </a:rPr>
                        <a:t>2.</a:t>
                      </a:r>
                      <a:r>
                        <a:rPr lang="zh-CN" altLang="en-US" sz="1800" b="0" i="0" u="none" strike="noStrike" cap="none" spc="0" baseline="0" dirty="0">
                          <a:ln>
                            <a:noFill/>
                          </a:ln>
                          <a:solidFill>
                            <a:schemeClr val="tx1"/>
                          </a:solidFill>
                          <a:uFillTx/>
                          <a:latin typeface="Arial" panose="020B0604020202020204"/>
                          <a:ea typeface="Arial" panose="020B0604020202020204"/>
                          <a:cs typeface="Arial" panose="020B0604020202020204"/>
                          <a:sym typeface="Arial"/>
                        </a:rPr>
                        <a:t>切割：按压网格板在产品表面</a:t>
                      </a:r>
                      <a:r>
                        <a:rPr lang="en-US" altLang="zh-CN" sz="1800" b="0" i="0" u="none" strike="noStrike" cap="none" spc="0" baseline="0" dirty="0">
                          <a:ln>
                            <a:noFill/>
                          </a:ln>
                          <a:solidFill>
                            <a:schemeClr val="tx1"/>
                          </a:solidFill>
                          <a:uFillTx/>
                          <a:latin typeface="Arial" panose="020B0604020202020204"/>
                          <a:ea typeface="Arial" panose="020B0604020202020204"/>
                          <a:cs typeface="Arial" panose="020B0604020202020204"/>
                          <a:sym typeface="Arial"/>
                        </a:rPr>
                        <a:t>,</a:t>
                      </a:r>
                      <a:r>
                        <a:rPr lang="zh-CN" altLang="en-US" sz="1800" b="0" i="0" u="none" strike="noStrike" cap="none" spc="0" baseline="0" dirty="0">
                          <a:ln>
                            <a:noFill/>
                          </a:ln>
                          <a:solidFill>
                            <a:schemeClr val="tx1"/>
                          </a:solidFill>
                          <a:uFillTx/>
                          <a:latin typeface="Arial" panose="020B0604020202020204"/>
                          <a:ea typeface="Arial" panose="020B0604020202020204"/>
                          <a:cs typeface="Arial" panose="020B0604020202020204"/>
                          <a:sym typeface="Arial"/>
                        </a:rPr>
                        <a:t>使⽤划格⼑顺着网格在产品表⾯交叉切割 </a:t>
                      </a:r>
                      <a:r>
                        <a:rPr lang="en-US" altLang="zh-CN" sz="1800" b="0" i="0" u="none" strike="noStrike" cap="none" spc="0" baseline="0" dirty="0">
                          <a:ln>
                            <a:noFill/>
                          </a:ln>
                          <a:solidFill>
                            <a:schemeClr val="tx1"/>
                          </a:solidFill>
                          <a:uFillTx/>
                          <a:latin typeface="Arial" panose="020B0604020202020204"/>
                          <a:ea typeface="Arial" panose="020B0604020202020204"/>
                          <a:cs typeface="Arial" panose="020B0604020202020204"/>
                          <a:sym typeface="Arial"/>
                        </a:rPr>
                        <a:t>(</a:t>
                      </a:r>
                      <a:r>
                        <a:rPr lang="zh-CN" altLang="en-US" sz="1800" b="0" i="0" u="none" strike="noStrike" cap="none" spc="0" baseline="0" dirty="0">
                          <a:ln>
                            <a:noFill/>
                          </a:ln>
                          <a:solidFill>
                            <a:schemeClr val="tx1"/>
                          </a:solidFill>
                          <a:uFillTx/>
                          <a:latin typeface="Arial" panose="020B0604020202020204"/>
                          <a:ea typeface="Arial" panose="020B0604020202020204"/>
                          <a:cs typeface="Arial" panose="020B0604020202020204"/>
                          <a:sym typeface="Arial"/>
                        </a:rPr>
                        <a:t>图</a:t>
                      </a:r>
                      <a:r>
                        <a:rPr lang="en-US" altLang="zh-CN" sz="1800" b="0" i="0" u="none" strike="noStrike" cap="none" spc="0" baseline="0" dirty="0">
                          <a:ln>
                            <a:noFill/>
                          </a:ln>
                          <a:solidFill>
                            <a:schemeClr val="tx1"/>
                          </a:solidFill>
                          <a:uFillTx/>
                          <a:latin typeface="Arial" panose="020B0604020202020204"/>
                          <a:ea typeface="Arial" panose="020B0604020202020204"/>
                          <a:cs typeface="Arial" panose="020B0604020202020204"/>
                          <a:sym typeface="Arial"/>
                        </a:rPr>
                        <a:t>6), X</a:t>
                      </a:r>
                      <a:r>
                        <a:rPr lang="zh-CN" altLang="en-US" sz="1800" b="0" i="0" u="none" strike="noStrike" cap="none" spc="0" baseline="0" dirty="0">
                          <a:ln>
                            <a:noFill/>
                          </a:ln>
                          <a:solidFill>
                            <a:schemeClr val="tx1"/>
                          </a:solidFill>
                          <a:uFillTx/>
                          <a:latin typeface="Arial" panose="020B0604020202020204"/>
                          <a:ea typeface="Arial" panose="020B0604020202020204"/>
                          <a:cs typeface="Arial" panose="020B0604020202020204"/>
                          <a:sym typeface="Arial"/>
                        </a:rPr>
                        <a:t>方向划*条线</a:t>
                      </a:r>
                      <a:r>
                        <a:rPr lang="en-US" altLang="zh-CN" sz="1800" b="0" i="0" u="none" strike="noStrike" cap="none" spc="0" baseline="0" dirty="0">
                          <a:ln>
                            <a:noFill/>
                          </a:ln>
                          <a:solidFill>
                            <a:schemeClr val="tx1"/>
                          </a:solidFill>
                          <a:uFillTx/>
                          <a:latin typeface="Arial" panose="020B0604020202020204"/>
                          <a:ea typeface="Arial" panose="020B0604020202020204"/>
                          <a:cs typeface="Arial" panose="020B0604020202020204"/>
                          <a:sym typeface="Arial"/>
                        </a:rPr>
                        <a:t>(</a:t>
                      </a:r>
                      <a:r>
                        <a:rPr lang="zh-CN" altLang="en-US" sz="1800" b="0" i="0" u="none" strike="noStrike" cap="none" spc="0" baseline="0" dirty="0">
                          <a:ln>
                            <a:noFill/>
                          </a:ln>
                          <a:solidFill>
                            <a:schemeClr val="tx1"/>
                          </a:solidFill>
                          <a:uFillTx/>
                          <a:latin typeface="Arial" panose="020B0604020202020204"/>
                          <a:ea typeface="Arial" panose="020B0604020202020204"/>
                          <a:cs typeface="Arial" panose="020B0604020202020204"/>
                          <a:sym typeface="Arial"/>
                        </a:rPr>
                        <a:t>根据产品的长定义</a:t>
                      </a:r>
                      <a:r>
                        <a:rPr lang="en-US" altLang="zh-CN" sz="1800" b="0" i="0" u="none" strike="noStrike" cap="none" spc="0" baseline="0" dirty="0">
                          <a:ln>
                            <a:noFill/>
                          </a:ln>
                          <a:solidFill>
                            <a:schemeClr val="tx1"/>
                          </a:solidFill>
                          <a:uFillTx/>
                          <a:latin typeface="Arial" panose="020B0604020202020204"/>
                          <a:ea typeface="Arial" panose="020B0604020202020204"/>
                          <a:cs typeface="Arial" panose="020B0604020202020204"/>
                          <a:sym typeface="Arial"/>
                        </a:rPr>
                        <a:t>)</a:t>
                      </a:r>
                      <a:r>
                        <a:rPr lang="zh-CN" altLang="en-US" sz="1800" b="0" i="0" u="none" strike="noStrike" cap="none" spc="0" baseline="0" dirty="0">
                          <a:ln>
                            <a:noFill/>
                          </a:ln>
                          <a:solidFill>
                            <a:schemeClr val="tx1"/>
                          </a:solidFill>
                          <a:uFillTx/>
                          <a:latin typeface="Arial" panose="020B0604020202020204"/>
                          <a:ea typeface="Arial" panose="020B0604020202020204"/>
                          <a:cs typeface="Arial" panose="020B0604020202020204"/>
                          <a:sym typeface="Arial"/>
                        </a:rPr>
                        <a:t>，</a:t>
                      </a:r>
                      <a:r>
                        <a:rPr lang="en-US" altLang="zh-CN" sz="1800" b="0" i="0" u="none" strike="noStrike" cap="none" spc="0" baseline="0" dirty="0">
                          <a:ln>
                            <a:noFill/>
                          </a:ln>
                          <a:solidFill>
                            <a:schemeClr val="tx1"/>
                          </a:solidFill>
                          <a:uFillTx/>
                          <a:latin typeface="Arial" panose="020B0604020202020204"/>
                          <a:ea typeface="Arial" panose="020B0604020202020204"/>
                          <a:cs typeface="Arial" panose="020B0604020202020204"/>
                          <a:sym typeface="Arial"/>
                        </a:rPr>
                        <a:t>Y</a:t>
                      </a:r>
                      <a:r>
                        <a:rPr lang="zh-CN" altLang="en-US" sz="1800" b="0" i="0" u="none" strike="noStrike" cap="none" spc="0" baseline="0" dirty="0">
                          <a:ln>
                            <a:noFill/>
                          </a:ln>
                          <a:solidFill>
                            <a:schemeClr val="tx1"/>
                          </a:solidFill>
                          <a:uFillTx/>
                          <a:latin typeface="Arial" panose="020B0604020202020204"/>
                          <a:ea typeface="Arial" panose="020B0604020202020204"/>
                          <a:cs typeface="Arial" panose="020B0604020202020204"/>
                          <a:sym typeface="Arial"/>
                        </a:rPr>
                        <a:t>方向划*条线</a:t>
                      </a:r>
                      <a:r>
                        <a:rPr lang="en-US" altLang="zh-CN" sz="1800" b="0" i="0" u="none" strike="noStrike" cap="none" spc="0" baseline="0" dirty="0">
                          <a:ln>
                            <a:noFill/>
                          </a:ln>
                          <a:solidFill>
                            <a:schemeClr val="tx1"/>
                          </a:solidFill>
                          <a:uFillTx/>
                          <a:latin typeface="Arial" panose="020B0604020202020204"/>
                          <a:ea typeface="Arial" panose="020B0604020202020204"/>
                          <a:cs typeface="Arial" panose="020B0604020202020204"/>
                          <a:sym typeface="Arial"/>
                        </a:rPr>
                        <a:t>(</a:t>
                      </a:r>
                      <a:r>
                        <a:rPr lang="zh-CN" altLang="en-US" sz="1800" b="0" i="0" u="none" strike="noStrike" cap="none" spc="0" baseline="0" dirty="0">
                          <a:ln>
                            <a:noFill/>
                          </a:ln>
                          <a:solidFill>
                            <a:schemeClr val="tx1"/>
                          </a:solidFill>
                          <a:uFillTx/>
                          <a:latin typeface="Arial" panose="020B0604020202020204"/>
                          <a:ea typeface="Arial" panose="020B0604020202020204"/>
                          <a:cs typeface="Arial" panose="020B0604020202020204"/>
                          <a:sym typeface="Arial"/>
                        </a:rPr>
                        <a:t>根据产品的宽定义</a:t>
                      </a:r>
                      <a:r>
                        <a:rPr lang="en-US" altLang="zh-CN" sz="1800" b="0" i="0" u="none" strike="noStrike" cap="none" spc="0" baseline="0" dirty="0">
                          <a:ln>
                            <a:noFill/>
                          </a:ln>
                          <a:solidFill>
                            <a:schemeClr val="tx1"/>
                          </a:solidFill>
                          <a:uFillTx/>
                          <a:latin typeface="Arial" panose="020B0604020202020204"/>
                          <a:ea typeface="Arial" panose="020B0604020202020204"/>
                          <a:cs typeface="Arial" panose="020B0604020202020204"/>
                          <a:sym typeface="Arial"/>
                        </a:rPr>
                        <a:t>), </a:t>
                      </a:r>
                      <a:r>
                        <a:rPr lang="zh-CN" altLang="en-US" sz="1800" b="0" i="0" u="none" strike="noStrike" cap="none" spc="0" baseline="0" dirty="0">
                          <a:ln>
                            <a:noFill/>
                          </a:ln>
                          <a:solidFill>
                            <a:schemeClr val="tx1"/>
                          </a:solidFill>
                          <a:uFillTx/>
                          <a:latin typeface="Arial" panose="020B0604020202020204"/>
                          <a:ea typeface="Arial" panose="020B0604020202020204"/>
                          <a:cs typeface="Arial" panose="020B0604020202020204"/>
                          <a:sym typeface="Arial"/>
                        </a:rPr>
                        <a:t>每⼀条划痕线应深及镀层的基体（图</a:t>
                      </a:r>
                      <a:r>
                        <a:rPr lang="en-US" altLang="zh-CN" sz="1800" b="0" i="0" u="none" strike="noStrike" cap="none" spc="0" baseline="0" dirty="0">
                          <a:ln>
                            <a:noFill/>
                          </a:ln>
                          <a:solidFill>
                            <a:schemeClr val="tx1"/>
                          </a:solidFill>
                          <a:uFillTx/>
                          <a:latin typeface="Arial" panose="020B0604020202020204"/>
                          <a:ea typeface="Arial" panose="020B0604020202020204"/>
                          <a:cs typeface="Arial" panose="020B0604020202020204"/>
                          <a:sym typeface="Arial"/>
                        </a:rPr>
                        <a:t>7</a:t>
                      </a:r>
                      <a:r>
                        <a:rPr lang="zh-CN" altLang="en-US" sz="1800" b="0" i="0" u="none" strike="noStrike" cap="none" spc="0" baseline="0" dirty="0">
                          <a:ln>
                            <a:noFill/>
                          </a:ln>
                          <a:solidFill>
                            <a:schemeClr val="tx1"/>
                          </a:solidFill>
                          <a:uFillTx/>
                          <a:latin typeface="Arial" panose="020B0604020202020204"/>
                          <a:ea typeface="Arial" panose="020B0604020202020204"/>
                          <a:cs typeface="Arial" panose="020B0604020202020204"/>
                          <a:sym typeface="Arial"/>
                        </a:rPr>
                        <a:t>）</a:t>
                      </a:r>
                      <a:r>
                        <a:rPr lang="en-US" altLang="zh-CN" sz="1800" b="0" i="0" u="none" strike="noStrike" cap="none" spc="0" baseline="0" dirty="0">
                          <a:ln>
                            <a:noFill/>
                          </a:ln>
                          <a:solidFill>
                            <a:schemeClr val="tx1"/>
                          </a:solidFill>
                          <a:uFillTx/>
                          <a:latin typeface="Arial" panose="020B0604020202020204"/>
                          <a:ea typeface="Arial" panose="020B0604020202020204"/>
                          <a:cs typeface="Arial" panose="020B0604020202020204"/>
                          <a:sym typeface="Arial"/>
                        </a:rPr>
                        <a:t>;</a:t>
                      </a:r>
                    </a:p>
                    <a:p>
                      <a:pPr marL="0" marR="0" indent="0" algn="l" defTabSz="821530" latinLnBrk="0">
                        <a:lnSpc>
                          <a:spcPct val="100000"/>
                        </a:lnSpc>
                        <a:spcBef>
                          <a:spcPts val="0"/>
                        </a:spcBef>
                        <a:spcAft>
                          <a:spcPts val="0"/>
                        </a:spcAft>
                        <a:buClrTx/>
                        <a:buSzPct val="100000"/>
                        <a:buFontTx/>
                        <a:buNone/>
                        <a:tabLst/>
                        <a:defRPr sz="1800">
                          <a:latin typeface="Arial" panose="020B0604020202020204"/>
                          <a:ea typeface="Arial" panose="020B0604020202020204"/>
                          <a:cs typeface="Arial" panose="020B0604020202020204"/>
                          <a:sym typeface="Arial" panose="020B0604020202020204"/>
                        </a:defRPr>
                      </a:pPr>
                      <a:r>
                        <a:rPr lang="en-US" altLang="zh-CN" sz="1800" b="0" i="0" u="none" strike="noStrike" cap="none" spc="0" baseline="0" dirty="0">
                          <a:ln>
                            <a:noFill/>
                          </a:ln>
                          <a:solidFill>
                            <a:schemeClr val="tx1"/>
                          </a:solidFill>
                          <a:uFillTx/>
                          <a:latin typeface="Arial" panose="020B0604020202020204"/>
                          <a:ea typeface="Arial" panose="020B0604020202020204"/>
                          <a:cs typeface="Arial" panose="020B0604020202020204"/>
                          <a:sym typeface="Arial"/>
                        </a:rPr>
                        <a:t>3.</a:t>
                      </a:r>
                      <a:r>
                        <a:rPr lang="zh-CN" altLang="en-US" sz="1800" b="0" i="0" u="none" strike="noStrike" cap="none" spc="0" baseline="0" dirty="0">
                          <a:ln>
                            <a:noFill/>
                          </a:ln>
                          <a:solidFill>
                            <a:schemeClr val="tx1"/>
                          </a:solidFill>
                          <a:uFillTx/>
                          <a:latin typeface="Arial" panose="020B0604020202020204"/>
                          <a:ea typeface="Arial" panose="020B0604020202020204"/>
                          <a:cs typeface="Arial" panose="020B0604020202020204"/>
                          <a:sym typeface="Arial"/>
                        </a:rPr>
                        <a:t>测试：使⽤</a:t>
                      </a:r>
                      <a:r>
                        <a:rPr lang="en-US" altLang="zh-CN" sz="1800" b="0" i="0" u="none" strike="noStrike" cap="none" spc="0" baseline="0" dirty="0">
                          <a:ln>
                            <a:noFill/>
                          </a:ln>
                          <a:solidFill>
                            <a:schemeClr val="tx1"/>
                          </a:solidFill>
                          <a:uFillTx/>
                          <a:latin typeface="Arial" panose="020B0604020202020204"/>
                          <a:ea typeface="Arial" panose="020B0604020202020204"/>
                          <a:cs typeface="Arial" panose="020B0604020202020204"/>
                          <a:sym typeface="Arial"/>
                        </a:rPr>
                        <a:t>3M</a:t>
                      </a:r>
                      <a:r>
                        <a:rPr lang="zh-CN" altLang="en-US" sz="1800" b="0" i="0" u="none" strike="noStrike" cap="none" spc="0" baseline="0" dirty="0">
                          <a:ln>
                            <a:noFill/>
                          </a:ln>
                          <a:solidFill>
                            <a:schemeClr val="tx1"/>
                          </a:solidFill>
                          <a:uFillTx/>
                          <a:latin typeface="Arial" panose="020B0604020202020204"/>
                          <a:ea typeface="Arial" panose="020B0604020202020204"/>
                          <a:cs typeface="Arial" panose="020B0604020202020204"/>
                          <a:sym typeface="Arial"/>
                        </a:rPr>
                        <a:t>胶带牢牢粘住被测试的产品⼩⽹格位置，⼿指搓揉胶带表⾯，以加⼤胶带与被测区域的接触⾯积</a:t>
                      </a:r>
                      <a:r>
                        <a:rPr lang="en-US" altLang="zh-CN" sz="1800" b="0" i="0" u="none" strike="noStrike" cap="none" spc="0" baseline="0" dirty="0">
                          <a:ln>
                            <a:noFill/>
                          </a:ln>
                          <a:solidFill>
                            <a:schemeClr val="tx1"/>
                          </a:solidFill>
                          <a:uFillTx/>
                          <a:latin typeface="Arial" panose="020B0604020202020204"/>
                          <a:ea typeface="Arial" panose="020B0604020202020204"/>
                          <a:cs typeface="Arial" panose="020B0604020202020204"/>
                          <a:sym typeface="Arial"/>
                        </a:rPr>
                        <a:t>(</a:t>
                      </a:r>
                      <a:r>
                        <a:rPr lang="zh-CN" altLang="en-US" sz="1800" b="0" i="0" u="none" strike="noStrike" cap="none" spc="0" baseline="0" dirty="0">
                          <a:ln>
                            <a:noFill/>
                          </a:ln>
                          <a:solidFill>
                            <a:schemeClr val="tx1"/>
                          </a:solidFill>
                          <a:uFillTx/>
                          <a:latin typeface="Arial" panose="020B0604020202020204"/>
                          <a:ea typeface="Arial" panose="020B0604020202020204"/>
                          <a:cs typeface="Arial" panose="020B0604020202020204"/>
                          <a:sym typeface="Arial"/>
                        </a:rPr>
                        <a:t>图</a:t>
                      </a:r>
                      <a:r>
                        <a:rPr lang="en-US" altLang="zh-CN" sz="1800" b="0" i="0" u="none" strike="noStrike" cap="none" spc="0" baseline="0" dirty="0">
                          <a:ln>
                            <a:noFill/>
                          </a:ln>
                          <a:solidFill>
                            <a:schemeClr val="tx1"/>
                          </a:solidFill>
                          <a:uFillTx/>
                          <a:latin typeface="Arial" panose="020B0604020202020204"/>
                          <a:ea typeface="Arial" panose="020B0604020202020204"/>
                          <a:cs typeface="Arial" panose="020B0604020202020204"/>
                          <a:sym typeface="Arial"/>
                        </a:rPr>
                        <a:t>8)</a:t>
                      </a:r>
                      <a:r>
                        <a:rPr lang="zh-CN" altLang="en-US" sz="1800" b="0" i="0" u="none" strike="noStrike" cap="none" spc="0" baseline="0" dirty="0">
                          <a:ln>
                            <a:noFill/>
                          </a:ln>
                          <a:solidFill>
                            <a:schemeClr val="tx1"/>
                          </a:solidFill>
                          <a:uFillTx/>
                          <a:latin typeface="Arial" panose="020B0604020202020204"/>
                          <a:ea typeface="Arial" panose="020B0604020202020204"/>
                          <a:cs typeface="Arial" panose="020B0604020202020204"/>
                          <a:sym typeface="Arial"/>
                        </a:rPr>
                        <a:t>，放置</a:t>
                      </a:r>
                      <a:r>
                        <a:rPr lang="en-US" altLang="zh-CN" sz="1800" b="0" i="0" u="none" strike="noStrike" cap="none" spc="0" baseline="0" dirty="0">
                          <a:ln>
                            <a:noFill/>
                          </a:ln>
                          <a:solidFill>
                            <a:schemeClr val="tx1"/>
                          </a:solidFill>
                          <a:uFillTx/>
                          <a:latin typeface="Arial" panose="020B0604020202020204"/>
                          <a:ea typeface="Arial" panose="020B0604020202020204"/>
                          <a:cs typeface="Arial" panose="020B0604020202020204"/>
                          <a:sym typeface="Arial"/>
                        </a:rPr>
                        <a:t>90+/-30</a:t>
                      </a:r>
                      <a:r>
                        <a:rPr lang="zh-CN" altLang="en-US" sz="1800" b="0" i="0" u="none" strike="noStrike" cap="none" spc="0" baseline="0" dirty="0">
                          <a:ln>
                            <a:noFill/>
                          </a:ln>
                          <a:solidFill>
                            <a:schemeClr val="tx1"/>
                          </a:solidFill>
                          <a:uFillTx/>
                          <a:latin typeface="Arial" panose="020B0604020202020204"/>
                          <a:ea typeface="Arial" panose="020B0604020202020204"/>
                          <a:cs typeface="Arial" panose="020B0604020202020204"/>
                          <a:sym typeface="Arial"/>
                        </a:rPr>
                        <a:t>秒，⽽后⽤⼿抓住胶带的⼀端，并以尽可能接近</a:t>
                      </a:r>
                      <a:r>
                        <a:rPr lang="en-US" altLang="zh-CN" sz="1800" b="0" i="0" u="none" strike="noStrike" cap="none" spc="0" baseline="0" dirty="0">
                          <a:ln>
                            <a:noFill/>
                          </a:ln>
                          <a:solidFill>
                            <a:schemeClr val="tx1"/>
                          </a:solidFill>
                          <a:uFillTx/>
                          <a:latin typeface="Arial" panose="020B0604020202020204"/>
                          <a:ea typeface="Arial" panose="020B0604020202020204"/>
                          <a:cs typeface="Arial" panose="020B0604020202020204"/>
                          <a:sym typeface="Arial"/>
                        </a:rPr>
                        <a:t>180°⻆</a:t>
                      </a:r>
                      <a:r>
                        <a:rPr lang="zh-CN" altLang="en-US" sz="1800" b="0" i="0" u="none" strike="noStrike" cap="none" spc="0" baseline="0" dirty="0">
                          <a:ln>
                            <a:noFill/>
                          </a:ln>
                          <a:solidFill>
                            <a:schemeClr val="tx1"/>
                          </a:solidFill>
                          <a:uFillTx/>
                          <a:latin typeface="Arial" panose="020B0604020202020204"/>
                          <a:ea typeface="Arial" panose="020B0604020202020204"/>
                          <a:cs typeface="Arial" panose="020B0604020202020204"/>
                          <a:sym typeface="Arial"/>
                        </a:rPr>
                        <a:t>度快速撕开胶带</a:t>
                      </a:r>
                      <a:r>
                        <a:rPr lang="en-US" altLang="zh-CN" sz="1800" b="0" i="0" u="none" strike="noStrike" cap="none" spc="0" baseline="0" dirty="0">
                          <a:ln>
                            <a:noFill/>
                          </a:ln>
                          <a:solidFill>
                            <a:schemeClr val="tx1"/>
                          </a:solidFill>
                          <a:uFillTx/>
                          <a:latin typeface="Arial" panose="020B0604020202020204"/>
                          <a:ea typeface="Arial" panose="020B0604020202020204"/>
                          <a:cs typeface="Arial" panose="020B0604020202020204"/>
                          <a:sym typeface="Arial"/>
                        </a:rPr>
                        <a:t>(</a:t>
                      </a:r>
                      <a:r>
                        <a:rPr lang="zh-CN" altLang="en-US" sz="1800" b="0" i="0" u="none" strike="noStrike" cap="none" spc="0" baseline="0" dirty="0">
                          <a:ln>
                            <a:noFill/>
                          </a:ln>
                          <a:solidFill>
                            <a:schemeClr val="tx1"/>
                          </a:solidFill>
                          <a:uFillTx/>
                          <a:latin typeface="Arial" panose="020B0604020202020204"/>
                          <a:ea typeface="Arial" panose="020B0604020202020204"/>
                          <a:cs typeface="Arial" panose="020B0604020202020204"/>
                          <a:sym typeface="Arial"/>
                        </a:rPr>
                        <a:t>图</a:t>
                      </a:r>
                      <a:r>
                        <a:rPr lang="en-US" altLang="zh-CN" sz="1800" b="0" i="0" u="none" strike="noStrike" cap="none" spc="0" baseline="0" dirty="0">
                          <a:ln>
                            <a:noFill/>
                          </a:ln>
                          <a:solidFill>
                            <a:schemeClr val="tx1"/>
                          </a:solidFill>
                          <a:uFillTx/>
                          <a:latin typeface="Arial" panose="020B0604020202020204"/>
                          <a:ea typeface="Arial" panose="020B0604020202020204"/>
                          <a:cs typeface="Arial" panose="020B0604020202020204"/>
                          <a:sym typeface="Arial"/>
                        </a:rPr>
                        <a:t>9)</a:t>
                      </a:r>
                      <a:r>
                        <a:rPr lang="zh-CN" altLang="en-US" sz="1800" b="0" i="0" u="none" strike="noStrike" cap="none" spc="0" baseline="0" dirty="0">
                          <a:ln>
                            <a:noFill/>
                          </a:ln>
                          <a:solidFill>
                            <a:schemeClr val="tx1"/>
                          </a:solidFill>
                          <a:uFillTx/>
                          <a:latin typeface="Arial" panose="020B0604020202020204"/>
                          <a:ea typeface="Arial" panose="020B0604020202020204"/>
                          <a:cs typeface="Arial" panose="020B0604020202020204"/>
                          <a:sym typeface="Arial"/>
                        </a:rPr>
                        <a:t>。</a:t>
                      </a:r>
                    </a:p>
                    <a:p>
                      <a:pPr marL="0" marR="0" indent="0" algn="l" defTabSz="821530" latinLnBrk="0">
                        <a:lnSpc>
                          <a:spcPct val="100000"/>
                        </a:lnSpc>
                        <a:spcBef>
                          <a:spcPts val="0"/>
                        </a:spcBef>
                        <a:spcAft>
                          <a:spcPts val="0"/>
                        </a:spcAft>
                        <a:buClrTx/>
                        <a:buSzPct val="100000"/>
                        <a:buFontTx/>
                        <a:buNone/>
                        <a:tabLst/>
                        <a:defRPr sz="1800">
                          <a:latin typeface="Arial" panose="020B0604020202020204"/>
                          <a:ea typeface="Arial" panose="020B0604020202020204"/>
                          <a:cs typeface="Arial" panose="020B0604020202020204"/>
                          <a:sym typeface="Arial" panose="020B0604020202020204"/>
                        </a:defRPr>
                      </a:pPr>
                      <a:r>
                        <a:rPr lang="en-US" altLang="zh-CN" sz="1800" b="0" i="0" u="none" strike="noStrike" cap="none" spc="0" baseline="0" dirty="0">
                          <a:ln>
                            <a:noFill/>
                          </a:ln>
                          <a:solidFill>
                            <a:schemeClr val="tx1"/>
                          </a:solidFill>
                          <a:uFillTx/>
                          <a:latin typeface="Arial" panose="020B0604020202020204"/>
                          <a:ea typeface="Arial" panose="020B0604020202020204"/>
                          <a:cs typeface="Arial" panose="020B0604020202020204"/>
                          <a:sym typeface="Arial"/>
                        </a:rPr>
                        <a:t>4.</a:t>
                      </a:r>
                      <a:r>
                        <a:rPr lang="zh-CN" altLang="en-US" sz="1800" b="0" i="0" u="none" strike="noStrike" cap="none" spc="0" baseline="0" dirty="0">
                          <a:ln>
                            <a:noFill/>
                          </a:ln>
                          <a:solidFill>
                            <a:schemeClr val="tx1"/>
                          </a:solidFill>
                          <a:uFillTx/>
                          <a:latin typeface="Arial" panose="020B0604020202020204"/>
                          <a:ea typeface="Arial" panose="020B0604020202020204"/>
                          <a:cs typeface="Arial" panose="020B0604020202020204"/>
                          <a:sym typeface="Arial"/>
                        </a:rPr>
                        <a:t>判断：按照对⽐图</a:t>
                      </a:r>
                      <a:r>
                        <a:rPr lang="en-US" altLang="zh-CN" sz="1800" b="0" i="0" u="none" strike="noStrike" cap="none" spc="0" baseline="0" dirty="0">
                          <a:ln>
                            <a:noFill/>
                          </a:ln>
                          <a:solidFill>
                            <a:schemeClr val="tx1"/>
                          </a:solidFill>
                          <a:uFillTx/>
                          <a:latin typeface="Arial" panose="020B0604020202020204"/>
                          <a:ea typeface="Arial" panose="020B0604020202020204"/>
                          <a:cs typeface="Arial" panose="020B0604020202020204"/>
                          <a:sym typeface="Arial"/>
                        </a:rPr>
                        <a:t>(</a:t>
                      </a:r>
                      <a:r>
                        <a:rPr lang="zh-CN" altLang="en-US" sz="1800" b="0" i="0" u="none" strike="noStrike" cap="none" spc="0" baseline="0" dirty="0">
                          <a:ln>
                            <a:noFill/>
                          </a:ln>
                          <a:solidFill>
                            <a:schemeClr val="tx1"/>
                          </a:solidFill>
                          <a:uFillTx/>
                          <a:latin typeface="Arial" panose="020B0604020202020204"/>
                          <a:ea typeface="Arial" panose="020B0604020202020204"/>
                          <a:cs typeface="Arial" panose="020B0604020202020204"/>
                          <a:sym typeface="Arial"/>
                        </a:rPr>
                        <a:t>图</a:t>
                      </a:r>
                      <a:r>
                        <a:rPr lang="en-US" altLang="zh-CN" sz="1800" b="0" i="0" u="none" strike="noStrike" cap="none" spc="0" baseline="0" dirty="0">
                          <a:ln>
                            <a:noFill/>
                          </a:ln>
                          <a:solidFill>
                            <a:schemeClr val="tx1"/>
                          </a:solidFill>
                          <a:uFillTx/>
                          <a:latin typeface="Arial" panose="020B0604020202020204"/>
                          <a:ea typeface="Arial" panose="020B0604020202020204"/>
                          <a:cs typeface="Arial" panose="020B0604020202020204"/>
                          <a:sym typeface="Arial"/>
                        </a:rPr>
                        <a:t>10)</a:t>
                      </a:r>
                      <a:r>
                        <a:rPr lang="zh-CN" altLang="en-US" sz="1800" b="0" i="0" u="none" strike="noStrike" cap="none" spc="0" baseline="0" dirty="0">
                          <a:ln>
                            <a:noFill/>
                          </a:ln>
                          <a:solidFill>
                            <a:schemeClr val="tx1"/>
                          </a:solidFill>
                          <a:uFillTx/>
                          <a:latin typeface="Arial" panose="020B0604020202020204"/>
                          <a:ea typeface="Arial" panose="020B0604020202020204"/>
                          <a:cs typeface="Arial" panose="020B0604020202020204"/>
                          <a:sym typeface="Arial"/>
                        </a:rPr>
                        <a:t>目视检查镀层脱离⾯积进⾏判定</a:t>
                      </a:r>
                      <a:r>
                        <a:rPr lang="en-US" altLang="zh-CN" sz="1800" b="0" i="0" u="none" strike="noStrike" cap="none" spc="0" baseline="0" dirty="0">
                          <a:ln>
                            <a:noFill/>
                          </a:ln>
                          <a:solidFill>
                            <a:schemeClr val="tx1"/>
                          </a:solidFill>
                          <a:uFillTx/>
                          <a:latin typeface="Arial" panose="020B0604020202020204"/>
                          <a:ea typeface="Arial" panose="020B0604020202020204"/>
                          <a:cs typeface="Arial" panose="020B0604020202020204"/>
                          <a:sym typeface="Arial"/>
                        </a:rPr>
                        <a:t>; </a:t>
                      </a:r>
                    </a:p>
                    <a:p>
                      <a:pPr marL="0" marR="0" indent="0" algn="l" defTabSz="821530" latinLnBrk="0">
                        <a:lnSpc>
                          <a:spcPct val="100000"/>
                        </a:lnSpc>
                        <a:spcBef>
                          <a:spcPts val="0"/>
                        </a:spcBef>
                        <a:spcAft>
                          <a:spcPts val="0"/>
                        </a:spcAft>
                        <a:buClrTx/>
                        <a:buSzPct val="100000"/>
                        <a:buFontTx/>
                        <a:buNone/>
                        <a:tabLst/>
                        <a:defRPr sz="1800">
                          <a:latin typeface="Arial" panose="020B0604020202020204"/>
                          <a:ea typeface="Arial" panose="020B0604020202020204"/>
                          <a:cs typeface="Arial" panose="020B0604020202020204"/>
                          <a:sym typeface="Arial" panose="020B0604020202020204"/>
                        </a:defRPr>
                      </a:pPr>
                      <a:r>
                        <a:rPr lang="en-US" altLang="zh-CN" sz="1800" b="0" i="0" u="none" strike="noStrike" cap="none" spc="0" baseline="0" dirty="0">
                          <a:ln>
                            <a:noFill/>
                          </a:ln>
                          <a:solidFill>
                            <a:schemeClr val="tx1"/>
                          </a:solidFill>
                          <a:uFillTx/>
                          <a:latin typeface="Arial" panose="020B0604020202020204"/>
                          <a:ea typeface="Arial" panose="020B0604020202020204"/>
                          <a:cs typeface="Arial" panose="020B0604020202020204"/>
                          <a:sym typeface="Arial"/>
                        </a:rPr>
                        <a:t>1. Fixture/tool/product preparation: grid knife (Figure 1), 3M tape (Figure 2), auxiliary fixture (Figure 3), grid plate (Figure 4), check the surface of the product (with paint layer) to ensure that there is no bubbling, coating off, crack and other phenomena on the surface of the product and put the product into the auxiliary fixture plate (Figure 5); </a:t>
                      </a:r>
                    </a:p>
                    <a:p>
                      <a:pPr marL="0" marR="0" indent="0" algn="l" defTabSz="821530" latinLnBrk="0">
                        <a:lnSpc>
                          <a:spcPct val="100000"/>
                        </a:lnSpc>
                        <a:spcBef>
                          <a:spcPts val="0"/>
                        </a:spcBef>
                        <a:spcAft>
                          <a:spcPts val="0"/>
                        </a:spcAft>
                        <a:buClrTx/>
                        <a:buSzPct val="100000"/>
                        <a:buFontTx/>
                        <a:buNone/>
                        <a:tabLst/>
                        <a:defRPr sz="1800">
                          <a:latin typeface="Arial" panose="020B0604020202020204"/>
                          <a:ea typeface="Arial" panose="020B0604020202020204"/>
                          <a:cs typeface="Arial" panose="020B0604020202020204"/>
                          <a:sym typeface="Arial" panose="020B0604020202020204"/>
                        </a:defRPr>
                      </a:pPr>
                      <a:r>
                        <a:rPr lang="en-US" altLang="zh-CN" sz="1800" b="0" i="0" u="none" strike="noStrike" cap="none" spc="0" baseline="0" dirty="0">
                          <a:ln>
                            <a:noFill/>
                          </a:ln>
                          <a:solidFill>
                            <a:schemeClr val="tx1"/>
                          </a:solidFill>
                          <a:uFillTx/>
                          <a:latin typeface="Arial" panose="020B0604020202020204"/>
                          <a:ea typeface="Arial" panose="020B0604020202020204"/>
                          <a:cs typeface="Arial" panose="020B0604020202020204"/>
                          <a:sym typeface="Arial"/>
                        </a:rPr>
                        <a:t>2. Cutting: press the grid plate on the surface of the product, and use the grid knife to cross the product surface along the grid (Figure 6). Draw a line in the X direction (defined by the length of the product), draw a line in the Y direction (defined by the width of the product), and each scratch line should be deep to the substrate of the coating (Figure 7); </a:t>
                      </a:r>
                    </a:p>
                    <a:p>
                      <a:pPr marL="0" marR="0" indent="0" algn="l" defTabSz="821530" latinLnBrk="0">
                        <a:lnSpc>
                          <a:spcPct val="100000"/>
                        </a:lnSpc>
                        <a:spcBef>
                          <a:spcPts val="0"/>
                        </a:spcBef>
                        <a:spcAft>
                          <a:spcPts val="0"/>
                        </a:spcAft>
                        <a:buClrTx/>
                        <a:buSzPct val="100000"/>
                        <a:buFontTx/>
                        <a:buNone/>
                        <a:tabLst/>
                        <a:defRPr sz="1800">
                          <a:latin typeface="Arial" panose="020B0604020202020204"/>
                          <a:ea typeface="Arial" panose="020B0604020202020204"/>
                          <a:cs typeface="Arial" panose="020B0604020202020204"/>
                          <a:sym typeface="Arial" panose="020B0604020202020204"/>
                        </a:defRPr>
                      </a:pPr>
                      <a:r>
                        <a:rPr lang="en-US" altLang="zh-CN" sz="1800" b="0" i="0" u="none" strike="noStrike" cap="none" spc="0" baseline="0" dirty="0">
                          <a:ln>
                            <a:noFill/>
                          </a:ln>
                          <a:solidFill>
                            <a:schemeClr val="tx1"/>
                          </a:solidFill>
                          <a:uFillTx/>
                          <a:latin typeface="Arial" panose="020B0604020202020204"/>
                          <a:ea typeface="Arial" panose="020B0604020202020204"/>
                          <a:cs typeface="Arial" panose="020B0604020202020204"/>
                          <a:sym typeface="Arial"/>
                        </a:rPr>
                        <a:t>3. Test: Firmly stick the small grid position of the tested product with 3M tape, rub the surface of the tape with your fingers to increase the contact area between the tape and the tested area (Figure 8), place it for 90+/-30 seconds, and then grasp the end of the tape with your hand and quickly tear the tape at an Angle as close to 180° as possible (Figure 9). </a:t>
                      </a:r>
                    </a:p>
                    <a:p>
                      <a:pPr marL="0" marR="0" indent="0" algn="l" defTabSz="821530" latinLnBrk="0">
                        <a:lnSpc>
                          <a:spcPct val="100000"/>
                        </a:lnSpc>
                        <a:spcBef>
                          <a:spcPts val="0"/>
                        </a:spcBef>
                        <a:spcAft>
                          <a:spcPts val="0"/>
                        </a:spcAft>
                        <a:buClrTx/>
                        <a:buSzPct val="100000"/>
                        <a:buFontTx/>
                        <a:buNone/>
                        <a:tabLst/>
                        <a:defRPr sz="1800">
                          <a:latin typeface="Arial" panose="020B0604020202020204"/>
                          <a:ea typeface="Arial" panose="020B0604020202020204"/>
                          <a:cs typeface="Arial" panose="020B0604020202020204"/>
                          <a:sym typeface="Arial" panose="020B0604020202020204"/>
                        </a:defRPr>
                      </a:pPr>
                      <a:r>
                        <a:rPr lang="en-US" altLang="zh-CN" sz="1800" b="0" i="0" u="none" strike="noStrike" cap="none" spc="0" baseline="0" dirty="0">
                          <a:ln>
                            <a:noFill/>
                          </a:ln>
                          <a:solidFill>
                            <a:schemeClr val="tx1"/>
                          </a:solidFill>
                          <a:uFillTx/>
                          <a:latin typeface="Arial" panose="020B0604020202020204"/>
                          <a:ea typeface="Arial" panose="020B0604020202020204"/>
                          <a:cs typeface="Arial" panose="020B0604020202020204"/>
                          <a:sym typeface="Arial"/>
                        </a:rPr>
                        <a:t>4. Judgment: According to the comparison diagram (Figure 10), visually inspect the area of coating detachment to determine;</a:t>
                      </a:r>
                    </a:p>
                  </a:txBody>
                  <a:tcPr marL="12700" marR="12700" marT="12700" marB="12700" horzOverflow="overflow">
                    <a:lnL w="6350">
                      <a:solidFill>
                        <a:srgbClr val="000000"/>
                      </a:solidFill>
                    </a:lnL>
                    <a:lnR w="6350">
                      <a:solidFill>
                        <a:srgbClr val="000000"/>
                      </a:solidFill>
                    </a:lnR>
                    <a:lnT w="6350">
                      <a:solidFill>
                        <a:srgbClr val="000000"/>
                      </a:solidFill>
                    </a:lnT>
                    <a:lnB w="6350">
                      <a:solidFill>
                        <a:srgbClr val="000000"/>
                      </a:solidFill>
                    </a:lnB>
                  </a:tcPr>
                </a:tc>
                <a:tc>
                  <a:txBody>
                    <a:bodyPr/>
                    <a:lstStyle/>
                    <a:p>
                      <a:pPr marL="0" marR="0" indent="0" algn="l" defTabSz="409575" rtl="0" latinLnBrk="0">
                        <a:lnSpc>
                          <a:spcPct val="100000"/>
                        </a:lnSpc>
                        <a:spcBef>
                          <a:spcPts val="0"/>
                        </a:spcBef>
                        <a:spcAft>
                          <a:spcPts val="0"/>
                        </a:spcAft>
                        <a:buClrTx/>
                        <a:buSzTx/>
                        <a:buFontTx/>
                        <a:buNone/>
                        <a:defRPr sz="2600">
                          <a:sym typeface="Helvetica Neue Medium" panose="02000503000000020004"/>
                        </a:defRPr>
                      </a:pPr>
                      <a:r>
                        <a:rPr sz="2600" b="0" i="0" u="none" strike="noStrike" cap="none" spc="0" baseline="0" dirty="0">
                          <a:ln>
                            <a:noFill/>
                          </a:ln>
                          <a:solidFill>
                            <a:schemeClr val="tx1"/>
                          </a:solidFill>
                          <a:uFillTx/>
                          <a:latin typeface="Arial" panose="020B0604020202020204" pitchFamily="34" charset="0"/>
                          <a:ea typeface="+mj-ea"/>
                          <a:cs typeface="Arial" panose="020B0604020202020204" pitchFamily="34" charset="0"/>
                          <a:sym typeface="Helvetica Neue Thin" panose="02000503000000020004"/>
                        </a:rPr>
                        <a:t>1</a:t>
                      </a:r>
                      <a:r>
                        <a:rPr lang="en-US" sz="2600" b="0" i="0" u="none" strike="noStrike" cap="none" spc="0" baseline="0" dirty="0">
                          <a:ln>
                            <a:noFill/>
                          </a:ln>
                          <a:solidFill>
                            <a:schemeClr val="tx1"/>
                          </a:solidFill>
                          <a:uFillTx/>
                          <a:latin typeface="Arial" panose="020B0604020202020204" pitchFamily="34" charset="0"/>
                          <a:ea typeface="+mj-ea"/>
                          <a:cs typeface="Arial" panose="020B0604020202020204" pitchFamily="34" charset="0"/>
                          <a:sym typeface="Helvetica Neue Thin" panose="02000503000000020004"/>
                        </a:rPr>
                        <a:t>. </a:t>
                      </a:r>
                      <a:r>
                        <a:rPr sz="2600" b="0" i="0" u="none" strike="noStrike" cap="none" spc="0" baseline="0" dirty="0">
                          <a:ln>
                            <a:noFill/>
                          </a:ln>
                          <a:solidFill>
                            <a:schemeClr val="tx1"/>
                          </a:solidFill>
                          <a:uFillTx/>
                          <a:latin typeface="Arial" panose="020B0604020202020204" pitchFamily="34" charset="0"/>
                          <a:ea typeface="+mj-ea"/>
                          <a:cs typeface="Arial" panose="020B0604020202020204" pitchFamily="34" charset="0"/>
                          <a:sym typeface="Helvetica Neue Thin" panose="02000503000000020004"/>
                        </a:rPr>
                        <a:t> Measurement Method ：</a:t>
                      </a:r>
                      <a:r>
                        <a:rPr lang="en-US" altLang="zh-CN" sz="2600" b="0" i="0" u="none" strike="noStrike" cap="none" spc="0" baseline="0" dirty="0">
                          <a:ln>
                            <a:noFill/>
                          </a:ln>
                          <a:solidFill>
                            <a:schemeClr val="tx1"/>
                          </a:solidFill>
                          <a:uFillTx/>
                          <a:latin typeface="Arial" panose="020B0604020202020204" pitchFamily="34" charset="0"/>
                          <a:ea typeface="+mj-ea"/>
                          <a:cs typeface="Arial" panose="020B0604020202020204" pitchFamily="34" charset="0"/>
                          <a:sym typeface="Helvetica Neue"/>
                        </a:rPr>
                        <a:t>Cross Hatch</a:t>
                      </a:r>
                    </a:p>
                    <a:p>
                      <a:pPr marL="0" indent="0" algn="l" defTabSz="409575">
                        <a:buSzPct val="100000"/>
                        <a:buNone/>
                        <a:defRPr sz="2400">
                          <a:sym typeface="Helvetica Neue Medium"/>
                        </a:defRPr>
                      </a:pPr>
                      <a:r>
                        <a:rPr sz="2600" b="0" i="0" u="none" strike="noStrike" cap="none" spc="0" baseline="0" dirty="0">
                          <a:ln>
                            <a:noFill/>
                          </a:ln>
                          <a:solidFill>
                            <a:schemeClr val="tx1"/>
                          </a:solidFill>
                          <a:uFillTx/>
                          <a:latin typeface="Arial" panose="020B0604020202020204" pitchFamily="34" charset="0"/>
                          <a:ea typeface="+mj-ea"/>
                          <a:cs typeface="Arial" panose="020B0604020202020204" pitchFamily="34" charset="0"/>
                          <a:sym typeface="Helvetica Neue Thin" panose="02000503000000020004"/>
                        </a:rPr>
                        <a:t>2.  </a:t>
                      </a:r>
                      <a:r>
                        <a:rPr lang="en-US" sz="2600" b="0" i="0" u="none" strike="noStrike" cap="none" spc="0" baseline="0" dirty="0">
                          <a:ln>
                            <a:noFill/>
                          </a:ln>
                          <a:solidFill>
                            <a:schemeClr val="tx1"/>
                          </a:solidFill>
                          <a:uFillTx/>
                          <a:latin typeface="Arial" panose="020B0604020202020204" pitchFamily="34" charset="0"/>
                          <a:ea typeface="+mj-ea"/>
                          <a:cs typeface="Arial" panose="020B0604020202020204" pitchFamily="34" charset="0"/>
                          <a:sym typeface="Helvetica Neue Thin" panose="02000503000000020004"/>
                        </a:rPr>
                        <a:t>Fixture ：</a:t>
                      </a:r>
                      <a:r>
                        <a:rPr lang="en-US" altLang="zh-CN" sz="2600" b="0" i="0" u="none" strike="noStrike" cap="none" spc="0" baseline="0" dirty="0">
                          <a:ln>
                            <a:noFill/>
                          </a:ln>
                          <a:solidFill>
                            <a:schemeClr val="tx1"/>
                          </a:solidFill>
                          <a:uFillTx/>
                          <a:latin typeface="Arial" panose="020B0604020202020204" pitchFamily="34" charset="0"/>
                          <a:ea typeface="+mj-ea"/>
                          <a:cs typeface="Arial" panose="020B0604020202020204" pitchFamily="34" charset="0"/>
                          <a:sym typeface="Helvetica Neue Medium"/>
                        </a:rPr>
                        <a:t>J-R240-2#</a:t>
                      </a:r>
                    </a:p>
                    <a:p>
                      <a:pPr marL="0" marR="0" indent="0" algn="l" defTabSz="409575" rtl="0" eaLnBrk="1" fontAlgn="auto" latinLnBrk="0" hangingPunct="1">
                        <a:lnSpc>
                          <a:spcPct val="100000"/>
                        </a:lnSpc>
                        <a:spcBef>
                          <a:spcPts val="0"/>
                        </a:spcBef>
                        <a:spcAft>
                          <a:spcPts val="0"/>
                        </a:spcAft>
                        <a:buClrTx/>
                        <a:buSzTx/>
                        <a:buFontTx/>
                        <a:buNone/>
                        <a:tabLst/>
                        <a:defRPr sz="2600">
                          <a:sym typeface="Helvetica Neue Medium" panose="02000503000000020004"/>
                        </a:defRPr>
                      </a:pPr>
                      <a:r>
                        <a:rPr sz="2600" b="0" i="0" u="none" strike="noStrike" cap="none" spc="0" baseline="0" dirty="0">
                          <a:ln>
                            <a:noFill/>
                          </a:ln>
                          <a:solidFill>
                            <a:schemeClr val="tx1"/>
                          </a:solidFill>
                          <a:uFillTx/>
                          <a:latin typeface="Arial" panose="020B0604020202020204" pitchFamily="34" charset="0"/>
                          <a:ea typeface="+mj-ea"/>
                          <a:cs typeface="Arial" panose="020B0604020202020204" pitchFamily="34" charset="0"/>
                          <a:sym typeface="Helvetica Neue Thin" panose="02000503000000020004"/>
                        </a:rPr>
                        <a:t>3.  Measurement status ：</a:t>
                      </a:r>
                      <a:r>
                        <a:rPr lang="en-US" altLang="zh-CN" sz="2600" b="0" i="0" u="none" strike="noStrike" cap="none" spc="0" baseline="0" dirty="0">
                          <a:ln>
                            <a:noFill/>
                          </a:ln>
                          <a:solidFill>
                            <a:schemeClr val="tx1"/>
                          </a:solidFill>
                          <a:uFillTx/>
                          <a:latin typeface="Arial" panose="020B0604020202020204" pitchFamily="34" charset="0"/>
                          <a:ea typeface="+mn-ea"/>
                          <a:cs typeface="Arial" panose="020B0604020202020204" pitchFamily="34" charset="0"/>
                          <a:sym typeface="Helvetica Neue Medium" panose="02000503000000020004"/>
                        </a:rPr>
                        <a:t>Constrained</a:t>
                      </a:r>
                    </a:p>
                    <a:p>
                      <a:pPr marL="0" marR="0" indent="0" algn="l" defTabSz="409575" rtl="0" latinLnBrk="0">
                        <a:lnSpc>
                          <a:spcPct val="100000"/>
                        </a:lnSpc>
                        <a:spcBef>
                          <a:spcPts val="0"/>
                        </a:spcBef>
                        <a:spcAft>
                          <a:spcPts val="0"/>
                        </a:spcAft>
                        <a:buClrTx/>
                        <a:buSzTx/>
                        <a:buFontTx/>
                        <a:buNone/>
                        <a:defRPr sz="2600">
                          <a:sym typeface="Helvetica Neue Medium" panose="02000503000000020004"/>
                        </a:defRPr>
                      </a:pPr>
                      <a:r>
                        <a:rPr sz="2600" b="0" i="0" u="none" strike="noStrike" cap="none" spc="0" baseline="0" dirty="0">
                          <a:ln>
                            <a:noFill/>
                          </a:ln>
                          <a:solidFill>
                            <a:schemeClr val="tx1"/>
                          </a:solidFill>
                          <a:uFillTx/>
                          <a:latin typeface="Arial" panose="020B0604020202020204" pitchFamily="34" charset="0"/>
                          <a:ea typeface="+mj-ea"/>
                          <a:cs typeface="Arial" panose="020B0604020202020204" pitchFamily="34" charset="0"/>
                          <a:sym typeface="Helvetica Neue Thin" panose="02000503000000020004"/>
                        </a:rPr>
                        <a:t>4.  Measurem</a:t>
                      </a:r>
                      <a:r>
                        <a:rPr sz="2600" b="0" i="0" u="sng" strike="noStrike" cap="none" spc="0" baseline="0" dirty="0">
                          <a:ln>
                            <a:noFill/>
                          </a:ln>
                          <a:solidFill>
                            <a:schemeClr val="tx1"/>
                          </a:solidFill>
                          <a:uFillTx/>
                          <a:latin typeface="Arial" panose="020B0604020202020204" pitchFamily="34" charset="0"/>
                          <a:ea typeface="+mj-ea"/>
                          <a:cs typeface="Arial" panose="020B0604020202020204" pitchFamily="34" charset="0"/>
                          <a:sym typeface="Helvetica Neue Thin" panose="02000503000000020004"/>
                        </a:rPr>
                        <a:t>e</a:t>
                      </a:r>
                      <a:r>
                        <a:rPr sz="2600" b="0" i="0" u="none" strike="noStrike" cap="none" spc="0" baseline="0" dirty="0">
                          <a:ln>
                            <a:noFill/>
                          </a:ln>
                          <a:solidFill>
                            <a:schemeClr val="tx1"/>
                          </a:solidFill>
                          <a:uFillTx/>
                          <a:latin typeface="Arial" panose="020B0604020202020204" pitchFamily="34" charset="0"/>
                          <a:ea typeface="+mj-ea"/>
                          <a:cs typeface="Arial" panose="020B0604020202020204" pitchFamily="34" charset="0"/>
                          <a:sym typeface="Helvetica Neue Thin" panose="02000503000000020004"/>
                        </a:rPr>
                        <a:t>nt procedure ：</a:t>
                      </a:r>
                      <a:r>
                        <a:rPr lang="en-US" altLang="zh-CN" sz="2600" b="0" i="0" u="none" strike="noStrike" cap="none" spc="0" baseline="0" dirty="0">
                          <a:ln>
                            <a:noFill/>
                          </a:ln>
                          <a:solidFill>
                            <a:schemeClr val="tx1"/>
                          </a:solidFill>
                          <a:uFillTx/>
                          <a:latin typeface="Arial" panose="020B0604020202020204" pitchFamily="34" charset="0"/>
                          <a:ea typeface="+mj-ea"/>
                          <a:cs typeface="Arial" panose="020B0604020202020204" pitchFamily="34" charset="0"/>
                          <a:sym typeface="Helvetica Neue Thin" panose="02000503000000020004"/>
                        </a:rPr>
                        <a:t>Same as the FAI</a:t>
                      </a:r>
                      <a:endParaRPr sz="2600" b="0" i="0" u="none" strike="noStrike" cap="none" spc="0" baseline="0" dirty="0">
                        <a:ln>
                          <a:noFill/>
                        </a:ln>
                        <a:solidFill>
                          <a:schemeClr val="tx1"/>
                        </a:solidFill>
                        <a:uFillTx/>
                        <a:latin typeface="Arial" panose="020B0604020202020204" pitchFamily="34" charset="0"/>
                        <a:ea typeface="+mj-ea"/>
                        <a:cs typeface="Arial" panose="020B0604020202020204" pitchFamily="34" charset="0"/>
                        <a:sym typeface="Helvetica Neue Thin" panose="02000503000000020004"/>
                      </a:endParaRPr>
                    </a:p>
                  </a:txBody>
                  <a:tcPr marL="12700" marR="12700" marT="12700" marB="12700" horzOverflow="overflow">
                    <a:lnL w="6350">
                      <a:solidFill>
                        <a:srgbClr val="000000"/>
                      </a:solidFill>
                    </a:lnL>
                    <a:lnR w="6350">
                      <a:solidFill>
                        <a:srgbClr val="000000"/>
                      </a:solidFill>
                    </a:lnR>
                    <a:lnT w="6350">
                      <a:solidFill>
                        <a:srgbClr val="000000"/>
                      </a:solidFill>
                    </a:lnT>
                    <a:lnB w="6350">
                      <a:solidFill>
                        <a:srgbClr val="000000"/>
                      </a:solidFill>
                    </a:lnB>
                  </a:tcPr>
                </a:tc>
                <a:extLst>
                  <a:ext uri="{0D108BD9-81ED-4DB2-BD59-A6C34878D82A}">
                    <a16:rowId xmlns:a16="http://schemas.microsoft.com/office/drawing/2014/main" val="10002"/>
                  </a:ext>
                </a:extLst>
              </a:tr>
            </a:tbl>
          </a:graphicData>
        </a:graphic>
      </p:graphicFrame>
      <p:sp>
        <p:nvSpPr>
          <p:cNvPr id="9" name="灯片编号占位符 8"/>
          <p:cNvSpPr>
            <a:spLocks noGrp="1"/>
          </p:cNvSpPr>
          <p:nvPr>
            <p:ph type="sldNum" sz="quarter" idx="2"/>
          </p:nvPr>
        </p:nvSpPr>
        <p:spPr>
          <a:xfrm>
            <a:off x="12456660" y="13137532"/>
            <a:ext cx="466265" cy="477668"/>
          </a:xfrm>
        </p:spPr>
        <p:txBody>
          <a:bodyPr/>
          <a:lstStyle/>
          <a:p>
            <a:fld id="{86CB4B4D-7CA3-9044-876B-883B54F8677D}" type="slidenum">
              <a:rPr lang="en-US" altLang="zh-CN" smtClean="0"/>
              <a:t>33</a:t>
            </a:fld>
            <a:endParaRPr lang="en-US" altLang="zh-CN" dirty="0"/>
          </a:p>
        </p:txBody>
      </p:sp>
      <p:pic>
        <p:nvPicPr>
          <p:cNvPr id="59" name="pasted-image.pdf" descr="pasted-image.pdf"/>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13595452" y="10425792"/>
            <a:ext cx="3905321" cy="745677"/>
          </a:xfrm>
          <a:prstGeom prst="rect">
            <a:avLst/>
          </a:prstGeom>
          <a:ln w="12700">
            <a:miter lim="400000"/>
          </a:ln>
        </p:spPr>
      </p:pic>
      <p:pic>
        <p:nvPicPr>
          <p:cNvPr id="61" name="pasted-image.png" descr="pasted-image.png"/>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3565890" y="11224967"/>
            <a:ext cx="4140681" cy="1173617"/>
          </a:xfrm>
          <a:prstGeom prst="rect">
            <a:avLst/>
          </a:prstGeom>
          <a:ln w="12700">
            <a:miter lim="400000"/>
          </a:ln>
        </p:spPr>
      </p:pic>
      <p:sp>
        <p:nvSpPr>
          <p:cNvPr id="62" name="Pic1"/>
          <p:cNvSpPr txBox="1"/>
          <p:nvPr/>
        </p:nvSpPr>
        <p:spPr>
          <a:xfrm>
            <a:off x="14349010" y="7150379"/>
            <a:ext cx="551433" cy="37959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lvl1pPr>
              <a:defRPr sz="1800">
                <a:latin typeface="Helvetica Light"/>
                <a:ea typeface="Helvetica Light"/>
                <a:cs typeface="Helvetica Light"/>
                <a:sym typeface="Helvetica Light"/>
              </a:defRPr>
            </a:lvl1pPr>
          </a:lstStyle>
          <a:p>
            <a:r>
              <a:rPr dirty="0">
                <a:latin typeface="Arial" panose="020B0604020202020204" pitchFamily="34" charset="0"/>
                <a:cs typeface="Arial" panose="020B0604020202020204" pitchFamily="34" charset="0"/>
              </a:rPr>
              <a:t>Pic1</a:t>
            </a:r>
          </a:p>
        </p:txBody>
      </p:sp>
      <p:sp>
        <p:nvSpPr>
          <p:cNvPr id="63" name="Pic 2"/>
          <p:cNvSpPr txBox="1"/>
          <p:nvPr/>
        </p:nvSpPr>
        <p:spPr>
          <a:xfrm>
            <a:off x="17054986" y="7153656"/>
            <a:ext cx="615553" cy="37959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lvl1pPr>
              <a:defRPr sz="1800">
                <a:latin typeface="Helvetica Light"/>
                <a:ea typeface="Helvetica Light"/>
                <a:cs typeface="Helvetica Light"/>
                <a:sym typeface="Helvetica Light"/>
              </a:defRPr>
            </a:lvl1pPr>
          </a:lstStyle>
          <a:p>
            <a:r>
              <a:rPr>
                <a:latin typeface="Arial" panose="020B0604020202020204" pitchFamily="34" charset="0"/>
                <a:cs typeface="Arial" panose="020B0604020202020204" pitchFamily="34" charset="0"/>
              </a:rPr>
              <a:t>Pic 2</a:t>
            </a:r>
          </a:p>
        </p:txBody>
      </p:sp>
      <p:sp>
        <p:nvSpPr>
          <p:cNvPr id="64" name="Pic 3"/>
          <p:cNvSpPr txBox="1"/>
          <p:nvPr/>
        </p:nvSpPr>
        <p:spPr>
          <a:xfrm>
            <a:off x="19705085" y="7162010"/>
            <a:ext cx="615553" cy="37959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lvl1pPr>
              <a:defRPr sz="1800">
                <a:latin typeface="Helvetica Light"/>
                <a:ea typeface="Helvetica Light"/>
                <a:cs typeface="Helvetica Light"/>
                <a:sym typeface="Helvetica Light"/>
              </a:defRPr>
            </a:lvl1pPr>
          </a:lstStyle>
          <a:p>
            <a:r>
              <a:rPr dirty="0">
                <a:latin typeface="Arial" panose="020B0604020202020204" pitchFamily="34" charset="0"/>
                <a:cs typeface="Arial" panose="020B0604020202020204" pitchFamily="34" charset="0"/>
              </a:rPr>
              <a:t>Pic 3</a:t>
            </a:r>
          </a:p>
        </p:txBody>
      </p:sp>
      <p:sp>
        <p:nvSpPr>
          <p:cNvPr id="66" name="Pic 4"/>
          <p:cNvSpPr txBox="1"/>
          <p:nvPr/>
        </p:nvSpPr>
        <p:spPr>
          <a:xfrm>
            <a:off x="22000404" y="7162010"/>
            <a:ext cx="615553" cy="37959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lvl1pPr>
              <a:defRPr sz="1800">
                <a:latin typeface="Helvetica Light"/>
                <a:ea typeface="Helvetica Light"/>
                <a:cs typeface="Helvetica Light"/>
                <a:sym typeface="Helvetica Light"/>
              </a:defRPr>
            </a:lvl1pPr>
          </a:lstStyle>
          <a:p>
            <a:r>
              <a:rPr dirty="0">
                <a:latin typeface="Arial" panose="020B0604020202020204" pitchFamily="34" charset="0"/>
                <a:cs typeface="Arial" panose="020B0604020202020204" pitchFamily="34" charset="0"/>
              </a:rPr>
              <a:t>Pic 4</a:t>
            </a:r>
          </a:p>
        </p:txBody>
      </p:sp>
      <p:sp>
        <p:nvSpPr>
          <p:cNvPr id="67" name="Pic 5"/>
          <p:cNvSpPr txBox="1"/>
          <p:nvPr/>
        </p:nvSpPr>
        <p:spPr>
          <a:xfrm>
            <a:off x="14646628" y="9764698"/>
            <a:ext cx="615553" cy="37959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lvl1pPr>
              <a:defRPr sz="1800">
                <a:latin typeface="Helvetica Light"/>
                <a:ea typeface="Helvetica Light"/>
                <a:cs typeface="Helvetica Light"/>
                <a:sym typeface="Helvetica Light"/>
              </a:defRPr>
            </a:lvl1pPr>
          </a:lstStyle>
          <a:p>
            <a:r>
              <a:rPr dirty="0">
                <a:latin typeface="Arial" panose="020B0604020202020204" pitchFamily="34" charset="0"/>
                <a:cs typeface="Arial" panose="020B0604020202020204" pitchFamily="34" charset="0"/>
              </a:rPr>
              <a:t>Pic 5</a:t>
            </a:r>
          </a:p>
        </p:txBody>
      </p:sp>
      <p:sp>
        <p:nvSpPr>
          <p:cNvPr id="68" name="Pic 6"/>
          <p:cNvSpPr txBox="1"/>
          <p:nvPr/>
        </p:nvSpPr>
        <p:spPr>
          <a:xfrm>
            <a:off x="17180240" y="9764475"/>
            <a:ext cx="615553" cy="37959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lvl1pPr>
              <a:defRPr sz="1800">
                <a:latin typeface="Helvetica Light"/>
                <a:ea typeface="Helvetica Light"/>
                <a:cs typeface="Helvetica Light"/>
                <a:sym typeface="Helvetica Light"/>
              </a:defRPr>
            </a:lvl1pPr>
          </a:lstStyle>
          <a:p>
            <a:r>
              <a:rPr dirty="0">
                <a:latin typeface="Arial" panose="020B0604020202020204" pitchFamily="34" charset="0"/>
                <a:cs typeface="Arial" panose="020B0604020202020204" pitchFamily="34" charset="0"/>
              </a:rPr>
              <a:t>Pic 6</a:t>
            </a:r>
          </a:p>
        </p:txBody>
      </p:sp>
      <p:sp>
        <p:nvSpPr>
          <p:cNvPr id="69" name="Pic 7"/>
          <p:cNvSpPr txBox="1"/>
          <p:nvPr/>
        </p:nvSpPr>
        <p:spPr>
          <a:xfrm>
            <a:off x="19795213" y="9666726"/>
            <a:ext cx="615553" cy="37959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lvl1pPr>
              <a:defRPr sz="1800">
                <a:latin typeface="Helvetica Light"/>
                <a:ea typeface="Helvetica Light"/>
                <a:cs typeface="Helvetica Light"/>
                <a:sym typeface="Helvetica Light"/>
              </a:defRPr>
            </a:lvl1pPr>
          </a:lstStyle>
          <a:p>
            <a:r>
              <a:rPr dirty="0">
                <a:latin typeface="Arial" panose="020B0604020202020204" pitchFamily="34" charset="0"/>
                <a:cs typeface="Arial" panose="020B0604020202020204" pitchFamily="34" charset="0"/>
              </a:rPr>
              <a:t>Pic 7</a:t>
            </a:r>
          </a:p>
        </p:txBody>
      </p:sp>
      <p:sp>
        <p:nvSpPr>
          <p:cNvPr id="71" name="Pic 9"/>
          <p:cNvSpPr txBox="1"/>
          <p:nvPr/>
        </p:nvSpPr>
        <p:spPr>
          <a:xfrm>
            <a:off x="15269202" y="12496638"/>
            <a:ext cx="615553" cy="37959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lvl1pPr>
              <a:defRPr sz="1800">
                <a:latin typeface="Helvetica Light"/>
                <a:ea typeface="Helvetica Light"/>
                <a:cs typeface="Helvetica Light"/>
                <a:sym typeface="Helvetica Light"/>
              </a:defRPr>
            </a:lvl1pPr>
          </a:lstStyle>
          <a:p>
            <a:r>
              <a:rPr dirty="0">
                <a:latin typeface="Arial" panose="020B0604020202020204" pitchFamily="34" charset="0"/>
                <a:cs typeface="Arial" panose="020B0604020202020204" pitchFamily="34" charset="0"/>
              </a:rPr>
              <a:t>Pic 9</a:t>
            </a:r>
          </a:p>
        </p:txBody>
      </p:sp>
      <p:pic>
        <p:nvPicPr>
          <p:cNvPr id="72" name="成组" descr="成组"/>
          <p:cNvPicPr>
            <a:picLocks/>
          </p:cNvPicPr>
          <p:nvPr/>
        </p:nvPicPr>
        <p:blipFill>
          <a:blip r:embed="rId4" cstate="email">
            <a:extLst>
              <a:ext uri="{28A0092B-C50C-407E-A947-70E740481C1C}">
                <a14:useLocalDpi xmlns:a14="http://schemas.microsoft.com/office/drawing/2010/main"/>
              </a:ext>
            </a:extLst>
          </a:blip>
          <a:stretch>
            <a:fillRect/>
          </a:stretch>
        </p:blipFill>
        <p:spPr>
          <a:xfrm>
            <a:off x="16337774" y="5400216"/>
            <a:ext cx="1857923" cy="1286435"/>
          </a:xfrm>
          <a:prstGeom prst="rect">
            <a:avLst/>
          </a:prstGeom>
        </p:spPr>
      </p:pic>
      <p:pic>
        <p:nvPicPr>
          <p:cNvPr id="73" name="成组" descr="成组"/>
          <p:cNvPicPr>
            <a:picLocks/>
          </p:cNvPicPr>
          <p:nvPr/>
        </p:nvPicPr>
        <p:blipFill>
          <a:blip r:embed="rId5" cstate="email">
            <a:extLst>
              <a:ext uri="{28A0092B-C50C-407E-A947-70E740481C1C}">
                <a14:useLocalDpi xmlns:a14="http://schemas.microsoft.com/office/drawing/2010/main"/>
              </a:ext>
            </a:extLst>
          </a:blip>
          <a:stretch>
            <a:fillRect/>
          </a:stretch>
        </p:blipFill>
        <p:spPr>
          <a:xfrm>
            <a:off x="13652581" y="5375074"/>
            <a:ext cx="1944291" cy="1336719"/>
          </a:xfrm>
          <a:prstGeom prst="rect">
            <a:avLst/>
          </a:prstGeom>
        </p:spPr>
      </p:pic>
      <p:sp>
        <p:nvSpPr>
          <p:cNvPr id="75" name="辅助治具"/>
          <p:cNvSpPr txBox="1"/>
          <p:nvPr/>
        </p:nvSpPr>
        <p:spPr>
          <a:xfrm>
            <a:off x="21465617" y="6830571"/>
            <a:ext cx="1786706" cy="287840"/>
          </a:xfrm>
          <a:prstGeom prst="rect">
            <a:avLst/>
          </a:prstGeom>
          <a:solidFill>
            <a:srgbClr val="FFFFFF"/>
          </a:solid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numCol="1" anchor="ctr">
            <a:noAutofit/>
          </a:bodyPr>
          <a:lstStyle>
            <a:lvl1pPr>
              <a:defRPr sz="1700">
                <a:latin typeface="Helvetica Light"/>
                <a:ea typeface="Helvetica Light"/>
                <a:cs typeface="Helvetica Light"/>
                <a:sym typeface="Helvetica Light"/>
              </a:defRPr>
            </a:lvl1pPr>
          </a:lstStyle>
          <a:p>
            <a:r>
              <a:rPr lang="zh-CN" altLang="en-US" dirty="0">
                <a:latin typeface="Arial" panose="020B0604020202020204" pitchFamily="34" charset="0"/>
                <a:cs typeface="Arial" panose="020B0604020202020204" pitchFamily="34" charset="0"/>
              </a:rPr>
              <a:t>划格板间隔</a:t>
            </a:r>
            <a:r>
              <a:rPr lang="en-US" altLang="zh-CN" dirty="0">
                <a:latin typeface="Arial" panose="020B0604020202020204" pitchFamily="34" charset="0"/>
                <a:cs typeface="Arial" panose="020B0604020202020204" pitchFamily="34" charset="0"/>
              </a:rPr>
              <a:t>1mm</a:t>
            </a:r>
            <a:endParaRPr dirty="0">
              <a:latin typeface="Arial" panose="020B0604020202020204" pitchFamily="34" charset="0"/>
              <a:cs typeface="Arial" panose="020B0604020202020204" pitchFamily="34" charset="0"/>
            </a:endParaRPr>
          </a:p>
        </p:txBody>
      </p:sp>
      <p:sp>
        <p:nvSpPr>
          <p:cNvPr id="79" name="PIC 6 Judgement"/>
          <p:cNvSpPr txBox="1"/>
          <p:nvPr/>
        </p:nvSpPr>
        <p:spPr>
          <a:xfrm>
            <a:off x="19875492" y="11954389"/>
            <a:ext cx="2257207" cy="50783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114300" tIns="114300" rIns="114300" bIns="114300" anchor="ctr">
            <a:spAutoFit/>
          </a:bodyPr>
          <a:lstStyle>
            <a:lvl1pPr defTabSz="819150">
              <a:defRPr sz="1800"/>
            </a:lvl1pPr>
          </a:lstStyle>
          <a:p>
            <a:r>
              <a:rPr dirty="0">
                <a:latin typeface="Arial" panose="020B0604020202020204" pitchFamily="34" charset="0"/>
                <a:ea typeface="Helvetica Light"/>
                <a:cs typeface="Arial" panose="020B0604020202020204" pitchFamily="34" charset="0"/>
                <a:sym typeface="Helvetica Light"/>
              </a:rPr>
              <a:t>P</a:t>
            </a:r>
            <a:r>
              <a:rPr lang="en-US" dirty="0">
                <a:latin typeface="Arial" panose="020B0604020202020204" pitchFamily="34" charset="0"/>
                <a:ea typeface="Helvetica Light"/>
                <a:cs typeface="Arial" panose="020B0604020202020204" pitchFamily="34" charset="0"/>
                <a:sym typeface="Helvetica Light"/>
              </a:rPr>
              <a:t>ic</a:t>
            </a:r>
            <a:r>
              <a:rPr dirty="0">
                <a:latin typeface="Arial" panose="020B0604020202020204" pitchFamily="34" charset="0"/>
                <a:ea typeface="Helvetica Light"/>
                <a:cs typeface="Arial" panose="020B0604020202020204" pitchFamily="34" charset="0"/>
                <a:sym typeface="Helvetica Light"/>
              </a:rPr>
              <a:t> </a:t>
            </a:r>
            <a:r>
              <a:rPr lang="en-US" dirty="0">
                <a:latin typeface="Arial" panose="020B0604020202020204" pitchFamily="34" charset="0"/>
                <a:ea typeface="Helvetica Light"/>
                <a:cs typeface="Arial" panose="020B0604020202020204" pitchFamily="34" charset="0"/>
                <a:sym typeface="Helvetica Light"/>
              </a:rPr>
              <a:t>10</a:t>
            </a:r>
            <a:r>
              <a:rPr dirty="0">
                <a:latin typeface="Arial" panose="020B0604020202020204" pitchFamily="34" charset="0"/>
                <a:ea typeface="Helvetica Light"/>
                <a:cs typeface="Arial" panose="020B0604020202020204" pitchFamily="34" charset="0"/>
                <a:sym typeface="Helvetica Light"/>
              </a:rPr>
              <a:t> </a:t>
            </a:r>
            <a:r>
              <a:rPr dirty="0" err="1">
                <a:latin typeface="Arial" panose="020B0604020202020204" pitchFamily="34" charset="0"/>
                <a:ea typeface="Helvetica Light"/>
                <a:cs typeface="Arial" panose="020B0604020202020204" pitchFamily="34" charset="0"/>
                <a:sym typeface="Helvetica Light"/>
              </a:rPr>
              <a:t>Judgement</a:t>
            </a:r>
            <a:endParaRPr dirty="0">
              <a:latin typeface="Arial" panose="020B0604020202020204" pitchFamily="34" charset="0"/>
              <a:ea typeface="Helvetica Light"/>
              <a:cs typeface="Arial" panose="020B0604020202020204" pitchFamily="34" charset="0"/>
              <a:sym typeface="Helvetica Light"/>
            </a:endParaRPr>
          </a:p>
        </p:txBody>
      </p:sp>
      <p:sp>
        <p:nvSpPr>
          <p:cNvPr id="80" name="辅助治具"/>
          <p:cNvSpPr txBox="1"/>
          <p:nvPr/>
        </p:nvSpPr>
        <p:spPr>
          <a:xfrm>
            <a:off x="14178996" y="6700416"/>
            <a:ext cx="1012408" cy="287840"/>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numCol="1" anchor="ctr">
            <a:noAutofit/>
          </a:bodyPr>
          <a:lstStyle>
            <a:lvl1pPr>
              <a:defRPr sz="1700">
                <a:latin typeface="Helvetica Light"/>
                <a:ea typeface="Helvetica Light"/>
                <a:cs typeface="Helvetica Light"/>
                <a:sym typeface="Helvetica Light"/>
              </a:defRPr>
            </a:lvl1pPr>
          </a:lstStyle>
          <a:p>
            <a:r>
              <a:rPr lang="zh-CN" altLang="en-US" dirty="0">
                <a:latin typeface="Arial" panose="020B0604020202020204" pitchFamily="34" charset="0"/>
                <a:cs typeface="Arial" panose="020B0604020202020204" pitchFamily="34" charset="0"/>
              </a:rPr>
              <a:t>划格刀</a:t>
            </a:r>
            <a:endParaRPr dirty="0">
              <a:latin typeface="Arial" panose="020B0604020202020204" pitchFamily="34" charset="0"/>
              <a:cs typeface="Arial" panose="020B0604020202020204" pitchFamily="34" charset="0"/>
            </a:endParaRPr>
          </a:p>
        </p:txBody>
      </p:sp>
      <p:sp>
        <p:nvSpPr>
          <p:cNvPr id="81" name="辅助治具"/>
          <p:cNvSpPr txBox="1"/>
          <p:nvPr/>
        </p:nvSpPr>
        <p:spPr>
          <a:xfrm>
            <a:off x="16727807" y="6700415"/>
            <a:ext cx="1241571" cy="417995"/>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numCol="1" anchor="ctr">
            <a:noAutofit/>
          </a:bodyPr>
          <a:lstStyle>
            <a:lvl1pPr>
              <a:defRPr sz="1700">
                <a:latin typeface="Helvetica Light"/>
                <a:ea typeface="Helvetica Light"/>
                <a:cs typeface="Helvetica Light"/>
                <a:sym typeface="Helvetica Light"/>
              </a:defRPr>
            </a:lvl1pPr>
          </a:lstStyle>
          <a:p>
            <a:r>
              <a:rPr lang="en-US" dirty="0">
                <a:latin typeface="Arial" panose="020B0604020202020204" pitchFamily="34" charset="0"/>
                <a:cs typeface="Arial" panose="020B0604020202020204" pitchFamily="34" charset="0"/>
              </a:rPr>
              <a:t>3mm</a:t>
            </a:r>
            <a:r>
              <a:rPr lang="zh-CN" altLang="en-US" dirty="0">
                <a:latin typeface="Arial" panose="020B0604020202020204" pitchFamily="34" charset="0"/>
                <a:cs typeface="Arial" panose="020B0604020202020204" pitchFamily="34" charset="0"/>
              </a:rPr>
              <a:t>胶带</a:t>
            </a:r>
            <a:endParaRPr dirty="0">
              <a:latin typeface="Arial" panose="020B0604020202020204" pitchFamily="34" charset="0"/>
              <a:cs typeface="Arial" panose="020B0604020202020204" pitchFamily="34" charset="0"/>
            </a:endParaRPr>
          </a:p>
        </p:txBody>
      </p:sp>
      <p:sp>
        <p:nvSpPr>
          <p:cNvPr id="100" name="圆角矩形"/>
          <p:cNvSpPr/>
          <p:nvPr/>
        </p:nvSpPr>
        <p:spPr>
          <a:xfrm>
            <a:off x="13106400" y="4895850"/>
            <a:ext cx="10219032" cy="8102053"/>
          </a:xfrm>
          <a:prstGeom prst="roundRect">
            <a:avLst>
              <a:gd name="adj" fmla="val 4784"/>
            </a:avLst>
          </a:prstGeom>
          <a:ln w="25400">
            <a:solidFill>
              <a:srgbClr val="A6AAA9"/>
            </a:solidFill>
            <a:miter lim="400000"/>
          </a:ln>
        </p:spPr>
        <p:txBody>
          <a:bodyPr lIns="50800" tIns="50800" rIns="50800" bIns="50800" anchor="ctr"/>
          <a:lstStyle/>
          <a:p>
            <a:pPr>
              <a:defRPr sz="3600">
                <a:latin typeface="Helvetica Neue Light"/>
                <a:ea typeface="Helvetica Neue Light"/>
                <a:cs typeface="Helvetica Neue Light"/>
                <a:sym typeface="Helvetica Neue Light"/>
              </a:defRPr>
            </a:pPr>
            <a:endParaRPr>
              <a:latin typeface="Arial" panose="020B0604020202020204" pitchFamily="34" charset="0"/>
              <a:cs typeface="Arial" panose="020B0604020202020204" pitchFamily="34" charset="0"/>
            </a:endParaRPr>
          </a:p>
        </p:txBody>
      </p:sp>
      <p:sp>
        <p:nvSpPr>
          <p:cNvPr id="49" name="MTD | X1335 Metrology Details-Magnet 160-02017-05 (Series)">
            <a:extLst>
              <a:ext uri="{FF2B5EF4-FFF2-40B4-BE49-F238E27FC236}">
                <a16:creationId xmlns:a16="http://schemas.microsoft.com/office/drawing/2014/main" id="{97E9F8AC-CB39-1B4D-BC63-0DDCCB87880A}"/>
              </a:ext>
            </a:extLst>
          </p:cNvPr>
          <p:cNvSpPr txBox="1">
            <a:spLocks/>
          </p:cNvSpPr>
          <p:nvPr/>
        </p:nvSpPr>
        <p:spPr>
          <a:xfrm>
            <a:off x="783725" y="902136"/>
            <a:ext cx="14591955" cy="84420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noAutofit/>
          </a:bodyPr>
          <a:lstStyle>
            <a:lvl1pPr marL="0" marR="0" indent="0" algn="ctr" defTabSz="821530" rtl="0" latinLnBrk="0">
              <a:lnSpc>
                <a:spcPct val="100000"/>
              </a:lnSpc>
              <a:spcBef>
                <a:spcPts val="0"/>
              </a:spcBef>
              <a:spcAft>
                <a:spcPts val="0"/>
              </a:spcAft>
              <a:buClrTx/>
              <a:buSzTx/>
              <a:buFontTx/>
              <a:buNone/>
              <a:tabLst/>
              <a:defRPr sz="11200" b="0" i="0" u="none" strike="noStrike" cap="none" spc="0" baseline="0">
                <a:ln>
                  <a:noFill/>
                </a:ln>
                <a:solidFill>
                  <a:srgbClr val="000000"/>
                </a:solidFill>
                <a:uFillTx/>
                <a:latin typeface="+mj-lt"/>
                <a:ea typeface="+mj-ea"/>
                <a:cs typeface="+mj-cs"/>
                <a:sym typeface="Helvetica Neue Medium"/>
              </a:defRPr>
            </a:lvl1pPr>
            <a:lvl2pPr marL="0" marR="0" indent="0" algn="ctr" defTabSz="821530" rtl="0" latinLnBrk="0">
              <a:lnSpc>
                <a:spcPct val="100000"/>
              </a:lnSpc>
              <a:spcBef>
                <a:spcPts val="0"/>
              </a:spcBef>
              <a:spcAft>
                <a:spcPts val="0"/>
              </a:spcAft>
              <a:buClrTx/>
              <a:buSzTx/>
              <a:buFontTx/>
              <a:buNone/>
              <a:tabLst/>
              <a:defRPr sz="11200" b="0" i="0" u="none" strike="noStrike" cap="none" spc="0" baseline="0">
                <a:ln>
                  <a:noFill/>
                </a:ln>
                <a:solidFill>
                  <a:srgbClr val="000000"/>
                </a:solidFill>
                <a:uFillTx/>
                <a:latin typeface="+mj-lt"/>
                <a:ea typeface="+mj-ea"/>
                <a:cs typeface="+mj-cs"/>
                <a:sym typeface="Helvetica Neue Medium"/>
              </a:defRPr>
            </a:lvl2pPr>
            <a:lvl3pPr marL="0" marR="0" indent="0" algn="ctr" defTabSz="821530" rtl="0" latinLnBrk="0">
              <a:lnSpc>
                <a:spcPct val="100000"/>
              </a:lnSpc>
              <a:spcBef>
                <a:spcPts val="0"/>
              </a:spcBef>
              <a:spcAft>
                <a:spcPts val="0"/>
              </a:spcAft>
              <a:buClrTx/>
              <a:buSzTx/>
              <a:buFontTx/>
              <a:buNone/>
              <a:tabLst/>
              <a:defRPr sz="11200" b="0" i="0" u="none" strike="noStrike" cap="none" spc="0" baseline="0">
                <a:ln>
                  <a:noFill/>
                </a:ln>
                <a:solidFill>
                  <a:srgbClr val="000000"/>
                </a:solidFill>
                <a:uFillTx/>
                <a:latin typeface="+mj-lt"/>
                <a:ea typeface="+mj-ea"/>
                <a:cs typeface="+mj-cs"/>
                <a:sym typeface="Helvetica Neue Medium"/>
              </a:defRPr>
            </a:lvl3pPr>
            <a:lvl4pPr marL="0" marR="0" indent="0" algn="ctr" defTabSz="821530" rtl="0" latinLnBrk="0">
              <a:lnSpc>
                <a:spcPct val="100000"/>
              </a:lnSpc>
              <a:spcBef>
                <a:spcPts val="0"/>
              </a:spcBef>
              <a:spcAft>
                <a:spcPts val="0"/>
              </a:spcAft>
              <a:buClrTx/>
              <a:buSzTx/>
              <a:buFontTx/>
              <a:buNone/>
              <a:tabLst/>
              <a:defRPr sz="11200" b="0" i="0" u="none" strike="noStrike" cap="none" spc="0" baseline="0">
                <a:ln>
                  <a:noFill/>
                </a:ln>
                <a:solidFill>
                  <a:srgbClr val="000000"/>
                </a:solidFill>
                <a:uFillTx/>
                <a:latin typeface="+mj-lt"/>
                <a:ea typeface="+mj-ea"/>
                <a:cs typeface="+mj-cs"/>
                <a:sym typeface="Helvetica Neue Medium"/>
              </a:defRPr>
            </a:lvl4pPr>
            <a:lvl5pPr marL="0" marR="0" indent="0" algn="ctr" defTabSz="821530" rtl="0" latinLnBrk="0">
              <a:lnSpc>
                <a:spcPct val="100000"/>
              </a:lnSpc>
              <a:spcBef>
                <a:spcPts val="0"/>
              </a:spcBef>
              <a:spcAft>
                <a:spcPts val="0"/>
              </a:spcAft>
              <a:buClrTx/>
              <a:buSzTx/>
              <a:buFontTx/>
              <a:buNone/>
              <a:tabLst/>
              <a:defRPr sz="11200" b="0" i="0" u="none" strike="noStrike" cap="none" spc="0" baseline="0">
                <a:ln>
                  <a:noFill/>
                </a:ln>
                <a:solidFill>
                  <a:srgbClr val="000000"/>
                </a:solidFill>
                <a:uFillTx/>
                <a:latin typeface="+mj-lt"/>
                <a:ea typeface="+mj-ea"/>
                <a:cs typeface="+mj-cs"/>
                <a:sym typeface="Helvetica Neue Medium"/>
              </a:defRPr>
            </a:lvl5pPr>
            <a:lvl6pPr marL="0" marR="0" indent="0" algn="ctr" defTabSz="821530" rtl="0" latinLnBrk="0">
              <a:lnSpc>
                <a:spcPct val="100000"/>
              </a:lnSpc>
              <a:spcBef>
                <a:spcPts val="0"/>
              </a:spcBef>
              <a:spcAft>
                <a:spcPts val="0"/>
              </a:spcAft>
              <a:buClrTx/>
              <a:buSzTx/>
              <a:buFontTx/>
              <a:buNone/>
              <a:tabLst/>
              <a:defRPr sz="11200" b="0" i="0" u="none" strike="noStrike" cap="none" spc="0" baseline="0">
                <a:ln>
                  <a:noFill/>
                </a:ln>
                <a:solidFill>
                  <a:srgbClr val="000000"/>
                </a:solidFill>
                <a:uFillTx/>
                <a:latin typeface="+mj-lt"/>
                <a:ea typeface="+mj-ea"/>
                <a:cs typeface="+mj-cs"/>
                <a:sym typeface="Helvetica Neue Medium"/>
              </a:defRPr>
            </a:lvl6pPr>
            <a:lvl7pPr marL="0" marR="0" indent="0" algn="ctr" defTabSz="821530" rtl="0" latinLnBrk="0">
              <a:lnSpc>
                <a:spcPct val="100000"/>
              </a:lnSpc>
              <a:spcBef>
                <a:spcPts val="0"/>
              </a:spcBef>
              <a:spcAft>
                <a:spcPts val="0"/>
              </a:spcAft>
              <a:buClrTx/>
              <a:buSzTx/>
              <a:buFontTx/>
              <a:buNone/>
              <a:tabLst/>
              <a:defRPr sz="11200" b="0" i="0" u="none" strike="noStrike" cap="none" spc="0" baseline="0">
                <a:ln>
                  <a:noFill/>
                </a:ln>
                <a:solidFill>
                  <a:srgbClr val="000000"/>
                </a:solidFill>
                <a:uFillTx/>
                <a:latin typeface="+mj-lt"/>
                <a:ea typeface="+mj-ea"/>
                <a:cs typeface="+mj-cs"/>
                <a:sym typeface="Helvetica Neue Medium"/>
              </a:defRPr>
            </a:lvl7pPr>
            <a:lvl8pPr marL="0" marR="0" indent="0" algn="ctr" defTabSz="821530" rtl="0" latinLnBrk="0">
              <a:lnSpc>
                <a:spcPct val="100000"/>
              </a:lnSpc>
              <a:spcBef>
                <a:spcPts val="0"/>
              </a:spcBef>
              <a:spcAft>
                <a:spcPts val="0"/>
              </a:spcAft>
              <a:buClrTx/>
              <a:buSzTx/>
              <a:buFontTx/>
              <a:buNone/>
              <a:tabLst/>
              <a:defRPr sz="11200" b="0" i="0" u="none" strike="noStrike" cap="none" spc="0" baseline="0">
                <a:ln>
                  <a:noFill/>
                </a:ln>
                <a:solidFill>
                  <a:srgbClr val="000000"/>
                </a:solidFill>
                <a:uFillTx/>
                <a:latin typeface="+mj-lt"/>
                <a:ea typeface="+mj-ea"/>
                <a:cs typeface="+mj-cs"/>
                <a:sym typeface="Helvetica Neue Medium"/>
              </a:defRPr>
            </a:lvl8pPr>
            <a:lvl9pPr marL="0" marR="0" indent="0" algn="ctr" defTabSz="821530" rtl="0" latinLnBrk="0">
              <a:lnSpc>
                <a:spcPct val="100000"/>
              </a:lnSpc>
              <a:spcBef>
                <a:spcPts val="0"/>
              </a:spcBef>
              <a:spcAft>
                <a:spcPts val="0"/>
              </a:spcAft>
              <a:buClrTx/>
              <a:buSzTx/>
              <a:buFontTx/>
              <a:buNone/>
              <a:tabLst/>
              <a:defRPr sz="11200" b="0" i="0" u="none" strike="noStrike" cap="none" spc="0" baseline="0">
                <a:ln>
                  <a:noFill/>
                </a:ln>
                <a:solidFill>
                  <a:srgbClr val="000000"/>
                </a:solidFill>
                <a:uFillTx/>
                <a:latin typeface="+mj-lt"/>
                <a:ea typeface="+mj-ea"/>
                <a:cs typeface="+mj-cs"/>
                <a:sym typeface="Helvetica Neue Medium"/>
              </a:defRPr>
            </a:lvl9pPr>
          </a:lstStyle>
          <a:p>
            <a:pPr algn="l" defTabSz="212866" hangingPunct="1">
              <a:defRPr sz="4400">
                <a:solidFill>
                  <a:srgbClr val="024C90"/>
                </a:solidFill>
                <a:latin typeface="Helvetica Neue Light"/>
                <a:ea typeface="Helvetica Neue Light"/>
                <a:cs typeface="Helvetica Neue Light"/>
                <a:sym typeface="Helvetica Neue Light"/>
              </a:defRPr>
            </a:pPr>
            <a:r>
              <a:rPr lang="en" sz="4400" dirty="0">
                <a:solidFill>
                  <a:srgbClr val="024C90"/>
                </a:solidFill>
                <a:latin typeface="Arial" panose="020B0604020202020204" pitchFamily="34" charset="0"/>
                <a:ea typeface="Helvetica Neue Light"/>
                <a:cs typeface="Arial" panose="020B0604020202020204" pitchFamily="34" charset="0"/>
                <a:sym typeface="Helvetica Neue Light"/>
              </a:rPr>
              <a:t>MTD</a:t>
            </a:r>
            <a:r>
              <a:rPr lang="en" sz="4400" dirty="0">
                <a:latin typeface="Arial" panose="020B0604020202020204" pitchFamily="34" charset="0"/>
                <a:ea typeface="Helvetica Neue Light"/>
                <a:cs typeface="Arial" panose="020B0604020202020204" pitchFamily="34" charset="0"/>
                <a:sym typeface="Helvetica Neue Light"/>
              </a:rPr>
              <a:t> | </a:t>
            </a:r>
            <a:r>
              <a:rPr lang="en-US" sz="4400" dirty="0">
                <a:solidFill>
                  <a:schemeClr val="tx1"/>
                </a:solidFill>
                <a:latin typeface="Arial" panose="020B0604020202020204" pitchFamily="34" charset="0"/>
                <a:ea typeface="Helvetica Neue Light"/>
                <a:cs typeface="Arial" panose="020B0604020202020204" pitchFamily="34" charset="0"/>
                <a:sym typeface="Helvetica Neue Light"/>
              </a:rPr>
              <a:t>R240</a:t>
            </a:r>
            <a:r>
              <a:rPr lang="en" sz="4400" dirty="0">
                <a:latin typeface="Arial" panose="020B0604020202020204" pitchFamily="34" charset="0"/>
                <a:ea typeface="Helvetica Neue Light"/>
                <a:cs typeface="Arial" panose="020B0604020202020204" pitchFamily="34" charset="0"/>
                <a:sym typeface="Helvetica Neue Light"/>
              </a:rPr>
              <a:t> </a:t>
            </a:r>
            <a:r>
              <a:rPr lang="en" sz="4400" dirty="0">
                <a:solidFill>
                  <a:schemeClr val="tx1"/>
                </a:solidFill>
                <a:latin typeface="Arial" panose="020B0604020202020204" pitchFamily="34" charset="0"/>
                <a:ea typeface="Helvetica Neue Light"/>
                <a:cs typeface="Arial" panose="020B0604020202020204" pitchFamily="34" charset="0"/>
                <a:sym typeface="Helvetica Neue Light"/>
              </a:rPr>
              <a:t>Metrology Details-Magnet </a:t>
            </a:r>
            <a:r>
              <a:rPr lang="sv-SE" altLang="zh-CN" sz="4400" dirty="0">
                <a:solidFill>
                  <a:schemeClr val="tx1"/>
                </a:solidFill>
                <a:latin typeface="Arial" panose="020B0604020202020204" pitchFamily="34" charset="0"/>
                <a:ea typeface="Helvetica Neue Light"/>
                <a:cs typeface="Arial" panose="020B0604020202020204" pitchFamily="34" charset="0"/>
                <a:sym typeface="Helvetica Neue Light"/>
              </a:rPr>
              <a:t>099-53721-08</a:t>
            </a:r>
          </a:p>
        </p:txBody>
      </p:sp>
      <p:pic>
        <p:nvPicPr>
          <p:cNvPr id="127" name="图片 126"/>
          <p:cNvPicPr>
            <a:picLocks noChangeAspect="1"/>
          </p:cNvPicPr>
          <p:nvPr/>
        </p:nvPicPr>
        <p:blipFill>
          <a:blip r:embed="rId6" cstate="email">
            <a:extLst>
              <a:ext uri="{28A0092B-C50C-407E-A947-70E740481C1C}">
                <a14:useLocalDpi xmlns:a14="http://schemas.microsoft.com/office/drawing/2010/main"/>
              </a:ext>
            </a:extLst>
          </a:blip>
          <a:stretch>
            <a:fillRect/>
          </a:stretch>
        </p:blipFill>
        <p:spPr>
          <a:xfrm rot="5400000">
            <a:off x="19315264" y="5364518"/>
            <a:ext cx="1403026" cy="1393440"/>
          </a:xfrm>
          <a:prstGeom prst="rect">
            <a:avLst/>
          </a:prstGeom>
        </p:spPr>
      </p:pic>
      <p:sp>
        <p:nvSpPr>
          <p:cNvPr id="92" name="辅助治具"/>
          <p:cNvSpPr txBox="1"/>
          <p:nvPr/>
        </p:nvSpPr>
        <p:spPr>
          <a:xfrm>
            <a:off x="19525470" y="6869303"/>
            <a:ext cx="1012408" cy="287840"/>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numCol="1" anchor="ctr">
            <a:noAutofit/>
          </a:bodyPr>
          <a:lstStyle>
            <a:lvl1pPr>
              <a:defRPr sz="1700">
                <a:latin typeface="Helvetica Light"/>
                <a:ea typeface="Helvetica Light"/>
                <a:cs typeface="Helvetica Light"/>
                <a:sym typeface="Helvetica Light"/>
              </a:defRPr>
            </a:lvl1pPr>
          </a:lstStyle>
          <a:p>
            <a:r>
              <a:rPr dirty="0" err="1">
                <a:latin typeface="Arial" panose="020B0604020202020204" pitchFamily="34" charset="0"/>
                <a:cs typeface="Arial" panose="020B0604020202020204" pitchFamily="34" charset="0"/>
              </a:rPr>
              <a:t>辅助治具</a:t>
            </a:r>
            <a:endParaRPr dirty="0">
              <a:latin typeface="Arial" panose="020B0604020202020204" pitchFamily="34" charset="0"/>
              <a:cs typeface="Arial" panose="020B0604020202020204" pitchFamily="34" charset="0"/>
            </a:endParaRPr>
          </a:p>
        </p:txBody>
      </p:sp>
      <p:pic>
        <p:nvPicPr>
          <p:cNvPr id="128" name="图片 127"/>
          <p:cNvPicPr>
            <a:picLocks noChangeAspect="1"/>
          </p:cNvPicPr>
          <p:nvPr/>
        </p:nvPicPr>
        <p:blipFill>
          <a:blip r:embed="rId7" cstate="email">
            <a:extLst>
              <a:ext uri="{28A0092B-C50C-407E-A947-70E740481C1C}">
                <a14:useLocalDpi xmlns:a14="http://schemas.microsoft.com/office/drawing/2010/main"/>
              </a:ext>
            </a:extLst>
          </a:blip>
          <a:stretch>
            <a:fillRect/>
          </a:stretch>
        </p:blipFill>
        <p:spPr>
          <a:xfrm>
            <a:off x="21596189" y="5392381"/>
            <a:ext cx="1427097" cy="1305054"/>
          </a:xfrm>
          <a:prstGeom prst="rect">
            <a:avLst/>
          </a:prstGeom>
        </p:spPr>
      </p:pic>
      <p:pic>
        <p:nvPicPr>
          <p:cNvPr id="129" name="图片 128"/>
          <p:cNvPicPr>
            <a:picLocks noChangeAspect="1"/>
          </p:cNvPicPr>
          <p:nvPr/>
        </p:nvPicPr>
        <p:blipFill>
          <a:blip r:embed="rId8" cstate="email">
            <a:extLst>
              <a:ext uri="{28A0092B-C50C-407E-A947-70E740481C1C}">
                <a14:useLocalDpi xmlns:a14="http://schemas.microsoft.com/office/drawing/2010/main"/>
              </a:ext>
            </a:extLst>
          </a:blip>
          <a:stretch>
            <a:fillRect/>
          </a:stretch>
        </p:blipFill>
        <p:spPr>
          <a:xfrm rot="16200000">
            <a:off x="14023438" y="7915092"/>
            <a:ext cx="1644228" cy="1633386"/>
          </a:xfrm>
          <a:prstGeom prst="rect">
            <a:avLst/>
          </a:prstGeom>
        </p:spPr>
      </p:pic>
      <p:pic>
        <p:nvPicPr>
          <p:cNvPr id="130" name="图片 129"/>
          <p:cNvPicPr>
            <a:picLocks noChangeAspect="1"/>
          </p:cNvPicPr>
          <p:nvPr/>
        </p:nvPicPr>
        <p:blipFill>
          <a:blip r:embed="rId9" cstate="email">
            <a:extLst>
              <a:ext uri="{28A0092B-C50C-407E-A947-70E740481C1C}">
                <a14:useLocalDpi xmlns:a14="http://schemas.microsoft.com/office/drawing/2010/main"/>
              </a:ext>
            </a:extLst>
          </a:blip>
          <a:stretch>
            <a:fillRect/>
          </a:stretch>
        </p:blipFill>
        <p:spPr>
          <a:xfrm>
            <a:off x="16595335" y="7941662"/>
            <a:ext cx="1583418" cy="1619304"/>
          </a:xfrm>
          <a:prstGeom prst="rect">
            <a:avLst/>
          </a:prstGeom>
        </p:spPr>
      </p:pic>
      <p:pic>
        <p:nvPicPr>
          <p:cNvPr id="131" name="图片 130"/>
          <p:cNvPicPr>
            <a:picLocks noChangeAspect="1"/>
          </p:cNvPicPr>
          <p:nvPr/>
        </p:nvPicPr>
        <p:blipFill>
          <a:blip r:embed="rId10" cstate="email">
            <a:extLst>
              <a:ext uri="{28A0092B-C50C-407E-A947-70E740481C1C}">
                <a14:useLocalDpi xmlns:a14="http://schemas.microsoft.com/office/drawing/2010/main"/>
              </a:ext>
            </a:extLst>
          </a:blip>
          <a:stretch>
            <a:fillRect/>
          </a:stretch>
        </p:blipFill>
        <p:spPr>
          <a:xfrm rot="5400000">
            <a:off x="19224121" y="7816094"/>
            <a:ext cx="1664768" cy="1786104"/>
          </a:xfrm>
          <a:prstGeom prst="rect">
            <a:avLst/>
          </a:prstGeom>
        </p:spPr>
      </p:pic>
      <p:grpSp>
        <p:nvGrpSpPr>
          <p:cNvPr id="137" name="组合 136"/>
          <p:cNvGrpSpPr/>
          <p:nvPr/>
        </p:nvGrpSpPr>
        <p:grpSpPr>
          <a:xfrm>
            <a:off x="18720272" y="10662844"/>
            <a:ext cx="4044478" cy="1085922"/>
            <a:chOff x="14259848" y="10121160"/>
            <a:chExt cx="7417240" cy="1991490"/>
          </a:xfrm>
        </p:grpSpPr>
        <p:sp>
          <p:nvSpPr>
            <p:cNvPr id="138" name="OK"/>
            <p:cNvSpPr txBox="1"/>
            <p:nvPr/>
          </p:nvSpPr>
          <p:spPr>
            <a:xfrm>
              <a:off x="15946993" y="11642749"/>
              <a:ext cx="554737" cy="4699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800" tIns="50800" rIns="50800" bIns="50800" anchor="ctr">
              <a:spAutoFit/>
            </a:bodyPr>
            <a:lstStyle>
              <a:lvl1pPr>
                <a:defRPr sz="2400">
                  <a:solidFill>
                    <a:schemeClr val="accent2">
                      <a:satOff val="-55555"/>
                      <a:lumOff val="18333"/>
                    </a:schemeClr>
                  </a:solidFill>
                  <a:latin typeface="Helvetica Light"/>
                  <a:ea typeface="Helvetica Light"/>
                  <a:cs typeface="Helvetica Light"/>
                  <a:sym typeface="Helvetica Light"/>
                </a:defRPr>
              </a:lvl1pPr>
            </a:lstStyle>
            <a:p>
              <a:r>
                <a:rPr dirty="0">
                  <a:latin typeface="Arial" panose="020B0604020202020204" pitchFamily="34" charset="0"/>
                  <a:cs typeface="Arial" panose="020B0604020202020204" pitchFamily="34" charset="0"/>
                </a:rPr>
                <a:t>OK</a:t>
              </a:r>
            </a:p>
          </p:txBody>
        </p:sp>
        <p:sp>
          <p:nvSpPr>
            <p:cNvPr id="139" name="NG"/>
            <p:cNvSpPr txBox="1"/>
            <p:nvPr/>
          </p:nvSpPr>
          <p:spPr>
            <a:xfrm>
              <a:off x="19860469" y="11636051"/>
              <a:ext cx="571501" cy="4699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800" tIns="50800" rIns="50800" bIns="50800" anchor="ctr">
              <a:spAutoFit/>
            </a:bodyPr>
            <a:lstStyle>
              <a:lvl1pPr>
                <a:defRPr sz="2400">
                  <a:solidFill>
                    <a:srgbClr val="FF2600"/>
                  </a:solidFill>
                  <a:latin typeface="Helvetica Light"/>
                  <a:ea typeface="Helvetica Light"/>
                  <a:cs typeface="Helvetica Light"/>
                  <a:sym typeface="Helvetica Light"/>
                </a:defRPr>
              </a:lvl1pPr>
            </a:lstStyle>
            <a:p>
              <a:r>
                <a:rPr dirty="0">
                  <a:latin typeface="Arial" panose="020B0604020202020204" pitchFamily="34" charset="0"/>
                  <a:cs typeface="Arial" panose="020B0604020202020204" pitchFamily="34" charset="0"/>
                </a:rPr>
                <a:t>NG</a:t>
              </a:r>
            </a:p>
          </p:txBody>
        </p:sp>
        <p:grpSp>
          <p:nvGrpSpPr>
            <p:cNvPr id="140" name="组合 139"/>
            <p:cNvGrpSpPr/>
            <p:nvPr/>
          </p:nvGrpSpPr>
          <p:grpSpPr>
            <a:xfrm>
              <a:off x="14259848" y="10121160"/>
              <a:ext cx="7417240" cy="1476646"/>
              <a:chOff x="7764234" y="5070374"/>
              <a:chExt cx="3708620" cy="738323"/>
            </a:xfrm>
          </p:grpSpPr>
          <p:pic>
            <p:nvPicPr>
              <p:cNvPr id="141" name="图片 140"/>
              <p:cNvPicPr>
                <a:picLocks noChangeAspect="1" noChangeArrowheads="1"/>
              </p:cNvPicPr>
              <p:nvPr/>
            </p:nvPicPr>
            <p:blipFill rotWithShape="1">
              <a:blip r:embed="rId11" cstate="email">
                <a:extLst>
                  <a:ext uri="{28A0092B-C50C-407E-A947-70E740481C1C}">
                    <a14:useLocalDpi xmlns:a14="http://schemas.microsoft.com/office/drawing/2010/main"/>
                  </a:ext>
                </a:extLst>
              </a:blip>
              <a:srcRect/>
              <a:stretch/>
            </p:blipFill>
            <p:spPr bwMode="auto">
              <a:xfrm>
                <a:off x="7764234" y="5070374"/>
                <a:ext cx="1695603" cy="738323"/>
              </a:xfrm>
              <a:prstGeom prst="rect">
                <a:avLst/>
              </a:prstGeom>
              <a:noFill/>
              <a:extLst>
                <a:ext uri="{909E8E84-426E-40DD-AFC4-6F175D3DCCD1}">
                  <a14:hiddenFill xmlns:a14="http://schemas.microsoft.com/office/drawing/2010/main">
                    <a:solidFill>
                      <a:srgbClr val="FFFFFF"/>
                    </a:solidFill>
                  </a14:hiddenFill>
                </a:ext>
              </a:extLst>
            </p:spPr>
          </p:pic>
          <p:pic>
            <p:nvPicPr>
              <p:cNvPr id="142" name="图片 141"/>
              <p:cNvPicPr>
                <a:picLocks noChangeAspect="1" noChangeArrowheads="1"/>
              </p:cNvPicPr>
              <p:nvPr/>
            </p:nvPicPr>
            <p:blipFill rotWithShape="1">
              <a:blip r:embed="rId12" cstate="email">
                <a:extLst>
                  <a:ext uri="{28A0092B-C50C-407E-A947-70E740481C1C}">
                    <a14:useLocalDpi xmlns:a14="http://schemas.microsoft.com/office/drawing/2010/main"/>
                  </a:ext>
                </a:extLst>
              </a:blip>
              <a:srcRect/>
              <a:stretch/>
            </p:blipFill>
            <p:spPr bwMode="auto">
              <a:xfrm>
                <a:off x="9587360" y="5074941"/>
                <a:ext cx="1885494" cy="7214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pic>
        <p:nvPicPr>
          <p:cNvPr id="2" name="图片 1"/>
          <p:cNvPicPr>
            <a:picLocks noChangeAspect="1"/>
          </p:cNvPicPr>
          <p:nvPr/>
        </p:nvPicPr>
        <p:blipFill>
          <a:blip r:embed="rId13"/>
          <a:stretch>
            <a:fillRect/>
          </a:stretch>
        </p:blipFill>
        <p:spPr>
          <a:xfrm>
            <a:off x="21564600" y="7913713"/>
            <a:ext cx="1409700" cy="1698574"/>
          </a:xfrm>
          <a:prstGeom prst="rect">
            <a:avLst/>
          </a:prstGeom>
        </p:spPr>
      </p:pic>
      <p:sp>
        <p:nvSpPr>
          <p:cNvPr id="143" name="Pic 7"/>
          <p:cNvSpPr txBox="1"/>
          <p:nvPr/>
        </p:nvSpPr>
        <p:spPr>
          <a:xfrm>
            <a:off x="21966913" y="9647676"/>
            <a:ext cx="615554" cy="37959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lvl1pPr>
              <a:defRPr sz="1800">
                <a:latin typeface="Helvetica Light"/>
                <a:ea typeface="Helvetica Light"/>
                <a:cs typeface="Helvetica Light"/>
                <a:sym typeface="Helvetica Light"/>
              </a:defRPr>
            </a:lvl1pPr>
          </a:lstStyle>
          <a:p>
            <a:r>
              <a:rPr dirty="0">
                <a:latin typeface="Arial" panose="020B0604020202020204" pitchFamily="34" charset="0"/>
                <a:cs typeface="Arial" panose="020B0604020202020204" pitchFamily="34" charset="0"/>
              </a:rPr>
              <a:t>Pic </a:t>
            </a:r>
            <a:r>
              <a:rPr lang="en-US" dirty="0">
                <a:latin typeface="Arial" panose="020B0604020202020204" pitchFamily="34" charset="0"/>
                <a:cs typeface="Arial" panose="020B0604020202020204" pitchFamily="34" charset="0"/>
              </a:rPr>
              <a:t>8</a:t>
            </a:r>
            <a:endParaRPr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08480142"/>
      </p:ext>
    </p:extLst>
  </p:cSld>
  <p:clrMapOvr>
    <a:masterClrMapping/>
  </p:clrMapOvr>
  <p:transition spd="med"/>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71" name="表格"/>
          <p:cNvGraphicFramePr/>
          <p:nvPr>
            <p:extLst>
              <p:ext uri="{D42A27DB-BD31-4B8C-83A1-F6EECF244321}">
                <p14:modId xmlns:p14="http://schemas.microsoft.com/office/powerpoint/2010/main" val="1558276809"/>
              </p:ext>
            </p:extLst>
          </p:nvPr>
        </p:nvGraphicFramePr>
        <p:xfrm>
          <a:off x="855324" y="1933265"/>
          <a:ext cx="22807908" cy="11774504"/>
        </p:xfrm>
        <a:graphic>
          <a:graphicData uri="http://schemas.openxmlformats.org/drawingml/2006/table">
            <a:tbl>
              <a:tblPr/>
              <a:tblGrid>
                <a:gridCol w="11321720">
                  <a:extLst>
                    <a:ext uri="{9D8B030D-6E8A-4147-A177-3AD203B41FA5}">
                      <a16:colId xmlns:a16="http://schemas.microsoft.com/office/drawing/2014/main" val="20000"/>
                    </a:ext>
                  </a:extLst>
                </a:gridCol>
                <a:gridCol w="11486188">
                  <a:extLst>
                    <a:ext uri="{9D8B030D-6E8A-4147-A177-3AD203B41FA5}">
                      <a16:colId xmlns:a16="http://schemas.microsoft.com/office/drawing/2014/main" val="20001"/>
                    </a:ext>
                  </a:extLst>
                </a:gridCol>
              </a:tblGrid>
              <a:tr h="648201">
                <a:tc gridSpan="2">
                  <a:txBody>
                    <a:bodyPr/>
                    <a:lstStyle/>
                    <a:p>
                      <a:pPr marL="0" marR="0" lvl="0" indent="0" algn="l" defTabSz="409575" rtl="0" eaLnBrk="1" fontAlgn="auto" latinLnBrk="0" hangingPunct="1">
                        <a:lnSpc>
                          <a:spcPct val="100000"/>
                        </a:lnSpc>
                        <a:spcBef>
                          <a:spcPts val="0"/>
                        </a:spcBef>
                        <a:spcAft>
                          <a:spcPts val="0"/>
                        </a:spcAft>
                        <a:buClrTx/>
                        <a:buSzTx/>
                        <a:buFontTx/>
                        <a:buNone/>
                        <a:defRPr sz="1800"/>
                      </a:pPr>
                      <a:r>
                        <a:rPr lang="en-US" altLang="zh-CN" sz="3000" b="0" i="0" u="none" strike="noStrike" cap="none" spc="0" baseline="0" dirty="0">
                          <a:ln>
                            <a:noFill/>
                          </a:ln>
                          <a:solidFill>
                            <a:schemeClr val="tx1"/>
                          </a:solidFill>
                          <a:uFillTx/>
                          <a:latin typeface="Arial" panose="020B0604020202020204" pitchFamily="34" charset="0"/>
                          <a:ea typeface="+mn-ea"/>
                          <a:cs typeface="Arial" panose="020B0604020202020204" pitchFamily="34" charset="0"/>
                          <a:sym typeface="Helvetica Neue Medium" panose="02000503000000020004"/>
                        </a:rPr>
                        <a:t>SURFACE ENERGY : </a:t>
                      </a:r>
                      <a:r>
                        <a:rPr lang="zh-CN" altLang="en-US" sz="3000" b="0" i="0" u="none" strike="noStrike" cap="none" spc="0" baseline="0" dirty="0">
                          <a:ln>
                            <a:noFill/>
                          </a:ln>
                          <a:solidFill>
                            <a:schemeClr val="tx1"/>
                          </a:solidFill>
                          <a:uFillTx/>
                          <a:latin typeface="Arial" panose="020B0604020202020204" pitchFamily="34" charset="0"/>
                          <a:ea typeface="+mn-ea"/>
                          <a:cs typeface="Arial" panose="020B0604020202020204" pitchFamily="34" charset="0"/>
                          <a:sym typeface="Helvetica Neue Medium" panose="02000503000000020004"/>
                        </a:rPr>
                        <a:t>＞</a:t>
                      </a:r>
                      <a:r>
                        <a:rPr lang="en-US" altLang="zh-CN" sz="3000" b="0" i="0" u="none" strike="noStrike" cap="none" spc="0" baseline="0" dirty="0">
                          <a:ln>
                            <a:noFill/>
                          </a:ln>
                          <a:solidFill>
                            <a:schemeClr val="tx1"/>
                          </a:solidFill>
                          <a:uFillTx/>
                          <a:latin typeface="Arial" panose="020B0604020202020204" pitchFamily="34" charset="0"/>
                          <a:ea typeface="+mn-ea"/>
                          <a:cs typeface="Arial" panose="020B0604020202020204" pitchFamily="34" charset="0"/>
                          <a:sym typeface="Helvetica Neue Medium" panose="02000503000000020004"/>
                        </a:rPr>
                        <a:t>34mN/m</a:t>
                      </a:r>
                    </a:p>
                  </a:txBody>
                  <a:tcPr marL="12700" marR="12700" marT="12700" marB="12700" anchor="ctr" horzOverflow="overflow">
                    <a:lnL w="6350">
                      <a:solidFill>
                        <a:srgbClr val="000000"/>
                      </a:solidFill>
                    </a:lnL>
                    <a:lnR w="6350">
                      <a:solidFill>
                        <a:srgbClr val="000000"/>
                      </a:solidFill>
                    </a:lnR>
                    <a:lnT w="6350">
                      <a:solidFill>
                        <a:srgbClr val="000000"/>
                      </a:solidFill>
                    </a:lnT>
                    <a:lnB w="6350">
                      <a:solidFill>
                        <a:srgbClr val="000000"/>
                      </a:solidFill>
                    </a:lnB>
                    <a:solidFill>
                      <a:srgbClr val="C1E1FE"/>
                    </a:solidFill>
                  </a:tcPr>
                </a:tc>
                <a:tc hMerge="1">
                  <a:txBody>
                    <a:bodyPr/>
                    <a:lstStyle/>
                    <a:p>
                      <a:endParaRPr lang="zh-CN"/>
                    </a:p>
                  </a:txBody>
                  <a:tcPr/>
                </a:tc>
                <a:extLst>
                  <a:ext uri="{0D108BD9-81ED-4DB2-BD59-A6C34878D82A}">
                    <a16:rowId xmlns:a16="http://schemas.microsoft.com/office/drawing/2014/main" val="10000"/>
                  </a:ext>
                </a:extLst>
              </a:tr>
              <a:tr h="638934">
                <a:tc>
                  <a:txBody>
                    <a:bodyPr/>
                    <a:lstStyle/>
                    <a:p>
                      <a:pPr defTabSz="409575">
                        <a:defRPr sz="1800"/>
                      </a:pPr>
                      <a:r>
                        <a:rPr lang="en-US" sz="3000" b="0" i="0" u="none" strike="noStrike" cap="none" spc="0" baseline="0" dirty="0">
                          <a:ln>
                            <a:noFill/>
                          </a:ln>
                          <a:solidFill>
                            <a:schemeClr val="tx1"/>
                          </a:solidFill>
                          <a:uFillTx/>
                          <a:latin typeface="Arial" panose="020B0604020202020204" pitchFamily="34" charset="0"/>
                          <a:ea typeface="+mn-ea"/>
                          <a:cs typeface="Arial" panose="020B0604020202020204" pitchFamily="34" charset="0"/>
                          <a:sym typeface="Helvetica Neue Medium" panose="02000503000000020004"/>
                        </a:rPr>
                        <a:t>FAI</a:t>
                      </a:r>
                      <a:endParaRPr sz="3000" b="0" i="0" u="none" strike="noStrike" cap="none" spc="0" baseline="0" dirty="0">
                        <a:ln>
                          <a:noFill/>
                        </a:ln>
                        <a:solidFill>
                          <a:schemeClr val="tx1"/>
                        </a:solidFill>
                        <a:uFillTx/>
                        <a:latin typeface="Arial" panose="020B0604020202020204" pitchFamily="34" charset="0"/>
                        <a:ea typeface="+mn-ea"/>
                        <a:cs typeface="Arial" panose="020B0604020202020204" pitchFamily="34" charset="0"/>
                        <a:sym typeface="Helvetica Neue Medium" panose="02000503000000020004"/>
                      </a:endParaRPr>
                    </a:p>
                  </a:txBody>
                  <a:tcPr marL="12700" marR="12700" marT="12700" marB="12700" anchor="ctr" horzOverflow="overflow">
                    <a:lnL w="6350">
                      <a:solidFill>
                        <a:srgbClr val="000000"/>
                      </a:solidFill>
                    </a:lnL>
                    <a:lnR w="6350">
                      <a:solidFill>
                        <a:srgbClr val="000000"/>
                      </a:solidFill>
                    </a:lnR>
                    <a:lnT w="6350">
                      <a:solidFill>
                        <a:srgbClr val="000000"/>
                      </a:solidFill>
                    </a:lnT>
                    <a:lnB w="6350">
                      <a:solidFill>
                        <a:srgbClr val="000000"/>
                      </a:solidFill>
                    </a:lnB>
                    <a:solidFill>
                      <a:srgbClr val="C1E1FE"/>
                    </a:solidFill>
                  </a:tcPr>
                </a:tc>
                <a:tc>
                  <a:txBody>
                    <a:bodyPr/>
                    <a:lstStyle/>
                    <a:p>
                      <a:pPr defTabSz="409575">
                        <a:defRPr sz="1800"/>
                      </a:pPr>
                      <a:r>
                        <a:rPr sz="3000" dirty="0">
                          <a:latin typeface="+mj-ea"/>
                          <a:ea typeface="+mj-ea"/>
                          <a:sym typeface="Helvetica Neue Medium" panose="02000503000000020004"/>
                        </a:rPr>
                        <a:t>In-process</a:t>
                      </a:r>
                    </a:p>
                  </a:txBody>
                  <a:tcPr marL="12700" marR="12700" marT="12700" marB="12700" anchor="ctr" horzOverflow="overflow">
                    <a:lnL w="6350">
                      <a:solidFill>
                        <a:srgbClr val="000000"/>
                      </a:solidFill>
                    </a:lnL>
                    <a:lnR w="6350">
                      <a:solidFill>
                        <a:srgbClr val="000000"/>
                      </a:solidFill>
                    </a:lnR>
                    <a:lnT w="6350">
                      <a:solidFill>
                        <a:srgbClr val="000000"/>
                      </a:solidFill>
                    </a:lnT>
                    <a:lnB w="6350">
                      <a:solidFill>
                        <a:srgbClr val="000000"/>
                      </a:solidFill>
                    </a:lnB>
                    <a:solidFill>
                      <a:srgbClr val="C1E1FE"/>
                    </a:solidFill>
                  </a:tcPr>
                </a:tc>
                <a:extLst>
                  <a:ext uri="{0D108BD9-81ED-4DB2-BD59-A6C34878D82A}">
                    <a16:rowId xmlns:a16="http://schemas.microsoft.com/office/drawing/2014/main" val="10001"/>
                  </a:ext>
                </a:extLst>
              </a:tr>
              <a:tr h="10487369">
                <a:tc>
                  <a:txBody>
                    <a:bodyPr/>
                    <a:lstStyle/>
                    <a:p>
                      <a:pPr algn="l" defTabSz="409575">
                        <a:defRPr sz="2600">
                          <a:sym typeface="Helvetica Neue Medium" panose="02000503000000020004"/>
                        </a:defRPr>
                      </a:pPr>
                      <a:r>
                        <a:rPr sz="2600" b="0" i="0" u="none" strike="noStrike" cap="none" spc="0" baseline="0" dirty="0">
                          <a:ln>
                            <a:noFill/>
                          </a:ln>
                          <a:solidFill>
                            <a:schemeClr val="tx1"/>
                          </a:solidFill>
                          <a:uFillTx/>
                          <a:latin typeface="Arial" panose="020B0604020202020204" pitchFamily="34" charset="0"/>
                          <a:ea typeface="+mn-ea"/>
                          <a:cs typeface="Arial" panose="020B0604020202020204" pitchFamily="34" charset="0"/>
                          <a:sym typeface="Helvetica Neue Light"/>
                        </a:rPr>
                        <a:t>1</a:t>
                      </a:r>
                      <a:r>
                        <a:rPr lang="en-US" sz="2600" b="0" i="0" u="none" strike="noStrike" cap="none" spc="0" baseline="0" dirty="0">
                          <a:ln>
                            <a:noFill/>
                          </a:ln>
                          <a:solidFill>
                            <a:schemeClr val="tx1"/>
                          </a:solidFill>
                          <a:uFillTx/>
                          <a:latin typeface="Arial" panose="020B0604020202020204" pitchFamily="34" charset="0"/>
                          <a:ea typeface="+mn-ea"/>
                          <a:cs typeface="Arial" panose="020B0604020202020204" pitchFamily="34" charset="0"/>
                          <a:sym typeface="Helvetica Neue Light"/>
                        </a:rPr>
                        <a:t>.  </a:t>
                      </a:r>
                      <a:r>
                        <a:rPr sz="2600" b="0" i="0" u="none" strike="noStrike" cap="none" spc="0" baseline="0" dirty="0">
                          <a:ln>
                            <a:noFill/>
                          </a:ln>
                          <a:solidFill>
                            <a:schemeClr val="tx1"/>
                          </a:solidFill>
                          <a:uFillTx/>
                          <a:latin typeface="Arial" panose="020B0604020202020204" pitchFamily="34" charset="0"/>
                          <a:ea typeface="+mn-ea"/>
                          <a:cs typeface="Arial" panose="020B0604020202020204" pitchFamily="34" charset="0"/>
                          <a:sym typeface="Helvetica Neue Light"/>
                        </a:rPr>
                        <a:t>Measurement Method ：</a:t>
                      </a:r>
                      <a:r>
                        <a:rPr lang="en-US" sz="2600" b="0" i="0" u="none" strike="noStrike" cap="none" spc="0" baseline="0" dirty="0">
                          <a:ln>
                            <a:noFill/>
                          </a:ln>
                          <a:solidFill>
                            <a:schemeClr val="tx1"/>
                          </a:solidFill>
                          <a:uFillTx/>
                          <a:latin typeface="Arial" panose="020B0604020202020204" pitchFamily="34" charset="0"/>
                          <a:ea typeface="+mn-ea"/>
                          <a:cs typeface="Arial" panose="020B0604020202020204" pitchFamily="34" charset="0"/>
                          <a:sym typeface="Helvetica Neue Light"/>
                        </a:rPr>
                        <a:t>Dyne Pen</a:t>
                      </a:r>
                      <a:endParaRPr sz="2600" b="0" i="0" u="none" strike="noStrike" cap="none" spc="0" baseline="0" dirty="0">
                        <a:ln>
                          <a:noFill/>
                        </a:ln>
                        <a:solidFill>
                          <a:schemeClr val="tx1"/>
                        </a:solidFill>
                        <a:uFillTx/>
                        <a:latin typeface="Arial" panose="020B0604020202020204" pitchFamily="34" charset="0"/>
                        <a:ea typeface="+mn-ea"/>
                        <a:cs typeface="Arial" panose="020B0604020202020204" pitchFamily="34" charset="0"/>
                        <a:sym typeface="Helvetica Neue Light"/>
                      </a:endParaRPr>
                    </a:p>
                    <a:p>
                      <a:pPr algn="l" defTabSz="409575">
                        <a:defRPr sz="2600">
                          <a:sym typeface="Helvetica Neue Medium" panose="02000503000000020004"/>
                        </a:defRPr>
                      </a:pPr>
                      <a:r>
                        <a:rPr sz="2600" b="0" i="0" u="none" strike="noStrike" cap="none" spc="0" baseline="0" dirty="0">
                          <a:ln>
                            <a:noFill/>
                          </a:ln>
                          <a:solidFill>
                            <a:schemeClr val="tx1"/>
                          </a:solidFill>
                          <a:uFillTx/>
                          <a:latin typeface="Arial" panose="020B0604020202020204" pitchFamily="34" charset="0"/>
                          <a:ea typeface="+mn-ea"/>
                          <a:cs typeface="Arial" panose="020B0604020202020204" pitchFamily="34" charset="0"/>
                          <a:sym typeface="Helvetica Neue Light"/>
                        </a:rPr>
                        <a:t>2.  </a:t>
                      </a:r>
                      <a:r>
                        <a:rPr lang="en-US" sz="2600" b="0" i="0" u="none" strike="noStrike" cap="none" spc="0" baseline="0" dirty="0">
                          <a:ln>
                            <a:noFill/>
                          </a:ln>
                          <a:solidFill>
                            <a:schemeClr val="tx1"/>
                          </a:solidFill>
                          <a:uFillTx/>
                          <a:latin typeface="Arial" panose="020B0604020202020204" pitchFamily="34" charset="0"/>
                          <a:ea typeface="+mn-ea"/>
                          <a:cs typeface="Arial" panose="020B0604020202020204" pitchFamily="34" charset="0"/>
                          <a:sym typeface="Helvetica Neue Light"/>
                        </a:rPr>
                        <a:t>Fixture ：/</a:t>
                      </a:r>
                      <a:endParaRPr sz="2600" b="0" i="0" u="none" strike="noStrike" cap="none" spc="0" baseline="0" dirty="0">
                        <a:ln>
                          <a:noFill/>
                        </a:ln>
                        <a:solidFill>
                          <a:schemeClr val="tx1"/>
                        </a:solidFill>
                        <a:uFillTx/>
                        <a:latin typeface="Arial" panose="020B0604020202020204" pitchFamily="34" charset="0"/>
                        <a:ea typeface="+mn-ea"/>
                        <a:cs typeface="Arial" panose="020B0604020202020204" pitchFamily="34" charset="0"/>
                        <a:sym typeface="Helvetica Neue Light"/>
                      </a:endParaRPr>
                    </a:p>
                    <a:p>
                      <a:pPr algn="l" defTabSz="409575">
                        <a:defRPr sz="2600">
                          <a:sym typeface="Helvetica Neue Medium" panose="02000503000000020004"/>
                        </a:defRPr>
                      </a:pPr>
                      <a:r>
                        <a:rPr sz="2600" b="0" i="0" u="none" strike="noStrike" cap="none" spc="0" baseline="0" dirty="0">
                          <a:ln>
                            <a:noFill/>
                          </a:ln>
                          <a:solidFill>
                            <a:schemeClr val="tx1"/>
                          </a:solidFill>
                          <a:uFillTx/>
                          <a:latin typeface="Arial" panose="020B0604020202020204" pitchFamily="34" charset="0"/>
                          <a:ea typeface="+mn-ea"/>
                          <a:cs typeface="Arial" panose="020B0604020202020204" pitchFamily="34" charset="0"/>
                          <a:sym typeface="Helvetica Neue Light"/>
                        </a:rPr>
                        <a:t>3.  Measurement status ：</a:t>
                      </a:r>
                      <a:r>
                        <a:rPr lang="en-US" altLang="zh-CN" sz="2600" b="0" i="0" u="none" strike="noStrike" cap="none" spc="0" baseline="0" dirty="0">
                          <a:ln>
                            <a:noFill/>
                          </a:ln>
                          <a:solidFill>
                            <a:schemeClr val="tx1"/>
                          </a:solidFill>
                          <a:uFillTx/>
                          <a:latin typeface="Arial" panose="020B0604020202020204" pitchFamily="34" charset="0"/>
                          <a:ea typeface="+mn-ea"/>
                          <a:cs typeface="Arial" panose="020B0604020202020204" pitchFamily="34" charset="0"/>
                          <a:sym typeface="Helvetica Neue Medium" panose="02000503000000020004"/>
                        </a:rPr>
                        <a:t>Free</a:t>
                      </a:r>
                    </a:p>
                    <a:p>
                      <a:pPr algn="l" defTabSz="409575">
                        <a:defRPr sz="2600">
                          <a:sym typeface="Helvetica Neue Medium" panose="02000503000000020004"/>
                        </a:defRPr>
                      </a:pPr>
                      <a:r>
                        <a:rPr sz="2600" b="0" i="0" u="none" strike="noStrike" cap="none" spc="0" baseline="0" dirty="0">
                          <a:ln>
                            <a:noFill/>
                          </a:ln>
                          <a:solidFill>
                            <a:schemeClr val="tx1"/>
                          </a:solidFill>
                          <a:uFillTx/>
                          <a:latin typeface="Arial" panose="020B0604020202020204" pitchFamily="34" charset="0"/>
                          <a:ea typeface="+mn-ea"/>
                          <a:cs typeface="Arial" panose="020B0604020202020204" pitchFamily="34" charset="0"/>
                          <a:sym typeface="Helvetica Neue Light"/>
                        </a:rPr>
                        <a:t>4.  Measurement procedure</a:t>
                      </a:r>
                      <a:r>
                        <a:rPr lang="zh-CN" altLang="en-US" sz="2600" b="0" i="0" u="none" strike="noStrike" cap="none" spc="0" baseline="0" dirty="0">
                          <a:ln>
                            <a:noFill/>
                          </a:ln>
                          <a:solidFill>
                            <a:schemeClr val="tx1"/>
                          </a:solidFill>
                          <a:uFillTx/>
                          <a:latin typeface="Arial" panose="020B0604020202020204" pitchFamily="34" charset="0"/>
                          <a:ea typeface="+mn-ea"/>
                          <a:cs typeface="Arial" panose="020B0604020202020204" pitchFamily="34" charset="0"/>
                          <a:sym typeface="Helvetica Neue Light"/>
                        </a:rPr>
                        <a:t>：</a:t>
                      </a:r>
                      <a:endParaRPr lang="en-US" sz="2600" b="0" i="0" u="none" strike="noStrike" cap="none" spc="0" baseline="0" dirty="0">
                        <a:ln>
                          <a:noFill/>
                        </a:ln>
                        <a:solidFill>
                          <a:schemeClr val="tx1"/>
                        </a:solidFill>
                        <a:uFillTx/>
                        <a:latin typeface="Arial" panose="020B0604020202020204" pitchFamily="34" charset="0"/>
                        <a:ea typeface="+mn-ea"/>
                        <a:cs typeface="Arial" panose="020B0604020202020204" pitchFamily="34" charset="0"/>
                        <a:sym typeface="Helvetica Neue Light"/>
                      </a:endParaRPr>
                    </a:p>
                    <a:p>
                      <a:pPr marL="401320" indent="-401320" algn="l" defTabSz="409575">
                        <a:buSzPct val="100000"/>
                        <a:buAutoNum type="alphaLcPeriod"/>
                        <a:defRPr sz="1900">
                          <a:latin typeface="Arial" panose="020B0604020202020204"/>
                          <a:ea typeface="Arial" panose="020B0604020202020204"/>
                          <a:cs typeface="Arial" panose="020B0604020202020204"/>
                          <a:sym typeface="Arial" panose="020B0604020202020204"/>
                        </a:defRPr>
                      </a:pPr>
                      <a:r>
                        <a:rPr lang="zh-CN" altLang="en-US" sz="1800" dirty="0">
                          <a:latin typeface="Arial" panose="020B0604020202020204" pitchFamily="34" charset="0"/>
                          <a:ea typeface="+mn-ea"/>
                          <a:cs typeface="Arial" panose="020B0604020202020204" pitchFamily="34" charset="0"/>
                          <a:sym typeface="Helvetica"/>
                        </a:rPr>
                        <a:t>达因笔：型号选择使用</a:t>
                      </a:r>
                      <a:r>
                        <a:rPr lang="en-US" altLang="zh-CN" sz="1800" dirty="0">
                          <a:latin typeface="Arial" panose="020B0604020202020204" pitchFamily="34" charset="0"/>
                          <a:ea typeface="+mn-ea"/>
                          <a:cs typeface="Arial" panose="020B0604020202020204" pitchFamily="34" charset="0"/>
                          <a:sym typeface="Helvetica"/>
                        </a:rPr>
                        <a:t>34# (</a:t>
                      </a:r>
                      <a:r>
                        <a:rPr lang="zh-CN" altLang="en-US" sz="1800" dirty="0">
                          <a:latin typeface="Arial" panose="020B0604020202020204" pitchFamily="34" charset="0"/>
                          <a:ea typeface="+mn-ea"/>
                          <a:cs typeface="Arial" panose="020B0604020202020204" pitchFamily="34" charset="0"/>
                          <a:sym typeface="Helvetica"/>
                        </a:rPr>
                        <a:t>图</a:t>
                      </a:r>
                      <a:r>
                        <a:rPr lang="en-US" altLang="zh-CN" sz="1800" dirty="0">
                          <a:latin typeface="Arial" panose="020B0604020202020204" pitchFamily="34" charset="0"/>
                          <a:ea typeface="+mn-ea"/>
                          <a:cs typeface="Arial" panose="020B0604020202020204" pitchFamily="34" charset="0"/>
                          <a:sym typeface="Helvetica"/>
                        </a:rPr>
                        <a:t>1) </a:t>
                      </a:r>
                      <a:r>
                        <a:rPr lang="zh-CN" altLang="en-US" sz="1800" dirty="0">
                          <a:latin typeface="Arial" panose="020B0604020202020204" pitchFamily="34" charset="0"/>
                          <a:ea typeface="+mn-ea"/>
                          <a:cs typeface="Arial" panose="020B0604020202020204" pitchFamily="34" charset="0"/>
                          <a:sym typeface="Helvetica"/>
                        </a:rPr>
                        <a:t>。</a:t>
                      </a:r>
                    </a:p>
                    <a:p>
                      <a:pPr marL="401320" indent="-401320" algn="l" defTabSz="409575">
                        <a:buSzPct val="100000"/>
                        <a:buAutoNum type="alphaLcPeriod"/>
                        <a:defRPr sz="1900">
                          <a:latin typeface="Arial" panose="020B0604020202020204"/>
                          <a:ea typeface="Arial" panose="020B0604020202020204"/>
                          <a:cs typeface="Arial" panose="020B0604020202020204"/>
                          <a:sym typeface="Arial" panose="020B0604020202020204"/>
                        </a:defRPr>
                      </a:pPr>
                      <a:r>
                        <a:rPr lang="zh-CN" altLang="en-US" sz="1800" dirty="0">
                          <a:latin typeface="Arial" panose="020B0604020202020204" pitchFamily="34" charset="0"/>
                          <a:ea typeface="+mn-ea"/>
                          <a:cs typeface="Arial" panose="020B0604020202020204" pitchFamily="34" charset="0"/>
                          <a:sym typeface="Helvetica"/>
                        </a:rPr>
                        <a:t>测试样品 </a:t>
                      </a:r>
                      <a:r>
                        <a:rPr lang="en-US" altLang="zh-CN" sz="1800" dirty="0">
                          <a:latin typeface="Arial" panose="020B0604020202020204" pitchFamily="34" charset="0"/>
                          <a:ea typeface="+mn-ea"/>
                          <a:cs typeface="Arial" panose="020B0604020202020204" pitchFamily="34" charset="0"/>
                          <a:sym typeface="Helvetica"/>
                        </a:rPr>
                        <a:t>(</a:t>
                      </a:r>
                      <a:r>
                        <a:rPr lang="zh-CN" altLang="en-US" sz="1800" dirty="0">
                          <a:latin typeface="Arial" panose="020B0604020202020204" pitchFamily="34" charset="0"/>
                          <a:ea typeface="+mn-ea"/>
                          <a:cs typeface="Arial" panose="020B0604020202020204" pitchFamily="34" charset="0"/>
                          <a:sym typeface="Helvetica"/>
                        </a:rPr>
                        <a:t>图</a:t>
                      </a:r>
                      <a:r>
                        <a:rPr lang="en-US" altLang="zh-CN" sz="1800" dirty="0">
                          <a:latin typeface="Arial" panose="020B0604020202020204" pitchFamily="34" charset="0"/>
                          <a:ea typeface="+mn-ea"/>
                          <a:cs typeface="Arial" panose="020B0604020202020204" pitchFamily="34" charset="0"/>
                          <a:sym typeface="Helvetica"/>
                        </a:rPr>
                        <a:t>2) </a:t>
                      </a:r>
                      <a:r>
                        <a:rPr lang="zh-CN" altLang="en-US" sz="1800" dirty="0">
                          <a:latin typeface="Arial" panose="020B0604020202020204" pitchFamily="34" charset="0"/>
                          <a:ea typeface="+mn-ea"/>
                          <a:cs typeface="Arial" panose="020B0604020202020204" pitchFamily="34" charset="0"/>
                          <a:sym typeface="Helvetica"/>
                        </a:rPr>
                        <a:t>：测试样品表面 </a:t>
                      </a:r>
                      <a:r>
                        <a:rPr lang="en-US" altLang="zh-CN" sz="1800" dirty="0">
                          <a:latin typeface="Arial" panose="020B0604020202020204" pitchFamily="34" charset="0"/>
                          <a:ea typeface="+mn-ea"/>
                          <a:cs typeface="Arial" panose="020B0604020202020204" pitchFamily="34" charset="0"/>
                          <a:sym typeface="Helvetica"/>
                        </a:rPr>
                        <a:t>(</a:t>
                      </a:r>
                      <a:r>
                        <a:rPr lang="zh-CN" altLang="en-US" sz="1800" dirty="0">
                          <a:latin typeface="Arial" panose="020B0604020202020204" pitchFamily="34" charset="0"/>
                          <a:ea typeface="+mn-ea"/>
                          <a:cs typeface="Arial" panose="020B0604020202020204" pitchFamily="34" charset="0"/>
                          <a:sym typeface="Helvetica"/>
                        </a:rPr>
                        <a:t>最大平面</a:t>
                      </a:r>
                      <a:r>
                        <a:rPr lang="en-US" altLang="zh-CN" sz="1800" dirty="0">
                          <a:latin typeface="Arial" panose="020B0604020202020204" pitchFamily="34" charset="0"/>
                          <a:ea typeface="+mn-ea"/>
                          <a:cs typeface="Arial" panose="020B0604020202020204" pitchFamily="34" charset="0"/>
                          <a:sym typeface="Helvetica"/>
                        </a:rPr>
                        <a:t>) ,</a:t>
                      </a:r>
                      <a:r>
                        <a:rPr lang="zh-CN" altLang="en-US" sz="1800" dirty="0">
                          <a:latin typeface="Arial" panose="020B0604020202020204" pitchFamily="34" charset="0"/>
                          <a:ea typeface="+mn-ea"/>
                          <a:cs typeface="Arial" panose="020B0604020202020204" pitchFamily="34" charset="0"/>
                          <a:sym typeface="Helvetica"/>
                        </a:rPr>
                        <a:t>用干净的夹子取样，防止污染产品。把样品放在干净桌子上，用戴指套的手指按压样品末端，用达因笔在样品表面画一条线，测线长度至少应为样品长度的</a:t>
                      </a:r>
                      <a:r>
                        <a:rPr lang="en-US" altLang="zh-CN" sz="1800" dirty="0">
                          <a:latin typeface="Arial" panose="020B0604020202020204" pitchFamily="34" charset="0"/>
                          <a:ea typeface="+mn-ea"/>
                          <a:cs typeface="Arial" panose="020B0604020202020204" pitchFamily="34" charset="0"/>
                          <a:sym typeface="Helvetica"/>
                        </a:rPr>
                        <a:t>2/3</a:t>
                      </a:r>
                      <a:r>
                        <a:rPr lang="zh-CN" altLang="en-US" sz="1800" dirty="0">
                          <a:latin typeface="Arial" panose="020B0604020202020204" pitchFamily="34" charset="0"/>
                          <a:ea typeface="+mn-ea"/>
                          <a:cs typeface="Arial" panose="020B0604020202020204" pitchFamily="34" charset="0"/>
                          <a:sym typeface="Helvetica"/>
                        </a:rPr>
                        <a:t>。</a:t>
                      </a:r>
                    </a:p>
                    <a:p>
                      <a:pPr marL="401320" indent="-401320" algn="l" defTabSz="409575">
                        <a:buSzPct val="100000"/>
                        <a:buAutoNum type="alphaLcPeriod"/>
                        <a:defRPr sz="1900">
                          <a:latin typeface="Arial" panose="020B0604020202020204"/>
                          <a:ea typeface="Arial" panose="020B0604020202020204"/>
                          <a:cs typeface="Arial" panose="020B0604020202020204"/>
                          <a:sym typeface="Arial" panose="020B0604020202020204"/>
                        </a:defRPr>
                      </a:pPr>
                      <a:r>
                        <a:rPr lang="zh-CN" altLang="en-US" sz="1800" dirty="0">
                          <a:latin typeface="Arial" panose="020B0604020202020204" pitchFamily="34" charset="0"/>
                          <a:ea typeface="+mn-ea"/>
                          <a:cs typeface="Arial" panose="020B0604020202020204" pitchFamily="34" charset="0"/>
                          <a:sym typeface="Helvetica"/>
                        </a:rPr>
                        <a:t>在</a:t>
                      </a:r>
                      <a:r>
                        <a:rPr lang="en-US" altLang="zh-CN" sz="1800" dirty="0">
                          <a:latin typeface="Arial" panose="020B0604020202020204" pitchFamily="34" charset="0"/>
                          <a:ea typeface="+mn-ea"/>
                          <a:cs typeface="Arial" panose="020B0604020202020204" pitchFamily="34" charset="0"/>
                          <a:sym typeface="Helvetica"/>
                        </a:rPr>
                        <a:t>3</a:t>
                      </a:r>
                      <a:r>
                        <a:rPr lang="zh-CN" altLang="en-US" sz="1800" dirty="0">
                          <a:latin typeface="Arial" panose="020B0604020202020204" pitchFamily="34" charset="0"/>
                          <a:ea typeface="+mn-ea"/>
                          <a:cs typeface="Arial" panose="020B0604020202020204" pitchFamily="34" charset="0"/>
                          <a:sym typeface="Helvetica"/>
                        </a:rPr>
                        <a:t>秒内观察划线的变化</a:t>
                      </a:r>
                      <a:r>
                        <a:rPr lang="en-US" altLang="zh-CN" sz="1800" dirty="0">
                          <a:latin typeface="Arial" panose="020B0604020202020204" pitchFamily="34" charset="0"/>
                          <a:ea typeface="+mn-ea"/>
                          <a:cs typeface="Arial" panose="020B0604020202020204" pitchFamily="34" charset="0"/>
                          <a:sym typeface="Helvetica"/>
                        </a:rPr>
                        <a:t>:</a:t>
                      </a:r>
                      <a:r>
                        <a:rPr lang="zh-CN" altLang="en-US" sz="1800" dirty="0">
                          <a:latin typeface="Arial" panose="020B0604020202020204" pitchFamily="34" charset="0"/>
                          <a:ea typeface="+mn-ea"/>
                          <a:cs typeface="Arial" panose="020B0604020202020204" pitchFamily="34" charset="0"/>
                          <a:sym typeface="Helvetica"/>
                        </a:rPr>
                        <a:t>如果在</a:t>
                      </a:r>
                      <a:r>
                        <a:rPr lang="en-US" altLang="zh-CN" sz="1800" dirty="0">
                          <a:latin typeface="Arial" panose="020B0604020202020204" pitchFamily="34" charset="0"/>
                          <a:ea typeface="+mn-ea"/>
                          <a:cs typeface="Arial" panose="020B0604020202020204" pitchFamily="34" charset="0"/>
                          <a:sym typeface="Helvetica"/>
                        </a:rPr>
                        <a:t>3</a:t>
                      </a:r>
                      <a:r>
                        <a:rPr lang="zh-CN" altLang="en-US" sz="1800" dirty="0">
                          <a:latin typeface="Arial" panose="020B0604020202020204" pitchFamily="34" charset="0"/>
                          <a:ea typeface="+mn-ea"/>
                          <a:cs typeface="Arial" panose="020B0604020202020204" pitchFamily="34" charset="0"/>
                          <a:sym typeface="Helvetica"/>
                        </a:rPr>
                        <a:t>秒内测线均匀分布且没有收缩，则判断正常</a:t>
                      </a:r>
                      <a:r>
                        <a:rPr lang="en-US" altLang="zh-CN" sz="1800" dirty="0">
                          <a:latin typeface="Arial" panose="020B0604020202020204" pitchFamily="34" charset="0"/>
                          <a:ea typeface="+mn-ea"/>
                          <a:cs typeface="Arial" panose="020B0604020202020204" pitchFamily="34" charset="0"/>
                          <a:sym typeface="Helvetica"/>
                        </a:rPr>
                        <a:t>-OK (</a:t>
                      </a:r>
                      <a:r>
                        <a:rPr lang="zh-CN" altLang="en-US" sz="1800" dirty="0">
                          <a:latin typeface="Arial" panose="020B0604020202020204" pitchFamily="34" charset="0"/>
                          <a:ea typeface="+mn-ea"/>
                          <a:cs typeface="Arial" panose="020B0604020202020204" pitchFamily="34" charset="0"/>
                          <a:sym typeface="Helvetica"/>
                        </a:rPr>
                        <a:t>图</a:t>
                      </a:r>
                      <a:r>
                        <a:rPr lang="en-US" altLang="zh-CN" sz="1800" dirty="0">
                          <a:latin typeface="Arial" panose="020B0604020202020204" pitchFamily="34" charset="0"/>
                          <a:ea typeface="+mn-ea"/>
                          <a:cs typeface="Arial" panose="020B0604020202020204" pitchFamily="34" charset="0"/>
                          <a:sym typeface="Helvetica"/>
                        </a:rPr>
                        <a:t>3) </a:t>
                      </a:r>
                      <a:r>
                        <a:rPr lang="zh-CN" altLang="en-US" sz="1800" dirty="0">
                          <a:latin typeface="Arial" panose="020B0604020202020204" pitchFamily="34" charset="0"/>
                          <a:ea typeface="+mn-ea"/>
                          <a:cs typeface="Arial" panose="020B0604020202020204" pitchFamily="34" charset="0"/>
                          <a:sym typeface="Helvetica"/>
                        </a:rPr>
                        <a:t>。</a:t>
                      </a:r>
                    </a:p>
                    <a:p>
                      <a:pPr marL="401320" indent="-401320" algn="l" defTabSz="409575">
                        <a:buSzPct val="100000"/>
                        <a:buAutoNum type="alphaLcPeriod"/>
                        <a:defRPr sz="1900">
                          <a:latin typeface="Arial" panose="020B0604020202020204"/>
                          <a:ea typeface="Arial" panose="020B0604020202020204"/>
                          <a:cs typeface="Arial" panose="020B0604020202020204"/>
                          <a:sym typeface="Arial" panose="020B0604020202020204"/>
                        </a:defRPr>
                      </a:pPr>
                      <a:r>
                        <a:rPr lang="zh-CN" altLang="en-US" sz="1800" dirty="0">
                          <a:latin typeface="Arial" panose="020B0604020202020204" pitchFamily="34" charset="0"/>
                          <a:ea typeface="+mn-ea"/>
                          <a:cs typeface="Arial" panose="020B0604020202020204" pitchFamily="34" charset="0"/>
                          <a:sym typeface="Helvetica"/>
                        </a:rPr>
                        <a:t>如果标记在</a:t>
                      </a:r>
                      <a:r>
                        <a:rPr lang="en-US" altLang="zh-CN" sz="1800" dirty="0">
                          <a:latin typeface="Arial" panose="020B0604020202020204" pitchFamily="34" charset="0"/>
                          <a:ea typeface="+mn-ea"/>
                          <a:cs typeface="Arial" panose="020B0604020202020204" pitchFamily="34" charset="0"/>
                          <a:sym typeface="Helvetica"/>
                        </a:rPr>
                        <a:t>3</a:t>
                      </a:r>
                      <a:r>
                        <a:rPr lang="zh-CN" altLang="en-US" sz="1800" dirty="0">
                          <a:latin typeface="Arial" panose="020B0604020202020204" pitchFamily="34" charset="0"/>
                          <a:ea typeface="+mn-ea"/>
                          <a:cs typeface="Arial" panose="020B0604020202020204" pitchFamily="34" charset="0"/>
                          <a:sym typeface="Helvetica"/>
                        </a:rPr>
                        <a:t>秒内立即收缩形成珠，则表面张力低于</a:t>
                      </a:r>
                      <a:r>
                        <a:rPr lang="en-US" altLang="zh-CN" sz="1800" dirty="0">
                          <a:latin typeface="Arial" panose="020B0604020202020204" pitchFamily="34" charset="0"/>
                          <a:ea typeface="+mn-ea"/>
                          <a:cs typeface="Arial" panose="020B0604020202020204" pitchFamily="34" charset="0"/>
                          <a:sym typeface="Helvetica"/>
                        </a:rPr>
                        <a:t>34</a:t>
                      </a:r>
                      <a:r>
                        <a:rPr lang="zh-CN" altLang="en-US" sz="1800" dirty="0">
                          <a:latin typeface="Arial" panose="020B0604020202020204" pitchFamily="34" charset="0"/>
                          <a:ea typeface="+mn-ea"/>
                          <a:cs typeface="Arial" panose="020B0604020202020204" pitchFamily="34" charset="0"/>
                          <a:sym typeface="Helvetica"/>
                        </a:rPr>
                        <a:t>，判断</a:t>
                      </a:r>
                      <a:r>
                        <a:rPr lang="en-US" altLang="zh-CN" sz="1800" dirty="0">
                          <a:latin typeface="Arial" panose="020B0604020202020204" pitchFamily="34" charset="0"/>
                          <a:ea typeface="+mn-ea"/>
                          <a:cs typeface="Arial" panose="020B0604020202020204" pitchFamily="34" charset="0"/>
                          <a:sym typeface="Helvetica"/>
                        </a:rPr>
                        <a:t>-NG (</a:t>
                      </a:r>
                      <a:r>
                        <a:rPr lang="zh-CN" altLang="en-US" sz="1800" dirty="0">
                          <a:latin typeface="Arial" panose="020B0604020202020204" pitchFamily="34" charset="0"/>
                          <a:ea typeface="+mn-ea"/>
                          <a:cs typeface="Arial" panose="020B0604020202020204" pitchFamily="34" charset="0"/>
                          <a:sym typeface="Helvetica"/>
                        </a:rPr>
                        <a:t>图</a:t>
                      </a:r>
                      <a:r>
                        <a:rPr lang="en-US" altLang="zh-CN" sz="1800" dirty="0">
                          <a:latin typeface="Arial" panose="020B0604020202020204" pitchFamily="34" charset="0"/>
                          <a:ea typeface="+mn-ea"/>
                          <a:cs typeface="Arial" panose="020B0604020202020204" pitchFamily="34" charset="0"/>
                          <a:sym typeface="Helvetica"/>
                        </a:rPr>
                        <a:t>4) </a:t>
                      </a:r>
                      <a:r>
                        <a:rPr lang="zh-CN" altLang="en-US" sz="1800" dirty="0">
                          <a:latin typeface="Arial" panose="020B0604020202020204" pitchFamily="34" charset="0"/>
                          <a:ea typeface="+mn-ea"/>
                          <a:cs typeface="Arial" panose="020B0604020202020204" pitchFamily="34" charset="0"/>
                          <a:sym typeface="Helvetica"/>
                        </a:rPr>
                        <a:t>。</a:t>
                      </a:r>
                    </a:p>
                    <a:p>
                      <a:pPr algn="l" defTabSz="409575">
                        <a:defRPr sz="400">
                          <a:latin typeface="Arial" panose="020B0604020202020204"/>
                          <a:ea typeface="Arial" panose="020B0604020202020204"/>
                          <a:cs typeface="Arial" panose="020B0604020202020204"/>
                          <a:sym typeface="Arial" panose="020B0604020202020204"/>
                        </a:defRPr>
                      </a:pPr>
                      <a:endParaRPr lang="zh-CN" altLang="en-US" sz="1800" dirty="0">
                        <a:latin typeface="Arial" panose="020B0604020202020204" pitchFamily="34" charset="0"/>
                        <a:ea typeface="+mn-ea"/>
                        <a:cs typeface="Arial" panose="020B0604020202020204" pitchFamily="34" charset="0"/>
                        <a:sym typeface="Helvetica"/>
                      </a:endParaRPr>
                    </a:p>
                    <a:p>
                      <a:pPr algn="l" defTabSz="409575">
                        <a:defRPr sz="1800">
                          <a:latin typeface="Arial" panose="020B0604020202020204"/>
                          <a:ea typeface="Arial" panose="020B0604020202020204"/>
                          <a:cs typeface="Arial" panose="020B0604020202020204"/>
                          <a:sym typeface="Arial" panose="020B0604020202020204"/>
                        </a:defRPr>
                      </a:pPr>
                      <a:r>
                        <a:rPr lang="en-US" altLang="zh-CN" sz="1800" dirty="0">
                          <a:latin typeface="Arial" panose="020B0604020202020204" pitchFamily="34" charset="0"/>
                          <a:cs typeface="Arial" panose="020B0604020202020204" pitchFamily="34" charset="0"/>
                        </a:rPr>
                        <a:t>a.   Dyne pen: selection model uses 34#  (PIC 1) .</a:t>
                      </a:r>
                      <a:endParaRPr lang="en-US" altLang="zh-CN" sz="1800" dirty="0">
                        <a:latin typeface="Arial" panose="020B0604020202020204" pitchFamily="34" charset="0"/>
                        <a:ea typeface="+mn-ea"/>
                        <a:cs typeface="Arial" panose="020B0604020202020204" pitchFamily="34" charset="0"/>
                        <a:sym typeface="Helvetica"/>
                      </a:endParaRPr>
                    </a:p>
                    <a:p>
                      <a:pPr algn="l" defTabSz="409575">
                        <a:defRPr sz="1800">
                          <a:latin typeface="Arial" panose="020B0604020202020204"/>
                          <a:ea typeface="Arial" panose="020B0604020202020204"/>
                          <a:cs typeface="Arial" panose="020B0604020202020204"/>
                          <a:sym typeface="Arial" panose="020B0604020202020204"/>
                        </a:defRPr>
                      </a:pPr>
                      <a:r>
                        <a:rPr lang="en-US" altLang="zh-CN" sz="1800" dirty="0">
                          <a:latin typeface="Arial" panose="020B0604020202020204" pitchFamily="34" charset="0"/>
                          <a:cs typeface="Arial" panose="020B0604020202020204" pitchFamily="34" charset="0"/>
                        </a:rPr>
                        <a:t>b.   Magnet sample  (PIC2) : Test sample surface  (maximum plane) , take the samples with clean clamp to prevent contamination of product. Place the sample on a clean table, Fix the end of the sample with a gloved finger, Use dyne pen mark a line on the surface of the sample. The length of the line should be at least 2/3 of the sample length.</a:t>
                      </a:r>
                      <a:endParaRPr lang="en-US" altLang="zh-CN" sz="1800" dirty="0">
                        <a:latin typeface="Arial" panose="020B0604020202020204" pitchFamily="34" charset="0"/>
                        <a:ea typeface="+mn-ea"/>
                        <a:cs typeface="Arial" panose="020B0604020202020204" pitchFamily="34" charset="0"/>
                        <a:sym typeface="Helvetica"/>
                      </a:endParaRPr>
                    </a:p>
                    <a:p>
                      <a:pPr algn="l" defTabSz="409575">
                        <a:defRPr sz="1800">
                          <a:latin typeface="Arial" panose="020B0604020202020204"/>
                          <a:ea typeface="Arial" panose="020B0604020202020204"/>
                          <a:cs typeface="Arial" panose="020B0604020202020204"/>
                          <a:sym typeface="Arial" panose="020B0604020202020204"/>
                        </a:defRPr>
                      </a:pPr>
                      <a:r>
                        <a:rPr lang="en-US" altLang="zh-CN" sz="1800" dirty="0">
                          <a:latin typeface="Arial" panose="020B0604020202020204" pitchFamily="34" charset="0"/>
                          <a:cs typeface="Arial" panose="020B0604020202020204" pitchFamily="34" charset="0"/>
                        </a:rPr>
                        <a:t>c.   Observe line changes within 3 seconds. If the line are evenly distributed without shrink, it is OK.  (PIC 3)</a:t>
                      </a:r>
                    </a:p>
                    <a:p>
                      <a:pPr algn="l" defTabSz="409575">
                        <a:defRPr sz="1800">
                          <a:latin typeface="Arial" panose="020B0604020202020204"/>
                          <a:ea typeface="Arial" panose="020B0604020202020204"/>
                          <a:cs typeface="Arial" panose="020B0604020202020204"/>
                          <a:sym typeface="Arial" panose="020B0604020202020204"/>
                        </a:defRPr>
                      </a:pPr>
                      <a:r>
                        <a:rPr lang="en-US" altLang="zh-CN" sz="1800" dirty="0">
                          <a:latin typeface="Arial" panose="020B0604020202020204" pitchFamily="34" charset="0"/>
                          <a:cs typeface="Arial" panose="020B0604020202020204" pitchFamily="34" charset="0"/>
                        </a:rPr>
                        <a:t>d.  If the mark shrinks to form beads immediately in 3 seconds, the surface tension is low than the 34#, it is NG.  (PIC 4) </a:t>
                      </a:r>
                    </a:p>
                    <a:p>
                      <a:pPr marL="0" marR="0" indent="0" algn="l" defTabSz="409575" rtl="0" eaLnBrk="1" fontAlgn="auto" latinLnBrk="0" hangingPunct="1">
                        <a:lnSpc>
                          <a:spcPct val="100000"/>
                        </a:lnSpc>
                        <a:spcBef>
                          <a:spcPts val="0"/>
                        </a:spcBef>
                        <a:spcAft>
                          <a:spcPts val="0"/>
                        </a:spcAft>
                        <a:buClrTx/>
                        <a:buSzTx/>
                        <a:buFontTx/>
                        <a:buNone/>
                        <a:defRPr sz="2600">
                          <a:sym typeface="Helvetica Neue Medium" panose="02000503000000020004"/>
                        </a:defRPr>
                      </a:pPr>
                      <a:endParaRPr lang="en-US" altLang="zh-CN" dirty="0"/>
                    </a:p>
                    <a:p>
                      <a:pPr marL="0" marR="0" indent="0" algn="l" defTabSz="409575" rtl="0" eaLnBrk="1" fontAlgn="auto" latinLnBrk="0" hangingPunct="1">
                        <a:lnSpc>
                          <a:spcPct val="100000"/>
                        </a:lnSpc>
                        <a:spcBef>
                          <a:spcPts val="0"/>
                        </a:spcBef>
                        <a:spcAft>
                          <a:spcPts val="0"/>
                        </a:spcAft>
                        <a:buClrTx/>
                        <a:buSzTx/>
                        <a:buFontTx/>
                        <a:buNone/>
                        <a:defRPr sz="2600">
                          <a:sym typeface="Helvetica Neue Medium" panose="02000503000000020004"/>
                        </a:defRPr>
                      </a:pPr>
                      <a:endParaRPr lang="en-US" sz="2400" b="0" i="0" u="none" strike="noStrike" cap="none" spc="0" baseline="0" dirty="0">
                        <a:ln>
                          <a:noFill/>
                        </a:ln>
                        <a:solidFill>
                          <a:schemeClr val="tx1"/>
                        </a:solidFill>
                        <a:uFillTx/>
                        <a:latin typeface="Arial" panose="020B0604020202020204" pitchFamily="34" charset="0"/>
                        <a:ea typeface="+mn-ea"/>
                        <a:cs typeface="Arial" panose="020B0604020202020204" pitchFamily="34" charset="0"/>
                        <a:sym typeface="Helvetica"/>
                      </a:endParaRPr>
                    </a:p>
                  </a:txBody>
                  <a:tcPr marL="12700" marR="12700" marT="12700" marB="12700" horzOverflow="overflow">
                    <a:lnL w="6350">
                      <a:solidFill>
                        <a:srgbClr val="000000"/>
                      </a:solidFill>
                    </a:lnL>
                    <a:lnR w="6350">
                      <a:solidFill>
                        <a:srgbClr val="000000"/>
                      </a:solidFill>
                    </a:lnR>
                    <a:lnT w="6350">
                      <a:solidFill>
                        <a:srgbClr val="000000"/>
                      </a:solidFill>
                    </a:lnT>
                    <a:lnB w="6350">
                      <a:solidFill>
                        <a:srgbClr val="000000"/>
                      </a:solidFill>
                    </a:lnB>
                  </a:tcPr>
                </a:tc>
                <a:tc>
                  <a:txBody>
                    <a:bodyPr/>
                    <a:lstStyle/>
                    <a:p>
                      <a:pPr algn="l" defTabSz="409575">
                        <a:defRPr sz="2600">
                          <a:sym typeface="Helvetica Neue Medium" panose="02000503000000020004"/>
                        </a:defRPr>
                      </a:pPr>
                      <a:r>
                        <a:rPr sz="2600" b="0" i="0" u="none" strike="noStrike" cap="none" spc="0" baseline="0" dirty="0">
                          <a:ln>
                            <a:noFill/>
                          </a:ln>
                          <a:solidFill>
                            <a:schemeClr val="tx1"/>
                          </a:solidFill>
                          <a:uFillTx/>
                          <a:latin typeface="Arial" panose="020B0604020202020204" pitchFamily="34" charset="0"/>
                          <a:ea typeface="+mn-ea"/>
                          <a:cs typeface="Arial" panose="020B0604020202020204" pitchFamily="34" charset="0"/>
                          <a:sym typeface="Helvetica Neue Light"/>
                        </a:rPr>
                        <a:t>1</a:t>
                      </a:r>
                      <a:r>
                        <a:rPr lang="en-US" sz="2600" b="0" i="0" u="none" strike="noStrike" cap="none" spc="0" baseline="0" dirty="0">
                          <a:ln>
                            <a:noFill/>
                          </a:ln>
                          <a:solidFill>
                            <a:schemeClr val="tx1"/>
                          </a:solidFill>
                          <a:uFillTx/>
                          <a:latin typeface="Arial" panose="020B0604020202020204" pitchFamily="34" charset="0"/>
                          <a:ea typeface="+mn-ea"/>
                          <a:cs typeface="Arial" panose="020B0604020202020204" pitchFamily="34" charset="0"/>
                          <a:sym typeface="Helvetica Neue Light"/>
                        </a:rPr>
                        <a:t>. </a:t>
                      </a:r>
                      <a:r>
                        <a:rPr sz="2600" b="0" i="0" u="none" strike="noStrike" cap="none" spc="0" baseline="0" dirty="0">
                          <a:ln>
                            <a:noFill/>
                          </a:ln>
                          <a:solidFill>
                            <a:schemeClr val="tx1"/>
                          </a:solidFill>
                          <a:uFillTx/>
                          <a:latin typeface="Arial" panose="020B0604020202020204" pitchFamily="34" charset="0"/>
                          <a:ea typeface="+mn-ea"/>
                          <a:cs typeface="Arial" panose="020B0604020202020204" pitchFamily="34" charset="0"/>
                          <a:sym typeface="Helvetica Neue Light"/>
                        </a:rPr>
                        <a:t> Measurement Method ：</a:t>
                      </a:r>
                      <a:r>
                        <a:rPr lang="en-US" altLang="zh-CN" sz="2600" b="0" i="0" u="none" strike="noStrike" cap="none" spc="0" baseline="0" dirty="0">
                          <a:ln>
                            <a:noFill/>
                          </a:ln>
                          <a:solidFill>
                            <a:schemeClr val="tx1"/>
                          </a:solidFill>
                          <a:uFillTx/>
                          <a:latin typeface="Arial" panose="020B0604020202020204" pitchFamily="34" charset="0"/>
                          <a:ea typeface="+mn-ea"/>
                          <a:cs typeface="Arial" panose="020B0604020202020204" pitchFamily="34" charset="0"/>
                          <a:sym typeface="Helvetica Neue Medium" panose="02000503000000020004"/>
                        </a:rPr>
                        <a:t>Dyne Pen</a:t>
                      </a:r>
                    </a:p>
                    <a:p>
                      <a:pPr algn="l" defTabSz="409575">
                        <a:defRPr sz="2600">
                          <a:sym typeface="Helvetica Neue Medium" panose="02000503000000020004"/>
                        </a:defRPr>
                      </a:pPr>
                      <a:r>
                        <a:rPr sz="2600" b="0" i="0" u="none" strike="noStrike" cap="none" spc="0" baseline="0" dirty="0">
                          <a:ln>
                            <a:noFill/>
                          </a:ln>
                          <a:solidFill>
                            <a:schemeClr val="tx1"/>
                          </a:solidFill>
                          <a:uFillTx/>
                          <a:latin typeface="Arial" panose="020B0604020202020204" pitchFamily="34" charset="0"/>
                          <a:ea typeface="+mn-ea"/>
                          <a:cs typeface="Arial" panose="020B0604020202020204" pitchFamily="34" charset="0"/>
                          <a:sym typeface="Helvetica Neue Light"/>
                        </a:rPr>
                        <a:t>2.  </a:t>
                      </a:r>
                      <a:r>
                        <a:rPr lang="en-US" sz="2600" b="0" i="0" u="none" strike="noStrike" cap="none" spc="0" baseline="0" dirty="0">
                          <a:ln>
                            <a:noFill/>
                          </a:ln>
                          <a:solidFill>
                            <a:schemeClr val="tx1"/>
                          </a:solidFill>
                          <a:uFillTx/>
                          <a:latin typeface="Arial" panose="020B0604020202020204" pitchFamily="34" charset="0"/>
                          <a:ea typeface="+mn-ea"/>
                          <a:cs typeface="Arial" panose="020B0604020202020204" pitchFamily="34" charset="0"/>
                          <a:sym typeface="Helvetica Neue Light"/>
                        </a:rPr>
                        <a:t>Fixture ：/</a:t>
                      </a:r>
                      <a:endParaRPr sz="2600" b="0" i="0" u="none" strike="noStrike" cap="none" spc="0" baseline="0" dirty="0">
                        <a:ln>
                          <a:noFill/>
                        </a:ln>
                        <a:solidFill>
                          <a:schemeClr val="tx1"/>
                        </a:solidFill>
                        <a:uFillTx/>
                        <a:latin typeface="Arial" panose="020B0604020202020204" pitchFamily="34" charset="0"/>
                        <a:ea typeface="+mn-ea"/>
                        <a:cs typeface="Arial" panose="020B0604020202020204" pitchFamily="34" charset="0"/>
                        <a:sym typeface="Helvetica Neue Light"/>
                      </a:endParaRPr>
                    </a:p>
                    <a:p>
                      <a:pPr algn="l" defTabSz="409575">
                        <a:defRPr sz="2600">
                          <a:sym typeface="Helvetica Neue Medium" panose="02000503000000020004"/>
                        </a:defRPr>
                      </a:pPr>
                      <a:r>
                        <a:rPr sz="2600" b="0" i="0" u="none" strike="noStrike" cap="none" spc="0" baseline="0" dirty="0">
                          <a:ln>
                            <a:noFill/>
                          </a:ln>
                          <a:solidFill>
                            <a:schemeClr val="tx1"/>
                          </a:solidFill>
                          <a:uFillTx/>
                          <a:latin typeface="Arial" panose="020B0604020202020204" pitchFamily="34" charset="0"/>
                          <a:ea typeface="+mn-ea"/>
                          <a:cs typeface="Arial" panose="020B0604020202020204" pitchFamily="34" charset="0"/>
                          <a:sym typeface="Helvetica Neue Light"/>
                        </a:rPr>
                        <a:t>3.  Measurement status ：</a:t>
                      </a:r>
                      <a:r>
                        <a:rPr lang="en-US" altLang="zh-CN" sz="2600" b="0" i="0" u="none" strike="noStrike" cap="none" spc="0" baseline="0" dirty="0">
                          <a:ln>
                            <a:noFill/>
                          </a:ln>
                          <a:solidFill>
                            <a:schemeClr val="tx1"/>
                          </a:solidFill>
                          <a:uFillTx/>
                          <a:latin typeface="Arial" panose="020B0604020202020204" pitchFamily="34" charset="0"/>
                          <a:ea typeface="+mn-ea"/>
                          <a:cs typeface="Arial" panose="020B0604020202020204" pitchFamily="34" charset="0"/>
                          <a:sym typeface="Helvetica Neue Medium" panose="02000503000000020004"/>
                        </a:rPr>
                        <a:t>Free</a:t>
                      </a:r>
                    </a:p>
                    <a:p>
                      <a:pPr algn="l" defTabSz="409575">
                        <a:defRPr sz="2600">
                          <a:sym typeface="Helvetica Neue Medium" panose="02000503000000020004"/>
                        </a:defRPr>
                      </a:pPr>
                      <a:r>
                        <a:rPr sz="2600" b="0" i="0" u="none" strike="noStrike" cap="none" spc="0" baseline="0" dirty="0">
                          <a:ln>
                            <a:noFill/>
                          </a:ln>
                          <a:solidFill>
                            <a:schemeClr val="tx1"/>
                          </a:solidFill>
                          <a:uFillTx/>
                          <a:latin typeface="Arial" panose="020B0604020202020204" pitchFamily="34" charset="0"/>
                          <a:ea typeface="+mn-ea"/>
                          <a:cs typeface="Arial" panose="020B0604020202020204" pitchFamily="34" charset="0"/>
                          <a:sym typeface="Helvetica Neue Light"/>
                        </a:rPr>
                        <a:t>4.  Measurement procedure ：</a:t>
                      </a:r>
                      <a:r>
                        <a:rPr lang="en-US" altLang="zh-CN" sz="2600" b="0" i="0" u="none" strike="noStrike" cap="none" spc="0" baseline="0" dirty="0">
                          <a:ln>
                            <a:noFill/>
                          </a:ln>
                          <a:solidFill>
                            <a:schemeClr val="tx1"/>
                          </a:solidFill>
                          <a:uFillTx/>
                          <a:latin typeface="Arial" panose="020B0604020202020204" pitchFamily="34" charset="0"/>
                          <a:ea typeface="+mn-ea"/>
                          <a:cs typeface="Arial" panose="020B0604020202020204" pitchFamily="34" charset="0"/>
                          <a:sym typeface="Helvetica Neue Thin" panose="02000503000000020004"/>
                        </a:rPr>
                        <a:t>Same as the FAI</a:t>
                      </a:r>
                      <a:endParaRPr sz="2600" b="0" i="0" u="none" strike="noStrike" cap="none" spc="0" baseline="0" dirty="0">
                        <a:ln>
                          <a:noFill/>
                        </a:ln>
                        <a:solidFill>
                          <a:schemeClr val="tx1"/>
                        </a:solidFill>
                        <a:uFillTx/>
                        <a:latin typeface="Arial" panose="020B0604020202020204" pitchFamily="34" charset="0"/>
                        <a:ea typeface="+mn-ea"/>
                        <a:cs typeface="Arial" panose="020B0604020202020204" pitchFamily="34" charset="0"/>
                        <a:sym typeface="Helvetica Neue Light"/>
                      </a:endParaRPr>
                    </a:p>
                  </a:txBody>
                  <a:tcPr marL="12700" marR="12700" marT="12700" marB="12700" horzOverflow="overflow">
                    <a:lnL w="6350">
                      <a:solidFill>
                        <a:srgbClr val="000000"/>
                      </a:solidFill>
                    </a:lnL>
                    <a:lnR w="6350">
                      <a:solidFill>
                        <a:srgbClr val="000000"/>
                      </a:solidFill>
                    </a:lnR>
                    <a:lnT w="6350">
                      <a:solidFill>
                        <a:srgbClr val="000000"/>
                      </a:solidFill>
                    </a:lnT>
                    <a:lnB w="6350">
                      <a:solidFill>
                        <a:srgbClr val="000000"/>
                      </a:solidFill>
                    </a:lnB>
                  </a:tcPr>
                </a:tc>
                <a:extLst>
                  <a:ext uri="{0D108BD9-81ED-4DB2-BD59-A6C34878D82A}">
                    <a16:rowId xmlns:a16="http://schemas.microsoft.com/office/drawing/2014/main" val="10002"/>
                  </a:ext>
                </a:extLst>
              </a:tr>
            </a:tbl>
          </a:graphicData>
        </a:graphic>
      </p:graphicFrame>
      <p:sp>
        <p:nvSpPr>
          <p:cNvPr id="4" name="灯片编号占位符 3"/>
          <p:cNvSpPr>
            <a:spLocks noGrp="1"/>
          </p:cNvSpPr>
          <p:nvPr>
            <p:ph type="sldNum" sz="quarter" idx="2"/>
          </p:nvPr>
        </p:nvSpPr>
        <p:spPr>
          <a:xfrm>
            <a:off x="11611204" y="13073062"/>
            <a:ext cx="466267" cy="477670"/>
          </a:xfrm>
        </p:spPr>
        <p:txBody>
          <a:bodyPr/>
          <a:lstStyle/>
          <a:p>
            <a:fld id="{86CB4B4D-7CA3-9044-876B-883B54F8677D}" type="slidenum">
              <a:rPr lang="en-US" altLang="zh-CN" smtClean="0"/>
              <a:t>34</a:t>
            </a:fld>
            <a:endParaRPr lang="en-US" altLang="zh-CN" dirty="0"/>
          </a:p>
        </p:txBody>
      </p:sp>
      <p:sp>
        <p:nvSpPr>
          <p:cNvPr id="36" name="PIC1 Dyne Pen 32#"/>
          <p:cNvSpPr txBox="1"/>
          <p:nvPr/>
        </p:nvSpPr>
        <p:spPr>
          <a:xfrm>
            <a:off x="1096860" y="12849803"/>
            <a:ext cx="2470718" cy="410369"/>
          </a:xfrm>
          <a:prstGeom prst="rect">
            <a:avLst/>
          </a:prstGeom>
          <a:solidFill>
            <a:srgbClr val="FFFFFF"/>
          </a:solidFill>
          <a:ln w="12700">
            <a:miter lim="400000"/>
          </a:ln>
        </p:spPr>
        <p:txBody>
          <a:bodyPr lIns="50800" tIns="50800" rIns="50800" bIns="50800" anchor="ctr">
            <a:spAutoFit/>
          </a:bodyPr>
          <a:lstStyle>
            <a:lvl1pPr algn="l" defTabSz="825500">
              <a:defRPr sz="2000">
                <a:latin typeface="Helvetica Neue Light" panose="02000503000000020004"/>
                <a:ea typeface="Helvetica Neue Light" panose="02000503000000020004"/>
                <a:cs typeface="Helvetica Neue Light" panose="02000503000000020004"/>
                <a:sym typeface="Helvetica Neue Light" panose="02000503000000020004"/>
              </a:defRPr>
            </a:lvl1pPr>
          </a:lstStyle>
          <a:p>
            <a:r>
              <a:rPr dirty="0">
                <a:latin typeface="Arial" panose="020B0604020202020204" pitchFamily="34" charset="0"/>
                <a:cs typeface="Arial" panose="020B0604020202020204" pitchFamily="34" charset="0"/>
              </a:rPr>
              <a:t>PIC1 Dyne Pen 3</a:t>
            </a:r>
            <a:r>
              <a:rPr lang="en-US" dirty="0">
                <a:latin typeface="Arial" panose="020B0604020202020204" pitchFamily="34" charset="0"/>
                <a:cs typeface="Arial" panose="020B0604020202020204" pitchFamily="34" charset="0"/>
              </a:rPr>
              <a:t>4</a:t>
            </a:r>
            <a:r>
              <a:rPr dirty="0">
                <a:latin typeface="Arial" panose="020B0604020202020204" pitchFamily="34" charset="0"/>
                <a:cs typeface="Arial" panose="020B0604020202020204" pitchFamily="34" charset="0"/>
              </a:rPr>
              <a:t>#</a:t>
            </a:r>
          </a:p>
        </p:txBody>
      </p:sp>
      <p:sp>
        <p:nvSpPr>
          <p:cNvPr id="37" name="PIC2  Magnet Sample"/>
          <p:cNvSpPr txBox="1"/>
          <p:nvPr/>
        </p:nvSpPr>
        <p:spPr>
          <a:xfrm>
            <a:off x="4193596" y="12485188"/>
            <a:ext cx="2749191" cy="410369"/>
          </a:xfrm>
          <a:prstGeom prst="rect">
            <a:avLst/>
          </a:prstGeom>
          <a:solidFill>
            <a:srgbClr val="FFFFFF"/>
          </a:solidFill>
          <a:ln w="12700">
            <a:miter lim="400000"/>
          </a:ln>
        </p:spPr>
        <p:txBody>
          <a:bodyPr lIns="50800" tIns="50800" rIns="50800" bIns="50800" anchor="ctr">
            <a:spAutoFit/>
          </a:bodyPr>
          <a:lstStyle>
            <a:lvl1pPr algn="l" defTabSz="825500">
              <a:defRPr sz="2000">
                <a:latin typeface="Helvetica Neue Light" panose="02000503000000020004"/>
                <a:ea typeface="Helvetica Neue Light" panose="02000503000000020004"/>
                <a:cs typeface="Helvetica Neue Light" panose="02000503000000020004"/>
                <a:sym typeface="Helvetica Neue Light" panose="02000503000000020004"/>
              </a:defRPr>
            </a:lvl1pPr>
          </a:lstStyle>
          <a:p>
            <a:r>
              <a:rPr>
                <a:latin typeface="Arial" panose="020B0604020202020204" pitchFamily="34" charset="0"/>
                <a:cs typeface="Arial" panose="020B0604020202020204" pitchFamily="34" charset="0"/>
              </a:rPr>
              <a:t>PIC2  Magnet Sample</a:t>
            </a:r>
          </a:p>
        </p:txBody>
      </p:sp>
      <p:sp>
        <p:nvSpPr>
          <p:cNvPr id="39" name="线条"/>
          <p:cNvSpPr/>
          <p:nvPr/>
        </p:nvSpPr>
        <p:spPr>
          <a:xfrm>
            <a:off x="3177597" y="11159758"/>
            <a:ext cx="606845" cy="1"/>
          </a:xfrm>
          <a:prstGeom prst="line">
            <a:avLst/>
          </a:prstGeom>
          <a:ln w="38100">
            <a:solidFill>
              <a:srgbClr val="51A7F9"/>
            </a:solidFill>
            <a:miter lim="400000"/>
            <a:tailEnd type="triangle"/>
          </a:ln>
        </p:spPr>
        <p:txBody>
          <a:bodyPr lIns="0" tIns="0" rIns="0" bIns="0"/>
          <a:lstStyle/>
          <a:p>
            <a:pPr defTabSz="825500">
              <a:defRPr sz="3600">
                <a:latin typeface="Helvetica Neue Light" panose="02000503000000020004"/>
                <a:ea typeface="Helvetica Neue Light" panose="02000503000000020004"/>
                <a:cs typeface="Helvetica Neue Light" panose="02000503000000020004"/>
                <a:sym typeface="Helvetica Neue Light" panose="02000503000000020004"/>
              </a:defRPr>
            </a:pPr>
            <a:endParaRPr/>
          </a:p>
        </p:txBody>
      </p:sp>
      <p:sp>
        <p:nvSpPr>
          <p:cNvPr id="40" name="PIC3  without shrink within 3 seconds, Judgement-OK"/>
          <p:cNvSpPr txBox="1"/>
          <p:nvPr/>
        </p:nvSpPr>
        <p:spPr>
          <a:xfrm>
            <a:off x="8105061" y="12331300"/>
            <a:ext cx="3361407" cy="718145"/>
          </a:xfrm>
          <a:prstGeom prst="rect">
            <a:avLst/>
          </a:prstGeom>
          <a:solidFill>
            <a:srgbClr val="FFFFFF"/>
          </a:solidFill>
          <a:ln w="12700">
            <a:miter lim="400000"/>
          </a:ln>
        </p:spPr>
        <p:txBody>
          <a:bodyPr lIns="50800" tIns="50800" rIns="50800" bIns="50800" anchor="ctr">
            <a:spAutoFit/>
          </a:bodyPr>
          <a:lstStyle>
            <a:lvl1pPr algn="l" defTabSz="825500">
              <a:defRPr sz="2000">
                <a:latin typeface="Helvetica Neue Light" panose="02000503000000020004"/>
                <a:ea typeface="Helvetica Neue Light" panose="02000503000000020004"/>
                <a:cs typeface="Helvetica Neue Light" panose="02000503000000020004"/>
                <a:sym typeface="Helvetica Neue Light" panose="02000503000000020004"/>
              </a:defRPr>
            </a:lvl1pPr>
          </a:lstStyle>
          <a:p>
            <a:r>
              <a:rPr>
                <a:latin typeface="Arial" panose="020B0604020202020204" pitchFamily="34" charset="0"/>
                <a:cs typeface="Arial" panose="020B0604020202020204" pitchFamily="34" charset="0"/>
              </a:rPr>
              <a:t>PIC3  without shrink within 3 seconds, Judgement-OK</a:t>
            </a:r>
          </a:p>
        </p:txBody>
      </p:sp>
      <p:sp>
        <p:nvSpPr>
          <p:cNvPr id="41" name="PIC4  Shrink immediately in 3 seconds, Judgement -NG."/>
          <p:cNvSpPr txBox="1"/>
          <p:nvPr/>
        </p:nvSpPr>
        <p:spPr>
          <a:xfrm>
            <a:off x="12086352" y="12331300"/>
            <a:ext cx="3361408" cy="718145"/>
          </a:xfrm>
          <a:prstGeom prst="rect">
            <a:avLst/>
          </a:prstGeom>
          <a:solidFill>
            <a:srgbClr val="FFFFFF"/>
          </a:solidFill>
          <a:ln w="12700">
            <a:miter lim="400000"/>
          </a:ln>
        </p:spPr>
        <p:txBody>
          <a:bodyPr lIns="50800" tIns="50800" rIns="50800" bIns="50800" anchor="ctr">
            <a:spAutoFit/>
          </a:bodyPr>
          <a:lstStyle>
            <a:lvl1pPr algn="l" defTabSz="825500">
              <a:defRPr sz="2000">
                <a:latin typeface="Helvetica Neue Light" panose="02000503000000020004"/>
                <a:ea typeface="Helvetica Neue Light" panose="02000503000000020004"/>
                <a:cs typeface="Helvetica Neue Light" panose="02000503000000020004"/>
                <a:sym typeface="Helvetica Neue Light" panose="02000503000000020004"/>
              </a:defRPr>
            </a:lvl1pPr>
          </a:lstStyle>
          <a:p>
            <a:r>
              <a:rPr dirty="0">
                <a:latin typeface="Arial" panose="020B0604020202020204" pitchFamily="34" charset="0"/>
                <a:cs typeface="Arial" panose="020B0604020202020204" pitchFamily="34" charset="0"/>
              </a:rPr>
              <a:t>PIC4  Shrink immediately in 3 seconds, Judgement -NG.</a:t>
            </a:r>
          </a:p>
        </p:txBody>
      </p:sp>
      <p:sp>
        <p:nvSpPr>
          <p:cNvPr id="42" name="线条"/>
          <p:cNvSpPr/>
          <p:nvPr/>
        </p:nvSpPr>
        <p:spPr>
          <a:xfrm>
            <a:off x="7475937" y="11159758"/>
            <a:ext cx="606845" cy="1"/>
          </a:xfrm>
          <a:prstGeom prst="line">
            <a:avLst/>
          </a:prstGeom>
          <a:ln w="38100">
            <a:solidFill>
              <a:srgbClr val="51A7F9"/>
            </a:solidFill>
            <a:miter lim="400000"/>
            <a:tailEnd type="triangle"/>
          </a:ln>
        </p:spPr>
        <p:txBody>
          <a:bodyPr lIns="0" tIns="0" rIns="0" bIns="0"/>
          <a:lstStyle/>
          <a:p>
            <a:pPr defTabSz="825500">
              <a:defRPr sz="3600">
                <a:latin typeface="Helvetica Neue Light" panose="02000503000000020004"/>
                <a:ea typeface="Helvetica Neue Light" panose="02000503000000020004"/>
                <a:cs typeface="Helvetica Neue Light" panose="02000503000000020004"/>
                <a:sym typeface="Helvetica Neue Light" panose="02000503000000020004"/>
              </a:defRPr>
            </a:pPr>
            <a:endParaRPr/>
          </a:p>
        </p:txBody>
      </p:sp>
      <p:sp>
        <p:nvSpPr>
          <p:cNvPr id="43" name="线条"/>
          <p:cNvSpPr/>
          <p:nvPr/>
        </p:nvSpPr>
        <p:spPr>
          <a:xfrm>
            <a:off x="11219389" y="11159758"/>
            <a:ext cx="606845" cy="1"/>
          </a:xfrm>
          <a:prstGeom prst="line">
            <a:avLst/>
          </a:prstGeom>
          <a:ln w="38100">
            <a:solidFill>
              <a:srgbClr val="51A7F9"/>
            </a:solidFill>
            <a:miter lim="400000"/>
            <a:tailEnd type="triangle"/>
          </a:ln>
        </p:spPr>
        <p:txBody>
          <a:bodyPr lIns="0" tIns="0" rIns="0" bIns="0"/>
          <a:lstStyle/>
          <a:p>
            <a:pPr defTabSz="825500">
              <a:defRPr sz="3600">
                <a:latin typeface="Helvetica Neue Light" panose="02000503000000020004"/>
                <a:ea typeface="Helvetica Neue Light" panose="02000503000000020004"/>
                <a:cs typeface="Helvetica Neue Light" panose="02000503000000020004"/>
                <a:sym typeface="Helvetica Neue Light" panose="02000503000000020004"/>
              </a:defRPr>
            </a:pPr>
            <a:endParaRPr/>
          </a:p>
        </p:txBody>
      </p:sp>
      <p:sp>
        <p:nvSpPr>
          <p:cNvPr id="49" name="OK"/>
          <p:cNvSpPr txBox="1"/>
          <p:nvPr/>
        </p:nvSpPr>
        <p:spPr>
          <a:xfrm>
            <a:off x="9324267" y="9987584"/>
            <a:ext cx="545682" cy="462434"/>
          </a:xfrm>
          <a:prstGeom prst="rect">
            <a:avLst/>
          </a:prstGeom>
          <a:ln w="12700">
            <a:miter lim="400000"/>
          </a:ln>
        </p:spPr>
        <p:txBody>
          <a:bodyPr wrap="none" lIns="76200" tIns="76200" rIns="76200" bIns="76200" anchor="ctr">
            <a:spAutoFit/>
          </a:bodyPr>
          <a:lstStyle>
            <a:lvl1pPr algn="l" defTabSz="819150">
              <a:defRPr sz="2100"/>
            </a:lvl1pPr>
          </a:lstStyle>
          <a:p>
            <a:r>
              <a:t>OK</a:t>
            </a:r>
          </a:p>
        </p:txBody>
      </p:sp>
      <p:sp>
        <p:nvSpPr>
          <p:cNvPr id="50" name="NG"/>
          <p:cNvSpPr txBox="1"/>
          <p:nvPr/>
        </p:nvSpPr>
        <p:spPr>
          <a:xfrm>
            <a:off x="13372675" y="9913170"/>
            <a:ext cx="560083" cy="462434"/>
          </a:xfrm>
          <a:prstGeom prst="rect">
            <a:avLst/>
          </a:prstGeom>
          <a:ln w="12700">
            <a:miter lim="400000"/>
          </a:ln>
        </p:spPr>
        <p:txBody>
          <a:bodyPr wrap="none" lIns="76200" tIns="76200" rIns="76200" bIns="76200" anchor="ctr">
            <a:spAutoFit/>
          </a:bodyPr>
          <a:lstStyle>
            <a:lvl1pPr algn="l" defTabSz="819150">
              <a:defRPr sz="2100">
                <a:solidFill>
                  <a:srgbClr val="FF2600"/>
                </a:solidFill>
              </a:defRPr>
            </a:lvl1pPr>
          </a:lstStyle>
          <a:p>
            <a:r>
              <a:t>NG</a:t>
            </a:r>
          </a:p>
        </p:txBody>
      </p:sp>
      <p:pic>
        <p:nvPicPr>
          <p:cNvPr id="51" name="图片 50"/>
          <p:cNvPicPr>
            <a:picLocks noChangeAspect="1"/>
          </p:cNvPicPr>
          <p:nvPr/>
        </p:nvPicPr>
        <p:blipFill>
          <a:blip r:embed="rId2" cstate="email"/>
          <a:stretch>
            <a:fillRect/>
          </a:stretch>
        </p:blipFill>
        <p:spPr>
          <a:xfrm rot="5400000">
            <a:off x="4199162" y="10039627"/>
            <a:ext cx="2293262" cy="2304394"/>
          </a:xfrm>
          <a:prstGeom prst="rect">
            <a:avLst/>
          </a:prstGeom>
        </p:spPr>
      </p:pic>
      <p:pic>
        <p:nvPicPr>
          <p:cNvPr id="52" name="图片 51"/>
          <p:cNvPicPr>
            <a:picLocks noChangeAspect="1"/>
          </p:cNvPicPr>
          <p:nvPr/>
        </p:nvPicPr>
        <p:blipFill rotWithShape="1">
          <a:blip r:embed="rId3" cstate="email"/>
          <a:srcRect/>
          <a:stretch>
            <a:fillRect/>
          </a:stretch>
        </p:blipFill>
        <p:spPr>
          <a:xfrm rot="5400000">
            <a:off x="8929716" y="10486445"/>
            <a:ext cx="1307706" cy="1543670"/>
          </a:xfrm>
          <a:prstGeom prst="rect">
            <a:avLst/>
          </a:prstGeom>
        </p:spPr>
      </p:pic>
      <p:pic>
        <p:nvPicPr>
          <p:cNvPr id="53" name="图片 52"/>
          <p:cNvPicPr>
            <a:picLocks noChangeAspect="1"/>
          </p:cNvPicPr>
          <p:nvPr/>
        </p:nvPicPr>
        <p:blipFill>
          <a:blip r:embed="rId4" cstate="email"/>
          <a:stretch>
            <a:fillRect/>
          </a:stretch>
        </p:blipFill>
        <p:spPr>
          <a:xfrm>
            <a:off x="12878523" y="10725929"/>
            <a:ext cx="1397464" cy="1124276"/>
          </a:xfrm>
          <a:prstGeom prst="rect">
            <a:avLst/>
          </a:prstGeom>
        </p:spPr>
      </p:pic>
      <p:sp>
        <p:nvSpPr>
          <p:cNvPr id="20" name="MTD | X1335 Metrology Details-Magnet 160-02017-05 (Series)">
            <a:extLst>
              <a:ext uri="{FF2B5EF4-FFF2-40B4-BE49-F238E27FC236}">
                <a16:creationId xmlns:a16="http://schemas.microsoft.com/office/drawing/2014/main" id="{97E9F8AC-CB39-1B4D-BC63-0DDCCB87880A}"/>
              </a:ext>
            </a:extLst>
          </p:cNvPr>
          <p:cNvSpPr txBox="1">
            <a:spLocks/>
          </p:cNvSpPr>
          <p:nvPr/>
        </p:nvSpPr>
        <p:spPr>
          <a:xfrm>
            <a:off x="783725" y="902136"/>
            <a:ext cx="14591955" cy="84420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noAutofit/>
          </a:bodyPr>
          <a:lstStyle>
            <a:lvl1pPr marL="0" marR="0" indent="0" algn="ctr" defTabSz="821530" rtl="0" latinLnBrk="0">
              <a:lnSpc>
                <a:spcPct val="100000"/>
              </a:lnSpc>
              <a:spcBef>
                <a:spcPts val="0"/>
              </a:spcBef>
              <a:spcAft>
                <a:spcPts val="0"/>
              </a:spcAft>
              <a:buClrTx/>
              <a:buSzTx/>
              <a:buFontTx/>
              <a:buNone/>
              <a:tabLst/>
              <a:defRPr sz="11200" b="0" i="0" u="none" strike="noStrike" cap="none" spc="0" baseline="0">
                <a:ln>
                  <a:noFill/>
                </a:ln>
                <a:solidFill>
                  <a:srgbClr val="000000"/>
                </a:solidFill>
                <a:uFillTx/>
                <a:latin typeface="+mj-lt"/>
                <a:ea typeface="+mj-ea"/>
                <a:cs typeface="+mj-cs"/>
                <a:sym typeface="Helvetica Neue Medium"/>
              </a:defRPr>
            </a:lvl1pPr>
            <a:lvl2pPr marL="0" marR="0" indent="0" algn="ctr" defTabSz="821530" rtl="0" latinLnBrk="0">
              <a:lnSpc>
                <a:spcPct val="100000"/>
              </a:lnSpc>
              <a:spcBef>
                <a:spcPts val="0"/>
              </a:spcBef>
              <a:spcAft>
                <a:spcPts val="0"/>
              </a:spcAft>
              <a:buClrTx/>
              <a:buSzTx/>
              <a:buFontTx/>
              <a:buNone/>
              <a:tabLst/>
              <a:defRPr sz="11200" b="0" i="0" u="none" strike="noStrike" cap="none" spc="0" baseline="0">
                <a:ln>
                  <a:noFill/>
                </a:ln>
                <a:solidFill>
                  <a:srgbClr val="000000"/>
                </a:solidFill>
                <a:uFillTx/>
                <a:latin typeface="+mj-lt"/>
                <a:ea typeface="+mj-ea"/>
                <a:cs typeface="+mj-cs"/>
                <a:sym typeface="Helvetica Neue Medium"/>
              </a:defRPr>
            </a:lvl2pPr>
            <a:lvl3pPr marL="0" marR="0" indent="0" algn="ctr" defTabSz="821530" rtl="0" latinLnBrk="0">
              <a:lnSpc>
                <a:spcPct val="100000"/>
              </a:lnSpc>
              <a:spcBef>
                <a:spcPts val="0"/>
              </a:spcBef>
              <a:spcAft>
                <a:spcPts val="0"/>
              </a:spcAft>
              <a:buClrTx/>
              <a:buSzTx/>
              <a:buFontTx/>
              <a:buNone/>
              <a:tabLst/>
              <a:defRPr sz="11200" b="0" i="0" u="none" strike="noStrike" cap="none" spc="0" baseline="0">
                <a:ln>
                  <a:noFill/>
                </a:ln>
                <a:solidFill>
                  <a:srgbClr val="000000"/>
                </a:solidFill>
                <a:uFillTx/>
                <a:latin typeface="+mj-lt"/>
                <a:ea typeface="+mj-ea"/>
                <a:cs typeface="+mj-cs"/>
                <a:sym typeface="Helvetica Neue Medium"/>
              </a:defRPr>
            </a:lvl3pPr>
            <a:lvl4pPr marL="0" marR="0" indent="0" algn="ctr" defTabSz="821530" rtl="0" latinLnBrk="0">
              <a:lnSpc>
                <a:spcPct val="100000"/>
              </a:lnSpc>
              <a:spcBef>
                <a:spcPts val="0"/>
              </a:spcBef>
              <a:spcAft>
                <a:spcPts val="0"/>
              </a:spcAft>
              <a:buClrTx/>
              <a:buSzTx/>
              <a:buFontTx/>
              <a:buNone/>
              <a:tabLst/>
              <a:defRPr sz="11200" b="0" i="0" u="none" strike="noStrike" cap="none" spc="0" baseline="0">
                <a:ln>
                  <a:noFill/>
                </a:ln>
                <a:solidFill>
                  <a:srgbClr val="000000"/>
                </a:solidFill>
                <a:uFillTx/>
                <a:latin typeface="+mj-lt"/>
                <a:ea typeface="+mj-ea"/>
                <a:cs typeface="+mj-cs"/>
                <a:sym typeface="Helvetica Neue Medium"/>
              </a:defRPr>
            </a:lvl4pPr>
            <a:lvl5pPr marL="0" marR="0" indent="0" algn="ctr" defTabSz="821530" rtl="0" latinLnBrk="0">
              <a:lnSpc>
                <a:spcPct val="100000"/>
              </a:lnSpc>
              <a:spcBef>
                <a:spcPts val="0"/>
              </a:spcBef>
              <a:spcAft>
                <a:spcPts val="0"/>
              </a:spcAft>
              <a:buClrTx/>
              <a:buSzTx/>
              <a:buFontTx/>
              <a:buNone/>
              <a:tabLst/>
              <a:defRPr sz="11200" b="0" i="0" u="none" strike="noStrike" cap="none" spc="0" baseline="0">
                <a:ln>
                  <a:noFill/>
                </a:ln>
                <a:solidFill>
                  <a:srgbClr val="000000"/>
                </a:solidFill>
                <a:uFillTx/>
                <a:latin typeface="+mj-lt"/>
                <a:ea typeface="+mj-ea"/>
                <a:cs typeface="+mj-cs"/>
                <a:sym typeface="Helvetica Neue Medium"/>
              </a:defRPr>
            </a:lvl5pPr>
            <a:lvl6pPr marL="0" marR="0" indent="0" algn="ctr" defTabSz="821530" rtl="0" latinLnBrk="0">
              <a:lnSpc>
                <a:spcPct val="100000"/>
              </a:lnSpc>
              <a:spcBef>
                <a:spcPts val="0"/>
              </a:spcBef>
              <a:spcAft>
                <a:spcPts val="0"/>
              </a:spcAft>
              <a:buClrTx/>
              <a:buSzTx/>
              <a:buFontTx/>
              <a:buNone/>
              <a:tabLst/>
              <a:defRPr sz="11200" b="0" i="0" u="none" strike="noStrike" cap="none" spc="0" baseline="0">
                <a:ln>
                  <a:noFill/>
                </a:ln>
                <a:solidFill>
                  <a:srgbClr val="000000"/>
                </a:solidFill>
                <a:uFillTx/>
                <a:latin typeface="+mj-lt"/>
                <a:ea typeface="+mj-ea"/>
                <a:cs typeface="+mj-cs"/>
                <a:sym typeface="Helvetica Neue Medium"/>
              </a:defRPr>
            </a:lvl6pPr>
            <a:lvl7pPr marL="0" marR="0" indent="0" algn="ctr" defTabSz="821530" rtl="0" latinLnBrk="0">
              <a:lnSpc>
                <a:spcPct val="100000"/>
              </a:lnSpc>
              <a:spcBef>
                <a:spcPts val="0"/>
              </a:spcBef>
              <a:spcAft>
                <a:spcPts val="0"/>
              </a:spcAft>
              <a:buClrTx/>
              <a:buSzTx/>
              <a:buFontTx/>
              <a:buNone/>
              <a:tabLst/>
              <a:defRPr sz="11200" b="0" i="0" u="none" strike="noStrike" cap="none" spc="0" baseline="0">
                <a:ln>
                  <a:noFill/>
                </a:ln>
                <a:solidFill>
                  <a:srgbClr val="000000"/>
                </a:solidFill>
                <a:uFillTx/>
                <a:latin typeface="+mj-lt"/>
                <a:ea typeface="+mj-ea"/>
                <a:cs typeface="+mj-cs"/>
                <a:sym typeface="Helvetica Neue Medium"/>
              </a:defRPr>
            </a:lvl7pPr>
            <a:lvl8pPr marL="0" marR="0" indent="0" algn="ctr" defTabSz="821530" rtl="0" latinLnBrk="0">
              <a:lnSpc>
                <a:spcPct val="100000"/>
              </a:lnSpc>
              <a:spcBef>
                <a:spcPts val="0"/>
              </a:spcBef>
              <a:spcAft>
                <a:spcPts val="0"/>
              </a:spcAft>
              <a:buClrTx/>
              <a:buSzTx/>
              <a:buFontTx/>
              <a:buNone/>
              <a:tabLst/>
              <a:defRPr sz="11200" b="0" i="0" u="none" strike="noStrike" cap="none" spc="0" baseline="0">
                <a:ln>
                  <a:noFill/>
                </a:ln>
                <a:solidFill>
                  <a:srgbClr val="000000"/>
                </a:solidFill>
                <a:uFillTx/>
                <a:latin typeface="+mj-lt"/>
                <a:ea typeface="+mj-ea"/>
                <a:cs typeface="+mj-cs"/>
                <a:sym typeface="Helvetica Neue Medium"/>
              </a:defRPr>
            </a:lvl8pPr>
            <a:lvl9pPr marL="0" marR="0" indent="0" algn="ctr" defTabSz="821530" rtl="0" latinLnBrk="0">
              <a:lnSpc>
                <a:spcPct val="100000"/>
              </a:lnSpc>
              <a:spcBef>
                <a:spcPts val="0"/>
              </a:spcBef>
              <a:spcAft>
                <a:spcPts val="0"/>
              </a:spcAft>
              <a:buClrTx/>
              <a:buSzTx/>
              <a:buFontTx/>
              <a:buNone/>
              <a:tabLst/>
              <a:defRPr sz="11200" b="0" i="0" u="none" strike="noStrike" cap="none" spc="0" baseline="0">
                <a:ln>
                  <a:noFill/>
                </a:ln>
                <a:solidFill>
                  <a:srgbClr val="000000"/>
                </a:solidFill>
                <a:uFillTx/>
                <a:latin typeface="+mj-lt"/>
                <a:ea typeface="+mj-ea"/>
                <a:cs typeface="+mj-cs"/>
                <a:sym typeface="Helvetica Neue Medium"/>
              </a:defRPr>
            </a:lvl9pPr>
          </a:lstStyle>
          <a:p>
            <a:pPr algn="l" defTabSz="212866" hangingPunct="1">
              <a:defRPr sz="4400">
                <a:solidFill>
                  <a:srgbClr val="024C90"/>
                </a:solidFill>
                <a:latin typeface="Helvetica Neue Light"/>
                <a:ea typeface="Helvetica Neue Light"/>
                <a:cs typeface="Helvetica Neue Light"/>
                <a:sym typeface="Helvetica Neue Light"/>
              </a:defRPr>
            </a:pPr>
            <a:r>
              <a:rPr lang="en" sz="4400" dirty="0">
                <a:solidFill>
                  <a:srgbClr val="024C90"/>
                </a:solidFill>
                <a:latin typeface="Arial" panose="020B0604020202020204" pitchFamily="34" charset="0"/>
                <a:ea typeface="Helvetica Neue Light"/>
                <a:cs typeface="Arial" panose="020B0604020202020204" pitchFamily="34" charset="0"/>
                <a:sym typeface="Helvetica Neue Light"/>
              </a:rPr>
              <a:t>MTD</a:t>
            </a:r>
            <a:r>
              <a:rPr lang="en" sz="4400" dirty="0">
                <a:latin typeface="Arial" panose="020B0604020202020204" pitchFamily="34" charset="0"/>
                <a:ea typeface="Helvetica Neue Light"/>
                <a:cs typeface="Arial" panose="020B0604020202020204" pitchFamily="34" charset="0"/>
                <a:sym typeface="Helvetica Neue Light"/>
              </a:rPr>
              <a:t> | </a:t>
            </a:r>
            <a:r>
              <a:rPr lang="en-US" sz="4400" dirty="0">
                <a:solidFill>
                  <a:schemeClr val="tx1"/>
                </a:solidFill>
                <a:latin typeface="Arial" panose="020B0604020202020204" pitchFamily="34" charset="0"/>
                <a:ea typeface="Helvetica Neue Light"/>
                <a:cs typeface="Arial" panose="020B0604020202020204" pitchFamily="34" charset="0"/>
                <a:sym typeface="Helvetica Neue Light"/>
              </a:rPr>
              <a:t>R240</a:t>
            </a:r>
            <a:r>
              <a:rPr lang="en" sz="4400" dirty="0">
                <a:latin typeface="Arial" panose="020B0604020202020204" pitchFamily="34" charset="0"/>
                <a:ea typeface="Helvetica Neue Light"/>
                <a:cs typeface="Arial" panose="020B0604020202020204" pitchFamily="34" charset="0"/>
                <a:sym typeface="Helvetica Neue Light"/>
              </a:rPr>
              <a:t> </a:t>
            </a:r>
            <a:r>
              <a:rPr lang="en" sz="4400" dirty="0">
                <a:solidFill>
                  <a:schemeClr val="tx1"/>
                </a:solidFill>
                <a:latin typeface="Arial" panose="020B0604020202020204" pitchFamily="34" charset="0"/>
                <a:ea typeface="Helvetica Neue Light"/>
                <a:cs typeface="Arial" panose="020B0604020202020204" pitchFamily="34" charset="0"/>
                <a:sym typeface="Helvetica Neue Light"/>
              </a:rPr>
              <a:t>Metrology Details-Magnet </a:t>
            </a:r>
            <a:r>
              <a:rPr lang="sv-SE" altLang="zh-CN" sz="4400" dirty="0">
                <a:solidFill>
                  <a:schemeClr val="tx1"/>
                </a:solidFill>
                <a:latin typeface="Arial" panose="020B0604020202020204" pitchFamily="34" charset="0"/>
                <a:ea typeface="Helvetica Neue Light"/>
                <a:cs typeface="Arial" panose="020B0604020202020204" pitchFamily="34" charset="0"/>
                <a:sym typeface="Helvetica Neue Light"/>
              </a:rPr>
              <a:t>099-53721-08</a:t>
            </a:r>
          </a:p>
        </p:txBody>
      </p:sp>
      <p:pic>
        <p:nvPicPr>
          <p:cNvPr id="2" name="图片 1"/>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1785258" y="8979553"/>
            <a:ext cx="566056" cy="3790554"/>
          </a:xfrm>
          <a:prstGeom prst="rect">
            <a:avLst/>
          </a:prstGeom>
        </p:spPr>
      </p:pic>
    </p:spTree>
    <p:extLst>
      <p:ext uri="{BB962C8B-B14F-4D97-AF65-F5344CB8AC3E}">
        <p14:creationId xmlns:p14="http://schemas.microsoft.com/office/powerpoint/2010/main" val="3401900434"/>
      </p:ext>
    </p:extLst>
  </p:cSld>
  <p:clrMapOvr>
    <a:masterClrMapping/>
  </p:clrMapOvr>
  <p:transition spd="med"/>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60" name="表格"/>
          <p:cNvGraphicFramePr/>
          <p:nvPr>
            <p:custDataLst>
              <p:tags r:id="rId1"/>
            </p:custDataLst>
            <p:extLst>
              <p:ext uri="{D42A27DB-BD31-4B8C-83A1-F6EECF244321}">
                <p14:modId xmlns:p14="http://schemas.microsoft.com/office/powerpoint/2010/main" val="1542821873"/>
              </p:ext>
            </p:extLst>
          </p:nvPr>
        </p:nvGraphicFramePr>
        <p:xfrm>
          <a:off x="722690" y="1498188"/>
          <a:ext cx="22918677" cy="12217812"/>
        </p:xfrm>
        <a:graphic>
          <a:graphicData uri="http://schemas.openxmlformats.org/drawingml/2006/table">
            <a:tbl>
              <a:tblPr/>
              <a:tblGrid>
                <a:gridCol w="12097960">
                  <a:extLst>
                    <a:ext uri="{9D8B030D-6E8A-4147-A177-3AD203B41FA5}">
                      <a16:colId xmlns:a16="http://schemas.microsoft.com/office/drawing/2014/main" val="20000"/>
                    </a:ext>
                  </a:extLst>
                </a:gridCol>
                <a:gridCol w="10820717">
                  <a:extLst>
                    <a:ext uri="{9D8B030D-6E8A-4147-A177-3AD203B41FA5}">
                      <a16:colId xmlns:a16="http://schemas.microsoft.com/office/drawing/2014/main" val="20001"/>
                    </a:ext>
                  </a:extLst>
                </a:gridCol>
              </a:tblGrid>
              <a:tr h="665128">
                <a:tc gridSpan="2">
                  <a:txBody>
                    <a:bodyPr/>
                    <a:lstStyle/>
                    <a:p>
                      <a:pPr marL="0" marR="0" lvl="0" indent="0" algn="l" defTabSz="409575" rtl="0" eaLnBrk="1" fontAlgn="auto" latinLnBrk="0" hangingPunct="1">
                        <a:lnSpc>
                          <a:spcPct val="100000"/>
                        </a:lnSpc>
                        <a:spcBef>
                          <a:spcPts val="0"/>
                        </a:spcBef>
                        <a:spcAft>
                          <a:spcPts val="0"/>
                        </a:spcAft>
                        <a:buClrTx/>
                        <a:buSzTx/>
                        <a:buFontTx/>
                        <a:buNone/>
                        <a:tabLst/>
                        <a:defRPr sz="1800"/>
                      </a:pPr>
                      <a:r>
                        <a:rPr kumimoji="0" lang="en-US" altLang="zh-CN" sz="3000" b="0" i="0" u="none" strike="noStrike" kern="0" cap="none" spc="0" normalizeH="0" baseline="0" dirty="0">
                          <a:ln>
                            <a:noFill/>
                          </a:ln>
                          <a:solidFill>
                            <a:srgbClr val="000000"/>
                          </a:solidFill>
                          <a:effectLst/>
                          <a:uLnTx/>
                          <a:uFillTx/>
                          <a:latin typeface="Arial" panose="020B0604020202020204" pitchFamily="34" charset="0"/>
                          <a:ea typeface="+mn-ea"/>
                          <a:cs typeface="Arial" panose="020B0604020202020204" pitchFamily="34" charset="0"/>
                          <a:sym typeface="Helvetica Neue Light" panose="02000503000000020004"/>
                        </a:rPr>
                        <a:t>Heat Quench :</a:t>
                      </a:r>
                      <a:r>
                        <a:rPr kumimoji="0" lang="en-US" altLang="zh-CN" sz="3200" b="0" i="0" u="none" strike="noStrike" kern="0" cap="none" spc="0" normalizeH="0" baseline="0" dirty="0">
                          <a:ln>
                            <a:noFill/>
                          </a:ln>
                          <a:solidFill>
                            <a:schemeClr val="tx1"/>
                          </a:solidFill>
                          <a:effectLst/>
                          <a:uLnTx/>
                          <a:uFillTx/>
                          <a:latin typeface="Arial" panose="020B0604020202020204" pitchFamily="34" charset="0"/>
                          <a:ea typeface="+mn-ea"/>
                          <a:cs typeface="Arial" panose="020B0604020202020204" pitchFamily="34" charset="0"/>
                          <a:sym typeface="Helvetica Neue Light"/>
                        </a:rPr>
                        <a:t>1</a:t>
                      </a:r>
                      <a:r>
                        <a:rPr lang="en-US" altLang="zh-CN" sz="3200" dirty="0">
                          <a:latin typeface="Arial" panose="020B0604020202020204" pitchFamily="34" charset="0"/>
                          <a:cs typeface="Arial" panose="020B0604020202020204" pitchFamily="34" charset="0"/>
                        </a:rPr>
                        <a:t>50℃/1H</a:t>
                      </a:r>
                      <a:endParaRPr kumimoji="0" lang="zh-CN" altLang="en-US" sz="3000" b="0" i="0" u="none" strike="noStrike" kern="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sym typeface="Helvetica Neue Medium"/>
                      </a:endParaRPr>
                    </a:p>
                  </a:txBody>
                  <a:tcPr marL="12700" marR="12700" marT="12700" marB="12700" anchor="ctr" horzOverflow="overflow">
                    <a:lnL w="6350">
                      <a:solidFill>
                        <a:srgbClr val="000000"/>
                      </a:solidFill>
                    </a:lnL>
                    <a:lnR w="6350">
                      <a:solidFill>
                        <a:srgbClr val="000000"/>
                      </a:solidFill>
                    </a:lnR>
                    <a:lnT w="6350">
                      <a:solidFill>
                        <a:srgbClr val="000000"/>
                      </a:solidFill>
                    </a:lnT>
                    <a:lnB w="6350">
                      <a:solidFill>
                        <a:srgbClr val="000000"/>
                      </a:solidFill>
                    </a:lnB>
                    <a:solidFill>
                      <a:srgbClr val="C1E1FE"/>
                    </a:solidFill>
                  </a:tcPr>
                </a:tc>
                <a:tc hMerge="1">
                  <a:txBody>
                    <a:bodyPr/>
                    <a:lstStyle/>
                    <a:p>
                      <a:endParaRPr lang="zh-CN"/>
                    </a:p>
                  </a:txBody>
                  <a:tcPr/>
                </a:tc>
                <a:extLst>
                  <a:ext uri="{0D108BD9-81ED-4DB2-BD59-A6C34878D82A}">
                    <a16:rowId xmlns:a16="http://schemas.microsoft.com/office/drawing/2014/main" val="10000"/>
                  </a:ext>
                </a:extLst>
              </a:tr>
              <a:tr h="655619">
                <a:tc>
                  <a:txBody>
                    <a:bodyPr/>
                    <a:lstStyle/>
                    <a:p>
                      <a:pPr defTabSz="409575">
                        <a:defRPr sz="1800"/>
                      </a:pPr>
                      <a:r>
                        <a:rPr lang="en-US" sz="3000" dirty="0">
                          <a:latin typeface="Arial" panose="020B0604020202020204" pitchFamily="34" charset="0"/>
                          <a:cs typeface="Arial" panose="020B0604020202020204" pitchFamily="34" charset="0"/>
                          <a:sym typeface="Helvetica Neue Medium" panose="02000503000000020004"/>
                        </a:rPr>
                        <a:t>FAI</a:t>
                      </a:r>
                      <a:endParaRPr sz="3000" dirty="0">
                        <a:latin typeface="Arial" panose="020B0604020202020204" pitchFamily="34" charset="0"/>
                        <a:cs typeface="Arial" panose="020B0604020202020204" pitchFamily="34" charset="0"/>
                        <a:sym typeface="Helvetica Neue Medium" panose="02000503000000020004"/>
                      </a:endParaRPr>
                    </a:p>
                  </a:txBody>
                  <a:tcPr marL="12700" marR="12700" marT="12700" marB="12700" anchor="ctr" horzOverflow="overflow">
                    <a:lnL w="6350">
                      <a:solidFill>
                        <a:srgbClr val="000000"/>
                      </a:solidFill>
                    </a:lnL>
                    <a:lnR w="6350">
                      <a:solidFill>
                        <a:srgbClr val="000000"/>
                      </a:solidFill>
                    </a:lnR>
                    <a:lnT w="6350">
                      <a:solidFill>
                        <a:srgbClr val="000000"/>
                      </a:solidFill>
                    </a:lnT>
                    <a:lnB w="6350">
                      <a:solidFill>
                        <a:srgbClr val="000000"/>
                      </a:solidFill>
                    </a:lnB>
                    <a:solidFill>
                      <a:srgbClr val="C1E1FE"/>
                    </a:solidFill>
                  </a:tcPr>
                </a:tc>
                <a:tc>
                  <a:txBody>
                    <a:bodyPr/>
                    <a:lstStyle/>
                    <a:p>
                      <a:pPr defTabSz="409575">
                        <a:defRPr sz="1800"/>
                      </a:pPr>
                      <a:r>
                        <a:rPr sz="3000">
                          <a:latin typeface="Arial" panose="020B0604020202020204" pitchFamily="34" charset="0"/>
                          <a:cs typeface="Arial" panose="020B0604020202020204" pitchFamily="34" charset="0"/>
                          <a:sym typeface="Helvetica Neue Medium" panose="02000503000000020004"/>
                        </a:rPr>
                        <a:t>In-process</a:t>
                      </a:r>
                    </a:p>
                  </a:txBody>
                  <a:tcPr marL="12700" marR="12700" marT="12700" marB="12700" anchor="ctr" horzOverflow="overflow">
                    <a:lnL w="6350">
                      <a:solidFill>
                        <a:srgbClr val="000000"/>
                      </a:solidFill>
                    </a:lnL>
                    <a:lnR w="6350">
                      <a:solidFill>
                        <a:srgbClr val="000000"/>
                      </a:solidFill>
                    </a:lnR>
                    <a:lnT w="6350">
                      <a:solidFill>
                        <a:srgbClr val="000000"/>
                      </a:solidFill>
                    </a:lnT>
                    <a:lnB w="6350">
                      <a:solidFill>
                        <a:srgbClr val="000000"/>
                      </a:solidFill>
                    </a:lnB>
                    <a:solidFill>
                      <a:srgbClr val="C1E1FE"/>
                    </a:solidFill>
                  </a:tcPr>
                </a:tc>
                <a:extLst>
                  <a:ext uri="{0D108BD9-81ED-4DB2-BD59-A6C34878D82A}">
                    <a16:rowId xmlns:a16="http://schemas.microsoft.com/office/drawing/2014/main" val="10001"/>
                  </a:ext>
                </a:extLst>
              </a:tr>
              <a:tr h="10897065">
                <a:tc>
                  <a:txBody>
                    <a:bodyPr/>
                    <a:lstStyle/>
                    <a:p>
                      <a:pPr marL="0" marR="0" indent="0" algn="l" defTabSz="409575" rtl="0" latinLnBrk="0">
                        <a:lnSpc>
                          <a:spcPct val="100000"/>
                        </a:lnSpc>
                        <a:spcBef>
                          <a:spcPts val="0"/>
                        </a:spcBef>
                        <a:spcAft>
                          <a:spcPts val="0"/>
                        </a:spcAft>
                        <a:buClrTx/>
                        <a:buSzTx/>
                        <a:buFontTx/>
                        <a:buNone/>
                        <a:defRPr sz="2600">
                          <a:sym typeface="Helvetica Neue Medium" panose="02000503000000020004"/>
                        </a:defRPr>
                      </a:pPr>
                      <a:r>
                        <a:rPr dirty="0">
                          <a:latin typeface="Arial" panose="020B0604020202020204" pitchFamily="34" charset="0"/>
                          <a:cs typeface="Arial" panose="020B0604020202020204" pitchFamily="34" charset="0"/>
                        </a:rPr>
                        <a:t>1 . </a:t>
                      </a:r>
                      <a:r>
                        <a:rPr sz="2600" b="0" i="0" u="none" strike="noStrike" cap="none" spc="0" baseline="0" dirty="0">
                          <a:solidFill>
                            <a:schemeClr val="tx1"/>
                          </a:solidFill>
                          <a:uFillTx/>
                          <a:latin typeface="Arial" panose="020B0604020202020204" pitchFamily="34" charset="0"/>
                          <a:ea typeface="+mn-ea"/>
                          <a:cs typeface="Arial" panose="020B0604020202020204" pitchFamily="34" charset="0"/>
                          <a:sym typeface="Helvetica Neue Light" panose="02000503000000020004"/>
                        </a:rPr>
                        <a:t>Measurement Method ：</a:t>
                      </a:r>
                      <a:r>
                        <a:rPr lang="en-US" sz="2600" b="0" i="0" u="none" strike="noStrike" cap="none" spc="0" baseline="0" dirty="0">
                          <a:solidFill>
                            <a:schemeClr val="tx1"/>
                          </a:solidFill>
                          <a:uFillTx/>
                          <a:latin typeface="Arial" panose="020B0604020202020204" pitchFamily="34" charset="0"/>
                          <a:ea typeface="+mn-ea"/>
                          <a:cs typeface="Arial" panose="020B0604020202020204" pitchFamily="34" charset="0"/>
                          <a:sym typeface="Helvetica Neue Light" panose="02000503000000020004"/>
                        </a:rPr>
                        <a:t>Oven</a:t>
                      </a:r>
                      <a:endParaRPr lang="en-US" altLang="zh-CN" sz="2600" b="0" i="0" u="none" strike="noStrike" cap="none" spc="0" baseline="0" dirty="0">
                        <a:solidFill>
                          <a:schemeClr val="tx1"/>
                        </a:solidFill>
                        <a:uFillTx/>
                        <a:latin typeface="Arial" panose="020B0604020202020204" pitchFamily="34" charset="0"/>
                        <a:ea typeface="+mn-ea"/>
                        <a:cs typeface="Arial" panose="020B0604020202020204" pitchFamily="34" charset="0"/>
                        <a:sym typeface="Helvetica Neue Light"/>
                      </a:endParaRPr>
                    </a:p>
                    <a:p>
                      <a:pPr marL="0" marR="0" indent="0" algn="l" defTabSz="409575" rtl="0" eaLnBrk="1" fontAlgn="auto" latinLnBrk="0" hangingPunct="1">
                        <a:lnSpc>
                          <a:spcPct val="100000"/>
                        </a:lnSpc>
                        <a:spcBef>
                          <a:spcPts val="0"/>
                        </a:spcBef>
                        <a:spcAft>
                          <a:spcPts val="0"/>
                        </a:spcAft>
                        <a:buClrTx/>
                        <a:buSzTx/>
                        <a:buFontTx/>
                        <a:buNone/>
                        <a:defRPr sz="2600">
                          <a:sym typeface="Helvetica Neue Medium" panose="02000503000000020004"/>
                        </a:defRPr>
                      </a:pPr>
                      <a:r>
                        <a:rPr sz="2600" b="0" i="0" u="none" strike="noStrike" cap="none" spc="0" baseline="0" dirty="0">
                          <a:solidFill>
                            <a:schemeClr val="tx1"/>
                          </a:solidFill>
                          <a:uFillTx/>
                          <a:latin typeface="Arial" panose="020B0604020202020204" pitchFamily="34" charset="0"/>
                          <a:ea typeface="+mn-ea"/>
                          <a:cs typeface="Arial" panose="020B0604020202020204" pitchFamily="34" charset="0"/>
                          <a:sym typeface="Helvetica Neue Light" panose="02000503000000020004"/>
                        </a:rPr>
                        <a:t>2.  Fixture ：</a:t>
                      </a:r>
                      <a:r>
                        <a:rPr lang="en-US" sz="2600" b="0" i="0" u="none" strike="noStrike" cap="none" spc="0" baseline="0" dirty="0">
                          <a:solidFill>
                            <a:schemeClr val="tx1"/>
                          </a:solidFill>
                          <a:uFillTx/>
                          <a:latin typeface="Arial" panose="020B0604020202020204" pitchFamily="34" charset="0"/>
                          <a:ea typeface="+mn-ea"/>
                          <a:cs typeface="Arial" panose="020B0604020202020204" pitchFamily="34" charset="0"/>
                          <a:sym typeface="Helvetica Neue Light" panose="02000503000000020004"/>
                        </a:rPr>
                        <a:t>/ </a:t>
                      </a:r>
                    </a:p>
                    <a:p>
                      <a:pPr marL="0" marR="0" indent="0" algn="l" defTabSz="409575" rtl="0" latinLnBrk="0">
                        <a:lnSpc>
                          <a:spcPct val="100000"/>
                        </a:lnSpc>
                        <a:spcBef>
                          <a:spcPts val="0"/>
                        </a:spcBef>
                        <a:spcAft>
                          <a:spcPts val="0"/>
                        </a:spcAft>
                        <a:buClrTx/>
                        <a:buSzTx/>
                        <a:buFontTx/>
                        <a:buNone/>
                        <a:defRPr sz="2600">
                          <a:sym typeface="Helvetica Neue Medium" panose="02000503000000020004"/>
                        </a:defRPr>
                      </a:pPr>
                      <a:r>
                        <a:rPr sz="2600" b="0" i="0" u="none" strike="noStrike" cap="none" spc="0" baseline="0" dirty="0">
                          <a:solidFill>
                            <a:schemeClr val="tx1"/>
                          </a:solidFill>
                          <a:uFillTx/>
                          <a:latin typeface="Arial" panose="020B0604020202020204" pitchFamily="34" charset="0"/>
                          <a:ea typeface="+mn-ea"/>
                          <a:cs typeface="Arial" panose="020B0604020202020204" pitchFamily="34" charset="0"/>
                          <a:sym typeface="Helvetica Neue Light" panose="02000503000000020004"/>
                        </a:rPr>
                        <a:t>3.  Measurement status ：</a:t>
                      </a:r>
                      <a:r>
                        <a:rPr lang="en-US" altLang="zh-CN" sz="2600" b="0" i="0" u="none" strike="noStrike" cap="none" spc="0" baseline="0" dirty="0">
                          <a:solidFill>
                            <a:schemeClr val="tx1"/>
                          </a:solidFill>
                          <a:uFillTx/>
                          <a:latin typeface="Arial" panose="020B0604020202020204" pitchFamily="34" charset="0"/>
                          <a:ea typeface="+mn-ea"/>
                          <a:cs typeface="Arial" panose="020B0604020202020204" pitchFamily="34" charset="0"/>
                          <a:sym typeface="Helvetica Neue Medium" panose="02000503000000020004"/>
                        </a:rPr>
                        <a:t>Free</a:t>
                      </a:r>
                    </a:p>
                    <a:p>
                      <a:pPr marL="0" marR="0" indent="0" algn="l" defTabSz="409575" rtl="0" eaLnBrk="1" fontAlgn="auto" latinLnBrk="0" hangingPunct="1">
                        <a:lnSpc>
                          <a:spcPct val="100000"/>
                        </a:lnSpc>
                        <a:spcBef>
                          <a:spcPts val="0"/>
                        </a:spcBef>
                        <a:spcAft>
                          <a:spcPts val="0"/>
                        </a:spcAft>
                        <a:buClrTx/>
                        <a:buSzTx/>
                        <a:buFontTx/>
                        <a:buNone/>
                        <a:defRPr sz="2600">
                          <a:sym typeface="Helvetica Neue Medium" panose="02000503000000020004"/>
                        </a:defRPr>
                      </a:pPr>
                      <a:r>
                        <a:rPr sz="2600" b="0" i="0" u="none" strike="noStrike" cap="none" spc="0" baseline="0" dirty="0">
                          <a:solidFill>
                            <a:schemeClr val="tx1"/>
                          </a:solidFill>
                          <a:uFillTx/>
                          <a:latin typeface="Arial" panose="020B0604020202020204" pitchFamily="34" charset="0"/>
                          <a:ea typeface="+mn-ea"/>
                          <a:cs typeface="Arial" panose="020B0604020202020204" pitchFamily="34" charset="0"/>
                          <a:sym typeface="Helvetica Neue Light" panose="02000503000000020004"/>
                        </a:rPr>
                        <a:t>4.  Measurement procedure ：</a:t>
                      </a:r>
                      <a:endParaRPr lang="en-US" sz="2600" b="0" i="0" u="none" strike="noStrike" cap="none" spc="0" baseline="0" dirty="0">
                        <a:solidFill>
                          <a:schemeClr val="tx1"/>
                        </a:solidFill>
                        <a:uFillTx/>
                        <a:latin typeface="Arial" panose="020B0604020202020204" pitchFamily="34" charset="0"/>
                        <a:ea typeface="+mn-ea"/>
                        <a:cs typeface="Arial" panose="020B0604020202020204" pitchFamily="34" charset="0"/>
                        <a:sym typeface="Helvetica Neue Thin" panose="02000503000000020004"/>
                      </a:endParaRPr>
                    </a:p>
                    <a:p>
                      <a:pPr algn="l" defTabSz="1371600">
                        <a:defRPr sz="2000">
                          <a:latin typeface="Arial" panose="020B0604020202090204"/>
                          <a:ea typeface="Arial" panose="020B0604020202090204"/>
                          <a:cs typeface="Arial" panose="020B0604020202090204"/>
                          <a:sym typeface="Arial" panose="020B0604020202090204"/>
                        </a:defRPr>
                      </a:pPr>
                      <a:r>
                        <a:rPr lang="en-US" altLang="zh-CN" sz="1800" b="0" i="0" u="none" strike="noStrike" cap="none" spc="0" baseline="0" dirty="0">
                          <a:solidFill>
                            <a:schemeClr val="tx1"/>
                          </a:solidFill>
                          <a:uFillTx/>
                          <a:latin typeface="Arial" panose="020B0604020202020204"/>
                          <a:ea typeface="Arial" panose="020B0604020202020204"/>
                          <a:cs typeface="Arial" panose="020B0604020202020204"/>
                          <a:sym typeface="Helvetica Neue Light" panose="02000503000000020004"/>
                        </a:rPr>
                        <a:t>1.</a:t>
                      </a:r>
                      <a:r>
                        <a:rPr lang="zh-CN" altLang="en-US" sz="1800" dirty="0">
                          <a:latin typeface="Arial" panose="020B0604020202020204" pitchFamily="34" charset="0"/>
                          <a:cs typeface="Arial" panose="020B0604020202020204" pitchFamily="34" charset="0"/>
                        </a:rPr>
                        <a:t>打开烤箱，参考</a:t>
                      </a:r>
                      <a:r>
                        <a:rPr lang="en-US" altLang="zh-CN" sz="1800" dirty="0">
                          <a:latin typeface="Arial" panose="020B0604020202020204" pitchFamily="34" charset="0"/>
                          <a:cs typeface="Arial" panose="020B0604020202020204" pitchFamily="34" charset="0"/>
                        </a:rPr>
                        <a:t>ERS</a:t>
                      </a:r>
                      <a:r>
                        <a:rPr lang="zh-CN" altLang="en-US" sz="1800" dirty="0">
                          <a:latin typeface="Arial" panose="020B0604020202020204" pitchFamily="34" charset="0"/>
                          <a:cs typeface="Arial" panose="020B0604020202020204" pitchFamily="34" charset="0"/>
                        </a:rPr>
                        <a:t>文件镀层</a:t>
                      </a:r>
                      <a:r>
                        <a:rPr lang="en-US" altLang="zh-CN" sz="1800" dirty="0">
                          <a:latin typeface="Arial" panose="020B0604020202020204" pitchFamily="34" charset="0"/>
                          <a:cs typeface="Arial" panose="020B0604020202020204" pitchFamily="34" charset="0"/>
                        </a:rPr>
                        <a:t>(</a:t>
                      </a:r>
                      <a:r>
                        <a:rPr lang="zh-CN" altLang="en-US" sz="1800" dirty="0">
                          <a:latin typeface="Arial" panose="020B0604020202020204" pitchFamily="34" charset="0"/>
                          <a:cs typeface="Arial" panose="020B0604020202020204" pitchFamily="34" charset="0"/>
                        </a:rPr>
                        <a:t>镀锌</a:t>
                      </a:r>
                      <a:r>
                        <a:rPr lang="en-US" altLang="zh-CN" sz="1800" dirty="0">
                          <a:latin typeface="Arial" panose="020B0604020202020204" pitchFamily="34" charset="0"/>
                          <a:cs typeface="Arial" panose="020B0604020202020204" pitchFamily="34" charset="0"/>
                        </a:rPr>
                        <a:t>)</a:t>
                      </a:r>
                      <a:r>
                        <a:rPr lang="zh-CN" altLang="en-US" sz="1800" dirty="0">
                          <a:latin typeface="Arial" panose="020B0604020202020204" pitchFamily="34" charset="0"/>
                          <a:cs typeface="Arial" panose="020B0604020202020204" pitchFamily="34" charset="0"/>
                        </a:rPr>
                        <a:t>设定温度</a:t>
                      </a:r>
                      <a:r>
                        <a:rPr lang="en-US" altLang="zh-CN" sz="1800" dirty="0">
                          <a:latin typeface="Arial" panose="020B0604020202020204" pitchFamily="34" charset="0"/>
                          <a:cs typeface="Arial" panose="020B0604020202020204" pitchFamily="34" charset="0"/>
                        </a:rPr>
                        <a:t>150℃/1H(Pic1)</a:t>
                      </a:r>
                      <a:r>
                        <a:rPr lang="zh-CN" altLang="en-US" sz="1800" dirty="0">
                          <a:latin typeface="Arial" panose="020B0604020202020204" pitchFamily="34" charset="0"/>
                          <a:cs typeface="Arial" panose="020B0604020202020204" pitchFamily="34" charset="0"/>
                        </a:rPr>
                        <a:t>；</a:t>
                      </a:r>
                      <a:endParaRPr lang="en-US" altLang="zh-CN" sz="1800" baseline="0" dirty="0">
                        <a:latin typeface="Arial" panose="020B0604020202020204" pitchFamily="34" charset="0"/>
                        <a:cs typeface="Arial" panose="020B0604020202020204" pitchFamily="34" charset="0"/>
                      </a:endParaRPr>
                    </a:p>
                    <a:p>
                      <a:pPr algn="l" defTabSz="1371600">
                        <a:defRPr sz="2000">
                          <a:latin typeface="Arial" panose="020B0604020202090204"/>
                          <a:ea typeface="Arial" panose="020B0604020202090204"/>
                          <a:cs typeface="Arial" panose="020B0604020202090204"/>
                          <a:sym typeface="Arial" panose="020B0604020202090204"/>
                        </a:defRPr>
                      </a:pPr>
                      <a:r>
                        <a:rPr lang="en-US" altLang="zh-CN" sz="1800" b="0" i="0" u="none" strike="noStrike" cap="none" spc="0" baseline="0" dirty="0">
                          <a:solidFill>
                            <a:schemeClr val="tx1"/>
                          </a:solidFill>
                          <a:uFillTx/>
                          <a:latin typeface="Arial" panose="020B0604020202020204"/>
                          <a:ea typeface="Arial" panose="020B0604020202020204"/>
                          <a:cs typeface="Arial" panose="020B0604020202020204"/>
                          <a:sym typeface="Helvetica Neue Light" panose="02000503000000020004"/>
                        </a:rPr>
                        <a:t>2.</a:t>
                      </a:r>
                      <a:r>
                        <a:rPr lang="zh-CN" altLang="en-US" sz="1800" dirty="0">
                          <a:latin typeface="Arial" panose="020B0604020202020204" pitchFamily="34" charset="0"/>
                          <a:cs typeface="Arial" panose="020B0604020202020204" pitchFamily="34" charset="0"/>
                        </a:rPr>
                        <a:t>放磁钢到烘箱 </a:t>
                      </a:r>
                      <a:r>
                        <a:rPr lang="en-US" altLang="zh-CN" sz="1800" dirty="0">
                          <a:latin typeface="Arial" panose="020B0604020202020204" pitchFamily="34" charset="0"/>
                          <a:cs typeface="Arial" panose="020B0604020202020204" pitchFamily="34" charset="0"/>
                        </a:rPr>
                        <a:t>(Pic2) </a:t>
                      </a:r>
                      <a:r>
                        <a:rPr lang="zh-CN" altLang="en-US" sz="1800" dirty="0">
                          <a:latin typeface="Arial" panose="020B0604020202020204" pitchFamily="34" charset="0"/>
                          <a:cs typeface="Arial" panose="020B0604020202020204" pitchFamily="34" charset="0"/>
                        </a:rPr>
                        <a:t>：将样品平放在干净的板上，确保样品表面无断裂、裂纹、剥落、气泡等异常。当烤箱温度稳定后，将装有样品的平板放入烤箱</a:t>
                      </a:r>
                      <a:r>
                        <a:rPr lang="en-US" altLang="zh-CN" sz="1800" dirty="0">
                          <a:latin typeface="Arial" panose="020B0604020202020204" pitchFamily="34" charset="0"/>
                          <a:cs typeface="Arial" panose="020B0604020202020204" pitchFamily="34" charset="0"/>
                        </a:rPr>
                        <a:t>1</a:t>
                      </a:r>
                      <a:r>
                        <a:rPr lang="zh-CN" altLang="en-US" sz="1800" dirty="0">
                          <a:latin typeface="Arial" panose="020B0604020202020204" pitchFamily="34" charset="0"/>
                          <a:cs typeface="Arial" panose="020B0604020202020204" pitchFamily="34" charset="0"/>
                        </a:rPr>
                        <a:t>小时；</a:t>
                      </a:r>
                    </a:p>
                    <a:p>
                      <a:pPr algn="l" defTabSz="1371600">
                        <a:defRPr sz="2000">
                          <a:sym typeface="Helvetica"/>
                        </a:defRPr>
                      </a:pPr>
                      <a:r>
                        <a:rPr lang="en-US" altLang="zh-CN" sz="1800" b="0" i="0" u="none" strike="noStrike" cap="none" spc="0" baseline="0" dirty="0">
                          <a:solidFill>
                            <a:schemeClr val="tx1"/>
                          </a:solidFill>
                          <a:uFillTx/>
                          <a:latin typeface="Arial" panose="020B0604020202020204" pitchFamily="34" charset="0"/>
                          <a:ea typeface="Arial" panose="020B0604020202090204"/>
                          <a:cs typeface="Arial" panose="020B0604020202020204" pitchFamily="34" charset="0"/>
                          <a:sym typeface="Helvetica Neue Light" panose="02000503000000020004"/>
                        </a:rPr>
                        <a:t>3.</a:t>
                      </a:r>
                      <a:r>
                        <a:rPr lang="zh-CN" altLang="en-US" sz="1800" b="0" i="0" u="none" strike="noStrike" cap="none" spc="0" baseline="0" dirty="0">
                          <a:solidFill>
                            <a:schemeClr val="tx1"/>
                          </a:solidFill>
                          <a:uFillTx/>
                          <a:latin typeface="Arial" panose="020B0604020202020204" pitchFamily="34" charset="0"/>
                          <a:ea typeface="Arial" panose="020B0604020202090204"/>
                          <a:cs typeface="Arial" panose="020B0604020202020204" pitchFamily="34" charset="0"/>
                          <a:sym typeface="Helvetica Neue Light" panose="02000503000000020004"/>
                        </a:rPr>
                        <a:t>迅速将样品放入</a:t>
                      </a:r>
                      <a:r>
                        <a:rPr lang="en-US" altLang="zh-CN" sz="1800" b="0" i="0" u="none" strike="noStrike" cap="none" spc="0" baseline="0" dirty="0">
                          <a:solidFill>
                            <a:schemeClr val="tx1"/>
                          </a:solidFill>
                          <a:uFillTx/>
                          <a:latin typeface="Arial" panose="020B0604020202020204" pitchFamily="34" charset="0"/>
                          <a:ea typeface="Arial" panose="020B0604020202090204"/>
                          <a:cs typeface="Arial" panose="020B0604020202020204" pitchFamily="34" charset="0"/>
                          <a:sym typeface="Helvetica Neue Light" panose="02000503000000020004"/>
                        </a:rPr>
                        <a:t>±2</a:t>
                      </a:r>
                      <a:r>
                        <a:rPr lang="zh-CN" altLang="en-US" sz="1800" b="0" i="0" u="none" strike="noStrike" cap="none" spc="0" baseline="0" dirty="0">
                          <a:solidFill>
                            <a:schemeClr val="tx1"/>
                          </a:solidFill>
                          <a:uFillTx/>
                          <a:latin typeface="Arial" panose="020B0604020202020204" pitchFamily="34" charset="0"/>
                          <a:ea typeface="Arial" panose="020B0604020202090204"/>
                          <a:cs typeface="Arial" panose="020B0604020202020204" pitchFamily="34" charset="0"/>
                          <a:sym typeface="Helvetica Neue Light" panose="02000503000000020004"/>
                        </a:rPr>
                        <a:t>℃冰水混合物</a:t>
                      </a:r>
                      <a:r>
                        <a:rPr lang="en-US" altLang="zh-CN" sz="1800" b="0" i="0" u="none" strike="noStrike" cap="none" spc="0" baseline="0" dirty="0">
                          <a:solidFill>
                            <a:schemeClr val="tx1"/>
                          </a:solidFill>
                          <a:uFillTx/>
                          <a:latin typeface="Arial" panose="020B0604020202020204" pitchFamily="34" charset="0"/>
                          <a:ea typeface="Arial" panose="020B0604020202090204"/>
                          <a:cs typeface="Arial" panose="020B0604020202020204" pitchFamily="34" charset="0"/>
                          <a:sym typeface="Helvetica Neue Light" panose="02000503000000020004"/>
                        </a:rPr>
                        <a:t>(Pic3)</a:t>
                      </a:r>
                      <a:r>
                        <a:rPr lang="zh-CN" altLang="en-US" sz="1800" b="0" i="0" u="none" strike="noStrike" cap="none" spc="0" baseline="0" dirty="0">
                          <a:solidFill>
                            <a:schemeClr val="tx1"/>
                          </a:solidFill>
                          <a:uFillTx/>
                          <a:latin typeface="Arial" panose="020B0604020202020204" pitchFamily="34" charset="0"/>
                          <a:ea typeface="Arial" panose="020B0604020202090204"/>
                          <a:cs typeface="Arial" panose="020B0604020202020204" pitchFamily="34" charset="0"/>
                          <a:sym typeface="Helvetica Neue Light" panose="02000503000000020004"/>
                        </a:rPr>
                        <a:t>，持续时间小于</a:t>
                      </a:r>
                      <a:r>
                        <a:rPr lang="en-US" altLang="zh-CN" sz="1800" b="0" i="0" u="none" strike="noStrike" cap="none" spc="0" baseline="0" dirty="0">
                          <a:solidFill>
                            <a:schemeClr val="tx1"/>
                          </a:solidFill>
                          <a:uFillTx/>
                          <a:latin typeface="Arial" panose="020B0604020202020204" pitchFamily="34" charset="0"/>
                          <a:ea typeface="Arial" panose="020B0604020202090204"/>
                          <a:cs typeface="Arial" panose="020B0604020202020204" pitchFamily="34" charset="0"/>
                          <a:sym typeface="Helvetica Neue Light" panose="02000503000000020004"/>
                        </a:rPr>
                        <a:t>15</a:t>
                      </a:r>
                      <a:r>
                        <a:rPr lang="zh-CN" altLang="en-US" sz="1800" b="0" i="0" u="none" strike="noStrike" cap="none" spc="0" baseline="0" dirty="0">
                          <a:solidFill>
                            <a:schemeClr val="tx1"/>
                          </a:solidFill>
                          <a:uFillTx/>
                          <a:latin typeface="Arial" panose="020B0604020202020204" pitchFamily="34" charset="0"/>
                          <a:ea typeface="Arial" panose="020B0604020202090204"/>
                          <a:cs typeface="Arial" panose="020B0604020202020204" pitchFamily="34" charset="0"/>
                          <a:sym typeface="Helvetica Neue Light" panose="02000503000000020004"/>
                        </a:rPr>
                        <a:t>秒；</a:t>
                      </a:r>
                    </a:p>
                    <a:p>
                      <a:pPr algn="l" defTabSz="1371600">
                        <a:defRPr sz="2000">
                          <a:sym typeface="Helvetica"/>
                        </a:defRPr>
                      </a:pPr>
                      <a:r>
                        <a:rPr lang="en-US" altLang="zh-CN" sz="1800" b="0" i="0" u="none" strike="noStrike" cap="none" spc="0" baseline="0" dirty="0">
                          <a:solidFill>
                            <a:schemeClr val="tx1"/>
                          </a:solidFill>
                          <a:uFillTx/>
                          <a:latin typeface="Arial" panose="020B0604020202020204" pitchFamily="34" charset="0"/>
                          <a:ea typeface="Arial" panose="020B0604020202090204"/>
                          <a:cs typeface="Arial" panose="020B0604020202020204" pitchFamily="34" charset="0"/>
                          <a:sym typeface="Helvetica Neue Light" panose="02000503000000020004"/>
                        </a:rPr>
                        <a:t>4.</a:t>
                      </a:r>
                      <a:r>
                        <a:rPr lang="zh-CN" altLang="en-US" sz="1800" b="0" i="0" u="none" strike="noStrike" cap="none" spc="0" baseline="0" dirty="0">
                          <a:solidFill>
                            <a:schemeClr val="tx1"/>
                          </a:solidFill>
                          <a:uFillTx/>
                          <a:latin typeface="Arial" panose="020B0604020202020204" pitchFamily="34" charset="0"/>
                          <a:ea typeface="Arial" panose="020B0604020202090204"/>
                          <a:cs typeface="Arial" panose="020B0604020202020204" pitchFamily="34" charset="0"/>
                          <a:sym typeface="Helvetica Neue Light" panose="02000503000000020004"/>
                        </a:rPr>
                        <a:t>检查和判定：将磁钢⽤镊⼦从⽔中取出，⽤⼲净无尘布擦⼲ </a:t>
                      </a:r>
                      <a:r>
                        <a:rPr lang="en-US" altLang="zh-CN" sz="1800" b="0" i="0" u="none" strike="noStrike" cap="none" spc="0" baseline="0" dirty="0">
                          <a:solidFill>
                            <a:schemeClr val="tx1"/>
                          </a:solidFill>
                          <a:uFillTx/>
                          <a:latin typeface="Arial" panose="020B0604020202020204" pitchFamily="34" charset="0"/>
                          <a:ea typeface="Arial" panose="020B0604020202090204"/>
                          <a:cs typeface="Arial" panose="020B0604020202020204" pitchFamily="34" charset="0"/>
                          <a:sym typeface="Helvetica Neue Light" panose="02000503000000020004"/>
                        </a:rPr>
                        <a:t>(Pic4) </a:t>
                      </a:r>
                      <a:r>
                        <a:rPr lang="zh-CN" altLang="en-US" sz="1800" b="0" i="0" u="none" strike="noStrike" cap="none" spc="0" baseline="0" dirty="0">
                          <a:solidFill>
                            <a:schemeClr val="tx1"/>
                          </a:solidFill>
                          <a:uFillTx/>
                          <a:latin typeface="Arial" panose="020B0604020202020204" pitchFamily="34" charset="0"/>
                          <a:ea typeface="Arial" panose="020B0604020202090204"/>
                          <a:cs typeface="Arial" panose="020B0604020202020204" pitchFamily="34" charset="0"/>
                          <a:sym typeface="Helvetica Neue Light" panose="02000503000000020004"/>
                        </a:rPr>
                        <a:t>，检查表面有无断裂、裂纹、剥落、气泡等 </a:t>
                      </a:r>
                      <a:r>
                        <a:rPr lang="en-US" altLang="zh-CN" sz="1800" b="0" i="0" u="none" strike="noStrike" cap="none" spc="0" baseline="0" dirty="0">
                          <a:solidFill>
                            <a:schemeClr val="tx1"/>
                          </a:solidFill>
                          <a:uFillTx/>
                          <a:latin typeface="Arial" panose="020B0604020202020204" pitchFamily="34" charset="0"/>
                          <a:ea typeface="Arial" panose="020B0604020202090204"/>
                          <a:cs typeface="Arial" panose="020B0604020202020204" pitchFamily="34" charset="0"/>
                          <a:sym typeface="Helvetica Neue Light" panose="02000503000000020004"/>
                        </a:rPr>
                        <a:t>(Pic5).  </a:t>
                      </a:r>
                      <a:r>
                        <a:rPr lang="en-US" altLang="zh-CN" sz="1800" b="0" i="0" u="none" strike="noStrike" cap="none" spc="0" baseline="0" dirty="0">
                          <a:solidFill>
                            <a:schemeClr val="tx1"/>
                          </a:solidFill>
                          <a:uFillTx/>
                          <a:latin typeface="Arial" panose="020B0604020202020204"/>
                          <a:ea typeface="Arial" panose="020B0604020202020204"/>
                          <a:cs typeface="Arial" panose="020B0604020202020204"/>
                          <a:sym typeface="Helvetica Neue Light" panose="02000503000000020004"/>
                        </a:rPr>
                        <a:t>1. Open the oven and set the temperature 150℃/1H(Pic1) according to ERS files for coating (galvanizing); </a:t>
                      </a:r>
                    </a:p>
                    <a:p>
                      <a:pPr algn="l" defTabSz="1371600">
                        <a:defRPr sz="2000">
                          <a:sym typeface="Helvetica"/>
                        </a:defRPr>
                      </a:pPr>
                      <a:r>
                        <a:rPr lang="en-US" altLang="zh-CN" sz="1800" b="0" i="0" u="none" strike="noStrike" cap="none" spc="0" baseline="0" dirty="0">
                          <a:solidFill>
                            <a:schemeClr val="tx1"/>
                          </a:solidFill>
                          <a:uFillTx/>
                          <a:latin typeface="Arial" panose="020B0604020202020204"/>
                          <a:ea typeface="Arial" panose="020B0604020202020204"/>
                          <a:cs typeface="Arial" panose="020B0604020202020204"/>
                          <a:sym typeface="Helvetica Neue Light" panose="02000503000000020004"/>
                        </a:rPr>
                        <a:t>2. Put the magnetic steel into the oven (Pic2) : place the sample flat on the clean plate to ensure that there is no fracture, crack, peeling, bubble and other anomalies on the surface of the sample. When the oven temperature was stable, the plate containing the sample was placed in the oven for 1 hour. </a:t>
                      </a:r>
                    </a:p>
                    <a:p>
                      <a:pPr algn="l" defTabSz="1371600">
                        <a:defRPr sz="2000">
                          <a:sym typeface="Helvetica"/>
                        </a:defRPr>
                      </a:pPr>
                      <a:r>
                        <a:rPr lang="en-US" altLang="zh-CN" sz="1800" b="0" i="0" u="none" strike="noStrike" cap="none" spc="0" baseline="0" dirty="0">
                          <a:solidFill>
                            <a:schemeClr val="tx1"/>
                          </a:solidFill>
                          <a:uFillTx/>
                          <a:latin typeface="Arial" panose="020B0604020202020204"/>
                          <a:ea typeface="Arial" panose="020B0604020202020204"/>
                          <a:cs typeface="Arial" panose="020B0604020202020204"/>
                          <a:sym typeface="Helvetica Neue Light" panose="02000503000000020004"/>
                        </a:rPr>
                        <a:t>3. Quickly put the sample into the ±2℃ ice water mixture (Pic3) for less than 15 seconds; </a:t>
                      </a:r>
                    </a:p>
                    <a:p>
                      <a:pPr algn="l" defTabSz="1371600">
                        <a:defRPr sz="2000">
                          <a:sym typeface="Helvetica"/>
                        </a:defRPr>
                      </a:pPr>
                      <a:r>
                        <a:rPr lang="en-US" altLang="zh-CN" sz="1800" b="0" i="0" u="none" strike="noStrike" cap="none" spc="0" baseline="0" dirty="0">
                          <a:solidFill>
                            <a:schemeClr val="tx1"/>
                          </a:solidFill>
                          <a:uFillTx/>
                          <a:latin typeface="Arial" panose="020B0604020202020204"/>
                          <a:ea typeface="Arial" panose="020B0604020202020204"/>
                          <a:cs typeface="Arial" panose="020B0604020202020204"/>
                          <a:sym typeface="Helvetica Neue Light" panose="02000503000000020004"/>
                        </a:rPr>
                        <a:t>4. Inspection and determination: take the magnetic steel out of the water with tweezers, dry it with a clean dustless cloth (Pic4), and check the surface for fracture, crack, peeling, bubbles, etc. (Pic5).</a:t>
                      </a:r>
                      <a:endParaRPr lang="en-US" altLang="zh-CN" sz="2400" b="0" i="0" u="none" strike="noStrike" cap="none" spc="0" baseline="0" dirty="0">
                        <a:ln>
                          <a:noFill/>
                        </a:ln>
                        <a:solidFill>
                          <a:schemeClr val="tx1"/>
                        </a:solidFill>
                        <a:uFillTx/>
                        <a:latin typeface="Arial" panose="020B0604020202020204" pitchFamily="34" charset="0"/>
                        <a:ea typeface="Helvetica"/>
                        <a:cs typeface="Arial" panose="020B0604020202020204" pitchFamily="34" charset="0"/>
                        <a:sym typeface="ヒラギノ明朝 ProN W3" panose="02020300000000000000" pitchFamily="4" charset="-128"/>
                      </a:endParaRPr>
                    </a:p>
                    <a:p>
                      <a:pPr marL="0" marR="0" lvl="0" indent="0" algn="l" defTabSz="409575" rtl="0" eaLnBrk="1" fontAlgn="base" latinLnBrk="0" hangingPunct="1">
                        <a:lnSpc>
                          <a:spcPct val="100000"/>
                        </a:lnSpc>
                        <a:spcBef>
                          <a:spcPts val="0"/>
                        </a:spcBef>
                        <a:spcAft>
                          <a:spcPts val="0"/>
                        </a:spcAft>
                        <a:buClrTx/>
                        <a:buSzTx/>
                        <a:buFontTx/>
                        <a:buNone/>
                        <a:defRPr sz="2600">
                          <a:sym typeface="Helvetica Neue Medium" panose="02000503000000020004"/>
                        </a:defRPr>
                      </a:pPr>
                      <a:endParaRPr lang="en-US" altLang="zh-CN" sz="2400" b="0" i="0" u="none" strike="noStrike" cap="none" spc="0" baseline="0" dirty="0">
                        <a:ln>
                          <a:noFill/>
                        </a:ln>
                        <a:solidFill>
                          <a:schemeClr val="tx1"/>
                        </a:solidFill>
                        <a:uFillTx/>
                        <a:latin typeface="Arial" panose="020B0604020202020204" pitchFamily="34" charset="0"/>
                        <a:ea typeface="Helvetica"/>
                        <a:cs typeface="Arial" panose="020B0604020202020204" pitchFamily="34" charset="0"/>
                        <a:sym typeface="Helvetica Neue Light" panose="02000503000000020004"/>
                      </a:endParaRPr>
                    </a:p>
                    <a:p>
                      <a:pPr marL="0" marR="0" lvl="0" indent="0" algn="l" defTabSz="409575" rtl="0" eaLnBrk="1" fontAlgn="base" latinLnBrk="0" hangingPunct="1">
                        <a:lnSpc>
                          <a:spcPct val="100000"/>
                        </a:lnSpc>
                        <a:spcBef>
                          <a:spcPts val="0"/>
                        </a:spcBef>
                        <a:spcAft>
                          <a:spcPts val="0"/>
                        </a:spcAft>
                        <a:buClrTx/>
                        <a:buSzTx/>
                        <a:buFontTx/>
                        <a:buNone/>
                        <a:defRPr sz="2600">
                          <a:sym typeface="Helvetica Neue Medium" panose="02000503000000020004"/>
                        </a:defRPr>
                      </a:pPr>
                      <a:endParaRPr lang="en-US" altLang="zh-CN" sz="2400" b="0" i="0" u="none" strike="noStrike" cap="none" spc="0" baseline="0" dirty="0">
                        <a:ln>
                          <a:noFill/>
                        </a:ln>
                        <a:solidFill>
                          <a:schemeClr val="tx1"/>
                        </a:solidFill>
                        <a:uFillTx/>
                        <a:latin typeface="Arial" panose="020B0604020202020204" pitchFamily="34" charset="0"/>
                        <a:ea typeface="Helvetica"/>
                        <a:cs typeface="Arial" panose="020B0604020202020204" pitchFamily="34" charset="0"/>
                        <a:sym typeface="ヒラギノ明朝 ProN W3" panose="02020300000000000000" pitchFamily="4" charset="-128"/>
                      </a:endParaRPr>
                    </a:p>
                    <a:p>
                      <a:pPr marL="0" marR="0" lvl="0" indent="0" algn="l" defTabSz="409575" rtl="0" eaLnBrk="1" fontAlgn="base" latinLnBrk="0" hangingPunct="1">
                        <a:lnSpc>
                          <a:spcPts val="1600"/>
                        </a:lnSpc>
                        <a:spcBef>
                          <a:spcPct val="0"/>
                        </a:spcBef>
                        <a:spcAft>
                          <a:spcPct val="0"/>
                        </a:spcAft>
                        <a:buClrTx/>
                        <a:buSzPct val="75000"/>
                        <a:buFont typeface="Helvetica Neue Light" panose="02000503000000020004"/>
                        <a:buNone/>
                      </a:pPr>
                      <a:endParaRPr kumimoji="0" lang="en-US" altLang="zh-CN" sz="2400" b="0" i="0" u="none" strike="noStrike" cap="none" normalizeH="0" baseline="0" dirty="0">
                        <a:ln>
                          <a:noFill/>
                        </a:ln>
                        <a:solidFill>
                          <a:schemeClr val="tx1"/>
                        </a:solidFill>
                        <a:effectLst/>
                        <a:latin typeface="Arial" panose="020B0604020202020204" pitchFamily="34" charset="0"/>
                        <a:ea typeface="等线" panose="02010600030101010101" pitchFamily="2" charset="-122"/>
                        <a:cs typeface="Arial" panose="020B0604020202020204" pitchFamily="34" charset="0"/>
                        <a:sym typeface="ヒラギノ明朝 ProN W3" panose="02020300000000000000" pitchFamily="4" charset="-128"/>
                      </a:endParaRPr>
                    </a:p>
                    <a:p>
                      <a:pPr algn="l" defTabSz="409575">
                        <a:defRPr sz="2600">
                          <a:sym typeface="Helvetica Neue Medium" panose="02000503000000020004"/>
                        </a:defRPr>
                      </a:pPr>
                      <a:endParaRPr lang="en-US" dirty="0">
                        <a:latin typeface="Arial" panose="020B0604020202020204" pitchFamily="34" charset="0"/>
                        <a:cs typeface="Arial" panose="020B0604020202020204" pitchFamily="34" charset="0"/>
                      </a:endParaRPr>
                    </a:p>
                    <a:p>
                      <a:pPr marL="0" marR="0" indent="0" algn="l" defTabSz="409575" rtl="0" eaLnBrk="1" fontAlgn="auto" latinLnBrk="0" hangingPunct="1">
                        <a:lnSpc>
                          <a:spcPct val="100000"/>
                        </a:lnSpc>
                        <a:spcBef>
                          <a:spcPts val="0"/>
                        </a:spcBef>
                        <a:spcAft>
                          <a:spcPts val="0"/>
                        </a:spcAft>
                        <a:buClrTx/>
                        <a:buSzTx/>
                        <a:buFontTx/>
                        <a:buNone/>
                        <a:defRPr sz="2600">
                          <a:sym typeface="Helvetica Neue Medium" panose="02000503000000020004"/>
                        </a:defRPr>
                      </a:pPr>
                      <a:r>
                        <a:rPr lang="en-US" altLang="zh-CN" sz="2400" b="0" i="0" u="none" strike="noStrike" cap="none" spc="0" baseline="0" dirty="0">
                          <a:ln>
                            <a:noFill/>
                          </a:ln>
                          <a:solidFill>
                            <a:schemeClr val="tx1"/>
                          </a:solidFill>
                          <a:uFillTx/>
                          <a:latin typeface="Arial" panose="020B0604020202020204" pitchFamily="34" charset="0"/>
                          <a:ea typeface="Helvetica"/>
                          <a:cs typeface="Arial" panose="020B0604020202020204" pitchFamily="34" charset="0"/>
                          <a:sym typeface="Helvetica Neue Thin" panose="02000503000000020004"/>
                        </a:rPr>
                        <a:t>    </a:t>
                      </a:r>
                    </a:p>
                    <a:p>
                      <a:pPr marL="0" marR="0" indent="0" algn="l" defTabSz="409575" rtl="0" latinLnBrk="0">
                        <a:lnSpc>
                          <a:spcPct val="100000"/>
                        </a:lnSpc>
                        <a:spcBef>
                          <a:spcPts val="0"/>
                        </a:spcBef>
                        <a:spcAft>
                          <a:spcPts val="0"/>
                        </a:spcAft>
                        <a:buClrTx/>
                        <a:buSzTx/>
                        <a:buFontTx/>
                        <a:buNone/>
                        <a:defRPr sz="2600">
                          <a:sym typeface="Helvetica Neue Medium" panose="02000503000000020004"/>
                        </a:defRPr>
                      </a:pPr>
                      <a:endParaRPr lang="en-US" altLang="zh-CN" sz="2400" b="1" dirty="0">
                        <a:latin typeface="Arial" panose="020B0604020202020204" pitchFamily="34" charset="0"/>
                        <a:ea typeface="Helvetica"/>
                        <a:cs typeface="Arial" panose="020B0604020202020204" pitchFamily="34" charset="0"/>
                        <a:sym typeface="Helvetica"/>
                      </a:endParaRPr>
                    </a:p>
                    <a:p>
                      <a:pPr algn="l" defTabSz="409575">
                        <a:defRPr sz="2600">
                          <a:sym typeface="Helvetica Neue Medium" panose="02000503000000020004"/>
                        </a:defRPr>
                      </a:pPr>
                      <a:endParaRPr lang="en-US" altLang="zh-CN" dirty="0">
                        <a:latin typeface="Arial" panose="020B0604020202020204" pitchFamily="34" charset="0"/>
                        <a:ea typeface="Helvetica"/>
                        <a:cs typeface="Arial" panose="020B0604020202020204" pitchFamily="34" charset="0"/>
                        <a:sym typeface="Helvetica"/>
                      </a:endParaRPr>
                    </a:p>
                    <a:p>
                      <a:pPr algn="l" defTabSz="409575">
                        <a:defRPr sz="2600">
                          <a:sym typeface="Helvetica Neue Medium" panose="02000503000000020004"/>
                        </a:defRPr>
                      </a:pPr>
                      <a:endParaRPr lang="en-US" altLang="zh-CN" dirty="0">
                        <a:latin typeface="Arial" panose="020B0604020202020204" pitchFamily="34" charset="0"/>
                        <a:ea typeface="Helvetica"/>
                        <a:cs typeface="Arial" panose="020B0604020202020204" pitchFamily="34" charset="0"/>
                        <a:sym typeface="Helvetica"/>
                      </a:endParaRPr>
                    </a:p>
                    <a:p>
                      <a:pPr algn="l" defTabSz="409575">
                        <a:defRPr sz="2600">
                          <a:sym typeface="Helvetica Neue Medium" panose="02000503000000020004"/>
                        </a:defRPr>
                      </a:pPr>
                      <a:endParaRPr sz="2600" b="0" i="0" u="none" strike="noStrike" cap="none" spc="0" baseline="0" dirty="0">
                        <a:ln>
                          <a:noFill/>
                        </a:ln>
                        <a:solidFill>
                          <a:schemeClr val="tx1"/>
                        </a:solidFill>
                        <a:uFillTx/>
                        <a:latin typeface="Arial" panose="020B0604020202020204" pitchFamily="34" charset="0"/>
                        <a:ea typeface="Helvetica"/>
                        <a:cs typeface="Arial" panose="020B0604020202020204" pitchFamily="34" charset="0"/>
                        <a:sym typeface="Helvetica"/>
                      </a:endParaRPr>
                    </a:p>
                    <a:p>
                      <a:pPr marL="0" marR="0" indent="0" algn="l" defTabSz="914400" rtl="0" latinLnBrk="0">
                        <a:lnSpc>
                          <a:spcPts val="1400"/>
                        </a:lnSpc>
                        <a:spcBef>
                          <a:spcPts val="0"/>
                        </a:spcBef>
                        <a:spcAft>
                          <a:spcPts val="0"/>
                        </a:spcAft>
                        <a:buClrTx/>
                        <a:buSzTx/>
                        <a:buFontTx/>
                        <a:buNone/>
                        <a:defRPr sz="2600">
                          <a:latin typeface="Helvetica Neue Medium" panose="02000503000000020004"/>
                          <a:ea typeface="Helvetica Neue Medium" panose="02000503000000020004"/>
                          <a:cs typeface="Helvetica Neue Medium" panose="02000503000000020004"/>
                          <a:sym typeface="Helvetica Neue Medium" panose="02000503000000020004"/>
                        </a:defRPr>
                      </a:pPr>
                      <a:endParaRPr lang="en-US" altLang="zh-CN" sz="2600" b="0" i="0" u="none" strike="noStrike" cap="none" spc="0" baseline="0" dirty="0">
                        <a:ln>
                          <a:noFill/>
                        </a:ln>
                        <a:solidFill>
                          <a:schemeClr val="tx1"/>
                        </a:solidFill>
                        <a:uFillTx/>
                        <a:latin typeface="Helvetica Neue Medium" panose="02000503000000020004"/>
                        <a:ea typeface="Helvetica Neue Medium" panose="02000503000000020004"/>
                        <a:cs typeface="Helvetica Neue Medium" panose="02000503000000020004"/>
                        <a:sym typeface="Helvetica Neue Thin" panose="02000503000000020004"/>
                      </a:endParaRPr>
                    </a:p>
                    <a:p>
                      <a:pPr marL="0" marR="0" indent="0" algn="l" defTabSz="457200" rtl="0" eaLnBrk="1" fontAlgn="auto" latinLnBrk="0" hangingPunct="1">
                        <a:lnSpc>
                          <a:spcPts val="4100"/>
                        </a:lnSpc>
                        <a:spcBef>
                          <a:spcPts val="0"/>
                        </a:spcBef>
                        <a:spcAft>
                          <a:spcPts val="0"/>
                        </a:spcAft>
                        <a:buClrTx/>
                        <a:buSzTx/>
                        <a:buFontTx/>
                        <a:buNone/>
                        <a:defRPr>
                          <a:solidFill>
                            <a:srgbClr val="49433E"/>
                          </a:solidFill>
                          <a:latin typeface="Helvetica"/>
                          <a:ea typeface="Helvetica"/>
                          <a:cs typeface="Helvetica"/>
                          <a:sym typeface="Helvetica"/>
                        </a:defRPr>
                      </a:pPr>
                      <a:endParaRPr lang="en-US" altLang="zh-CN" sz="2600" b="0" i="0" u="none" strike="noStrike" cap="none" spc="0" baseline="0" dirty="0">
                        <a:ln>
                          <a:noFill/>
                        </a:ln>
                        <a:solidFill>
                          <a:srgbClr val="000000"/>
                        </a:solidFill>
                        <a:uFillTx/>
                        <a:latin typeface="Arial" panose="020B0604020202020204" pitchFamily="34" charset="0"/>
                        <a:ea typeface="Helvetica Neue Light" panose="02000503000000020004"/>
                        <a:cs typeface="Arial" panose="020B0604020202020204" pitchFamily="34" charset="0"/>
                        <a:sym typeface="Helvetica"/>
                      </a:endParaRPr>
                    </a:p>
                  </a:txBody>
                  <a:tcPr marL="12700" marR="12700" marT="12700" marB="12700" horzOverflow="overflow">
                    <a:lnL w="6350">
                      <a:solidFill>
                        <a:srgbClr val="000000"/>
                      </a:solidFill>
                    </a:lnL>
                    <a:lnR w="6350">
                      <a:solidFill>
                        <a:srgbClr val="000000"/>
                      </a:solidFill>
                    </a:lnR>
                    <a:lnT w="6350">
                      <a:solidFill>
                        <a:srgbClr val="000000"/>
                      </a:solidFill>
                    </a:lnT>
                    <a:lnB w="6350">
                      <a:solidFill>
                        <a:srgbClr val="000000"/>
                      </a:solidFill>
                    </a:lnB>
                  </a:tcPr>
                </a:tc>
                <a:tc>
                  <a:txBody>
                    <a:bodyPr/>
                    <a:lstStyle/>
                    <a:p>
                      <a:pPr marL="0" marR="0" indent="0" algn="l" defTabSz="409575" rtl="0" eaLnBrk="1" fontAlgn="auto" latinLnBrk="0" hangingPunct="1">
                        <a:lnSpc>
                          <a:spcPct val="100000"/>
                        </a:lnSpc>
                        <a:spcBef>
                          <a:spcPts val="0"/>
                        </a:spcBef>
                        <a:spcAft>
                          <a:spcPts val="0"/>
                        </a:spcAft>
                        <a:buClrTx/>
                        <a:buSzTx/>
                        <a:buFontTx/>
                        <a:buNone/>
                        <a:tabLst/>
                        <a:defRPr sz="2600">
                          <a:sym typeface="Helvetica Neue Medium" panose="02000503000000020004"/>
                        </a:defRPr>
                      </a:pPr>
                      <a:r>
                        <a:rPr sz="2600" b="0" i="0" u="none" strike="noStrike" cap="none" spc="0" baseline="0" dirty="0">
                          <a:solidFill>
                            <a:schemeClr val="tx1"/>
                          </a:solidFill>
                          <a:uFillTx/>
                          <a:latin typeface="Arial" panose="020B0604020202020204" pitchFamily="34" charset="0"/>
                          <a:ea typeface="+mn-ea"/>
                          <a:cs typeface="Arial" panose="020B0604020202020204" pitchFamily="34" charset="0"/>
                          <a:sym typeface="Helvetica Neue Thin" panose="02000503000000020004"/>
                        </a:rPr>
                        <a:t>1 . Measurement Method ：</a:t>
                      </a:r>
                      <a:r>
                        <a:rPr lang="en-US" altLang="zh-CN" sz="2600" b="0" i="0" u="none" strike="noStrike" cap="none" spc="0" baseline="0" dirty="0">
                          <a:solidFill>
                            <a:schemeClr val="tx1"/>
                          </a:solidFill>
                          <a:uFillTx/>
                          <a:latin typeface="Arial" panose="020B0604020202020204" pitchFamily="34" charset="0"/>
                          <a:ea typeface="+mn-ea"/>
                          <a:cs typeface="Arial" panose="020B0604020202020204" pitchFamily="34" charset="0"/>
                          <a:sym typeface="Helvetica Neue Light" panose="02000503000000020004"/>
                        </a:rPr>
                        <a:t>Oven</a:t>
                      </a:r>
                      <a:r>
                        <a:rPr lang="en-US" sz="2600" b="0" i="0" u="none" strike="noStrike" cap="none" spc="0" baseline="0" dirty="0">
                          <a:solidFill>
                            <a:schemeClr val="tx1"/>
                          </a:solidFill>
                          <a:uFillTx/>
                          <a:latin typeface="Arial" panose="020B0604020202020204" pitchFamily="34" charset="0"/>
                          <a:ea typeface="+mn-ea"/>
                          <a:cs typeface="Arial" panose="020B0604020202020204" pitchFamily="34" charset="0"/>
                          <a:sym typeface="Helvetica Neue Thin" panose="02000503000000020004"/>
                        </a:rPr>
                        <a:t> </a:t>
                      </a:r>
                    </a:p>
                    <a:p>
                      <a:pPr marL="0" marR="0" indent="0" algn="l" defTabSz="409575" rtl="0" latinLnBrk="0">
                        <a:lnSpc>
                          <a:spcPct val="100000"/>
                        </a:lnSpc>
                        <a:spcBef>
                          <a:spcPts val="0"/>
                        </a:spcBef>
                        <a:spcAft>
                          <a:spcPts val="0"/>
                        </a:spcAft>
                        <a:buClrTx/>
                        <a:buSzTx/>
                        <a:buFontTx/>
                        <a:buNone/>
                        <a:defRPr sz="2600">
                          <a:sym typeface="Helvetica Neue Medium" panose="02000503000000020004"/>
                        </a:defRPr>
                      </a:pPr>
                      <a:r>
                        <a:rPr sz="2600" b="0" i="0" u="none" strike="noStrike" cap="none" spc="0" baseline="0" dirty="0">
                          <a:solidFill>
                            <a:schemeClr val="tx1"/>
                          </a:solidFill>
                          <a:uFillTx/>
                          <a:latin typeface="Arial" panose="020B0604020202020204" pitchFamily="34" charset="0"/>
                          <a:ea typeface="+mn-ea"/>
                          <a:cs typeface="Arial" panose="020B0604020202020204" pitchFamily="34" charset="0"/>
                          <a:sym typeface="Helvetica Neue Light" panose="02000503000000020004"/>
                        </a:rPr>
                        <a:t>2.  Fixture :  </a:t>
                      </a:r>
                      <a:r>
                        <a:rPr lang="en-US" sz="2600" b="0" i="0" u="none" strike="noStrike" cap="none" spc="0" baseline="0" dirty="0">
                          <a:solidFill>
                            <a:schemeClr val="tx1"/>
                          </a:solidFill>
                          <a:uFillTx/>
                          <a:latin typeface="Arial" panose="020B0604020202020204" pitchFamily="34" charset="0"/>
                          <a:ea typeface="+mn-ea"/>
                          <a:cs typeface="Arial" panose="020B0604020202020204" pitchFamily="34" charset="0"/>
                          <a:sym typeface="Helvetica Neue Light" panose="02000503000000020004"/>
                        </a:rPr>
                        <a:t>/</a:t>
                      </a:r>
                      <a:endParaRPr sz="2600" b="0" i="0" u="none" strike="noStrike" cap="none" spc="0" baseline="0" dirty="0">
                        <a:solidFill>
                          <a:schemeClr val="tx1"/>
                        </a:solidFill>
                        <a:uFillTx/>
                        <a:latin typeface="Arial" panose="020B0604020202020204" pitchFamily="34" charset="0"/>
                        <a:ea typeface="+mn-ea"/>
                        <a:cs typeface="Arial" panose="020B0604020202020204" pitchFamily="34" charset="0"/>
                        <a:sym typeface="Helvetica Neue Light" panose="02000503000000020004"/>
                      </a:endParaRPr>
                    </a:p>
                    <a:p>
                      <a:pPr marL="0" marR="0" indent="0" algn="l" defTabSz="409575" rtl="0" eaLnBrk="1" fontAlgn="auto" latinLnBrk="0" hangingPunct="1">
                        <a:lnSpc>
                          <a:spcPct val="100000"/>
                        </a:lnSpc>
                        <a:spcBef>
                          <a:spcPts val="0"/>
                        </a:spcBef>
                        <a:spcAft>
                          <a:spcPts val="0"/>
                        </a:spcAft>
                        <a:buClrTx/>
                        <a:buSzTx/>
                        <a:buFontTx/>
                        <a:buNone/>
                        <a:tabLst/>
                        <a:defRPr sz="2600">
                          <a:sym typeface="Helvetica Neue Medium" panose="02000503000000020004"/>
                        </a:defRPr>
                      </a:pPr>
                      <a:r>
                        <a:rPr sz="2600" b="0" i="0" u="none" strike="noStrike" cap="none" spc="0" baseline="0" dirty="0">
                          <a:solidFill>
                            <a:schemeClr val="tx1"/>
                          </a:solidFill>
                          <a:uFillTx/>
                          <a:latin typeface="Arial" panose="020B0604020202020204" pitchFamily="34" charset="0"/>
                          <a:ea typeface="+mn-ea"/>
                          <a:cs typeface="Arial" panose="020B0604020202020204" pitchFamily="34" charset="0"/>
                          <a:sym typeface="Helvetica Neue Light" panose="02000503000000020004"/>
                        </a:rPr>
                        <a:t>3.  Measurement status ：</a:t>
                      </a:r>
                      <a:r>
                        <a:rPr lang="en-US" altLang="zh-CN" sz="2600" b="0" i="0" u="none" strike="noStrike" cap="none" spc="0" baseline="0" dirty="0">
                          <a:solidFill>
                            <a:schemeClr val="tx1"/>
                          </a:solidFill>
                          <a:uFillTx/>
                          <a:latin typeface="Arial" panose="020B0604020202020204" pitchFamily="34" charset="0"/>
                          <a:ea typeface="+mn-ea"/>
                          <a:cs typeface="Arial" panose="020B0604020202020204" pitchFamily="34" charset="0"/>
                          <a:sym typeface="Helvetica Neue Medium" panose="02000503000000020004"/>
                        </a:rPr>
                        <a:t>Free</a:t>
                      </a:r>
                      <a:r>
                        <a:rPr lang="en-US" altLang="zh-CN" sz="2600" b="0" i="0" u="none" strike="noStrike" cap="none" spc="0" baseline="0" dirty="0">
                          <a:solidFill>
                            <a:schemeClr val="tx1"/>
                          </a:solidFill>
                          <a:uFillTx/>
                          <a:latin typeface="Arial" panose="020B0604020202020204" pitchFamily="34" charset="0"/>
                          <a:ea typeface="+mn-ea"/>
                          <a:cs typeface="Arial" panose="020B0604020202020204" pitchFamily="34" charset="0"/>
                          <a:sym typeface="Helvetica Neue Light" panose="02000503000000020004"/>
                        </a:rPr>
                        <a:t> </a:t>
                      </a:r>
                    </a:p>
                    <a:p>
                      <a:pPr algn="l" defTabSz="409575">
                        <a:defRPr sz="2600">
                          <a:sym typeface="Helvetica Neue Medium" panose="02000503000000020004"/>
                        </a:defRPr>
                      </a:pPr>
                      <a:r>
                        <a:rPr sz="2600" b="0" i="0" u="none" strike="noStrike" cap="none" spc="0" baseline="0" dirty="0">
                          <a:solidFill>
                            <a:schemeClr val="tx1"/>
                          </a:solidFill>
                          <a:uFillTx/>
                          <a:latin typeface="Arial" panose="020B0604020202020204" pitchFamily="34" charset="0"/>
                          <a:ea typeface="+mn-ea"/>
                          <a:cs typeface="Arial" panose="020B0604020202020204" pitchFamily="34" charset="0"/>
                          <a:sym typeface="Helvetica Neue Light" panose="02000503000000020004"/>
                        </a:rPr>
                        <a:t>4.  Measurement procedure ：Same as the FAI</a:t>
                      </a:r>
                    </a:p>
                  </a:txBody>
                  <a:tcPr marL="12700" marR="12700" marT="12700" marB="12700" horzOverflow="overflow">
                    <a:lnL w="6350">
                      <a:solidFill>
                        <a:srgbClr val="000000"/>
                      </a:solidFill>
                    </a:lnL>
                    <a:lnR w="6350">
                      <a:solidFill>
                        <a:srgbClr val="000000"/>
                      </a:solidFill>
                    </a:lnR>
                    <a:lnT w="6350">
                      <a:solidFill>
                        <a:srgbClr val="000000"/>
                      </a:solidFill>
                    </a:lnT>
                    <a:lnB w="6350">
                      <a:solidFill>
                        <a:srgbClr val="000000"/>
                      </a:solidFill>
                    </a:lnB>
                  </a:tcPr>
                </a:tc>
                <a:extLst>
                  <a:ext uri="{0D108BD9-81ED-4DB2-BD59-A6C34878D82A}">
                    <a16:rowId xmlns:a16="http://schemas.microsoft.com/office/drawing/2014/main" val="10002"/>
                  </a:ext>
                </a:extLst>
              </a:tr>
            </a:tbl>
          </a:graphicData>
        </a:graphic>
      </p:graphicFrame>
      <p:sp>
        <p:nvSpPr>
          <p:cNvPr id="7" name="灯片编号占位符 19"/>
          <p:cNvSpPr txBox="1">
            <a:spLocks/>
          </p:cNvSpPr>
          <p:nvPr/>
        </p:nvSpPr>
        <p:spPr>
          <a:xfrm>
            <a:off x="12163597" y="13132791"/>
            <a:ext cx="466261" cy="477664"/>
          </a:xfrm>
          <a:prstGeom prst="rect">
            <a:avLst/>
          </a:prstGeom>
          <a:ln w="12700">
            <a:miter lim="400000"/>
          </a:ln>
        </p:spPr>
        <p:txBody>
          <a:bodyPr wrap="none" lIns="71435" tIns="71435" rIns="71435" bIns="71435">
            <a:sp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marL="0" marR="0" indent="0" algn="ctr" defTabSz="821690" rtl="0" fontAlgn="auto" latinLnBrk="0" hangingPunct="0">
              <a:lnSpc>
                <a:spcPct val="100000"/>
              </a:lnSpc>
              <a:spcBef>
                <a:spcPts val="0"/>
              </a:spcBef>
              <a:spcAft>
                <a:spcPts val="0"/>
              </a:spcAft>
              <a:buClrTx/>
              <a:buSzTx/>
              <a:buFontTx/>
              <a:buNone/>
              <a:defRPr kumimoji="0" sz="2200" b="0" i="0" u="none" strike="noStrike" cap="none" spc="0" normalizeH="0" baseline="0">
                <a:ln>
                  <a:noFill/>
                </a:ln>
                <a:solidFill>
                  <a:srgbClr val="000000"/>
                </a:solidFill>
                <a:effectLst/>
                <a:uFillTx/>
                <a:latin typeface="Helvetica Neue Thin" panose="02000503000000020004"/>
                <a:ea typeface="Helvetica Neue Thin" panose="02000503000000020004"/>
                <a:cs typeface="Helvetica Neue Thin" panose="02000503000000020004"/>
                <a:sym typeface="Helvetica Neue Thin" panose="02000503000000020004"/>
              </a:defRPr>
            </a:lvl1pPr>
            <a:lvl2pPr marL="0" marR="0" indent="0" algn="ctr" defTabSz="821690" rtl="0" fontAlgn="auto" latinLnBrk="0" hangingPunct="0">
              <a:lnSpc>
                <a:spcPct val="100000"/>
              </a:lnSpc>
              <a:spcBef>
                <a:spcPts val="0"/>
              </a:spcBef>
              <a:spcAft>
                <a:spcPts val="0"/>
              </a:spcAft>
              <a:buClrTx/>
              <a:buSzTx/>
              <a:buFontTx/>
              <a:buNone/>
              <a:defRPr kumimoji="0" sz="3200" b="0" i="0" u="none" strike="noStrike" cap="none" spc="0" normalizeH="0" baseline="0">
                <a:ln>
                  <a:noFill/>
                </a:ln>
                <a:solidFill>
                  <a:srgbClr val="000000"/>
                </a:solidFill>
                <a:effectLst/>
                <a:uFillTx/>
                <a:latin typeface="+mn-lt"/>
                <a:ea typeface="+mn-ea"/>
                <a:cs typeface="+mn-cs"/>
                <a:sym typeface="Helvetica Neue" panose="02000503000000020004"/>
              </a:defRPr>
            </a:lvl2pPr>
            <a:lvl3pPr marL="0" marR="0" indent="0" algn="ctr" defTabSz="821690" rtl="0" fontAlgn="auto" latinLnBrk="0" hangingPunct="0">
              <a:lnSpc>
                <a:spcPct val="100000"/>
              </a:lnSpc>
              <a:spcBef>
                <a:spcPts val="0"/>
              </a:spcBef>
              <a:spcAft>
                <a:spcPts val="0"/>
              </a:spcAft>
              <a:buClrTx/>
              <a:buSzTx/>
              <a:buFontTx/>
              <a:buNone/>
              <a:defRPr kumimoji="0" sz="3200" b="0" i="0" u="none" strike="noStrike" cap="none" spc="0" normalizeH="0" baseline="0">
                <a:ln>
                  <a:noFill/>
                </a:ln>
                <a:solidFill>
                  <a:srgbClr val="000000"/>
                </a:solidFill>
                <a:effectLst/>
                <a:uFillTx/>
                <a:latin typeface="+mn-lt"/>
                <a:ea typeface="+mn-ea"/>
                <a:cs typeface="+mn-cs"/>
                <a:sym typeface="Helvetica Neue" panose="02000503000000020004"/>
              </a:defRPr>
            </a:lvl3pPr>
            <a:lvl4pPr marL="0" marR="0" indent="0" algn="ctr" defTabSz="821690" rtl="0" fontAlgn="auto" latinLnBrk="0" hangingPunct="0">
              <a:lnSpc>
                <a:spcPct val="100000"/>
              </a:lnSpc>
              <a:spcBef>
                <a:spcPts val="0"/>
              </a:spcBef>
              <a:spcAft>
                <a:spcPts val="0"/>
              </a:spcAft>
              <a:buClrTx/>
              <a:buSzTx/>
              <a:buFontTx/>
              <a:buNone/>
              <a:defRPr kumimoji="0" sz="3200" b="0" i="0" u="none" strike="noStrike" cap="none" spc="0" normalizeH="0" baseline="0">
                <a:ln>
                  <a:noFill/>
                </a:ln>
                <a:solidFill>
                  <a:srgbClr val="000000"/>
                </a:solidFill>
                <a:effectLst/>
                <a:uFillTx/>
                <a:latin typeface="+mn-lt"/>
                <a:ea typeface="+mn-ea"/>
                <a:cs typeface="+mn-cs"/>
                <a:sym typeface="Helvetica Neue" panose="02000503000000020004"/>
              </a:defRPr>
            </a:lvl4pPr>
            <a:lvl5pPr marL="0" marR="0" indent="0" algn="ctr" defTabSz="821690" rtl="0" fontAlgn="auto" latinLnBrk="0" hangingPunct="0">
              <a:lnSpc>
                <a:spcPct val="100000"/>
              </a:lnSpc>
              <a:spcBef>
                <a:spcPts val="0"/>
              </a:spcBef>
              <a:spcAft>
                <a:spcPts val="0"/>
              </a:spcAft>
              <a:buClrTx/>
              <a:buSzTx/>
              <a:buFontTx/>
              <a:buNone/>
              <a:defRPr kumimoji="0" sz="3200" b="0" i="0" u="none" strike="noStrike" cap="none" spc="0" normalizeH="0" baseline="0">
                <a:ln>
                  <a:noFill/>
                </a:ln>
                <a:solidFill>
                  <a:srgbClr val="000000"/>
                </a:solidFill>
                <a:effectLst/>
                <a:uFillTx/>
                <a:latin typeface="+mn-lt"/>
                <a:ea typeface="+mn-ea"/>
                <a:cs typeface="+mn-cs"/>
                <a:sym typeface="Helvetica Neue" panose="02000503000000020004"/>
              </a:defRPr>
            </a:lvl5pPr>
            <a:lvl6pPr marL="0" marR="0" indent="0" algn="ctr" defTabSz="821690" rtl="0" fontAlgn="auto" latinLnBrk="0" hangingPunct="0">
              <a:lnSpc>
                <a:spcPct val="100000"/>
              </a:lnSpc>
              <a:spcBef>
                <a:spcPts val="0"/>
              </a:spcBef>
              <a:spcAft>
                <a:spcPts val="0"/>
              </a:spcAft>
              <a:buClrTx/>
              <a:buSzTx/>
              <a:buFontTx/>
              <a:buNone/>
              <a:defRPr kumimoji="0" sz="3200" b="0" i="0" u="none" strike="noStrike" cap="none" spc="0" normalizeH="0" baseline="0">
                <a:ln>
                  <a:noFill/>
                </a:ln>
                <a:solidFill>
                  <a:srgbClr val="000000"/>
                </a:solidFill>
                <a:effectLst/>
                <a:uFillTx/>
                <a:latin typeface="+mn-lt"/>
                <a:ea typeface="+mn-ea"/>
                <a:cs typeface="+mn-cs"/>
                <a:sym typeface="Helvetica Neue" panose="02000503000000020004"/>
              </a:defRPr>
            </a:lvl6pPr>
            <a:lvl7pPr marL="0" marR="0" indent="0" algn="ctr" defTabSz="821690" rtl="0" fontAlgn="auto" latinLnBrk="0" hangingPunct="0">
              <a:lnSpc>
                <a:spcPct val="100000"/>
              </a:lnSpc>
              <a:spcBef>
                <a:spcPts val="0"/>
              </a:spcBef>
              <a:spcAft>
                <a:spcPts val="0"/>
              </a:spcAft>
              <a:buClrTx/>
              <a:buSzTx/>
              <a:buFontTx/>
              <a:buNone/>
              <a:defRPr kumimoji="0" sz="3200" b="0" i="0" u="none" strike="noStrike" cap="none" spc="0" normalizeH="0" baseline="0">
                <a:ln>
                  <a:noFill/>
                </a:ln>
                <a:solidFill>
                  <a:srgbClr val="000000"/>
                </a:solidFill>
                <a:effectLst/>
                <a:uFillTx/>
                <a:latin typeface="+mn-lt"/>
                <a:ea typeface="+mn-ea"/>
                <a:cs typeface="+mn-cs"/>
                <a:sym typeface="Helvetica Neue" panose="02000503000000020004"/>
              </a:defRPr>
            </a:lvl7pPr>
            <a:lvl8pPr marL="0" marR="0" indent="0" algn="ctr" defTabSz="821690" rtl="0" fontAlgn="auto" latinLnBrk="0" hangingPunct="0">
              <a:lnSpc>
                <a:spcPct val="100000"/>
              </a:lnSpc>
              <a:spcBef>
                <a:spcPts val="0"/>
              </a:spcBef>
              <a:spcAft>
                <a:spcPts val="0"/>
              </a:spcAft>
              <a:buClrTx/>
              <a:buSzTx/>
              <a:buFontTx/>
              <a:buNone/>
              <a:defRPr kumimoji="0" sz="3200" b="0" i="0" u="none" strike="noStrike" cap="none" spc="0" normalizeH="0" baseline="0">
                <a:ln>
                  <a:noFill/>
                </a:ln>
                <a:solidFill>
                  <a:srgbClr val="000000"/>
                </a:solidFill>
                <a:effectLst/>
                <a:uFillTx/>
                <a:latin typeface="+mn-lt"/>
                <a:ea typeface="+mn-ea"/>
                <a:cs typeface="+mn-cs"/>
                <a:sym typeface="Helvetica Neue" panose="02000503000000020004"/>
              </a:defRPr>
            </a:lvl8pPr>
            <a:lvl9pPr marL="0" marR="0" indent="0" algn="ctr" defTabSz="821690" rtl="0" fontAlgn="auto" latinLnBrk="0" hangingPunct="0">
              <a:lnSpc>
                <a:spcPct val="100000"/>
              </a:lnSpc>
              <a:spcBef>
                <a:spcPts val="0"/>
              </a:spcBef>
              <a:spcAft>
                <a:spcPts val="0"/>
              </a:spcAft>
              <a:buClrTx/>
              <a:buSzTx/>
              <a:buFontTx/>
              <a:buNone/>
              <a:defRPr kumimoji="0" sz="3200" b="0" i="0" u="none" strike="noStrike" cap="none" spc="0" normalizeH="0" baseline="0">
                <a:ln>
                  <a:noFill/>
                </a:ln>
                <a:solidFill>
                  <a:srgbClr val="000000"/>
                </a:solidFill>
                <a:effectLst/>
                <a:uFillTx/>
                <a:latin typeface="+mn-lt"/>
                <a:ea typeface="+mn-ea"/>
                <a:cs typeface="+mn-cs"/>
                <a:sym typeface="Helvetica Neue" panose="02000503000000020004"/>
              </a:defRPr>
            </a:lvl9pPr>
          </a:lstStyle>
          <a:p>
            <a:fld id="{86CB4B4D-7CA3-9044-876B-883B54F8677D}" type="slidenum">
              <a:rPr lang="en-US" altLang="zh-CN" smtClean="0"/>
              <a:pPr/>
              <a:t>35</a:t>
            </a:fld>
            <a:endParaRPr lang="zh-CN" altLang="en-US" dirty="0"/>
          </a:p>
        </p:txBody>
      </p:sp>
      <p:sp>
        <p:nvSpPr>
          <p:cNvPr id="82" name="Measurement"/>
          <p:cNvSpPr txBox="1"/>
          <p:nvPr/>
        </p:nvSpPr>
        <p:spPr>
          <a:xfrm>
            <a:off x="7197073" y="9650562"/>
            <a:ext cx="3438664" cy="461665"/>
          </a:xfrm>
          <a:prstGeom prst="rect">
            <a:avLst/>
          </a:prstGeom>
          <a:solidFill>
            <a:srgbClr val="81B2DF"/>
          </a:solid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nchor="ctr">
            <a:spAutoFit/>
          </a:bodyPr>
          <a:lstStyle>
            <a:lvl1pPr>
              <a:defRPr sz="2400" b="1">
                <a:latin typeface="+mn-lt"/>
                <a:ea typeface="+mn-ea"/>
                <a:cs typeface="+mn-cs"/>
                <a:sym typeface="Helvetica Neue"/>
              </a:defRPr>
            </a:lvl1pPr>
          </a:lstStyle>
          <a:p>
            <a:r>
              <a:rPr dirty="0"/>
              <a:t>Measurement</a:t>
            </a:r>
          </a:p>
        </p:txBody>
      </p:sp>
      <p:grpSp>
        <p:nvGrpSpPr>
          <p:cNvPr id="2" name="组合 1"/>
          <p:cNvGrpSpPr/>
          <p:nvPr/>
        </p:nvGrpSpPr>
        <p:grpSpPr>
          <a:xfrm>
            <a:off x="788365" y="9637487"/>
            <a:ext cx="22463522" cy="3316149"/>
            <a:chOff x="788365" y="9898743"/>
            <a:chExt cx="22463522" cy="3316149"/>
          </a:xfrm>
        </p:grpSpPr>
        <p:sp>
          <p:nvSpPr>
            <p:cNvPr id="70" name="OK"/>
            <p:cNvSpPr txBox="1"/>
            <p:nvPr/>
          </p:nvSpPr>
          <p:spPr>
            <a:xfrm>
              <a:off x="21280745" y="10411846"/>
              <a:ext cx="662971" cy="43088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76200" tIns="76200" rIns="76200" bIns="76200" anchor="ctr">
              <a:spAutoFit/>
            </a:bodyPr>
            <a:lstStyle>
              <a:lvl1pPr defTabSz="819150">
                <a:defRPr sz="1800" b="1">
                  <a:solidFill>
                    <a:srgbClr val="00882B"/>
                  </a:solidFill>
                  <a:latin typeface="+mn-lt"/>
                  <a:ea typeface="+mn-ea"/>
                  <a:cs typeface="+mn-cs"/>
                  <a:sym typeface="Helvetica Neue"/>
                </a:defRPr>
              </a:lvl1pPr>
            </a:lstStyle>
            <a:p>
              <a:r>
                <a:rPr dirty="0"/>
                <a:t>OK</a:t>
              </a:r>
            </a:p>
          </p:txBody>
        </p:sp>
        <p:sp>
          <p:nvSpPr>
            <p:cNvPr id="74" name="NG"/>
            <p:cNvSpPr txBox="1"/>
            <p:nvPr/>
          </p:nvSpPr>
          <p:spPr>
            <a:xfrm>
              <a:off x="20866844" y="11603243"/>
              <a:ext cx="485974" cy="43088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76200" tIns="76200" rIns="76200" bIns="76200" anchor="ctr">
              <a:spAutoFit/>
            </a:bodyPr>
            <a:lstStyle>
              <a:lvl1pPr defTabSz="819150">
                <a:defRPr sz="1800" b="1">
                  <a:solidFill>
                    <a:srgbClr val="FF2600"/>
                  </a:solidFill>
                  <a:latin typeface="+mn-lt"/>
                  <a:ea typeface="+mn-ea"/>
                  <a:cs typeface="+mn-cs"/>
                  <a:sym typeface="Helvetica Neue"/>
                </a:defRPr>
              </a:lvl1pPr>
            </a:lstStyle>
            <a:p>
              <a:r>
                <a:rPr dirty="0"/>
                <a:t>NG</a:t>
              </a:r>
            </a:p>
          </p:txBody>
        </p:sp>
        <p:pic>
          <p:nvPicPr>
            <p:cNvPr id="75" name="图像" descr="图像"/>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788365" y="10226051"/>
              <a:ext cx="3234376" cy="2520000"/>
            </a:xfrm>
            <a:prstGeom prst="rect">
              <a:avLst/>
            </a:prstGeom>
            <a:ln w="12700">
              <a:miter lim="400000"/>
            </a:ln>
          </p:spPr>
        </p:pic>
        <p:pic>
          <p:nvPicPr>
            <p:cNvPr id="76" name="图像" descr="图像"/>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10769574" y="10037132"/>
              <a:ext cx="1860284" cy="2520000"/>
            </a:xfrm>
            <a:prstGeom prst="rect">
              <a:avLst/>
            </a:prstGeom>
            <a:ln w="12700">
              <a:miter lim="400000"/>
            </a:ln>
          </p:spPr>
        </p:pic>
        <p:grpSp>
          <p:nvGrpSpPr>
            <p:cNvPr id="77" name="组合 76"/>
            <p:cNvGrpSpPr/>
            <p:nvPr/>
          </p:nvGrpSpPr>
          <p:grpSpPr>
            <a:xfrm>
              <a:off x="19491078" y="11440601"/>
              <a:ext cx="1214692" cy="762606"/>
              <a:chOff x="16169933" y="9144078"/>
              <a:chExt cx="1682243" cy="1056144"/>
            </a:xfrm>
          </p:grpSpPr>
          <p:pic>
            <p:nvPicPr>
              <p:cNvPr id="78" name="图像" descr="图像"/>
              <p:cNvPicPr>
                <a:picLocks noChangeAspect="1"/>
              </p:cNvPicPr>
              <p:nvPr/>
            </p:nvPicPr>
            <p:blipFill>
              <a:blip r:embed="rId5" cstate="email">
                <a:extLst>
                  <a:ext uri="{28A0092B-C50C-407E-A947-70E740481C1C}">
                    <a14:useLocalDpi xmlns:a14="http://schemas.microsoft.com/office/drawing/2010/main"/>
                  </a:ext>
                </a:extLst>
              </a:blip>
              <a:srcRect/>
              <a:stretch>
                <a:fillRect/>
              </a:stretch>
            </p:blipFill>
            <p:spPr>
              <a:xfrm>
                <a:off x="16169933" y="9144078"/>
                <a:ext cx="1682243" cy="1056144"/>
              </a:xfrm>
              <a:prstGeom prst="rect">
                <a:avLst/>
              </a:prstGeom>
              <a:ln w="12700">
                <a:miter lim="400000"/>
              </a:ln>
            </p:spPr>
          </p:pic>
          <p:sp>
            <p:nvSpPr>
              <p:cNvPr id="79" name="椭圆形"/>
              <p:cNvSpPr/>
              <p:nvPr/>
            </p:nvSpPr>
            <p:spPr>
              <a:xfrm>
                <a:off x="16393007" y="9243960"/>
                <a:ext cx="1236205" cy="723901"/>
              </a:xfrm>
              <a:prstGeom prst="ellipse">
                <a:avLst/>
              </a:prstGeom>
              <a:ln w="50800">
                <a:solidFill>
                  <a:srgbClr val="FF2600"/>
                </a:solidFill>
                <a:miter lim="400000"/>
              </a:ln>
            </p:spPr>
            <p:txBody>
              <a:bodyPr lIns="50800" tIns="50800" rIns="50800" bIns="50800" anchor="ctr"/>
              <a:lstStyle/>
              <a:p>
                <a:pPr algn="ctr">
                  <a:defRPr sz="3600"/>
                </a:pPr>
                <a:endParaRPr/>
              </a:p>
            </p:txBody>
          </p:sp>
        </p:grpSp>
        <p:sp>
          <p:nvSpPr>
            <p:cNvPr id="81" name="圆角矩形"/>
            <p:cNvSpPr/>
            <p:nvPr/>
          </p:nvSpPr>
          <p:spPr>
            <a:xfrm>
              <a:off x="805081" y="9898743"/>
              <a:ext cx="22446806" cy="3316149"/>
            </a:xfrm>
            <a:prstGeom prst="roundRect">
              <a:avLst>
                <a:gd name="adj" fmla="val 8560"/>
              </a:avLst>
            </a:prstGeom>
            <a:ln w="25400">
              <a:solidFill>
                <a:srgbClr val="A6AAA9"/>
              </a:solidFill>
              <a:miter lim="400000"/>
            </a:ln>
          </p:spPr>
          <p:txBody>
            <a:bodyPr lIns="50800" tIns="50800" rIns="50800" bIns="50800" anchor="ctr"/>
            <a:lstStyle/>
            <a:p>
              <a:pPr algn="ctr">
                <a:defRPr sz="3600"/>
              </a:pPr>
              <a:endParaRPr/>
            </a:p>
          </p:txBody>
        </p:sp>
        <p:sp>
          <p:nvSpPr>
            <p:cNvPr id="84" name="PIC2  Put Magnet to Oven"/>
            <p:cNvSpPr txBox="1"/>
            <p:nvPr/>
          </p:nvSpPr>
          <p:spPr>
            <a:xfrm>
              <a:off x="6668815" y="12554237"/>
              <a:ext cx="2901120" cy="318036"/>
            </a:xfrm>
            <a:prstGeom prst="rect">
              <a:avLst/>
            </a:prstGeom>
            <a:solidFill>
              <a:srgbClr val="FFFFFF"/>
            </a:solid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anchor="ctr">
              <a:spAutoFit/>
            </a:bodyPr>
            <a:lstStyle>
              <a:lvl1pPr>
                <a:defRPr sz="2200"/>
              </a:lvl1pPr>
            </a:lstStyle>
            <a:p>
              <a:r>
                <a:rPr sz="1400" dirty="0">
                  <a:latin typeface="Arial" panose="020B0604020202020204" pitchFamily="34" charset="0"/>
                  <a:cs typeface="Arial" panose="020B0604020202020204" pitchFamily="34" charset="0"/>
                </a:rPr>
                <a:t>PIC2  Put Magnet to Oven</a:t>
              </a:r>
            </a:p>
          </p:txBody>
        </p:sp>
        <p:sp>
          <p:nvSpPr>
            <p:cNvPr id="85" name="PIC 3  After 1 hour…"/>
            <p:cNvSpPr txBox="1"/>
            <p:nvPr/>
          </p:nvSpPr>
          <p:spPr>
            <a:xfrm>
              <a:off x="9632433" y="12555432"/>
              <a:ext cx="3171378" cy="533479"/>
            </a:xfrm>
            <a:prstGeom prst="rect">
              <a:avLst/>
            </a:prstGeom>
            <a:no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anchor="ctr">
              <a:spAutoFit/>
            </a:bodyPr>
            <a:lstStyle/>
            <a:p>
              <a:pPr algn="ctr">
                <a:defRPr sz="2000"/>
              </a:pPr>
              <a:r>
                <a:rPr sz="1400" dirty="0">
                  <a:latin typeface="Arial" panose="020B0604020202020204" pitchFamily="34" charset="0"/>
                  <a:cs typeface="Arial" panose="020B0604020202020204" pitchFamily="34" charset="0"/>
                </a:rPr>
                <a:t>PIC 3  After 1 </a:t>
              </a:r>
              <a:r>
                <a:rPr sz="1400" dirty="0" err="1">
                  <a:latin typeface="Arial" panose="020B0604020202020204" pitchFamily="34" charset="0"/>
                  <a:cs typeface="Arial" panose="020B0604020202020204" pitchFamily="34" charset="0"/>
                </a:rPr>
                <a:t>hour</a:t>
              </a:r>
              <a:r>
                <a:rPr lang="en-US" sz="1400" dirty="0" err="1">
                  <a:latin typeface="Arial" panose="020B0604020202020204" pitchFamily="34" charset="0"/>
                  <a:cs typeface="Arial" panose="020B0604020202020204" pitchFamily="34" charset="0"/>
                </a:rPr>
                <a:t>,Place</a:t>
              </a:r>
              <a:r>
                <a:rPr lang="en-US" sz="1400" dirty="0">
                  <a:latin typeface="Arial" panose="020B0604020202020204" pitchFamily="34" charset="0"/>
                  <a:cs typeface="Arial" panose="020B0604020202020204" pitchFamily="34" charset="0"/>
                </a:rPr>
                <a:t> the magnet    </a:t>
              </a:r>
            </a:p>
            <a:p>
              <a:pPr algn="ctr">
                <a:defRPr sz="2000"/>
              </a:pPr>
              <a:r>
                <a:rPr lang="en-US" sz="1400" dirty="0">
                  <a:latin typeface="Arial" panose="020B0604020202020204" pitchFamily="34" charset="0"/>
                  <a:cs typeface="Arial" panose="020B0604020202020204" pitchFamily="34" charset="0"/>
                </a:rPr>
                <a:t>          in ice water mixture at +/-2 ° C</a:t>
              </a:r>
              <a:endParaRPr sz="1400" dirty="0">
                <a:latin typeface="Arial" panose="020B0604020202020204" pitchFamily="34" charset="0"/>
                <a:cs typeface="Arial" panose="020B0604020202020204" pitchFamily="34" charset="0"/>
              </a:endParaRPr>
            </a:p>
          </p:txBody>
        </p:sp>
        <p:sp>
          <p:nvSpPr>
            <p:cNvPr id="86" name="PIC 4  Check and Judgement"/>
            <p:cNvSpPr txBox="1"/>
            <p:nvPr/>
          </p:nvSpPr>
          <p:spPr>
            <a:xfrm>
              <a:off x="18305542" y="12523059"/>
              <a:ext cx="2618158" cy="318036"/>
            </a:xfrm>
            <a:prstGeom prst="rect">
              <a:avLst/>
            </a:prstGeom>
            <a:solidFill>
              <a:srgbClr val="FFFFFF"/>
            </a:solid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anchor="ctr">
              <a:spAutoFit/>
            </a:bodyPr>
            <a:lstStyle>
              <a:lvl1pPr>
                <a:defRPr sz="2000"/>
              </a:lvl1pPr>
            </a:lstStyle>
            <a:p>
              <a:r>
                <a:rPr sz="1400" dirty="0">
                  <a:latin typeface="Arial" panose="020B0604020202020204" pitchFamily="34" charset="0"/>
                  <a:cs typeface="Arial" panose="020B0604020202020204" pitchFamily="34" charset="0"/>
                </a:rPr>
                <a:t>PIC </a:t>
              </a:r>
              <a:r>
                <a:rPr lang="en-US" sz="1400" dirty="0">
                  <a:latin typeface="Arial" panose="020B0604020202020204" pitchFamily="34" charset="0"/>
                  <a:cs typeface="Arial" panose="020B0604020202020204" pitchFamily="34" charset="0"/>
                </a:rPr>
                <a:t>5</a:t>
              </a:r>
              <a:r>
                <a:rPr sz="1400" dirty="0">
                  <a:latin typeface="Arial" panose="020B0604020202020204" pitchFamily="34" charset="0"/>
                  <a:cs typeface="Arial" panose="020B0604020202020204" pitchFamily="34" charset="0"/>
                </a:rPr>
                <a:t>  Check and </a:t>
              </a:r>
              <a:r>
                <a:rPr sz="1400" dirty="0" err="1">
                  <a:latin typeface="Arial" panose="020B0604020202020204" pitchFamily="34" charset="0"/>
                  <a:cs typeface="Arial" panose="020B0604020202020204" pitchFamily="34" charset="0"/>
                </a:rPr>
                <a:t>Judgement</a:t>
              </a:r>
              <a:endParaRPr sz="1400" dirty="0">
                <a:latin typeface="Arial" panose="020B0604020202020204" pitchFamily="34" charset="0"/>
                <a:cs typeface="Arial" panose="020B0604020202020204" pitchFamily="34" charset="0"/>
              </a:endParaRPr>
            </a:p>
          </p:txBody>
        </p:sp>
        <p:sp>
          <p:nvSpPr>
            <p:cNvPr id="87" name="PIC1 Oven-Set 250 ℃"/>
            <p:cNvSpPr txBox="1"/>
            <p:nvPr/>
          </p:nvSpPr>
          <p:spPr>
            <a:xfrm>
              <a:off x="856743" y="12574355"/>
              <a:ext cx="3451992" cy="533479"/>
            </a:xfrm>
            <a:prstGeom prst="rect">
              <a:avLst/>
            </a:prstGeom>
            <a:solidFill>
              <a:srgbClr val="FFFFFF"/>
            </a:solid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anchor="ctr">
              <a:spAutoFit/>
            </a:bodyPr>
            <a:lstStyle>
              <a:lvl1pPr>
                <a:defRPr sz="2000"/>
              </a:lvl1pPr>
            </a:lstStyle>
            <a:p>
              <a:r>
                <a:rPr sz="1400" dirty="0">
                  <a:latin typeface="Arial" panose="020B0604020202020204" pitchFamily="34" charset="0"/>
                  <a:cs typeface="Arial" panose="020B0604020202020204" pitchFamily="34" charset="0"/>
                </a:rPr>
                <a:t>PIC1 </a:t>
              </a:r>
              <a:r>
                <a:rPr lang="en-US" sz="1400" dirty="0">
                  <a:latin typeface="Arial" panose="020B0604020202020204" pitchFamily="34" charset="0"/>
                  <a:cs typeface="Arial" panose="020B0604020202020204" pitchFamily="34" charset="0"/>
                </a:rPr>
                <a:t>Plating NICUNI </a:t>
              </a:r>
              <a:r>
                <a:rPr sz="1400" dirty="0">
                  <a:latin typeface="Arial" panose="020B0604020202020204" pitchFamily="34" charset="0"/>
                  <a:cs typeface="Arial" panose="020B0604020202020204" pitchFamily="34" charset="0"/>
                </a:rPr>
                <a:t>Oven-Set 250 ℃</a:t>
              </a:r>
              <a:endParaRPr lang="en-US" sz="1400" dirty="0">
                <a:latin typeface="Arial" panose="020B0604020202020204" pitchFamily="34" charset="0"/>
                <a:cs typeface="Arial" panose="020B0604020202020204" pitchFamily="34" charset="0"/>
              </a:endParaRPr>
            </a:p>
            <a:p>
              <a:r>
                <a:rPr lang="en-US" sz="1400" dirty="0">
                  <a:latin typeface="Arial" panose="020B0604020202020204" pitchFamily="34" charset="0"/>
                  <a:cs typeface="Arial" panose="020B0604020202020204" pitchFamily="34" charset="0"/>
                </a:rPr>
                <a:t>         </a:t>
              </a:r>
              <a:r>
                <a:rPr lang="en-US" altLang="zh-CN" sz="1400" dirty="0">
                  <a:latin typeface="Arial" panose="020B0604020202020204" pitchFamily="34" charset="0"/>
                  <a:cs typeface="Arial" panose="020B0604020202020204" pitchFamily="34" charset="0"/>
                </a:rPr>
                <a:t>Plating ZN Oven-Set 150 ℃</a:t>
              </a:r>
            </a:p>
          </p:txBody>
        </p:sp>
        <p:pic>
          <p:nvPicPr>
            <p:cNvPr id="88" name="图像" descr="图像"/>
            <p:cNvPicPr>
              <a:picLocks noChangeAspect="1"/>
            </p:cNvPicPr>
            <p:nvPr/>
          </p:nvPicPr>
          <p:blipFill>
            <a:blip r:embed="rId6" cstate="email">
              <a:extLst>
                <a:ext uri="{28A0092B-C50C-407E-A947-70E740481C1C}">
                  <a14:useLocalDpi xmlns:a14="http://schemas.microsoft.com/office/drawing/2010/main"/>
                </a:ext>
              </a:extLst>
            </a:blip>
            <a:stretch>
              <a:fillRect/>
            </a:stretch>
          </p:blipFill>
          <p:spPr>
            <a:xfrm>
              <a:off x="7021198" y="10434918"/>
              <a:ext cx="2716528" cy="1975273"/>
            </a:xfrm>
            <a:prstGeom prst="rect">
              <a:avLst/>
            </a:prstGeom>
            <a:ln w="12700">
              <a:miter lim="400000"/>
            </a:ln>
          </p:spPr>
        </p:pic>
        <p:sp>
          <p:nvSpPr>
            <p:cNvPr id="90" name="线条"/>
            <p:cNvSpPr/>
            <p:nvPr/>
          </p:nvSpPr>
          <p:spPr>
            <a:xfrm>
              <a:off x="4045003" y="11421221"/>
              <a:ext cx="386914" cy="2"/>
            </a:xfrm>
            <a:prstGeom prst="line">
              <a:avLst/>
            </a:prstGeom>
            <a:ln w="57150">
              <a:solidFill>
                <a:srgbClr val="0365C0"/>
              </a:solidFill>
              <a:miter lim="400000"/>
              <a:tailEnd type="triangle"/>
            </a:ln>
          </p:spPr>
          <p:txBody>
            <a:bodyPr lIns="0" tIns="0" rIns="0" bIns="0"/>
            <a:lstStyle/>
            <a:p>
              <a:pPr defTabSz="457200">
                <a:defRPr sz="1200">
                  <a:latin typeface="Helvetica"/>
                  <a:ea typeface="Helvetica"/>
                  <a:cs typeface="Helvetica"/>
                  <a:sym typeface="Helvetica"/>
                </a:defRPr>
              </a:pPr>
              <a:endParaRPr/>
            </a:p>
          </p:txBody>
        </p:sp>
        <p:grpSp>
          <p:nvGrpSpPr>
            <p:cNvPr id="92" name="组合 91"/>
            <p:cNvGrpSpPr/>
            <p:nvPr/>
          </p:nvGrpSpPr>
          <p:grpSpPr>
            <a:xfrm>
              <a:off x="13496028" y="10048680"/>
              <a:ext cx="3494366" cy="2523358"/>
              <a:chOff x="14988400" y="6877620"/>
              <a:chExt cx="4839394" cy="3494634"/>
            </a:xfrm>
          </p:grpSpPr>
          <p:pic>
            <p:nvPicPr>
              <p:cNvPr id="93" name="图片 92"/>
              <p:cNvPicPr>
                <a:picLocks noChangeAspect="1"/>
              </p:cNvPicPr>
              <p:nvPr/>
            </p:nvPicPr>
            <p:blipFill rotWithShape="1">
              <a:blip r:embed="rId7" cstate="email">
                <a:extLst>
                  <a:ext uri="{28A0092B-C50C-407E-A947-70E740481C1C}">
                    <a14:useLocalDpi xmlns:a14="http://schemas.microsoft.com/office/drawing/2010/main"/>
                  </a:ext>
                </a:extLst>
              </a:blip>
              <a:srcRect/>
              <a:stretch/>
            </p:blipFill>
            <p:spPr>
              <a:xfrm>
                <a:off x="17304547" y="6882272"/>
                <a:ext cx="2523247" cy="3489982"/>
              </a:xfrm>
              <a:prstGeom prst="rect">
                <a:avLst/>
              </a:prstGeom>
            </p:spPr>
          </p:pic>
          <p:pic>
            <p:nvPicPr>
              <p:cNvPr id="94" name="图片 93"/>
              <p:cNvPicPr>
                <a:picLocks noChangeAspect="1"/>
              </p:cNvPicPr>
              <p:nvPr/>
            </p:nvPicPr>
            <p:blipFill rotWithShape="1">
              <a:blip r:embed="rId8" cstate="email">
                <a:extLst>
                  <a:ext uri="{28A0092B-C50C-407E-A947-70E740481C1C}">
                    <a14:useLocalDpi xmlns:a14="http://schemas.microsoft.com/office/drawing/2010/main"/>
                  </a:ext>
                </a:extLst>
              </a:blip>
              <a:srcRect/>
              <a:stretch/>
            </p:blipFill>
            <p:spPr>
              <a:xfrm>
                <a:off x="14988400" y="6877620"/>
                <a:ext cx="2641606" cy="3489983"/>
              </a:xfrm>
              <a:prstGeom prst="rect">
                <a:avLst/>
              </a:prstGeom>
            </p:spPr>
          </p:pic>
        </p:grpSp>
        <p:sp>
          <p:nvSpPr>
            <p:cNvPr id="95" name="左大括号 94"/>
            <p:cNvSpPr/>
            <p:nvPr/>
          </p:nvSpPr>
          <p:spPr>
            <a:xfrm>
              <a:off x="17697545" y="10521832"/>
              <a:ext cx="463286" cy="1533090"/>
            </a:xfrm>
            <a:prstGeom prst="leftBrace">
              <a:avLst>
                <a:gd name="adj1" fmla="val 8333"/>
                <a:gd name="adj2" fmla="val 40633"/>
              </a:avLst>
            </a:prstGeom>
            <a:noFill/>
            <a:ln w="38100" cap="flat">
              <a:solidFill>
                <a:schemeClr val="accent1"/>
              </a:solidFill>
              <a:prstDash val="solid"/>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39" tIns="45719" rIns="91439" bIns="45719" numCol="1" spcCol="38100" rtlCol="0" anchor="t">
              <a:noAutofit/>
            </a:bodyPr>
            <a:lstStyle/>
            <a:p>
              <a:pPr marL="0" marR="0" indent="0" algn="l" defTabSz="914400" rtl="0" fontAlgn="auto" latinLnBrk="1" hangingPunct="0">
                <a:lnSpc>
                  <a:spcPct val="100000"/>
                </a:lnSpc>
                <a:spcBef>
                  <a:spcPts val="0"/>
                </a:spcBef>
                <a:spcAft>
                  <a:spcPts val="0"/>
                </a:spcAft>
                <a:buClrTx/>
                <a:buSzTx/>
                <a:buFontTx/>
                <a:buNone/>
                <a:tabLst/>
              </a:pPr>
              <a:endParaRPr kumimoji="0" lang="zh-CN" altLang="en-US" sz="1800" b="0" i="0" u="none" strike="noStrike" cap="none" spc="0" normalizeH="0" baseline="0">
                <a:ln>
                  <a:noFill/>
                </a:ln>
                <a:solidFill>
                  <a:srgbClr val="000000"/>
                </a:solidFill>
                <a:effectLst/>
                <a:uFillTx/>
              </a:endParaRPr>
            </a:p>
          </p:txBody>
        </p:sp>
        <p:sp>
          <p:nvSpPr>
            <p:cNvPr id="96" name="PIC 4  Check and Judgement"/>
            <p:cNvSpPr txBox="1"/>
            <p:nvPr/>
          </p:nvSpPr>
          <p:spPr>
            <a:xfrm>
              <a:off x="13660774" y="12554237"/>
              <a:ext cx="3281824" cy="533479"/>
            </a:xfrm>
            <a:prstGeom prst="rect">
              <a:avLst/>
            </a:prstGeom>
            <a:no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anchor="ctr">
              <a:spAutoFit/>
            </a:bodyPr>
            <a:lstStyle>
              <a:lvl1pPr>
                <a:defRPr sz="2000"/>
              </a:lvl1pPr>
            </a:lstStyle>
            <a:p>
              <a:r>
                <a:rPr sz="1400" dirty="0">
                  <a:latin typeface="Arial" panose="020B0604020202020204" pitchFamily="34" charset="0"/>
                  <a:cs typeface="Arial" panose="020B0604020202020204" pitchFamily="34" charset="0"/>
                </a:rPr>
                <a:t>PIC </a:t>
              </a:r>
              <a:r>
                <a:rPr lang="en-US" sz="1400" dirty="0">
                  <a:latin typeface="Arial" panose="020B0604020202020204" pitchFamily="34" charset="0"/>
                  <a:cs typeface="Arial" panose="020B0604020202020204" pitchFamily="34" charset="0"/>
                </a:rPr>
                <a:t>4</a:t>
              </a:r>
              <a:r>
                <a:rPr sz="1400" dirty="0">
                  <a:latin typeface="Arial" panose="020B0604020202020204" pitchFamily="34" charset="0"/>
                  <a:cs typeface="Arial" panose="020B0604020202020204" pitchFamily="34" charset="0"/>
                </a:rPr>
                <a:t>  </a:t>
              </a:r>
              <a:r>
                <a:rPr lang="en-US" sz="1400" dirty="0">
                  <a:latin typeface="Arial" panose="020B0604020202020204" pitchFamily="34" charset="0"/>
                  <a:cs typeface="Arial" panose="020B0604020202020204" pitchFamily="34" charset="0"/>
                </a:rPr>
                <a:t>Pick out with tweezers and wipe   </a:t>
              </a:r>
            </a:p>
            <a:p>
              <a:r>
                <a:rPr lang="en-US" sz="1400" dirty="0">
                  <a:latin typeface="Arial" panose="020B0604020202020204" pitchFamily="34" charset="0"/>
                  <a:cs typeface="Arial" panose="020B0604020202020204" pitchFamily="34" charset="0"/>
                </a:rPr>
                <a:t>           clean with a dust-free cloth</a:t>
              </a:r>
              <a:endParaRPr sz="1400" dirty="0">
                <a:latin typeface="Arial" panose="020B0604020202020204" pitchFamily="34" charset="0"/>
                <a:cs typeface="Arial" panose="020B0604020202020204" pitchFamily="34" charset="0"/>
              </a:endParaRPr>
            </a:p>
          </p:txBody>
        </p:sp>
        <p:sp>
          <p:nvSpPr>
            <p:cNvPr id="97" name="线条"/>
            <p:cNvSpPr/>
            <p:nvPr/>
          </p:nvSpPr>
          <p:spPr>
            <a:xfrm>
              <a:off x="6527061" y="11434213"/>
              <a:ext cx="386914" cy="2"/>
            </a:xfrm>
            <a:prstGeom prst="line">
              <a:avLst/>
            </a:prstGeom>
            <a:ln w="57150">
              <a:solidFill>
                <a:srgbClr val="0365C0"/>
              </a:solidFill>
              <a:miter lim="400000"/>
              <a:tailEnd type="triangle"/>
            </a:ln>
          </p:spPr>
          <p:txBody>
            <a:bodyPr lIns="0" tIns="0" rIns="0" bIns="0"/>
            <a:lstStyle/>
            <a:p>
              <a:pPr defTabSz="457200">
                <a:defRPr sz="1200">
                  <a:latin typeface="Helvetica"/>
                  <a:ea typeface="Helvetica"/>
                  <a:cs typeface="Helvetica"/>
                  <a:sym typeface="Helvetica"/>
                </a:defRPr>
              </a:pPr>
              <a:endParaRPr/>
            </a:p>
          </p:txBody>
        </p:sp>
        <p:sp>
          <p:nvSpPr>
            <p:cNvPr id="98" name="线条"/>
            <p:cNvSpPr/>
            <p:nvPr/>
          </p:nvSpPr>
          <p:spPr>
            <a:xfrm>
              <a:off x="9914912" y="11479683"/>
              <a:ext cx="386914" cy="2"/>
            </a:xfrm>
            <a:prstGeom prst="line">
              <a:avLst/>
            </a:prstGeom>
            <a:ln w="57150">
              <a:solidFill>
                <a:srgbClr val="0365C0"/>
              </a:solidFill>
              <a:miter lim="400000"/>
              <a:tailEnd type="triangle"/>
            </a:ln>
          </p:spPr>
          <p:txBody>
            <a:bodyPr lIns="0" tIns="0" rIns="0" bIns="0"/>
            <a:lstStyle/>
            <a:p>
              <a:pPr defTabSz="457200">
                <a:defRPr sz="1200">
                  <a:latin typeface="Helvetica"/>
                  <a:ea typeface="Helvetica"/>
                  <a:cs typeface="Helvetica"/>
                  <a:sym typeface="Helvetica"/>
                </a:defRPr>
              </a:pPr>
              <a:endParaRPr/>
            </a:p>
          </p:txBody>
        </p:sp>
        <p:sp>
          <p:nvSpPr>
            <p:cNvPr id="99" name="线条"/>
            <p:cNvSpPr/>
            <p:nvPr/>
          </p:nvSpPr>
          <p:spPr>
            <a:xfrm>
              <a:off x="13018154" y="11592071"/>
              <a:ext cx="386914" cy="2"/>
            </a:xfrm>
            <a:prstGeom prst="line">
              <a:avLst/>
            </a:prstGeom>
            <a:ln w="57150">
              <a:solidFill>
                <a:srgbClr val="0365C0"/>
              </a:solidFill>
              <a:miter lim="400000"/>
              <a:tailEnd type="triangle"/>
            </a:ln>
          </p:spPr>
          <p:txBody>
            <a:bodyPr lIns="0" tIns="0" rIns="0" bIns="0"/>
            <a:lstStyle/>
            <a:p>
              <a:pPr defTabSz="457200">
                <a:defRPr sz="1200">
                  <a:latin typeface="Helvetica"/>
                  <a:ea typeface="Helvetica"/>
                  <a:cs typeface="Helvetica"/>
                  <a:sym typeface="Helvetica"/>
                </a:defRPr>
              </a:pPr>
              <a:endParaRPr/>
            </a:p>
          </p:txBody>
        </p:sp>
        <p:sp>
          <p:nvSpPr>
            <p:cNvPr id="100" name="线条"/>
            <p:cNvSpPr/>
            <p:nvPr/>
          </p:nvSpPr>
          <p:spPr>
            <a:xfrm>
              <a:off x="17122690" y="11550023"/>
              <a:ext cx="386914" cy="2"/>
            </a:xfrm>
            <a:prstGeom prst="line">
              <a:avLst/>
            </a:prstGeom>
            <a:ln w="57150">
              <a:solidFill>
                <a:srgbClr val="0365C0"/>
              </a:solidFill>
              <a:miter lim="400000"/>
              <a:tailEnd type="triangle"/>
            </a:ln>
          </p:spPr>
          <p:txBody>
            <a:bodyPr lIns="0" tIns="0" rIns="0" bIns="0"/>
            <a:lstStyle/>
            <a:p>
              <a:pPr defTabSz="457200">
                <a:defRPr sz="1200">
                  <a:latin typeface="Helvetica"/>
                  <a:ea typeface="Helvetica"/>
                  <a:cs typeface="Helvetica"/>
                  <a:sym typeface="Helvetica"/>
                </a:defRPr>
              </a:pPr>
              <a:endParaRPr/>
            </a:p>
          </p:txBody>
        </p:sp>
      </p:grpSp>
      <p:sp>
        <p:nvSpPr>
          <p:cNvPr id="80" name="MTD | X1335 Metrology Details-Magnet 160-02017-05 (Series)">
            <a:extLst>
              <a:ext uri="{FF2B5EF4-FFF2-40B4-BE49-F238E27FC236}">
                <a16:creationId xmlns:a16="http://schemas.microsoft.com/office/drawing/2014/main" id="{97E9F8AC-CB39-1B4D-BC63-0DDCCB87880A}"/>
              </a:ext>
            </a:extLst>
          </p:cNvPr>
          <p:cNvSpPr txBox="1">
            <a:spLocks/>
          </p:cNvSpPr>
          <p:nvPr/>
        </p:nvSpPr>
        <p:spPr>
          <a:xfrm>
            <a:off x="696640" y="676257"/>
            <a:ext cx="14591955" cy="84420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noAutofit/>
          </a:bodyPr>
          <a:lstStyle>
            <a:lvl1pPr marL="0" marR="0" indent="0" algn="ctr" defTabSz="821530" rtl="0" latinLnBrk="0">
              <a:lnSpc>
                <a:spcPct val="100000"/>
              </a:lnSpc>
              <a:spcBef>
                <a:spcPts val="0"/>
              </a:spcBef>
              <a:spcAft>
                <a:spcPts val="0"/>
              </a:spcAft>
              <a:buClrTx/>
              <a:buSzTx/>
              <a:buFontTx/>
              <a:buNone/>
              <a:tabLst/>
              <a:defRPr sz="11200" b="0" i="0" u="none" strike="noStrike" cap="none" spc="0" baseline="0">
                <a:ln>
                  <a:noFill/>
                </a:ln>
                <a:solidFill>
                  <a:srgbClr val="000000"/>
                </a:solidFill>
                <a:uFillTx/>
                <a:latin typeface="+mj-lt"/>
                <a:ea typeface="+mj-ea"/>
                <a:cs typeface="+mj-cs"/>
                <a:sym typeface="Helvetica Neue Medium"/>
              </a:defRPr>
            </a:lvl1pPr>
            <a:lvl2pPr marL="0" marR="0" indent="0" algn="ctr" defTabSz="821530" rtl="0" latinLnBrk="0">
              <a:lnSpc>
                <a:spcPct val="100000"/>
              </a:lnSpc>
              <a:spcBef>
                <a:spcPts val="0"/>
              </a:spcBef>
              <a:spcAft>
                <a:spcPts val="0"/>
              </a:spcAft>
              <a:buClrTx/>
              <a:buSzTx/>
              <a:buFontTx/>
              <a:buNone/>
              <a:tabLst/>
              <a:defRPr sz="11200" b="0" i="0" u="none" strike="noStrike" cap="none" spc="0" baseline="0">
                <a:ln>
                  <a:noFill/>
                </a:ln>
                <a:solidFill>
                  <a:srgbClr val="000000"/>
                </a:solidFill>
                <a:uFillTx/>
                <a:latin typeface="+mj-lt"/>
                <a:ea typeface="+mj-ea"/>
                <a:cs typeface="+mj-cs"/>
                <a:sym typeface="Helvetica Neue Medium"/>
              </a:defRPr>
            </a:lvl2pPr>
            <a:lvl3pPr marL="0" marR="0" indent="0" algn="ctr" defTabSz="821530" rtl="0" latinLnBrk="0">
              <a:lnSpc>
                <a:spcPct val="100000"/>
              </a:lnSpc>
              <a:spcBef>
                <a:spcPts val="0"/>
              </a:spcBef>
              <a:spcAft>
                <a:spcPts val="0"/>
              </a:spcAft>
              <a:buClrTx/>
              <a:buSzTx/>
              <a:buFontTx/>
              <a:buNone/>
              <a:tabLst/>
              <a:defRPr sz="11200" b="0" i="0" u="none" strike="noStrike" cap="none" spc="0" baseline="0">
                <a:ln>
                  <a:noFill/>
                </a:ln>
                <a:solidFill>
                  <a:srgbClr val="000000"/>
                </a:solidFill>
                <a:uFillTx/>
                <a:latin typeface="+mj-lt"/>
                <a:ea typeface="+mj-ea"/>
                <a:cs typeface="+mj-cs"/>
                <a:sym typeface="Helvetica Neue Medium"/>
              </a:defRPr>
            </a:lvl3pPr>
            <a:lvl4pPr marL="0" marR="0" indent="0" algn="ctr" defTabSz="821530" rtl="0" latinLnBrk="0">
              <a:lnSpc>
                <a:spcPct val="100000"/>
              </a:lnSpc>
              <a:spcBef>
                <a:spcPts val="0"/>
              </a:spcBef>
              <a:spcAft>
                <a:spcPts val="0"/>
              </a:spcAft>
              <a:buClrTx/>
              <a:buSzTx/>
              <a:buFontTx/>
              <a:buNone/>
              <a:tabLst/>
              <a:defRPr sz="11200" b="0" i="0" u="none" strike="noStrike" cap="none" spc="0" baseline="0">
                <a:ln>
                  <a:noFill/>
                </a:ln>
                <a:solidFill>
                  <a:srgbClr val="000000"/>
                </a:solidFill>
                <a:uFillTx/>
                <a:latin typeface="+mj-lt"/>
                <a:ea typeface="+mj-ea"/>
                <a:cs typeface="+mj-cs"/>
                <a:sym typeface="Helvetica Neue Medium"/>
              </a:defRPr>
            </a:lvl4pPr>
            <a:lvl5pPr marL="0" marR="0" indent="0" algn="ctr" defTabSz="821530" rtl="0" latinLnBrk="0">
              <a:lnSpc>
                <a:spcPct val="100000"/>
              </a:lnSpc>
              <a:spcBef>
                <a:spcPts val="0"/>
              </a:spcBef>
              <a:spcAft>
                <a:spcPts val="0"/>
              </a:spcAft>
              <a:buClrTx/>
              <a:buSzTx/>
              <a:buFontTx/>
              <a:buNone/>
              <a:tabLst/>
              <a:defRPr sz="11200" b="0" i="0" u="none" strike="noStrike" cap="none" spc="0" baseline="0">
                <a:ln>
                  <a:noFill/>
                </a:ln>
                <a:solidFill>
                  <a:srgbClr val="000000"/>
                </a:solidFill>
                <a:uFillTx/>
                <a:latin typeface="+mj-lt"/>
                <a:ea typeface="+mj-ea"/>
                <a:cs typeface="+mj-cs"/>
                <a:sym typeface="Helvetica Neue Medium"/>
              </a:defRPr>
            </a:lvl5pPr>
            <a:lvl6pPr marL="0" marR="0" indent="0" algn="ctr" defTabSz="821530" rtl="0" latinLnBrk="0">
              <a:lnSpc>
                <a:spcPct val="100000"/>
              </a:lnSpc>
              <a:spcBef>
                <a:spcPts val="0"/>
              </a:spcBef>
              <a:spcAft>
                <a:spcPts val="0"/>
              </a:spcAft>
              <a:buClrTx/>
              <a:buSzTx/>
              <a:buFontTx/>
              <a:buNone/>
              <a:tabLst/>
              <a:defRPr sz="11200" b="0" i="0" u="none" strike="noStrike" cap="none" spc="0" baseline="0">
                <a:ln>
                  <a:noFill/>
                </a:ln>
                <a:solidFill>
                  <a:srgbClr val="000000"/>
                </a:solidFill>
                <a:uFillTx/>
                <a:latin typeface="+mj-lt"/>
                <a:ea typeface="+mj-ea"/>
                <a:cs typeface="+mj-cs"/>
                <a:sym typeface="Helvetica Neue Medium"/>
              </a:defRPr>
            </a:lvl6pPr>
            <a:lvl7pPr marL="0" marR="0" indent="0" algn="ctr" defTabSz="821530" rtl="0" latinLnBrk="0">
              <a:lnSpc>
                <a:spcPct val="100000"/>
              </a:lnSpc>
              <a:spcBef>
                <a:spcPts val="0"/>
              </a:spcBef>
              <a:spcAft>
                <a:spcPts val="0"/>
              </a:spcAft>
              <a:buClrTx/>
              <a:buSzTx/>
              <a:buFontTx/>
              <a:buNone/>
              <a:tabLst/>
              <a:defRPr sz="11200" b="0" i="0" u="none" strike="noStrike" cap="none" spc="0" baseline="0">
                <a:ln>
                  <a:noFill/>
                </a:ln>
                <a:solidFill>
                  <a:srgbClr val="000000"/>
                </a:solidFill>
                <a:uFillTx/>
                <a:latin typeface="+mj-lt"/>
                <a:ea typeface="+mj-ea"/>
                <a:cs typeface="+mj-cs"/>
                <a:sym typeface="Helvetica Neue Medium"/>
              </a:defRPr>
            </a:lvl7pPr>
            <a:lvl8pPr marL="0" marR="0" indent="0" algn="ctr" defTabSz="821530" rtl="0" latinLnBrk="0">
              <a:lnSpc>
                <a:spcPct val="100000"/>
              </a:lnSpc>
              <a:spcBef>
                <a:spcPts val="0"/>
              </a:spcBef>
              <a:spcAft>
                <a:spcPts val="0"/>
              </a:spcAft>
              <a:buClrTx/>
              <a:buSzTx/>
              <a:buFontTx/>
              <a:buNone/>
              <a:tabLst/>
              <a:defRPr sz="11200" b="0" i="0" u="none" strike="noStrike" cap="none" spc="0" baseline="0">
                <a:ln>
                  <a:noFill/>
                </a:ln>
                <a:solidFill>
                  <a:srgbClr val="000000"/>
                </a:solidFill>
                <a:uFillTx/>
                <a:latin typeface="+mj-lt"/>
                <a:ea typeface="+mj-ea"/>
                <a:cs typeface="+mj-cs"/>
                <a:sym typeface="Helvetica Neue Medium"/>
              </a:defRPr>
            </a:lvl8pPr>
            <a:lvl9pPr marL="0" marR="0" indent="0" algn="ctr" defTabSz="821530" rtl="0" latinLnBrk="0">
              <a:lnSpc>
                <a:spcPct val="100000"/>
              </a:lnSpc>
              <a:spcBef>
                <a:spcPts val="0"/>
              </a:spcBef>
              <a:spcAft>
                <a:spcPts val="0"/>
              </a:spcAft>
              <a:buClrTx/>
              <a:buSzTx/>
              <a:buFontTx/>
              <a:buNone/>
              <a:tabLst/>
              <a:defRPr sz="11200" b="0" i="0" u="none" strike="noStrike" cap="none" spc="0" baseline="0">
                <a:ln>
                  <a:noFill/>
                </a:ln>
                <a:solidFill>
                  <a:srgbClr val="000000"/>
                </a:solidFill>
                <a:uFillTx/>
                <a:latin typeface="+mj-lt"/>
                <a:ea typeface="+mj-ea"/>
                <a:cs typeface="+mj-cs"/>
                <a:sym typeface="Helvetica Neue Medium"/>
              </a:defRPr>
            </a:lvl9pPr>
          </a:lstStyle>
          <a:p>
            <a:pPr algn="l" defTabSz="212866" hangingPunct="1">
              <a:defRPr sz="4400">
                <a:solidFill>
                  <a:srgbClr val="024C90"/>
                </a:solidFill>
                <a:latin typeface="Helvetica Neue Light"/>
                <a:ea typeface="Helvetica Neue Light"/>
                <a:cs typeface="Helvetica Neue Light"/>
                <a:sym typeface="Helvetica Neue Light"/>
              </a:defRPr>
            </a:pPr>
            <a:r>
              <a:rPr lang="en" sz="4400" dirty="0">
                <a:solidFill>
                  <a:srgbClr val="024C90"/>
                </a:solidFill>
                <a:latin typeface="Arial" panose="020B0604020202020204" pitchFamily="34" charset="0"/>
                <a:ea typeface="Helvetica Neue Light"/>
                <a:cs typeface="Arial" panose="020B0604020202020204" pitchFamily="34" charset="0"/>
                <a:sym typeface="Helvetica Neue Light"/>
              </a:rPr>
              <a:t>MTD</a:t>
            </a:r>
            <a:r>
              <a:rPr lang="en" sz="4400" dirty="0">
                <a:latin typeface="Arial" panose="020B0604020202020204" pitchFamily="34" charset="0"/>
                <a:ea typeface="Helvetica Neue Light"/>
                <a:cs typeface="Arial" panose="020B0604020202020204" pitchFamily="34" charset="0"/>
                <a:sym typeface="Helvetica Neue Light"/>
              </a:rPr>
              <a:t> | </a:t>
            </a:r>
            <a:r>
              <a:rPr lang="en-US" sz="4400" dirty="0">
                <a:solidFill>
                  <a:schemeClr val="tx1"/>
                </a:solidFill>
                <a:latin typeface="Arial" panose="020B0604020202020204" pitchFamily="34" charset="0"/>
                <a:ea typeface="Helvetica Neue Light"/>
                <a:cs typeface="Arial" panose="020B0604020202020204" pitchFamily="34" charset="0"/>
                <a:sym typeface="Helvetica Neue Light"/>
              </a:rPr>
              <a:t>R240</a:t>
            </a:r>
            <a:r>
              <a:rPr lang="en" sz="4400" dirty="0">
                <a:latin typeface="Arial" panose="020B0604020202020204" pitchFamily="34" charset="0"/>
                <a:ea typeface="Helvetica Neue Light"/>
                <a:cs typeface="Arial" panose="020B0604020202020204" pitchFamily="34" charset="0"/>
                <a:sym typeface="Helvetica Neue Light"/>
              </a:rPr>
              <a:t> </a:t>
            </a:r>
            <a:r>
              <a:rPr lang="en" sz="4400" dirty="0">
                <a:solidFill>
                  <a:schemeClr val="tx1"/>
                </a:solidFill>
                <a:latin typeface="Arial" panose="020B0604020202020204" pitchFamily="34" charset="0"/>
                <a:ea typeface="Helvetica Neue Light"/>
                <a:cs typeface="Arial" panose="020B0604020202020204" pitchFamily="34" charset="0"/>
                <a:sym typeface="Helvetica Neue Light"/>
              </a:rPr>
              <a:t>Metrology Details-Magnet </a:t>
            </a:r>
            <a:r>
              <a:rPr lang="sv-SE" altLang="zh-CN" sz="4400" dirty="0">
                <a:solidFill>
                  <a:schemeClr val="tx1"/>
                </a:solidFill>
                <a:latin typeface="Arial" panose="020B0604020202020204" pitchFamily="34" charset="0"/>
                <a:ea typeface="Helvetica Neue Light"/>
                <a:cs typeface="Arial" panose="020B0604020202020204" pitchFamily="34" charset="0"/>
                <a:sym typeface="Helvetica Neue Light"/>
              </a:rPr>
              <a:t>099-53721-08</a:t>
            </a:r>
          </a:p>
        </p:txBody>
      </p:sp>
      <p:pic>
        <p:nvPicPr>
          <p:cNvPr id="83" name="图片 82"/>
          <p:cNvPicPr>
            <a:picLocks noChangeAspect="1"/>
          </p:cNvPicPr>
          <p:nvPr/>
        </p:nvPicPr>
        <p:blipFill>
          <a:blip r:embed="rId9" cstate="email">
            <a:extLst>
              <a:ext uri="{28A0092B-C50C-407E-A947-70E740481C1C}">
                <a14:useLocalDpi xmlns:a14="http://schemas.microsoft.com/office/drawing/2010/main"/>
              </a:ext>
            </a:extLst>
          </a:blip>
          <a:stretch>
            <a:fillRect/>
          </a:stretch>
        </p:blipFill>
        <p:spPr>
          <a:xfrm>
            <a:off x="4666265" y="10116018"/>
            <a:ext cx="1666976" cy="2310026"/>
          </a:xfrm>
          <a:prstGeom prst="rect">
            <a:avLst/>
          </a:prstGeom>
        </p:spPr>
      </p:pic>
      <p:grpSp>
        <p:nvGrpSpPr>
          <p:cNvPr id="38" name="组合 37"/>
          <p:cNvGrpSpPr/>
          <p:nvPr/>
        </p:nvGrpSpPr>
        <p:grpSpPr>
          <a:xfrm>
            <a:off x="13192459" y="6974734"/>
            <a:ext cx="10239041" cy="1675344"/>
            <a:chOff x="1354716" y="8101702"/>
            <a:chExt cx="12106440" cy="1675344"/>
          </a:xfrm>
        </p:grpSpPr>
        <p:pic>
          <p:nvPicPr>
            <p:cNvPr id="39" name="图片 38"/>
            <p:cNvPicPr>
              <a:picLocks noChangeAspect="1"/>
            </p:cNvPicPr>
            <p:nvPr/>
          </p:nvPicPr>
          <p:blipFill>
            <a:blip r:embed="rId10" cstate="email">
              <a:extLst>
                <a:ext uri="{28A0092B-C50C-407E-A947-70E740481C1C}">
                  <a14:useLocalDpi xmlns:a14="http://schemas.microsoft.com/office/drawing/2010/main"/>
                </a:ext>
              </a:extLst>
            </a:blip>
            <a:stretch>
              <a:fillRect/>
            </a:stretch>
          </p:blipFill>
          <p:spPr>
            <a:xfrm>
              <a:off x="1354716" y="8101702"/>
              <a:ext cx="12106440" cy="1675344"/>
            </a:xfrm>
            <a:prstGeom prst="rect">
              <a:avLst/>
            </a:prstGeom>
          </p:spPr>
        </p:pic>
        <p:sp>
          <p:nvSpPr>
            <p:cNvPr id="40" name="矩形 39"/>
            <p:cNvSpPr/>
            <p:nvPr/>
          </p:nvSpPr>
          <p:spPr>
            <a:xfrm>
              <a:off x="10013583" y="8797739"/>
              <a:ext cx="2226431" cy="421397"/>
            </a:xfrm>
            <a:prstGeom prst="rect">
              <a:avLst/>
            </a:prstGeom>
            <a:noFill/>
            <a:ln w="25400" cap="flat">
              <a:solidFill>
                <a:srgbClr val="FF0000"/>
              </a:solid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71436" tIns="71436" rIns="71436" bIns="71436" numCol="1" spcCol="38100" rtlCol="0" anchor="ctr">
              <a:spAutoFit/>
            </a:bodyPr>
            <a:lstStyle/>
            <a:p>
              <a:pPr marL="0" marR="0" indent="0" algn="ctr" defTabSz="821690" rtl="0" fontAlgn="auto" latinLnBrk="0" hangingPunct="0">
                <a:lnSpc>
                  <a:spcPct val="100000"/>
                </a:lnSpc>
                <a:spcBef>
                  <a:spcPts val="0"/>
                </a:spcBef>
                <a:spcAft>
                  <a:spcPts val="0"/>
                </a:spcAft>
                <a:buClrTx/>
                <a:buSzTx/>
                <a:buFontTx/>
                <a:buNone/>
              </a:pPr>
              <a:endParaRPr kumimoji="0" lang="zh-CN" altLang="en-US" sz="3200" b="0" i="0" u="none" strike="noStrike" cap="none" spc="0" normalizeH="0" baseline="0">
                <a:ln>
                  <a:noFill/>
                </a:ln>
                <a:solidFill>
                  <a:srgbClr val="000000"/>
                </a:solidFill>
                <a:effectLst/>
                <a:uFillTx/>
                <a:latin typeface="+mj-lt"/>
                <a:ea typeface="+mj-ea"/>
                <a:cs typeface="+mj-cs"/>
                <a:sym typeface="Helvetica Neue Medium" panose="02000503000000020004"/>
              </a:endParaRPr>
            </a:p>
          </p:txBody>
        </p:sp>
      </p:grpSp>
      <p:pic>
        <p:nvPicPr>
          <p:cNvPr id="5" name="图片 4">
            <a:extLst>
              <a:ext uri="{FF2B5EF4-FFF2-40B4-BE49-F238E27FC236}">
                <a16:creationId xmlns:a16="http://schemas.microsoft.com/office/drawing/2014/main" id="{4809509D-232F-7AA0-068C-539FFF3DAF20}"/>
              </a:ext>
            </a:extLst>
          </p:cNvPr>
          <p:cNvPicPr>
            <a:picLocks noChangeAspect="1"/>
          </p:cNvPicPr>
          <p:nvPr/>
        </p:nvPicPr>
        <p:blipFill>
          <a:blip r:embed="rId11"/>
          <a:stretch>
            <a:fillRect/>
          </a:stretch>
        </p:blipFill>
        <p:spPr>
          <a:xfrm>
            <a:off x="19250403" y="10162042"/>
            <a:ext cx="1104900" cy="558800"/>
          </a:xfrm>
          <a:prstGeom prst="rect">
            <a:avLst/>
          </a:prstGeom>
        </p:spPr>
      </p:pic>
    </p:spTree>
    <p:extLst>
      <p:ext uri="{BB962C8B-B14F-4D97-AF65-F5344CB8AC3E}">
        <p14:creationId xmlns:p14="http://schemas.microsoft.com/office/powerpoint/2010/main" val="1933042235"/>
      </p:ext>
    </p:extLst>
  </p:cSld>
  <p:clrMapOvr>
    <a:masterClrMapping/>
  </p:clrMapOvr>
  <p:transition spd="med"/>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60" name="表格"/>
          <p:cNvGraphicFramePr/>
          <p:nvPr>
            <p:custDataLst>
              <p:tags r:id="rId1"/>
            </p:custDataLst>
            <p:extLst>
              <p:ext uri="{D42A27DB-BD31-4B8C-83A1-F6EECF244321}">
                <p14:modId xmlns:p14="http://schemas.microsoft.com/office/powerpoint/2010/main" val="1462377580"/>
              </p:ext>
            </p:extLst>
          </p:nvPr>
        </p:nvGraphicFramePr>
        <p:xfrm>
          <a:off x="722690" y="1498188"/>
          <a:ext cx="22918677" cy="12217812"/>
        </p:xfrm>
        <a:graphic>
          <a:graphicData uri="http://schemas.openxmlformats.org/drawingml/2006/table">
            <a:tbl>
              <a:tblPr/>
              <a:tblGrid>
                <a:gridCol w="12097960">
                  <a:extLst>
                    <a:ext uri="{9D8B030D-6E8A-4147-A177-3AD203B41FA5}">
                      <a16:colId xmlns:a16="http://schemas.microsoft.com/office/drawing/2014/main" val="20000"/>
                    </a:ext>
                  </a:extLst>
                </a:gridCol>
                <a:gridCol w="10820717">
                  <a:extLst>
                    <a:ext uri="{9D8B030D-6E8A-4147-A177-3AD203B41FA5}">
                      <a16:colId xmlns:a16="http://schemas.microsoft.com/office/drawing/2014/main" val="20001"/>
                    </a:ext>
                  </a:extLst>
                </a:gridCol>
              </a:tblGrid>
              <a:tr h="665128">
                <a:tc gridSpan="2">
                  <a:txBody>
                    <a:bodyPr/>
                    <a:lstStyle/>
                    <a:p>
                      <a:pPr marL="0" marR="0" lvl="0" indent="0" algn="l" defTabSz="409575" rtl="0" eaLnBrk="1" fontAlgn="auto" latinLnBrk="0" hangingPunct="1">
                        <a:lnSpc>
                          <a:spcPct val="100000"/>
                        </a:lnSpc>
                        <a:spcBef>
                          <a:spcPts val="0"/>
                        </a:spcBef>
                        <a:spcAft>
                          <a:spcPts val="0"/>
                        </a:spcAft>
                        <a:buClrTx/>
                        <a:buSzTx/>
                        <a:buFontTx/>
                        <a:buNone/>
                        <a:tabLst/>
                        <a:defRPr sz="1800"/>
                      </a:pPr>
                      <a:r>
                        <a:rPr kumimoji="0" lang="en-US" altLang="zh-CN" sz="3000" b="0" i="0" u="none" strike="noStrike" kern="0" cap="none" spc="0" normalizeH="0" baseline="0" dirty="0">
                          <a:ln>
                            <a:noFill/>
                          </a:ln>
                          <a:solidFill>
                            <a:srgbClr val="000000"/>
                          </a:solidFill>
                          <a:effectLst/>
                          <a:uLnTx/>
                          <a:uFillTx/>
                          <a:latin typeface="Arial" panose="020B0604020202020204" pitchFamily="34" charset="0"/>
                          <a:ea typeface="+mn-ea"/>
                          <a:cs typeface="Arial" panose="020B0604020202020204" pitchFamily="34" charset="0"/>
                          <a:sym typeface="Helvetica Neue Light" panose="02000503000000020004"/>
                        </a:rPr>
                        <a:t>Heat Quench :</a:t>
                      </a:r>
                      <a:r>
                        <a:rPr kumimoji="0" lang="en-US" altLang="zh-CN" sz="3200" b="0" i="0" u="none" strike="noStrike" kern="0" cap="none" spc="0" normalizeH="0" baseline="0" dirty="0">
                          <a:ln>
                            <a:noFill/>
                          </a:ln>
                          <a:solidFill>
                            <a:schemeClr val="tx1"/>
                          </a:solidFill>
                          <a:effectLst/>
                          <a:uLnTx/>
                          <a:uFillTx/>
                          <a:latin typeface="Arial" panose="020B0604020202020204" pitchFamily="34" charset="0"/>
                          <a:ea typeface="+mn-ea"/>
                          <a:cs typeface="Arial" panose="020B0604020202020204" pitchFamily="34" charset="0"/>
                          <a:sym typeface="Helvetica Neue Light"/>
                        </a:rPr>
                        <a:t>2</a:t>
                      </a:r>
                      <a:r>
                        <a:rPr lang="en-US" altLang="zh-CN" sz="3200" dirty="0">
                          <a:latin typeface="Arial" panose="020B0604020202020204" pitchFamily="34" charset="0"/>
                          <a:cs typeface="Arial" panose="020B0604020202020204" pitchFamily="34" charset="0"/>
                        </a:rPr>
                        <a:t>50℃/1H</a:t>
                      </a:r>
                      <a:endParaRPr kumimoji="0" lang="zh-CN" altLang="en-US" sz="3000" b="0" i="0" u="none" strike="noStrike" kern="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sym typeface="Helvetica Neue Medium"/>
                      </a:endParaRPr>
                    </a:p>
                  </a:txBody>
                  <a:tcPr marL="12700" marR="12700" marT="12700" marB="12700" anchor="ctr" horzOverflow="overflow">
                    <a:lnL w="6350">
                      <a:solidFill>
                        <a:srgbClr val="000000"/>
                      </a:solidFill>
                    </a:lnL>
                    <a:lnR w="6350">
                      <a:solidFill>
                        <a:srgbClr val="000000"/>
                      </a:solidFill>
                    </a:lnR>
                    <a:lnT w="6350">
                      <a:solidFill>
                        <a:srgbClr val="000000"/>
                      </a:solidFill>
                    </a:lnT>
                    <a:lnB w="6350">
                      <a:solidFill>
                        <a:srgbClr val="000000"/>
                      </a:solidFill>
                    </a:lnB>
                    <a:solidFill>
                      <a:srgbClr val="C1E1FE"/>
                    </a:solidFill>
                  </a:tcPr>
                </a:tc>
                <a:tc hMerge="1">
                  <a:txBody>
                    <a:bodyPr/>
                    <a:lstStyle/>
                    <a:p>
                      <a:endParaRPr lang="zh-CN"/>
                    </a:p>
                  </a:txBody>
                  <a:tcPr/>
                </a:tc>
                <a:extLst>
                  <a:ext uri="{0D108BD9-81ED-4DB2-BD59-A6C34878D82A}">
                    <a16:rowId xmlns:a16="http://schemas.microsoft.com/office/drawing/2014/main" val="10000"/>
                  </a:ext>
                </a:extLst>
              </a:tr>
              <a:tr h="655619">
                <a:tc>
                  <a:txBody>
                    <a:bodyPr/>
                    <a:lstStyle/>
                    <a:p>
                      <a:pPr defTabSz="409575">
                        <a:defRPr sz="1800"/>
                      </a:pPr>
                      <a:r>
                        <a:rPr lang="en-US" sz="3000" dirty="0">
                          <a:latin typeface="Arial" panose="020B0604020202020204" pitchFamily="34" charset="0"/>
                          <a:cs typeface="Arial" panose="020B0604020202020204" pitchFamily="34" charset="0"/>
                          <a:sym typeface="Helvetica Neue Medium" panose="02000503000000020004"/>
                        </a:rPr>
                        <a:t>FAI</a:t>
                      </a:r>
                      <a:endParaRPr sz="3000" dirty="0">
                        <a:latin typeface="Arial" panose="020B0604020202020204" pitchFamily="34" charset="0"/>
                        <a:cs typeface="Arial" panose="020B0604020202020204" pitchFamily="34" charset="0"/>
                        <a:sym typeface="Helvetica Neue Medium" panose="02000503000000020004"/>
                      </a:endParaRPr>
                    </a:p>
                  </a:txBody>
                  <a:tcPr marL="12700" marR="12700" marT="12700" marB="12700" anchor="ctr" horzOverflow="overflow">
                    <a:lnL w="6350">
                      <a:solidFill>
                        <a:srgbClr val="000000"/>
                      </a:solidFill>
                    </a:lnL>
                    <a:lnR w="6350">
                      <a:solidFill>
                        <a:srgbClr val="000000"/>
                      </a:solidFill>
                    </a:lnR>
                    <a:lnT w="6350">
                      <a:solidFill>
                        <a:srgbClr val="000000"/>
                      </a:solidFill>
                    </a:lnT>
                    <a:lnB w="6350">
                      <a:solidFill>
                        <a:srgbClr val="000000"/>
                      </a:solidFill>
                    </a:lnB>
                    <a:solidFill>
                      <a:srgbClr val="C1E1FE"/>
                    </a:solidFill>
                  </a:tcPr>
                </a:tc>
                <a:tc>
                  <a:txBody>
                    <a:bodyPr/>
                    <a:lstStyle/>
                    <a:p>
                      <a:pPr defTabSz="409575">
                        <a:defRPr sz="1800"/>
                      </a:pPr>
                      <a:r>
                        <a:rPr sz="3000">
                          <a:latin typeface="Arial" panose="020B0604020202020204" pitchFamily="34" charset="0"/>
                          <a:cs typeface="Arial" panose="020B0604020202020204" pitchFamily="34" charset="0"/>
                          <a:sym typeface="Helvetica Neue Medium" panose="02000503000000020004"/>
                        </a:rPr>
                        <a:t>In-process</a:t>
                      </a:r>
                    </a:p>
                  </a:txBody>
                  <a:tcPr marL="12700" marR="12700" marT="12700" marB="12700" anchor="ctr" horzOverflow="overflow">
                    <a:lnL w="6350">
                      <a:solidFill>
                        <a:srgbClr val="000000"/>
                      </a:solidFill>
                    </a:lnL>
                    <a:lnR w="6350">
                      <a:solidFill>
                        <a:srgbClr val="000000"/>
                      </a:solidFill>
                    </a:lnR>
                    <a:lnT w="6350">
                      <a:solidFill>
                        <a:srgbClr val="000000"/>
                      </a:solidFill>
                    </a:lnT>
                    <a:lnB w="6350">
                      <a:solidFill>
                        <a:srgbClr val="000000"/>
                      </a:solidFill>
                    </a:lnB>
                    <a:solidFill>
                      <a:srgbClr val="C1E1FE"/>
                    </a:solidFill>
                  </a:tcPr>
                </a:tc>
                <a:extLst>
                  <a:ext uri="{0D108BD9-81ED-4DB2-BD59-A6C34878D82A}">
                    <a16:rowId xmlns:a16="http://schemas.microsoft.com/office/drawing/2014/main" val="10001"/>
                  </a:ext>
                </a:extLst>
              </a:tr>
              <a:tr h="10897065">
                <a:tc>
                  <a:txBody>
                    <a:bodyPr/>
                    <a:lstStyle/>
                    <a:p>
                      <a:pPr marL="0" marR="0" indent="0" algn="l" defTabSz="409575" rtl="0" latinLnBrk="0">
                        <a:lnSpc>
                          <a:spcPct val="100000"/>
                        </a:lnSpc>
                        <a:spcBef>
                          <a:spcPts val="0"/>
                        </a:spcBef>
                        <a:spcAft>
                          <a:spcPts val="0"/>
                        </a:spcAft>
                        <a:buClrTx/>
                        <a:buSzTx/>
                        <a:buFontTx/>
                        <a:buNone/>
                        <a:defRPr sz="2600">
                          <a:sym typeface="Helvetica Neue Medium" panose="02000503000000020004"/>
                        </a:defRPr>
                      </a:pPr>
                      <a:r>
                        <a:rPr dirty="0">
                          <a:latin typeface="Arial" panose="020B0604020202020204" pitchFamily="34" charset="0"/>
                          <a:cs typeface="Arial" panose="020B0604020202020204" pitchFamily="34" charset="0"/>
                        </a:rPr>
                        <a:t>1 . </a:t>
                      </a:r>
                      <a:r>
                        <a:rPr sz="2600" b="0" i="0" u="none" strike="noStrike" cap="none" spc="0" baseline="0" dirty="0">
                          <a:solidFill>
                            <a:schemeClr val="tx1"/>
                          </a:solidFill>
                          <a:uFillTx/>
                          <a:latin typeface="Arial" panose="020B0604020202020204" pitchFamily="34" charset="0"/>
                          <a:ea typeface="+mn-ea"/>
                          <a:cs typeface="Arial" panose="020B0604020202020204" pitchFamily="34" charset="0"/>
                          <a:sym typeface="Helvetica Neue Light" panose="02000503000000020004"/>
                        </a:rPr>
                        <a:t>Measurement Method ：</a:t>
                      </a:r>
                      <a:r>
                        <a:rPr lang="en-US" sz="2600" b="0" i="0" u="none" strike="noStrike" cap="none" spc="0" baseline="0" dirty="0">
                          <a:solidFill>
                            <a:schemeClr val="tx1"/>
                          </a:solidFill>
                          <a:uFillTx/>
                          <a:latin typeface="Arial" panose="020B0604020202020204" pitchFamily="34" charset="0"/>
                          <a:ea typeface="+mn-ea"/>
                          <a:cs typeface="Arial" panose="020B0604020202020204" pitchFamily="34" charset="0"/>
                          <a:sym typeface="Helvetica Neue Light" panose="02000503000000020004"/>
                        </a:rPr>
                        <a:t>Oven</a:t>
                      </a:r>
                      <a:endParaRPr lang="en-US" altLang="zh-CN" sz="2600" b="0" i="0" u="none" strike="noStrike" cap="none" spc="0" baseline="0" dirty="0">
                        <a:solidFill>
                          <a:schemeClr val="tx1"/>
                        </a:solidFill>
                        <a:uFillTx/>
                        <a:latin typeface="Arial" panose="020B0604020202020204" pitchFamily="34" charset="0"/>
                        <a:ea typeface="+mn-ea"/>
                        <a:cs typeface="Arial" panose="020B0604020202020204" pitchFamily="34" charset="0"/>
                        <a:sym typeface="Helvetica Neue Light"/>
                      </a:endParaRPr>
                    </a:p>
                    <a:p>
                      <a:pPr marL="0" marR="0" indent="0" algn="l" defTabSz="409575" rtl="0" eaLnBrk="1" fontAlgn="auto" latinLnBrk="0" hangingPunct="1">
                        <a:lnSpc>
                          <a:spcPct val="100000"/>
                        </a:lnSpc>
                        <a:spcBef>
                          <a:spcPts val="0"/>
                        </a:spcBef>
                        <a:spcAft>
                          <a:spcPts val="0"/>
                        </a:spcAft>
                        <a:buClrTx/>
                        <a:buSzTx/>
                        <a:buFontTx/>
                        <a:buNone/>
                        <a:defRPr sz="2600">
                          <a:sym typeface="Helvetica Neue Medium" panose="02000503000000020004"/>
                        </a:defRPr>
                      </a:pPr>
                      <a:r>
                        <a:rPr sz="2600" b="0" i="0" u="none" strike="noStrike" cap="none" spc="0" baseline="0" dirty="0">
                          <a:solidFill>
                            <a:schemeClr val="tx1"/>
                          </a:solidFill>
                          <a:uFillTx/>
                          <a:latin typeface="Arial" panose="020B0604020202020204" pitchFamily="34" charset="0"/>
                          <a:ea typeface="+mn-ea"/>
                          <a:cs typeface="Arial" panose="020B0604020202020204" pitchFamily="34" charset="0"/>
                          <a:sym typeface="Helvetica Neue Light" panose="02000503000000020004"/>
                        </a:rPr>
                        <a:t>2.  Fixture ：</a:t>
                      </a:r>
                      <a:r>
                        <a:rPr lang="en-US" sz="2600" b="0" i="0" u="none" strike="noStrike" cap="none" spc="0" baseline="0" dirty="0">
                          <a:solidFill>
                            <a:schemeClr val="tx1"/>
                          </a:solidFill>
                          <a:uFillTx/>
                          <a:latin typeface="Arial" panose="020B0604020202020204" pitchFamily="34" charset="0"/>
                          <a:ea typeface="+mn-ea"/>
                          <a:cs typeface="Arial" panose="020B0604020202020204" pitchFamily="34" charset="0"/>
                          <a:sym typeface="Helvetica Neue Light" panose="02000503000000020004"/>
                        </a:rPr>
                        <a:t>/ </a:t>
                      </a:r>
                    </a:p>
                    <a:p>
                      <a:pPr marL="0" marR="0" indent="0" algn="l" defTabSz="409575" rtl="0" latinLnBrk="0">
                        <a:lnSpc>
                          <a:spcPct val="100000"/>
                        </a:lnSpc>
                        <a:spcBef>
                          <a:spcPts val="0"/>
                        </a:spcBef>
                        <a:spcAft>
                          <a:spcPts val="0"/>
                        </a:spcAft>
                        <a:buClrTx/>
                        <a:buSzTx/>
                        <a:buFontTx/>
                        <a:buNone/>
                        <a:defRPr sz="2600">
                          <a:sym typeface="Helvetica Neue Medium" panose="02000503000000020004"/>
                        </a:defRPr>
                      </a:pPr>
                      <a:r>
                        <a:rPr sz="2600" b="0" i="0" u="none" strike="noStrike" cap="none" spc="0" baseline="0" dirty="0">
                          <a:solidFill>
                            <a:schemeClr val="tx1"/>
                          </a:solidFill>
                          <a:uFillTx/>
                          <a:latin typeface="Arial" panose="020B0604020202020204" pitchFamily="34" charset="0"/>
                          <a:ea typeface="+mn-ea"/>
                          <a:cs typeface="Arial" panose="020B0604020202020204" pitchFamily="34" charset="0"/>
                          <a:sym typeface="Helvetica Neue Light" panose="02000503000000020004"/>
                        </a:rPr>
                        <a:t>3.  Measurement status ：</a:t>
                      </a:r>
                      <a:r>
                        <a:rPr lang="en-US" altLang="zh-CN" sz="2600" b="0" i="0" u="none" strike="noStrike" cap="none" spc="0" baseline="0" dirty="0">
                          <a:solidFill>
                            <a:schemeClr val="tx1"/>
                          </a:solidFill>
                          <a:uFillTx/>
                          <a:latin typeface="Arial" panose="020B0604020202020204" pitchFamily="34" charset="0"/>
                          <a:ea typeface="+mn-ea"/>
                          <a:cs typeface="Arial" panose="020B0604020202020204" pitchFamily="34" charset="0"/>
                          <a:sym typeface="Helvetica Neue Medium" panose="02000503000000020004"/>
                        </a:rPr>
                        <a:t>Free</a:t>
                      </a:r>
                    </a:p>
                    <a:p>
                      <a:pPr marL="0" marR="0" indent="0" algn="l" defTabSz="409575" rtl="0" eaLnBrk="1" fontAlgn="auto" latinLnBrk="0" hangingPunct="1">
                        <a:lnSpc>
                          <a:spcPct val="100000"/>
                        </a:lnSpc>
                        <a:spcBef>
                          <a:spcPts val="0"/>
                        </a:spcBef>
                        <a:spcAft>
                          <a:spcPts val="0"/>
                        </a:spcAft>
                        <a:buClrTx/>
                        <a:buSzTx/>
                        <a:buFontTx/>
                        <a:buNone/>
                        <a:defRPr sz="2600">
                          <a:sym typeface="Helvetica Neue Medium" panose="02000503000000020004"/>
                        </a:defRPr>
                      </a:pPr>
                      <a:r>
                        <a:rPr sz="2600" b="0" i="0" u="none" strike="noStrike" cap="none" spc="0" baseline="0" dirty="0">
                          <a:solidFill>
                            <a:schemeClr val="tx1"/>
                          </a:solidFill>
                          <a:uFillTx/>
                          <a:latin typeface="Arial" panose="020B0604020202020204" pitchFamily="34" charset="0"/>
                          <a:ea typeface="+mn-ea"/>
                          <a:cs typeface="Arial" panose="020B0604020202020204" pitchFamily="34" charset="0"/>
                          <a:sym typeface="Helvetica Neue Light" panose="02000503000000020004"/>
                        </a:rPr>
                        <a:t>4.  Measurement procedure ：</a:t>
                      </a:r>
                      <a:endParaRPr lang="en-US" sz="2600" b="0" i="0" u="none" strike="noStrike" cap="none" spc="0" baseline="0" dirty="0">
                        <a:solidFill>
                          <a:schemeClr val="tx1"/>
                        </a:solidFill>
                        <a:uFillTx/>
                        <a:latin typeface="Arial" panose="020B0604020202020204" pitchFamily="34" charset="0"/>
                        <a:ea typeface="+mn-ea"/>
                        <a:cs typeface="Arial" panose="020B0604020202020204" pitchFamily="34" charset="0"/>
                        <a:sym typeface="Helvetica Neue Thin" panose="02000503000000020004"/>
                      </a:endParaRPr>
                    </a:p>
                    <a:p>
                      <a:pPr algn="l" defTabSz="1371600">
                        <a:defRPr sz="2000">
                          <a:latin typeface="Arial" panose="020B0604020202090204"/>
                          <a:ea typeface="Arial" panose="020B0604020202090204"/>
                          <a:cs typeface="Arial" panose="020B0604020202090204"/>
                          <a:sym typeface="Arial" panose="020B0604020202090204"/>
                        </a:defRPr>
                      </a:pPr>
                      <a:r>
                        <a:rPr lang="en-US" altLang="zh-CN" sz="1800" b="0" i="0" u="none" strike="noStrike" cap="none" spc="0" baseline="0" dirty="0">
                          <a:solidFill>
                            <a:schemeClr val="tx1"/>
                          </a:solidFill>
                          <a:uFillTx/>
                          <a:latin typeface="Arial" panose="020B0604020202020204"/>
                          <a:ea typeface="Arial" panose="020B0604020202020204"/>
                          <a:cs typeface="Arial" panose="020B0604020202020204"/>
                          <a:sym typeface="Helvetica Neue Light" panose="02000503000000020004"/>
                        </a:rPr>
                        <a:t>1.</a:t>
                      </a:r>
                      <a:r>
                        <a:rPr lang="zh-CN" altLang="en-US" sz="1800" dirty="0">
                          <a:latin typeface="Arial" panose="020B0604020202020204" pitchFamily="34" charset="0"/>
                          <a:cs typeface="Arial" panose="020B0604020202020204" pitchFamily="34" charset="0"/>
                        </a:rPr>
                        <a:t>打开烤箱，参考</a:t>
                      </a:r>
                      <a:r>
                        <a:rPr lang="en-US" altLang="zh-CN" sz="1800" dirty="0">
                          <a:latin typeface="Arial" panose="020B0604020202020204" pitchFamily="34" charset="0"/>
                          <a:cs typeface="Arial" panose="020B0604020202020204" pitchFamily="34" charset="0"/>
                        </a:rPr>
                        <a:t>ERS</a:t>
                      </a:r>
                      <a:r>
                        <a:rPr lang="zh-CN" altLang="en-US" sz="1800" dirty="0">
                          <a:latin typeface="Arial" panose="020B0604020202020204" pitchFamily="34" charset="0"/>
                          <a:cs typeface="Arial" panose="020B0604020202020204" pitchFamily="34" charset="0"/>
                        </a:rPr>
                        <a:t>文件镀层</a:t>
                      </a:r>
                      <a:r>
                        <a:rPr lang="en-US" altLang="zh-CN" sz="1800" dirty="0">
                          <a:latin typeface="Arial" panose="020B0604020202020204" pitchFamily="34" charset="0"/>
                          <a:cs typeface="Arial" panose="020B0604020202020204" pitchFamily="34" charset="0"/>
                        </a:rPr>
                        <a:t>(</a:t>
                      </a:r>
                      <a:r>
                        <a:rPr lang="zh-CN" altLang="en-US" sz="1800" dirty="0">
                          <a:latin typeface="Arial" panose="020B0604020202020204" pitchFamily="34" charset="0"/>
                          <a:cs typeface="Arial" panose="020B0604020202020204" pitchFamily="34" charset="0"/>
                        </a:rPr>
                        <a:t>黑色环氧</a:t>
                      </a:r>
                      <a:r>
                        <a:rPr lang="en-US" altLang="zh-CN" sz="1800" dirty="0">
                          <a:latin typeface="Arial" panose="020B0604020202020204" pitchFamily="34" charset="0"/>
                          <a:cs typeface="Arial" panose="020B0604020202020204" pitchFamily="34" charset="0"/>
                        </a:rPr>
                        <a:t>)</a:t>
                      </a:r>
                      <a:r>
                        <a:rPr lang="zh-CN" altLang="en-US" sz="1800" dirty="0">
                          <a:latin typeface="Arial" panose="020B0604020202020204" pitchFamily="34" charset="0"/>
                          <a:cs typeface="Arial" panose="020B0604020202020204" pitchFamily="34" charset="0"/>
                        </a:rPr>
                        <a:t>设定温度</a:t>
                      </a:r>
                      <a:r>
                        <a:rPr lang="en-US" altLang="zh-CN" sz="1800" dirty="0">
                          <a:latin typeface="Arial" panose="020B0604020202020204" pitchFamily="34" charset="0"/>
                          <a:cs typeface="Arial" panose="020B0604020202020204" pitchFamily="34" charset="0"/>
                        </a:rPr>
                        <a:t>250℃/1H(Pic1)  </a:t>
                      </a:r>
                      <a:r>
                        <a:rPr lang="zh-CN" altLang="en-US" sz="1800" dirty="0">
                          <a:latin typeface="Arial" panose="020B0604020202020204" pitchFamily="34" charset="0"/>
                          <a:cs typeface="Arial" panose="020B0604020202020204" pitchFamily="34" charset="0"/>
                        </a:rPr>
                        <a:t>；</a:t>
                      </a:r>
                      <a:endParaRPr lang="en-US" altLang="zh-CN" sz="1800" baseline="0" dirty="0">
                        <a:latin typeface="Arial" panose="020B0604020202020204" pitchFamily="34" charset="0"/>
                        <a:cs typeface="Arial" panose="020B0604020202020204" pitchFamily="34" charset="0"/>
                      </a:endParaRPr>
                    </a:p>
                    <a:p>
                      <a:pPr algn="l" defTabSz="1371600">
                        <a:defRPr sz="2000">
                          <a:latin typeface="Arial" panose="020B0604020202090204"/>
                          <a:ea typeface="Arial" panose="020B0604020202090204"/>
                          <a:cs typeface="Arial" panose="020B0604020202090204"/>
                          <a:sym typeface="Arial" panose="020B0604020202090204"/>
                        </a:defRPr>
                      </a:pPr>
                      <a:r>
                        <a:rPr lang="en-US" altLang="zh-CN" sz="1800" b="0" i="0" u="none" strike="noStrike" cap="none" spc="0" baseline="0" dirty="0">
                          <a:solidFill>
                            <a:schemeClr val="tx1"/>
                          </a:solidFill>
                          <a:uFillTx/>
                          <a:latin typeface="Arial" panose="020B0604020202020204"/>
                          <a:ea typeface="Arial" panose="020B0604020202020204"/>
                          <a:cs typeface="Arial" panose="020B0604020202020204"/>
                          <a:sym typeface="Helvetica Neue Light" panose="02000503000000020004"/>
                        </a:rPr>
                        <a:t>2.</a:t>
                      </a:r>
                      <a:r>
                        <a:rPr lang="zh-CN" altLang="en-US" sz="1800" dirty="0">
                          <a:latin typeface="Arial" panose="020B0604020202020204" pitchFamily="34" charset="0"/>
                          <a:cs typeface="Arial" panose="020B0604020202020204" pitchFamily="34" charset="0"/>
                        </a:rPr>
                        <a:t>放磁钢到烘箱 </a:t>
                      </a:r>
                      <a:r>
                        <a:rPr lang="en-US" altLang="zh-CN" sz="1800" dirty="0">
                          <a:latin typeface="Arial" panose="020B0604020202020204" pitchFamily="34" charset="0"/>
                          <a:cs typeface="Arial" panose="020B0604020202020204" pitchFamily="34" charset="0"/>
                        </a:rPr>
                        <a:t>(Pic2) </a:t>
                      </a:r>
                      <a:r>
                        <a:rPr lang="zh-CN" altLang="en-US" sz="1800" dirty="0">
                          <a:latin typeface="Arial" panose="020B0604020202020204" pitchFamily="34" charset="0"/>
                          <a:cs typeface="Arial" panose="020B0604020202020204" pitchFamily="34" charset="0"/>
                        </a:rPr>
                        <a:t>：将样品平放在干净的板上，确保样品表面无断裂、裂纹、剥落、气泡等异常。当烤箱温度稳定后，将装有样品的平板放入烤箱</a:t>
                      </a:r>
                      <a:r>
                        <a:rPr lang="en-US" altLang="zh-CN" sz="1800" dirty="0">
                          <a:latin typeface="Arial" panose="020B0604020202020204" pitchFamily="34" charset="0"/>
                          <a:cs typeface="Arial" panose="020B0604020202020204" pitchFamily="34" charset="0"/>
                        </a:rPr>
                        <a:t>1</a:t>
                      </a:r>
                      <a:r>
                        <a:rPr lang="zh-CN" altLang="en-US" sz="1800" dirty="0">
                          <a:latin typeface="Arial" panose="020B0604020202020204" pitchFamily="34" charset="0"/>
                          <a:cs typeface="Arial" panose="020B0604020202020204" pitchFamily="34" charset="0"/>
                        </a:rPr>
                        <a:t>小时；</a:t>
                      </a:r>
                    </a:p>
                    <a:p>
                      <a:pPr algn="l" defTabSz="1371600">
                        <a:defRPr sz="2000">
                          <a:sym typeface="Helvetica"/>
                        </a:defRPr>
                      </a:pPr>
                      <a:r>
                        <a:rPr lang="en-US" altLang="zh-CN" sz="1800" b="0" i="0" u="none" strike="noStrike" cap="none" spc="0" baseline="0" dirty="0">
                          <a:solidFill>
                            <a:schemeClr val="tx1"/>
                          </a:solidFill>
                          <a:uFillTx/>
                          <a:latin typeface="Arial" panose="020B0604020202020204" pitchFamily="34" charset="0"/>
                          <a:ea typeface="Arial" panose="020B0604020202090204"/>
                          <a:cs typeface="Arial" panose="020B0604020202020204" pitchFamily="34" charset="0"/>
                          <a:sym typeface="Helvetica Neue Light" panose="02000503000000020004"/>
                        </a:rPr>
                        <a:t>3.</a:t>
                      </a:r>
                      <a:r>
                        <a:rPr lang="zh-CN" altLang="en-US" sz="1800" b="0" i="0" u="none" strike="noStrike" cap="none" spc="0" baseline="0" dirty="0">
                          <a:solidFill>
                            <a:schemeClr val="tx1"/>
                          </a:solidFill>
                          <a:uFillTx/>
                          <a:latin typeface="Arial" panose="020B0604020202020204" pitchFamily="34" charset="0"/>
                          <a:ea typeface="Arial" panose="020B0604020202090204"/>
                          <a:cs typeface="Arial" panose="020B0604020202020204" pitchFamily="34" charset="0"/>
                          <a:sym typeface="Helvetica Neue Light" panose="02000503000000020004"/>
                        </a:rPr>
                        <a:t>迅速将样品放入</a:t>
                      </a:r>
                      <a:r>
                        <a:rPr lang="en-US" altLang="zh-CN" sz="1800" b="0" i="0" u="none" strike="noStrike" cap="none" spc="0" baseline="0" dirty="0">
                          <a:solidFill>
                            <a:schemeClr val="tx1"/>
                          </a:solidFill>
                          <a:uFillTx/>
                          <a:latin typeface="Arial" panose="020B0604020202020204" pitchFamily="34" charset="0"/>
                          <a:ea typeface="Arial" panose="020B0604020202090204"/>
                          <a:cs typeface="Arial" panose="020B0604020202020204" pitchFamily="34" charset="0"/>
                          <a:sym typeface="Helvetica Neue Light" panose="02000503000000020004"/>
                        </a:rPr>
                        <a:t>±2</a:t>
                      </a:r>
                      <a:r>
                        <a:rPr lang="zh-CN" altLang="en-US" sz="1800" b="0" i="0" u="none" strike="noStrike" cap="none" spc="0" baseline="0" dirty="0">
                          <a:solidFill>
                            <a:schemeClr val="tx1"/>
                          </a:solidFill>
                          <a:uFillTx/>
                          <a:latin typeface="Arial" panose="020B0604020202020204" pitchFamily="34" charset="0"/>
                          <a:ea typeface="Arial" panose="020B0604020202090204"/>
                          <a:cs typeface="Arial" panose="020B0604020202020204" pitchFamily="34" charset="0"/>
                          <a:sym typeface="Helvetica Neue Light" panose="02000503000000020004"/>
                        </a:rPr>
                        <a:t>℃冰水混合物</a:t>
                      </a:r>
                      <a:r>
                        <a:rPr lang="en-US" altLang="zh-CN" sz="1800" b="0" i="0" u="none" strike="noStrike" cap="none" spc="0" baseline="0" dirty="0">
                          <a:solidFill>
                            <a:schemeClr val="tx1"/>
                          </a:solidFill>
                          <a:uFillTx/>
                          <a:latin typeface="Arial" panose="020B0604020202020204" pitchFamily="34" charset="0"/>
                          <a:ea typeface="Arial" panose="020B0604020202090204"/>
                          <a:cs typeface="Arial" panose="020B0604020202020204" pitchFamily="34" charset="0"/>
                          <a:sym typeface="Helvetica Neue Light" panose="02000503000000020004"/>
                        </a:rPr>
                        <a:t>(Pic3)</a:t>
                      </a:r>
                      <a:r>
                        <a:rPr lang="zh-CN" altLang="en-US" sz="1800" b="0" i="0" u="none" strike="noStrike" cap="none" spc="0" baseline="0" dirty="0">
                          <a:solidFill>
                            <a:schemeClr val="tx1"/>
                          </a:solidFill>
                          <a:uFillTx/>
                          <a:latin typeface="Arial" panose="020B0604020202020204" pitchFamily="34" charset="0"/>
                          <a:ea typeface="Arial" panose="020B0604020202090204"/>
                          <a:cs typeface="Arial" panose="020B0604020202020204" pitchFamily="34" charset="0"/>
                          <a:sym typeface="Helvetica Neue Light" panose="02000503000000020004"/>
                        </a:rPr>
                        <a:t>，持续时间小于</a:t>
                      </a:r>
                      <a:r>
                        <a:rPr lang="en-US" altLang="zh-CN" sz="1800" b="0" i="0" u="none" strike="noStrike" cap="none" spc="0" baseline="0" dirty="0">
                          <a:solidFill>
                            <a:schemeClr val="tx1"/>
                          </a:solidFill>
                          <a:uFillTx/>
                          <a:latin typeface="Arial" panose="020B0604020202020204" pitchFamily="34" charset="0"/>
                          <a:ea typeface="Arial" panose="020B0604020202090204"/>
                          <a:cs typeface="Arial" panose="020B0604020202020204" pitchFamily="34" charset="0"/>
                          <a:sym typeface="Helvetica Neue Light" panose="02000503000000020004"/>
                        </a:rPr>
                        <a:t>15</a:t>
                      </a:r>
                      <a:r>
                        <a:rPr lang="zh-CN" altLang="en-US" sz="1800" b="0" i="0" u="none" strike="noStrike" cap="none" spc="0" baseline="0" dirty="0">
                          <a:solidFill>
                            <a:schemeClr val="tx1"/>
                          </a:solidFill>
                          <a:uFillTx/>
                          <a:latin typeface="Arial" panose="020B0604020202020204" pitchFamily="34" charset="0"/>
                          <a:ea typeface="Arial" panose="020B0604020202090204"/>
                          <a:cs typeface="Arial" panose="020B0604020202020204" pitchFamily="34" charset="0"/>
                          <a:sym typeface="Helvetica Neue Light" panose="02000503000000020004"/>
                        </a:rPr>
                        <a:t>秒；</a:t>
                      </a:r>
                    </a:p>
                    <a:p>
                      <a:pPr algn="l" defTabSz="1371600">
                        <a:defRPr sz="2000">
                          <a:sym typeface="Helvetica"/>
                        </a:defRPr>
                      </a:pPr>
                      <a:r>
                        <a:rPr lang="en-US" altLang="zh-CN" sz="1800" b="0" i="0" u="none" strike="noStrike" cap="none" spc="0" baseline="0" dirty="0">
                          <a:solidFill>
                            <a:schemeClr val="tx1"/>
                          </a:solidFill>
                          <a:uFillTx/>
                          <a:latin typeface="Arial" panose="020B0604020202020204" pitchFamily="34" charset="0"/>
                          <a:ea typeface="Arial" panose="020B0604020202090204"/>
                          <a:cs typeface="Arial" panose="020B0604020202020204" pitchFamily="34" charset="0"/>
                          <a:sym typeface="Helvetica Neue Light" panose="02000503000000020004"/>
                        </a:rPr>
                        <a:t>4.</a:t>
                      </a:r>
                      <a:r>
                        <a:rPr lang="zh-CN" altLang="en-US" sz="1800" b="0" i="0" u="none" strike="noStrike" cap="none" spc="0" baseline="0" dirty="0">
                          <a:solidFill>
                            <a:schemeClr val="tx1"/>
                          </a:solidFill>
                          <a:uFillTx/>
                          <a:latin typeface="Arial" panose="020B0604020202020204" pitchFamily="34" charset="0"/>
                          <a:ea typeface="Arial" panose="020B0604020202090204"/>
                          <a:cs typeface="Arial" panose="020B0604020202020204" pitchFamily="34" charset="0"/>
                          <a:sym typeface="Helvetica Neue Light" panose="02000503000000020004"/>
                        </a:rPr>
                        <a:t>检查和判定：将磁钢⽤镊⼦从⽔中取出，⽤⼲净无尘布擦⼲ </a:t>
                      </a:r>
                      <a:r>
                        <a:rPr lang="en-US" altLang="zh-CN" sz="1800" b="0" i="0" u="none" strike="noStrike" cap="none" spc="0" baseline="0" dirty="0">
                          <a:solidFill>
                            <a:schemeClr val="tx1"/>
                          </a:solidFill>
                          <a:uFillTx/>
                          <a:latin typeface="Arial" panose="020B0604020202020204" pitchFamily="34" charset="0"/>
                          <a:ea typeface="Arial" panose="020B0604020202090204"/>
                          <a:cs typeface="Arial" panose="020B0604020202020204" pitchFamily="34" charset="0"/>
                          <a:sym typeface="Helvetica Neue Light" panose="02000503000000020004"/>
                        </a:rPr>
                        <a:t>(Pic4) </a:t>
                      </a:r>
                      <a:r>
                        <a:rPr lang="zh-CN" altLang="en-US" sz="1800" b="0" i="0" u="none" strike="noStrike" cap="none" spc="0" baseline="0" dirty="0">
                          <a:solidFill>
                            <a:schemeClr val="tx1"/>
                          </a:solidFill>
                          <a:uFillTx/>
                          <a:latin typeface="Arial" panose="020B0604020202020204" pitchFamily="34" charset="0"/>
                          <a:ea typeface="Arial" panose="020B0604020202090204"/>
                          <a:cs typeface="Arial" panose="020B0604020202020204" pitchFamily="34" charset="0"/>
                          <a:sym typeface="Helvetica Neue Light" panose="02000503000000020004"/>
                        </a:rPr>
                        <a:t>，检查表面有无断裂、裂纹、剥落、气泡等 </a:t>
                      </a:r>
                      <a:r>
                        <a:rPr lang="en-US" altLang="zh-CN" sz="1800" b="0" i="0" u="none" strike="noStrike" cap="none" spc="0" baseline="0" dirty="0">
                          <a:solidFill>
                            <a:schemeClr val="tx1"/>
                          </a:solidFill>
                          <a:uFillTx/>
                          <a:latin typeface="Arial" panose="020B0604020202020204" pitchFamily="34" charset="0"/>
                          <a:ea typeface="Arial" panose="020B0604020202090204"/>
                          <a:cs typeface="Arial" panose="020B0604020202020204" pitchFamily="34" charset="0"/>
                          <a:sym typeface="Helvetica Neue Light" panose="02000503000000020004"/>
                        </a:rPr>
                        <a:t>(Pic5).  </a:t>
                      </a:r>
                    </a:p>
                    <a:p>
                      <a:pPr marL="0" indent="0" algn="l" defTabSz="1371600">
                        <a:buNone/>
                        <a:defRPr sz="2000">
                          <a:sym typeface="Helvetica"/>
                        </a:defRPr>
                      </a:pPr>
                      <a:r>
                        <a:rPr lang="en-US" altLang="zh-CN" sz="1800" b="0" i="0" u="none" strike="noStrike" cap="none" spc="0" baseline="0" dirty="0">
                          <a:solidFill>
                            <a:schemeClr val="tx1"/>
                          </a:solidFill>
                          <a:uFillTx/>
                          <a:latin typeface="Arial" panose="020B0604020202020204"/>
                          <a:ea typeface="Arial" panose="020B0604020202020204"/>
                          <a:cs typeface="Arial" panose="020B0604020202020204"/>
                          <a:sym typeface="Helvetica Neue Light" panose="02000503000000020004"/>
                        </a:rPr>
                        <a:t>1. Turn on the oven and refer to the ERS file for the coating (black epoxy) settings - set the temperature to 250°C for 1 hour (Pic1); </a:t>
                      </a:r>
                    </a:p>
                    <a:p>
                      <a:pPr marL="0" indent="0" algn="l" defTabSz="1371600">
                        <a:buNone/>
                        <a:defRPr sz="2000">
                          <a:sym typeface="Helvetica"/>
                        </a:defRPr>
                      </a:pPr>
                      <a:r>
                        <a:rPr lang="en-US" altLang="zh-CN" sz="1800" b="0" i="0" u="none" strike="noStrike" cap="none" spc="0" baseline="0" dirty="0">
                          <a:solidFill>
                            <a:schemeClr val="tx1"/>
                          </a:solidFill>
                          <a:uFillTx/>
                          <a:latin typeface="Arial" panose="020B0604020202020204"/>
                          <a:ea typeface="Arial" panose="020B0604020202020204"/>
                          <a:cs typeface="Arial" panose="020B0604020202020204"/>
                          <a:sym typeface="Helvetica Neue Light" panose="02000503000000020004"/>
                        </a:rPr>
                        <a:t>2. Put the magnetic steel into the oven (Pic2) : place the sample flat on the clean plate to ensure that there is no fracture, crack, peeling, bubble and other anomalies on the surface of the sample. When the oven temperature was stable, the plate containing the sample was placed in the oven for 1 hour. </a:t>
                      </a:r>
                    </a:p>
                    <a:p>
                      <a:pPr algn="l" defTabSz="1371600">
                        <a:defRPr sz="2000">
                          <a:sym typeface="Helvetica"/>
                        </a:defRPr>
                      </a:pPr>
                      <a:r>
                        <a:rPr lang="en-US" altLang="zh-CN" sz="1800" b="0" i="0" u="none" strike="noStrike" cap="none" spc="0" baseline="0" dirty="0">
                          <a:solidFill>
                            <a:schemeClr val="tx1"/>
                          </a:solidFill>
                          <a:uFillTx/>
                          <a:latin typeface="Arial" panose="020B0604020202020204"/>
                          <a:ea typeface="Arial" panose="020B0604020202020204"/>
                          <a:cs typeface="Arial" panose="020B0604020202020204"/>
                          <a:sym typeface="Helvetica Neue Light" panose="02000503000000020004"/>
                        </a:rPr>
                        <a:t>3. Quickly put the sample into the ±2℃ ice water mixture (Pic3) for less than 15 seconds; </a:t>
                      </a:r>
                    </a:p>
                    <a:p>
                      <a:pPr algn="l" defTabSz="1371600">
                        <a:defRPr sz="2000">
                          <a:sym typeface="Helvetica"/>
                        </a:defRPr>
                      </a:pPr>
                      <a:r>
                        <a:rPr lang="en-US" altLang="zh-CN" sz="1800" b="0" i="0" u="none" strike="noStrike" cap="none" spc="0" baseline="0" dirty="0">
                          <a:solidFill>
                            <a:schemeClr val="tx1"/>
                          </a:solidFill>
                          <a:uFillTx/>
                          <a:latin typeface="Arial" panose="020B0604020202020204"/>
                          <a:ea typeface="Arial" panose="020B0604020202020204"/>
                          <a:cs typeface="Arial" panose="020B0604020202020204"/>
                          <a:sym typeface="Helvetica Neue Light" panose="02000503000000020004"/>
                        </a:rPr>
                        <a:t>4. Inspection and determination: take the magnetic steel out of the water with tweezers, dry it with a clean dustless cloth (Pic4), and check the surface for fracture, crack, peeling, bubbles, etc. (Pic5).</a:t>
                      </a:r>
                      <a:endParaRPr lang="en-US" altLang="zh-CN" sz="2400" b="0" i="0" u="none" strike="noStrike" cap="none" spc="0" baseline="0" dirty="0">
                        <a:ln>
                          <a:noFill/>
                        </a:ln>
                        <a:solidFill>
                          <a:schemeClr val="tx1"/>
                        </a:solidFill>
                        <a:uFillTx/>
                        <a:latin typeface="Arial" panose="020B0604020202020204" pitchFamily="34" charset="0"/>
                        <a:ea typeface="Helvetica"/>
                        <a:cs typeface="Arial" panose="020B0604020202020204" pitchFamily="34" charset="0"/>
                        <a:sym typeface="ヒラギノ明朝 ProN W3" panose="02020300000000000000" pitchFamily="4" charset="-128"/>
                      </a:endParaRPr>
                    </a:p>
                    <a:p>
                      <a:pPr marL="0" marR="0" lvl="0" indent="0" algn="l" defTabSz="409575" rtl="0" eaLnBrk="1" fontAlgn="base" latinLnBrk="0" hangingPunct="1">
                        <a:lnSpc>
                          <a:spcPct val="100000"/>
                        </a:lnSpc>
                        <a:spcBef>
                          <a:spcPts val="0"/>
                        </a:spcBef>
                        <a:spcAft>
                          <a:spcPts val="0"/>
                        </a:spcAft>
                        <a:buClrTx/>
                        <a:buSzTx/>
                        <a:buFontTx/>
                        <a:buNone/>
                        <a:defRPr sz="2600">
                          <a:sym typeface="Helvetica Neue Medium" panose="02000503000000020004"/>
                        </a:defRPr>
                      </a:pPr>
                      <a:endParaRPr lang="en-US" altLang="zh-CN" sz="2400" b="0" i="0" u="none" strike="noStrike" cap="none" spc="0" baseline="0" dirty="0">
                        <a:ln>
                          <a:noFill/>
                        </a:ln>
                        <a:solidFill>
                          <a:schemeClr val="tx1"/>
                        </a:solidFill>
                        <a:uFillTx/>
                        <a:latin typeface="Arial" panose="020B0604020202020204" pitchFamily="34" charset="0"/>
                        <a:ea typeface="Helvetica"/>
                        <a:cs typeface="Arial" panose="020B0604020202020204" pitchFamily="34" charset="0"/>
                        <a:sym typeface="Helvetica Neue Light" panose="02000503000000020004"/>
                      </a:endParaRPr>
                    </a:p>
                    <a:p>
                      <a:pPr marL="0" marR="0" lvl="0" indent="0" algn="l" defTabSz="409575" rtl="0" eaLnBrk="1" fontAlgn="base" latinLnBrk="0" hangingPunct="1">
                        <a:lnSpc>
                          <a:spcPct val="100000"/>
                        </a:lnSpc>
                        <a:spcBef>
                          <a:spcPts val="0"/>
                        </a:spcBef>
                        <a:spcAft>
                          <a:spcPts val="0"/>
                        </a:spcAft>
                        <a:buClrTx/>
                        <a:buSzTx/>
                        <a:buFontTx/>
                        <a:buNone/>
                        <a:defRPr sz="2600">
                          <a:sym typeface="Helvetica Neue Medium" panose="02000503000000020004"/>
                        </a:defRPr>
                      </a:pPr>
                      <a:endParaRPr lang="en-US" altLang="zh-CN" sz="2400" b="0" i="0" u="none" strike="noStrike" cap="none" spc="0" baseline="0" dirty="0">
                        <a:ln>
                          <a:noFill/>
                        </a:ln>
                        <a:solidFill>
                          <a:schemeClr val="tx1"/>
                        </a:solidFill>
                        <a:uFillTx/>
                        <a:latin typeface="Arial" panose="020B0604020202020204" pitchFamily="34" charset="0"/>
                        <a:ea typeface="Helvetica"/>
                        <a:cs typeface="Arial" panose="020B0604020202020204" pitchFamily="34" charset="0"/>
                        <a:sym typeface="ヒラギノ明朝 ProN W3" panose="02020300000000000000" pitchFamily="4" charset="-128"/>
                      </a:endParaRPr>
                    </a:p>
                    <a:p>
                      <a:pPr marL="0" marR="0" lvl="0" indent="0" algn="l" defTabSz="409575" rtl="0" eaLnBrk="1" fontAlgn="base" latinLnBrk="0" hangingPunct="1">
                        <a:lnSpc>
                          <a:spcPts val="1600"/>
                        </a:lnSpc>
                        <a:spcBef>
                          <a:spcPct val="0"/>
                        </a:spcBef>
                        <a:spcAft>
                          <a:spcPct val="0"/>
                        </a:spcAft>
                        <a:buClrTx/>
                        <a:buSzPct val="75000"/>
                        <a:buFont typeface="Helvetica Neue Light" panose="02000503000000020004"/>
                        <a:buNone/>
                      </a:pPr>
                      <a:endParaRPr kumimoji="0" lang="en-US" altLang="zh-CN" sz="2400" b="0" i="0" u="none" strike="noStrike" cap="none" normalizeH="0" baseline="0" dirty="0">
                        <a:ln>
                          <a:noFill/>
                        </a:ln>
                        <a:solidFill>
                          <a:schemeClr val="tx1"/>
                        </a:solidFill>
                        <a:effectLst/>
                        <a:latin typeface="Arial" panose="020B0604020202020204" pitchFamily="34" charset="0"/>
                        <a:ea typeface="等线" panose="02010600030101010101" pitchFamily="2" charset="-122"/>
                        <a:cs typeface="Arial" panose="020B0604020202020204" pitchFamily="34" charset="0"/>
                        <a:sym typeface="ヒラギノ明朝 ProN W3" panose="02020300000000000000" pitchFamily="4" charset="-128"/>
                      </a:endParaRPr>
                    </a:p>
                    <a:p>
                      <a:pPr algn="l" defTabSz="409575">
                        <a:defRPr sz="2600">
                          <a:sym typeface="Helvetica Neue Medium" panose="02000503000000020004"/>
                        </a:defRPr>
                      </a:pPr>
                      <a:endParaRPr lang="en-US" dirty="0">
                        <a:latin typeface="Arial" panose="020B0604020202020204" pitchFamily="34" charset="0"/>
                        <a:cs typeface="Arial" panose="020B0604020202020204" pitchFamily="34" charset="0"/>
                      </a:endParaRPr>
                    </a:p>
                    <a:p>
                      <a:pPr marL="0" marR="0" indent="0" algn="l" defTabSz="409575" rtl="0" eaLnBrk="1" fontAlgn="auto" latinLnBrk="0" hangingPunct="1">
                        <a:lnSpc>
                          <a:spcPct val="100000"/>
                        </a:lnSpc>
                        <a:spcBef>
                          <a:spcPts val="0"/>
                        </a:spcBef>
                        <a:spcAft>
                          <a:spcPts val="0"/>
                        </a:spcAft>
                        <a:buClrTx/>
                        <a:buSzTx/>
                        <a:buFontTx/>
                        <a:buNone/>
                        <a:defRPr sz="2600">
                          <a:sym typeface="Helvetica Neue Medium" panose="02000503000000020004"/>
                        </a:defRPr>
                      </a:pPr>
                      <a:r>
                        <a:rPr lang="en-US" altLang="zh-CN" sz="2400" b="0" i="0" u="none" strike="noStrike" cap="none" spc="0" baseline="0" dirty="0">
                          <a:ln>
                            <a:noFill/>
                          </a:ln>
                          <a:solidFill>
                            <a:schemeClr val="tx1"/>
                          </a:solidFill>
                          <a:uFillTx/>
                          <a:latin typeface="Arial" panose="020B0604020202020204" pitchFamily="34" charset="0"/>
                          <a:ea typeface="Helvetica"/>
                          <a:cs typeface="Arial" panose="020B0604020202020204" pitchFamily="34" charset="0"/>
                          <a:sym typeface="Helvetica Neue Thin" panose="02000503000000020004"/>
                        </a:rPr>
                        <a:t>    </a:t>
                      </a:r>
                    </a:p>
                    <a:p>
                      <a:pPr marL="0" marR="0" indent="0" algn="l" defTabSz="409575" rtl="0" latinLnBrk="0">
                        <a:lnSpc>
                          <a:spcPct val="100000"/>
                        </a:lnSpc>
                        <a:spcBef>
                          <a:spcPts val="0"/>
                        </a:spcBef>
                        <a:spcAft>
                          <a:spcPts val="0"/>
                        </a:spcAft>
                        <a:buClrTx/>
                        <a:buSzTx/>
                        <a:buFontTx/>
                        <a:buNone/>
                        <a:defRPr sz="2600">
                          <a:sym typeface="Helvetica Neue Medium" panose="02000503000000020004"/>
                        </a:defRPr>
                      </a:pPr>
                      <a:endParaRPr lang="en-US" altLang="zh-CN" sz="2400" b="1" dirty="0">
                        <a:latin typeface="Arial" panose="020B0604020202020204" pitchFamily="34" charset="0"/>
                        <a:ea typeface="Helvetica"/>
                        <a:cs typeface="Arial" panose="020B0604020202020204" pitchFamily="34" charset="0"/>
                        <a:sym typeface="Helvetica"/>
                      </a:endParaRPr>
                    </a:p>
                    <a:p>
                      <a:pPr algn="l" defTabSz="409575">
                        <a:defRPr sz="2600">
                          <a:sym typeface="Helvetica Neue Medium" panose="02000503000000020004"/>
                        </a:defRPr>
                      </a:pPr>
                      <a:endParaRPr lang="en-US" altLang="zh-CN" dirty="0">
                        <a:latin typeface="Arial" panose="020B0604020202020204" pitchFamily="34" charset="0"/>
                        <a:ea typeface="Helvetica"/>
                        <a:cs typeface="Arial" panose="020B0604020202020204" pitchFamily="34" charset="0"/>
                        <a:sym typeface="Helvetica"/>
                      </a:endParaRPr>
                    </a:p>
                    <a:p>
                      <a:pPr algn="l" defTabSz="409575">
                        <a:defRPr sz="2600">
                          <a:sym typeface="Helvetica Neue Medium" panose="02000503000000020004"/>
                        </a:defRPr>
                      </a:pPr>
                      <a:endParaRPr lang="en-US" altLang="zh-CN" dirty="0">
                        <a:latin typeface="Arial" panose="020B0604020202020204" pitchFamily="34" charset="0"/>
                        <a:ea typeface="Helvetica"/>
                        <a:cs typeface="Arial" panose="020B0604020202020204" pitchFamily="34" charset="0"/>
                        <a:sym typeface="Helvetica"/>
                      </a:endParaRPr>
                    </a:p>
                    <a:p>
                      <a:pPr algn="l" defTabSz="409575">
                        <a:defRPr sz="2600">
                          <a:sym typeface="Helvetica Neue Medium" panose="02000503000000020004"/>
                        </a:defRPr>
                      </a:pPr>
                      <a:endParaRPr sz="2600" b="0" i="0" u="none" strike="noStrike" cap="none" spc="0" baseline="0" dirty="0">
                        <a:ln>
                          <a:noFill/>
                        </a:ln>
                        <a:solidFill>
                          <a:schemeClr val="tx1"/>
                        </a:solidFill>
                        <a:uFillTx/>
                        <a:latin typeface="Arial" panose="020B0604020202020204" pitchFamily="34" charset="0"/>
                        <a:ea typeface="Helvetica"/>
                        <a:cs typeface="Arial" panose="020B0604020202020204" pitchFamily="34" charset="0"/>
                        <a:sym typeface="Helvetica"/>
                      </a:endParaRPr>
                    </a:p>
                    <a:p>
                      <a:pPr marL="0" marR="0" indent="0" algn="l" defTabSz="914400" rtl="0" latinLnBrk="0">
                        <a:lnSpc>
                          <a:spcPts val="1400"/>
                        </a:lnSpc>
                        <a:spcBef>
                          <a:spcPts val="0"/>
                        </a:spcBef>
                        <a:spcAft>
                          <a:spcPts val="0"/>
                        </a:spcAft>
                        <a:buClrTx/>
                        <a:buSzTx/>
                        <a:buFontTx/>
                        <a:buNone/>
                        <a:defRPr sz="2600">
                          <a:latin typeface="Helvetica Neue Medium" panose="02000503000000020004"/>
                          <a:ea typeface="Helvetica Neue Medium" panose="02000503000000020004"/>
                          <a:cs typeface="Helvetica Neue Medium" panose="02000503000000020004"/>
                          <a:sym typeface="Helvetica Neue Medium" panose="02000503000000020004"/>
                        </a:defRPr>
                      </a:pPr>
                      <a:endParaRPr lang="en-US" altLang="zh-CN" sz="2600" b="0" i="0" u="none" strike="noStrike" cap="none" spc="0" baseline="0" dirty="0">
                        <a:ln>
                          <a:noFill/>
                        </a:ln>
                        <a:solidFill>
                          <a:schemeClr val="tx1"/>
                        </a:solidFill>
                        <a:uFillTx/>
                        <a:latin typeface="Helvetica Neue Medium" panose="02000503000000020004"/>
                        <a:ea typeface="Helvetica Neue Medium" panose="02000503000000020004"/>
                        <a:cs typeface="Helvetica Neue Medium" panose="02000503000000020004"/>
                        <a:sym typeface="Helvetica Neue Thin" panose="02000503000000020004"/>
                      </a:endParaRPr>
                    </a:p>
                    <a:p>
                      <a:pPr marL="0" marR="0" indent="0" algn="l" defTabSz="457200" rtl="0" eaLnBrk="1" fontAlgn="auto" latinLnBrk="0" hangingPunct="1">
                        <a:lnSpc>
                          <a:spcPts val="4100"/>
                        </a:lnSpc>
                        <a:spcBef>
                          <a:spcPts val="0"/>
                        </a:spcBef>
                        <a:spcAft>
                          <a:spcPts val="0"/>
                        </a:spcAft>
                        <a:buClrTx/>
                        <a:buSzTx/>
                        <a:buFontTx/>
                        <a:buNone/>
                        <a:defRPr>
                          <a:solidFill>
                            <a:srgbClr val="49433E"/>
                          </a:solidFill>
                          <a:latin typeface="Helvetica"/>
                          <a:ea typeface="Helvetica"/>
                          <a:cs typeface="Helvetica"/>
                          <a:sym typeface="Helvetica"/>
                        </a:defRPr>
                      </a:pPr>
                      <a:endParaRPr lang="en-US" altLang="zh-CN" sz="2600" b="0" i="0" u="none" strike="noStrike" cap="none" spc="0" baseline="0" dirty="0">
                        <a:ln>
                          <a:noFill/>
                        </a:ln>
                        <a:solidFill>
                          <a:srgbClr val="000000"/>
                        </a:solidFill>
                        <a:uFillTx/>
                        <a:latin typeface="Arial" panose="020B0604020202020204" pitchFamily="34" charset="0"/>
                        <a:ea typeface="Helvetica Neue Light" panose="02000503000000020004"/>
                        <a:cs typeface="Arial" panose="020B0604020202020204" pitchFamily="34" charset="0"/>
                        <a:sym typeface="Helvetica"/>
                      </a:endParaRPr>
                    </a:p>
                  </a:txBody>
                  <a:tcPr marL="12700" marR="12700" marT="12700" marB="12700" horzOverflow="overflow">
                    <a:lnL w="6350">
                      <a:solidFill>
                        <a:srgbClr val="000000"/>
                      </a:solidFill>
                    </a:lnL>
                    <a:lnR w="6350">
                      <a:solidFill>
                        <a:srgbClr val="000000"/>
                      </a:solidFill>
                    </a:lnR>
                    <a:lnT w="6350">
                      <a:solidFill>
                        <a:srgbClr val="000000"/>
                      </a:solidFill>
                    </a:lnT>
                    <a:lnB w="6350">
                      <a:solidFill>
                        <a:srgbClr val="000000"/>
                      </a:solidFill>
                    </a:lnB>
                  </a:tcPr>
                </a:tc>
                <a:tc>
                  <a:txBody>
                    <a:bodyPr/>
                    <a:lstStyle/>
                    <a:p>
                      <a:pPr marL="0" marR="0" indent="0" algn="l" defTabSz="409575" rtl="0" eaLnBrk="1" fontAlgn="auto" latinLnBrk="0" hangingPunct="1">
                        <a:lnSpc>
                          <a:spcPct val="100000"/>
                        </a:lnSpc>
                        <a:spcBef>
                          <a:spcPts val="0"/>
                        </a:spcBef>
                        <a:spcAft>
                          <a:spcPts val="0"/>
                        </a:spcAft>
                        <a:buClrTx/>
                        <a:buSzTx/>
                        <a:buFontTx/>
                        <a:buNone/>
                        <a:tabLst/>
                        <a:defRPr sz="2600">
                          <a:sym typeface="Helvetica Neue Medium" panose="02000503000000020004"/>
                        </a:defRPr>
                      </a:pPr>
                      <a:r>
                        <a:rPr sz="2600" b="0" i="0" u="none" strike="noStrike" cap="none" spc="0" baseline="0" dirty="0">
                          <a:solidFill>
                            <a:schemeClr val="tx1"/>
                          </a:solidFill>
                          <a:uFillTx/>
                          <a:latin typeface="Arial" panose="020B0604020202020204" pitchFamily="34" charset="0"/>
                          <a:ea typeface="+mn-ea"/>
                          <a:cs typeface="Arial" panose="020B0604020202020204" pitchFamily="34" charset="0"/>
                          <a:sym typeface="Helvetica Neue Thin" panose="02000503000000020004"/>
                        </a:rPr>
                        <a:t>1 . Measurement Method ：</a:t>
                      </a:r>
                      <a:r>
                        <a:rPr lang="en-US" altLang="zh-CN" sz="2600" b="0" i="0" u="none" strike="noStrike" cap="none" spc="0" baseline="0" dirty="0">
                          <a:solidFill>
                            <a:schemeClr val="tx1"/>
                          </a:solidFill>
                          <a:uFillTx/>
                          <a:latin typeface="Arial" panose="020B0604020202020204" pitchFamily="34" charset="0"/>
                          <a:ea typeface="+mn-ea"/>
                          <a:cs typeface="Arial" panose="020B0604020202020204" pitchFamily="34" charset="0"/>
                          <a:sym typeface="Helvetica Neue Light" panose="02000503000000020004"/>
                        </a:rPr>
                        <a:t>Oven</a:t>
                      </a:r>
                      <a:r>
                        <a:rPr lang="en-US" sz="2600" b="0" i="0" u="none" strike="noStrike" cap="none" spc="0" baseline="0" dirty="0">
                          <a:solidFill>
                            <a:schemeClr val="tx1"/>
                          </a:solidFill>
                          <a:uFillTx/>
                          <a:latin typeface="Arial" panose="020B0604020202020204" pitchFamily="34" charset="0"/>
                          <a:ea typeface="+mn-ea"/>
                          <a:cs typeface="Arial" panose="020B0604020202020204" pitchFamily="34" charset="0"/>
                          <a:sym typeface="Helvetica Neue Thin" panose="02000503000000020004"/>
                        </a:rPr>
                        <a:t> </a:t>
                      </a:r>
                    </a:p>
                    <a:p>
                      <a:pPr marL="0" marR="0" indent="0" algn="l" defTabSz="409575" rtl="0" latinLnBrk="0">
                        <a:lnSpc>
                          <a:spcPct val="100000"/>
                        </a:lnSpc>
                        <a:spcBef>
                          <a:spcPts val="0"/>
                        </a:spcBef>
                        <a:spcAft>
                          <a:spcPts val="0"/>
                        </a:spcAft>
                        <a:buClrTx/>
                        <a:buSzTx/>
                        <a:buFontTx/>
                        <a:buNone/>
                        <a:defRPr sz="2600">
                          <a:sym typeface="Helvetica Neue Medium" panose="02000503000000020004"/>
                        </a:defRPr>
                      </a:pPr>
                      <a:r>
                        <a:rPr sz="2600" b="0" i="0" u="none" strike="noStrike" cap="none" spc="0" baseline="0" dirty="0">
                          <a:solidFill>
                            <a:schemeClr val="tx1"/>
                          </a:solidFill>
                          <a:uFillTx/>
                          <a:latin typeface="Arial" panose="020B0604020202020204" pitchFamily="34" charset="0"/>
                          <a:ea typeface="+mn-ea"/>
                          <a:cs typeface="Arial" panose="020B0604020202020204" pitchFamily="34" charset="0"/>
                          <a:sym typeface="Helvetica Neue Light" panose="02000503000000020004"/>
                        </a:rPr>
                        <a:t>2.  Fixture :  </a:t>
                      </a:r>
                      <a:r>
                        <a:rPr lang="en-US" sz="2600" b="0" i="0" u="none" strike="noStrike" cap="none" spc="0" baseline="0" dirty="0">
                          <a:solidFill>
                            <a:schemeClr val="tx1"/>
                          </a:solidFill>
                          <a:uFillTx/>
                          <a:latin typeface="Arial" panose="020B0604020202020204" pitchFamily="34" charset="0"/>
                          <a:ea typeface="+mn-ea"/>
                          <a:cs typeface="Arial" panose="020B0604020202020204" pitchFamily="34" charset="0"/>
                          <a:sym typeface="Helvetica Neue Light" panose="02000503000000020004"/>
                        </a:rPr>
                        <a:t>/</a:t>
                      </a:r>
                      <a:endParaRPr sz="2600" b="0" i="0" u="none" strike="noStrike" cap="none" spc="0" baseline="0" dirty="0">
                        <a:solidFill>
                          <a:schemeClr val="tx1"/>
                        </a:solidFill>
                        <a:uFillTx/>
                        <a:latin typeface="Arial" panose="020B0604020202020204" pitchFamily="34" charset="0"/>
                        <a:ea typeface="+mn-ea"/>
                        <a:cs typeface="Arial" panose="020B0604020202020204" pitchFamily="34" charset="0"/>
                        <a:sym typeface="Helvetica Neue Light" panose="02000503000000020004"/>
                      </a:endParaRPr>
                    </a:p>
                    <a:p>
                      <a:pPr marL="0" marR="0" indent="0" algn="l" defTabSz="409575" rtl="0" eaLnBrk="1" fontAlgn="auto" latinLnBrk="0" hangingPunct="1">
                        <a:lnSpc>
                          <a:spcPct val="100000"/>
                        </a:lnSpc>
                        <a:spcBef>
                          <a:spcPts val="0"/>
                        </a:spcBef>
                        <a:spcAft>
                          <a:spcPts val="0"/>
                        </a:spcAft>
                        <a:buClrTx/>
                        <a:buSzTx/>
                        <a:buFontTx/>
                        <a:buNone/>
                        <a:tabLst/>
                        <a:defRPr sz="2600">
                          <a:sym typeface="Helvetica Neue Medium" panose="02000503000000020004"/>
                        </a:defRPr>
                      </a:pPr>
                      <a:r>
                        <a:rPr sz="2600" b="0" i="0" u="none" strike="noStrike" cap="none" spc="0" baseline="0" dirty="0">
                          <a:solidFill>
                            <a:schemeClr val="tx1"/>
                          </a:solidFill>
                          <a:uFillTx/>
                          <a:latin typeface="Arial" panose="020B0604020202020204" pitchFamily="34" charset="0"/>
                          <a:ea typeface="+mn-ea"/>
                          <a:cs typeface="Arial" panose="020B0604020202020204" pitchFamily="34" charset="0"/>
                          <a:sym typeface="Helvetica Neue Light" panose="02000503000000020004"/>
                        </a:rPr>
                        <a:t>3.  Measurement status ：</a:t>
                      </a:r>
                      <a:r>
                        <a:rPr lang="en-US" altLang="zh-CN" sz="2600" b="0" i="0" u="none" strike="noStrike" cap="none" spc="0" baseline="0" dirty="0">
                          <a:solidFill>
                            <a:schemeClr val="tx1"/>
                          </a:solidFill>
                          <a:uFillTx/>
                          <a:latin typeface="Arial" panose="020B0604020202020204" pitchFamily="34" charset="0"/>
                          <a:ea typeface="+mn-ea"/>
                          <a:cs typeface="Arial" panose="020B0604020202020204" pitchFamily="34" charset="0"/>
                          <a:sym typeface="Helvetica Neue Medium" panose="02000503000000020004"/>
                        </a:rPr>
                        <a:t>Free</a:t>
                      </a:r>
                      <a:r>
                        <a:rPr lang="en-US" altLang="zh-CN" sz="2600" b="0" i="0" u="none" strike="noStrike" cap="none" spc="0" baseline="0" dirty="0">
                          <a:solidFill>
                            <a:schemeClr val="tx1"/>
                          </a:solidFill>
                          <a:uFillTx/>
                          <a:latin typeface="Arial" panose="020B0604020202020204" pitchFamily="34" charset="0"/>
                          <a:ea typeface="+mn-ea"/>
                          <a:cs typeface="Arial" panose="020B0604020202020204" pitchFamily="34" charset="0"/>
                          <a:sym typeface="Helvetica Neue Light" panose="02000503000000020004"/>
                        </a:rPr>
                        <a:t> </a:t>
                      </a:r>
                    </a:p>
                    <a:p>
                      <a:pPr algn="l" defTabSz="409575">
                        <a:defRPr sz="2600">
                          <a:sym typeface="Helvetica Neue Medium" panose="02000503000000020004"/>
                        </a:defRPr>
                      </a:pPr>
                      <a:r>
                        <a:rPr sz="2600" b="0" i="0" u="none" strike="noStrike" cap="none" spc="0" baseline="0" dirty="0">
                          <a:solidFill>
                            <a:schemeClr val="tx1"/>
                          </a:solidFill>
                          <a:uFillTx/>
                          <a:latin typeface="Arial" panose="020B0604020202020204" pitchFamily="34" charset="0"/>
                          <a:ea typeface="+mn-ea"/>
                          <a:cs typeface="Arial" panose="020B0604020202020204" pitchFamily="34" charset="0"/>
                          <a:sym typeface="Helvetica Neue Light" panose="02000503000000020004"/>
                        </a:rPr>
                        <a:t>4.  Measurement procedure ：Same as the FAI</a:t>
                      </a:r>
                    </a:p>
                  </a:txBody>
                  <a:tcPr marL="12700" marR="12700" marT="12700" marB="12700" horzOverflow="overflow">
                    <a:lnL w="6350">
                      <a:solidFill>
                        <a:srgbClr val="000000"/>
                      </a:solidFill>
                    </a:lnL>
                    <a:lnR w="6350">
                      <a:solidFill>
                        <a:srgbClr val="000000"/>
                      </a:solidFill>
                    </a:lnR>
                    <a:lnT w="6350">
                      <a:solidFill>
                        <a:srgbClr val="000000"/>
                      </a:solidFill>
                    </a:lnT>
                    <a:lnB w="6350">
                      <a:solidFill>
                        <a:srgbClr val="000000"/>
                      </a:solidFill>
                    </a:lnB>
                  </a:tcPr>
                </a:tc>
                <a:extLst>
                  <a:ext uri="{0D108BD9-81ED-4DB2-BD59-A6C34878D82A}">
                    <a16:rowId xmlns:a16="http://schemas.microsoft.com/office/drawing/2014/main" val="10002"/>
                  </a:ext>
                </a:extLst>
              </a:tr>
            </a:tbl>
          </a:graphicData>
        </a:graphic>
      </p:graphicFrame>
      <p:sp>
        <p:nvSpPr>
          <p:cNvPr id="7" name="灯片编号占位符 19"/>
          <p:cNvSpPr txBox="1">
            <a:spLocks/>
          </p:cNvSpPr>
          <p:nvPr/>
        </p:nvSpPr>
        <p:spPr>
          <a:xfrm>
            <a:off x="12163597" y="13132791"/>
            <a:ext cx="466261" cy="477664"/>
          </a:xfrm>
          <a:prstGeom prst="rect">
            <a:avLst/>
          </a:prstGeom>
          <a:ln w="12700">
            <a:miter lim="400000"/>
          </a:ln>
        </p:spPr>
        <p:txBody>
          <a:bodyPr wrap="none" lIns="71435" tIns="71435" rIns="71435" bIns="71435">
            <a:sp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marL="0" marR="0" indent="0" algn="ctr" defTabSz="821690" rtl="0" fontAlgn="auto" latinLnBrk="0" hangingPunct="0">
              <a:lnSpc>
                <a:spcPct val="100000"/>
              </a:lnSpc>
              <a:spcBef>
                <a:spcPts val="0"/>
              </a:spcBef>
              <a:spcAft>
                <a:spcPts val="0"/>
              </a:spcAft>
              <a:buClrTx/>
              <a:buSzTx/>
              <a:buFontTx/>
              <a:buNone/>
              <a:defRPr kumimoji="0" sz="2200" b="0" i="0" u="none" strike="noStrike" cap="none" spc="0" normalizeH="0" baseline="0">
                <a:ln>
                  <a:noFill/>
                </a:ln>
                <a:solidFill>
                  <a:srgbClr val="000000"/>
                </a:solidFill>
                <a:effectLst/>
                <a:uFillTx/>
                <a:latin typeface="Helvetica Neue Thin" panose="02000503000000020004"/>
                <a:ea typeface="Helvetica Neue Thin" panose="02000503000000020004"/>
                <a:cs typeface="Helvetica Neue Thin" panose="02000503000000020004"/>
                <a:sym typeface="Helvetica Neue Thin" panose="02000503000000020004"/>
              </a:defRPr>
            </a:lvl1pPr>
            <a:lvl2pPr marL="0" marR="0" indent="0" algn="ctr" defTabSz="821690" rtl="0" fontAlgn="auto" latinLnBrk="0" hangingPunct="0">
              <a:lnSpc>
                <a:spcPct val="100000"/>
              </a:lnSpc>
              <a:spcBef>
                <a:spcPts val="0"/>
              </a:spcBef>
              <a:spcAft>
                <a:spcPts val="0"/>
              </a:spcAft>
              <a:buClrTx/>
              <a:buSzTx/>
              <a:buFontTx/>
              <a:buNone/>
              <a:defRPr kumimoji="0" sz="3200" b="0" i="0" u="none" strike="noStrike" cap="none" spc="0" normalizeH="0" baseline="0">
                <a:ln>
                  <a:noFill/>
                </a:ln>
                <a:solidFill>
                  <a:srgbClr val="000000"/>
                </a:solidFill>
                <a:effectLst/>
                <a:uFillTx/>
                <a:latin typeface="+mn-lt"/>
                <a:ea typeface="+mn-ea"/>
                <a:cs typeface="+mn-cs"/>
                <a:sym typeface="Helvetica Neue" panose="02000503000000020004"/>
              </a:defRPr>
            </a:lvl2pPr>
            <a:lvl3pPr marL="0" marR="0" indent="0" algn="ctr" defTabSz="821690" rtl="0" fontAlgn="auto" latinLnBrk="0" hangingPunct="0">
              <a:lnSpc>
                <a:spcPct val="100000"/>
              </a:lnSpc>
              <a:spcBef>
                <a:spcPts val="0"/>
              </a:spcBef>
              <a:spcAft>
                <a:spcPts val="0"/>
              </a:spcAft>
              <a:buClrTx/>
              <a:buSzTx/>
              <a:buFontTx/>
              <a:buNone/>
              <a:defRPr kumimoji="0" sz="3200" b="0" i="0" u="none" strike="noStrike" cap="none" spc="0" normalizeH="0" baseline="0">
                <a:ln>
                  <a:noFill/>
                </a:ln>
                <a:solidFill>
                  <a:srgbClr val="000000"/>
                </a:solidFill>
                <a:effectLst/>
                <a:uFillTx/>
                <a:latin typeface="+mn-lt"/>
                <a:ea typeface="+mn-ea"/>
                <a:cs typeface="+mn-cs"/>
                <a:sym typeface="Helvetica Neue" panose="02000503000000020004"/>
              </a:defRPr>
            </a:lvl3pPr>
            <a:lvl4pPr marL="0" marR="0" indent="0" algn="ctr" defTabSz="821690" rtl="0" fontAlgn="auto" latinLnBrk="0" hangingPunct="0">
              <a:lnSpc>
                <a:spcPct val="100000"/>
              </a:lnSpc>
              <a:spcBef>
                <a:spcPts val="0"/>
              </a:spcBef>
              <a:spcAft>
                <a:spcPts val="0"/>
              </a:spcAft>
              <a:buClrTx/>
              <a:buSzTx/>
              <a:buFontTx/>
              <a:buNone/>
              <a:defRPr kumimoji="0" sz="3200" b="0" i="0" u="none" strike="noStrike" cap="none" spc="0" normalizeH="0" baseline="0">
                <a:ln>
                  <a:noFill/>
                </a:ln>
                <a:solidFill>
                  <a:srgbClr val="000000"/>
                </a:solidFill>
                <a:effectLst/>
                <a:uFillTx/>
                <a:latin typeface="+mn-lt"/>
                <a:ea typeface="+mn-ea"/>
                <a:cs typeface="+mn-cs"/>
                <a:sym typeface="Helvetica Neue" panose="02000503000000020004"/>
              </a:defRPr>
            </a:lvl4pPr>
            <a:lvl5pPr marL="0" marR="0" indent="0" algn="ctr" defTabSz="821690" rtl="0" fontAlgn="auto" latinLnBrk="0" hangingPunct="0">
              <a:lnSpc>
                <a:spcPct val="100000"/>
              </a:lnSpc>
              <a:spcBef>
                <a:spcPts val="0"/>
              </a:spcBef>
              <a:spcAft>
                <a:spcPts val="0"/>
              </a:spcAft>
              <a:buClrTx/>
              <a:buSzTx/>
              <a:buFontTx/>
              <a:buNone/>
              <a:defRPr kumimoji="0" sz="3200" b="0" i="0" u="none" strike="noStrike" cap="none" spc="0" normalizeH="0" baseline="0">
                <a:ln>
                  <a:noFill/>
                </a:ln>
                <a:solidFill>
                  <a:srgbClr val="000000"/>
                </a:solidFill>
                <a:effectLst/>
                <a:uFillTx/>
                <a:latin typeface="+mn-lt"/>
                <a:ea typeface="+mn-ea"/>
                <a:cs typeface="+mn-cs"/>
                <a:sym typeface="Helvetica Neue" panose="02000503000000020004"/>
              </a:defRPr>
            </a:lvl5pPr>
            <a:lvl6pPr marL="0" marR="0" indent="0" algn="ctr" defTabSz="821690" rtl="0" fontAlgn="auto" latinLnBrk="0" hangingPunct="0">
              <a:lnSpc>
                <a:spcPct val="100000"/>
              </a:lnSpc>
              <a:spcBef>
                <a:spcPts val="0"/>
              </a:spcBef>
              <a:spcAft>
                <a:spcPts val="0"/>
              </a:spcAft>
              <a:buClrTx/>
              <a:buSzTx/>
              <a:buFontTx/>
              <a:buNone/>
              <a:defRPr kumimoji="0" sz="3200" b="0" i="0" u="none" strike="noStrike" cap="none" spc="0" normalizeH="0" baseline="0">
                <a:ln>
                  <a:noFill/>
                </a:ln>
                <a:solidFill>
                  <a:srgbClr val="000000"/>
                </a:solidFill>
                <a:effectLst/>
                <a:uFillTx/>
                <a:latin typeface="+mn-lt"/>
                <a:ea typeface="+mn-ea"/>
                <a:cs typeface="+mn-cs"/>
                <a:sym typeface="Helvetica Neue" panose="02000503000000020004"/>
              </a:defRPr>
            </a:lvl6pPr>
            <a:lvl7pPr marL="0" marR="0" indent="0" algn="ctr" defTabSz="821690" rtl="0" fontAlgn="auto" latinLnBrk="0" hangingPunct="0">
              <a:lnSpc>
                <a:spcPct val="100000"/>
              </a:lnSpc>
              <a:spcBef>
                <a:spcPts val="0"/>
              </a:spcBef>
              <a:spcAft>
                <a:spcPts val="0"/>
              </a:spcAft>
              <a:buClrTx/>
              <a:buSzTx/>
              <a:buFontTx/>
              <a:buNone/>
              <a:defRPr kumimoji="0" sz="3200" b="0" i="0" u="none" strike="noStrike" cap="none" spc="0" normalizeH="0" baseline="0">
                <a:ln>
                  <a:noFill/>
                </a:ln>
                <a:solidFill>
                  <a:srgbClr val="000000"/>
                </a:solidFill>
                <a:effectLst/>
                <a:uFillTx/>
                <a:latin typeface="+mn-lt"/>
                <a:ea typeface="+mn-ea"/>
                <a:cs typeface="+mn-cs"/>
                <a:sym typeface="Helvetica Neue" panose="02000503000000020004"/>
              </a:defRPr>
            </a:lvl7pPr>
            <a:lvl8pPr marL="0" marR="0" indent="0" algn="ctr" defTabSz="821690" rtl="0" fontAlgn="auto" latinLnBrk="0" hangingPunct="0">
              <a:lnSpc>
                <a:spcPct val="100000"/>
              </a:lnSpc>
              <a:spcBef>
                <a:spcPts val="0"/>
              </a:spcBef>
              <a:spcAft>
                <a:spcPts val="0"/>
              </a:spcAft>
              <a:buClrTx/>
              <a:buSzTx/>
              <a:buFontTx/>
              <a:buNone/>
              <a:defRPr kumimoji="0" sz="3200" b="0" i="0" u="none" strike="noStrike" cap="none" spc="0" normalizeH="0" baseline="0">
                <a:ln>
                  <a:noFill/>
                </a:ln>
                <a:solidFill>
                  <a:srgbClr val="000000"/>
                </a:solidFill>
                <a:effectLst/>
                <a:uFillTx/>
                <a:latin typeface="+mn-lt"/>
                <a:ea typeface="+mn-ea"/>
                <a:cs typeface="+mn-cs"/>
                <a:sym typeface="Helvetica Neue" panose="02000503000000020004"/>
              </a:defRPr>
            </a:lvl8pPr>
            <a:lvl9pPr marL="0" marR="0" indent="0" algn="ctr" defTabSz="821690" rtl="0" fontAlgn="auto" latinLnBrk="0" hangingPunct="0">
              <a:lnSpc>
                <a:spcPct val="100000"/>
              </a:lnSpc>
              <a:spcBef>
                <a:spcPts val="0"/>
              </a:spcBef>
              <a:spcAft>
                <a:spcPts val="0"/>
              </a:spcAft>
              <a:buClrTx/>
              <a:buSzTx/>
              <a:buFontTx/>
              <a:buNone/>
              <a:defRPr kumimoji="0" sz="3200" b="0" i="0" u="none" strike="noStrike" cap="none" spc="0" normalizeH="0" baseline="0">
                <a:ln>
                  <a:noFill/>
                </a:ln>
                <a:solidFill>
                  <a:srgbClr val="000000"/>
                </a:solidFill>
                <a:effectLst/>
                <a:uFillTx/>
                <a:latin typeface="+mn-lt"/>
                <a:ea typeface="+mn-ea"/>
                <a:cs typeface="+mn-cs"/>
                <a:sym typeface="Helvetica Neue" panose="02000503000000020004"/>
              </a:defRPr>
            </a:lvl9pPr>
          </a:lstStyle>
          <a:p>
            <a:fld id="{86CB4B4D-7CA3-9044-876B-883B54F8677D}" type="slidenum">
              <a:rPr lang="en-US" altLang="zh-CN" smtClean="0"/>
              <a:pPr/>
              <a:t>36</a:t>
            </a:fld>
            <a:endParaRPr lang="zh-CN" altLang="en-US" dirty="0"/>
          </a:p>
        </p:txBody>
      </p:sp>
      <p:sp>
        <p:nvSpPr>
          <p:cNvPr id="82" name="Measurement"/>
          <p:cNvSpPr txBox="1"/>
          <p:nvPr/>
        </p:nvSpPr>
        <p:spPr>
          <a:xfrm>
            <a:off x="7197073" y="9650562"/>
            <a:ext cx="3438664" cy="461665"/>
          </a:xfrm>
          <a:prstGeom prst="rect">
            <a:avLst/>
          </a:prstGeom>
          <a:solidFill>
            <a:srgbClr val="81B2DF"/>
          </a:solid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nchor="ctr">
            <a:spAutoFit/>
          </a:bodyPr>
          <a:lstStyle>
            <a:lvl1pPr>
              <a:defRPr sz="2400" b="1">
                <a:latin typeface="+mn-lt"/>
                <a:ea typeface="+mn-ea"/>
                <a:cs typeface="+mn-cs"/>
                <a:sym typeface="Helvetica Neue"/>
              </a:defRPr>
            </a:lvl1pPr>
          </a:lstStyle>
          <a:p>
            <a:r>
              <a:rPr dirty="0"/>
              <a:t>Measurement</a:t>
            </a:r>
          </a:p>
        </p:txBody>
      </p:sp>
      <p:grpSp>
        <p:nvGrpSpPr>
          <p:cNvPr id="2" name="组合 1"/>
          <p:cNvGrpSpPr/>
          <p:nvPr/>
        </p:nvGrpSpPr>
        <p:grpSpPr>
          <a:xfrm>
            <a:off x="788365" y="9637487"/>
            <a:ext cx="22463522" cy="3316149"/>
            <a:chOff x="788365" y="9898743"/>
            <a:chExt cx="22463522" cy="3316149"/>
          </a:xfrm>
        </p:grpSpPr>
        <p:sp>
          <p:nvSpPr>
            <p:cNvPr id="70" name="OK"/>
            <p:cNvSpPr txBox="1"/>
            <p:nvPr/>
          </p:nvSpPr>
          <p:spPr>
            <a:xfrm>
              <a:off x="21280745" y="10411846"/>
              <a:ext cx="662971" cy="43088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76200" tIns="76200" rIns="76200" bIns="76200" anchor="ctr">
              <a:spAutoFit/>
            </a:bodyPr>
            <a:lstStyle>
              <a:lvl1pPr defTabSz="819150">
                <a:defRPr sz="1800" b="1">
                  <a:solidFill>
                    <a:srgbClr val="00882B"/>
                  </a:solidFill>
                  <a:latin typeface="+mn-lt"/>
                  <a:ea typeface="+mn-ea"/>
                  <a:cs typeface="+mn-cs"/>
                  <a:sym typeface="Helvetica Neue"/>
                </a:defRPr>
              </a:lvl1pPr>
            </a:lstStyle>
            <a:p>
              <a:r>
                <a:rPr dirty="0"/>
                <a:t>OK</a:t>
              </a:r>
            </a:p>
          </p:txBody>
        </p:sp>
        <p:sp>
          <p:nvSpPr>
            <p:cNvPr id="74" name="NG"/>
            <p:cNvSpPr txBox="1"/>
            <p:nvPr/>
          </p:nvSpPr>
          <p:spPr>
            <a:xfrm>
              <a:off x="20866844" y="11603243"/>
              <a:ext cx="485974" cy="43088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76200" tIns="76200" rIns="76200" bIns="76200" anchor="ctr">
              <a:spAutoFit/>
            </a:bodyPr>
            <a:lstStyle>
              <a:lvl1pPr defTabSz="819150">
                <a:defRPr sz="1800" b="1">
                  <a:solidFill>
                    <a:srgbClr val="FF2600"/>
                  </a:solidFill>
                  <a:latin typeface="+mn-lt"/>
                  <a:ea typeface="+mn-ea"/>
                  <a:cs typeface="+mn-cs"/>
                  <a:sym typeface="Helvetica Neue"/>
                </a:defRPr>
              </a:lvl1pPr>
            </a:lstStyle>
            <a:p>
              <a:r>
                <a:rPr dirty="0"/>
                <a:t>NG</a:t>
              </a:r>
            </a:p>
          </p:txBody>
        </p:sp>
        <p:pic>
          <p:nvPicPr>
            <p:cNvPr id="75" name="图像" descr="图像"/>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788365" y="10226051"/>
              <a:ext cx="3234376" cy="2520000"/>
            </a:xfrm>
            <a:prstGeom prst="rect">
              <a:avLst/>
            </a:prstGeom>
            <a:ln w="12700">
              <a:miter lim="400000"/>
            </a:ln>
          </p:spPr>
        </p:pic>
        <p:pic>
          <p:nvPicPr>
            <p:cNvPr id="76" name="图像" descr="图像"/>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10769574" y="10037132"/>
              <a:ext cx="1860284" cy="2520000"/>
            </a:xfrm>
            <a:prstGeom prst="rect">
              <a:avLst/>
            </a:prstGeom>
            <a:ln w="12700">
              <a:miter lim="400000"/>
            </a:ln>
          </p:spPr>
        </p:pic>
        <p:grpSp>
          <p:nvGrpSpPr>
            <p:cNvPr id="77" name="组合 76"/>
            <p:cNvGrpSpPr/>
            <p:nvPr/>
          </p:nvGrpSpPr>
          <p:grpSpPr>
            <a:xfrm>
              <a:off x="19491078" y="11440601"/>
              <a:ext cx="1214692" cy="762606"/>
              <a:chOff x="16169933" y="9144078"/>
              <a:chExt cx="1682243" cy="1056144"/>
            </a:xfrm>
          </p:grpSpPr>
          <p:pic>
            <p:nvPicPr>
              <p:cNvPr id="78" name="图像" descr="图像"/>
              <p:cNvPicPr>
                <a:picLocks noChangeAspect="1"/>
              </p:cNvPicPr>
              <p:nvPr/>
            </p:nvPicPr>
            <p:blipFill>
              <a:blip r:embed="rId5" cstate="email">
                <a:extLst>
                  <a:ext uri="{28A0092B-C50C-407E-A947-70E740481C1C}">
                    <a14:useLocalDpi xmlns:a14="http://schemas.microsoft.com/office/drawing/2010/main"/>
                  </a:ext>
                </a:extLst>
              </a:blip>
              <a:srcRect/>
              <a:stretch>
                <a:fillRect/>
              </a:stretch>
            </p:blipFill>
            <p:spPr>
              <a:xfrm>
                <a:off x="16169933" y="9144078"/>
                <a:ext cx="1682243" cy="1056144"/>
              </a:xfrm>
              <a:prstGeom prst="rect">
                <a:avLst/>
              </a:prstGeom>
              <a:ln w="12700">
                <a:miter lim="400000"/>
              </a:ln>
            </p:spPr>
          </p:pic>
          <p:sp>
            <p:nvSpPr>
              <p:cNvPr id="79" name="椭圆形"/>
              <p:cNvSpPr/>
              <p:nvPr/>
            </p:nvSpPr>
            <p:spPr>
              <a:xfrm>
                <a:off x="16393007" y="9243960"/>
                <a:ext cx="1236205" cy="723901"/>
              </a:xfrm>
              <a:prstGeom prst="ellipse">
                <a:avLst/>
              </a:prstGeom>
              <a:ln w="50800">
                <a:solidFill>
                  <a:srgbClr val="FF2600"/>
                </a:solidFill>
                <a:miter lim="400000"/>
              </a:ln>
            </p:spPr>
            <p:txBody>
              <a:bodyPr lIns="50800" tIns="50800" rIns="50800" bIns="50800" anchor="ctr"/>
              <a:lstStyle/>
              <a:p>
                <a:pPr algn="ctr">
                  <a:defRPr sz="3600"/>
                </a:pPr>
                <a:endParaRPr/>
              </a:p>
            </p:txBody>
          </p:sp>
        </p:grpSp>
        <p:sp>
          <p:nvSpPr>
            <p:cNvPr id="81" name="圆角矩形"/>
            <p:cNvSpPr/>
            <p:nvPr/>
          </p:nvSpPr>
          <p:spPr>
            <a:xfrm>
              <a:off x="805081" y="9898743"/>
              <a:ext cx="22446806" cy="3316149"/>
            </a:xfrm>
            <a:prstGeom prst="roundRect">
              <a:avLst>
                <a:gd name="adj" fmla="val 8560"/>
              </a:avLst>
            </a:prstGeom>
            <a:ln w="25400">
              <a:solidFill>
                <a:srgbClr val="A6AAA9"/>
              </a:solidFill>
              <a:miter lim="400000"/>
            </a:ln>
          </p:spPr>
          <p:txBody>
            <a:bodyPr lIns="50800" tIns="50800" rIns="50800" bIns="50800" anchor="ctr"/>
            <a:lstStyle/>
            <a:p>
              <a:pPr algn="ctr">
                <a:defRPr sz="3600"/>
              </a:pPr>
              <a:endParaRPr/>
            </a:p>
          </p:txBody>
        </p:sp>
        <p:sp>
          <p:nvSpPr>
            <p:cNvPr id="84" name="PIC2  Put Magnet to Oven"/>
            <p:cNvSpPr txBox="1"/>
            <p:nvPr/>
          </p:nvSpPr>
          <p:spPr>
            <a:xfrm>
              <a:off x="6668815" y="12554237"/>
              <a:ext cx="2901120" cy="318036"/>
            </a:xfrm>
            <a:prstGeom prst="rect">
              <a:avLst/>
            </a:prstGeom>
            <a:solidFill>
              <a:srgbClr val="FFFFFF"/>
            </a:solid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anchor="ctr">
              <a:spAutoFit/>
            </a:bodyPr>
            <a:lstStyle>
              <a:lvl1pPr>
                <a:defRPr sz="2200"/>
              </a:lvl1pPr>
            </a:lstStyle>
            <a:p>
              <a:r>
                <a:rPr sz="1400" dirty="0">
                  <a:latin typeface="Arial" panose="020B0604020202020204" pitchFamily="34" charset="0"/>
                  <a:cs typeface="Arial" panose="020B0604020202020204" pitchFamily="34" charset="0"/>
                </a:rPr>
                <a:t>PIC2  Put Magnet to Oven</a:t>
              </a:r>
            </a:p>
          </p:txBody>
        </p:sp>
        <p:sp>
          <p:nvSpPr>
            <p:cNvPr id="85" name="PIC 3  After 1 hour…"/>
            <p:cNvSpPr txBox="1"/>
            <p:nvPr/>
          </p:nvSpPr>
          <p:spPr>
            <a:xfrm>
              <a:off x="9632433" y="12555432"/>
              <a:ext cx="3171378" cy="533479"/>
            </a:xfrm>
            <a:prstGeom prst="rect">
              <a:avLst/>
            </a:prstGeom>
            <a:no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anchor="ctr">
              <a:spAutoFit/>
            </a:bodyPr>
            <a:lstStyle/>
            <a:p>
              <a:pPr algn="ctr">
                <a:defRPr sz="2000"/>
              </a:pPr>
              <a:r>
                <a:rPr sz="1400" dirty="0">
                  <a:latin typeface="Arial" panose="020B0604020202020204" pitchFamily="34" charset="0"/>
                  <a:cs typeface="Arial" panose="020B0604020202020204" pitchFamily="34" charset="0"/>
                </a:rPr>
                <a:t>PIC 3  After 1 </a:t>
              </a:r>
              <a:r>
                <a:rPr sz="1400" dirty="0" err="1">
                  <a:latin typeface="Arial" panose="020B0604020202020204" pitchFamily="34" charset="0"/>
                  <a:cs typeface="Arial" panose="020B0604020202020204" pitchFamily="34" charset="0"/>
                </a:rPr>
                <a:t>hour</a:t>
              </a:r>
              <a:r>
                <a:rPr lang="en-US" sz="1400" dirty="0" err="1">
                  <a:latin typeface="Arial" panose="020B0604020202020204" pitchFamily="34" charset="0"/>
                  <a:cs typeface="Arial" panose="020B0604020202020204" pitchFamily="34" charset="0"/>
                </a:rPr>
                <a:t>,Place</a:t>
              </a:r>
              <a:r>
                <a:rPr lang="en-US" sz="1400" dirty="0">
                  <a:latin typeface="Arial" panose="020B0604020202020204" pitchFamily="34" charset="0"/>
                  <a:cs typeface="Arial" panose="020B0604020202020204" pitchFamily="34" charset="0"/>
                </a:rPr>
                <a:t> the magnet    </a:t>
              </a:r>
            </a:p>
            <a:p>
              <a:pPr algn="ctr">
                <a:defRPr sz="2000"/>
              </a:pPr>
              <a:r>
                <a:rPr lang="en-US" sz="1400" dirty="0">
                  <a:latin typeface="Arial" panose="020B0604020202020204" pitchFamily="34" charset="0"/>
                  <a:cs typeface="Arial" panose="020B0604020202020204" pitchFamily="34" charset="0"/>
                </a:rPr>
                <a:t>          in ice water mixture at +/-2 ° C</a:t>
              </a:r>
              <a:endParaRPr sz="1400" dirty="0">
                <a:latin typeface="Arial" panose="020B0604020202020204" pitchFamily="34" charset="0"/>
                <a:cs typeface="Arial" panose="020B0604020202020204" pitchFamily="34" charset="0"/>
              </a:endParaRPr>
            </a:p>
          </p:txBody>
        </p:sp>
        <p:sp>
          <p:nvSpPr>
            <p:cNvPr id="86" name="PIC 4  Check and Judgement"/>
            <p:cNvSpPr txBox="1"/>
            <p:nvPr/>
          </p:nvSpPr>
          <p:spPr>
            <a:xfrm>
              <a:off x="18305542" y="12523059"/>
              <a:ext cx="2618158" cy="318036"/>
            </a:xfrm>
            <a:prstGeom prst="rect">
              <a:avLst/>
            </a:prstGeom>
            <a:solidFill>
              <a:srgbClr val="FFFFFF"/>
            </a:solid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anchor="ctr">
              <a:spAutoFit/>
            </a:bodyPr>
            <a:lstStyle>
              <a:lvl1pPr>
                <a:defRPr sz="2000"/>
              </a:lvl1pPr>
            </a:lstStyle>
            <a:p>
              <a:r>
                <a:rPr sz="1400" dirty="0">
                  <a:latin typeface="Arial" panose="020B0604020202020204" pitchFamily="34" charset="0"/>
                  <a:cs typeface="Arial" panose="020B0604020202020204" pitchFamily="34" charset="0"/>
                </a:rPr>
                <a:t>PIC </a:t>
              </a:r>
              <a:r>
                <a:rPr lang="en-US" sz="1400" dirty="0">
                  <a:latin typeface="Arial" panose="020B0604020202020204" pitchFamily="34" charset="0"/>
                  <a:cs typeface="Arial" panose="020B0604020202020204" pitchFamily="34" charset="0"/>
                </a:rPr>
                <a:t>5</a:t>
              </a:r>
              <a:r>
                <a:rPr sz="1400" dirty="0">
                  <a:latin typeface="Arial" panose="020B0604020202020204" pitchFamily="34" charset="0"/>
                  <a:cs typeface="Arial" panose="020B0604020202020204" pitchFamily="34" charset="0"/>
                </a:rPr>
                <a:t>  Check and </a:t>
              </a:r>
              <a:r>
                <a:rPr sz="1400" dirty="0" err="1">
                  <a:latin typeface="Arial" panose="020B0604020202020204" pitchFamily="34" charset="0"/>
                  <a:cs typeface="Arial" panose="020B0604020202020204" pitchFamily="34" charset="0"/>
                </a:rPr>
                <a:t>Judgement</a:t>
              </a:r>
              <a:endParaRPr sz="1400" dirty="0">
                <a:latin typeface="Arial" panose="020B0604020202020204" pitchFamily="34" charset="0"/>
                <a:cs typeface="Arial" panose="020B0604020202020204" pitchFamily="34" charset="0"/>
              </a:endParaRPr>
            </a:p>
          </p:txBody>
        </p:sp>
        <p:sp>
          <p:nvSpPr>
            <p:cNvPr id="87" name="PIC1 Oven-Set 250 ℃"/>
            <p:cNvSpPr txBox="1"/>
            <p:nvPr/>
          </p:nvSpPr>
          <p:spPr>
            <a:xfrm>
              <a:off x="856743" y="12574355"/>
              <a:ext cx="3451992" cy="533479"/>
            </a:xfrm>
            <a:prstGeom prst="rect">
              <a:avLst/>
            </a:prstGeom>
            <a:solidFill>
              <a:srgbClr val="FFFFFF"/>
            </a:solid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anchor="ctr">
              <a:spAutoFit/>
            </a:bodyPr>
            <a:lstStyle>
              <a:lvl1pPr>
                <a:defRPr sz="2000"/>
              </a:lvl1pPr>
            </a:lstStyle>
            <a:p>
              <a:r>
                <a:rPr sz="1400" dirty="0">
                  <a:latin typeface="Arial" panose="020B0604020202020204" pitchFamily="34" charset="0"/>
                  <a:cs typeface="Arial" panose="020B0604020202020204" pitchFamily="34" charset="0"/>
                </a:rPr>
                <a:t>PIC1 </a:t>
              </a:r>
              <a:r>
                <a:rPr lang="en-US" sz="1400" dirty="0">
                  <a:latin typeface="Arial" panose="020B0604020202020204" pitchFamily="34" charset="0"/>
                  <a:cs typeface="Arial" panose="020B0604020202020204" pitchFamily="34" charset="0"/>
                </a:rPr>
                <a:t>Plating NICUNI </a:t>
              </a:r>
              <a:r>
                <a:rPr sz="1400" dirty="0">
                  <a:latin typeface="Arial" panose="020B0604020202020204" pitchFamily="34" charset="0"/>
                  <a:cs typeface="Arial" panose="020B0604020202020204" pitchFamily="34" charset="0"/>
                </a:rPr>
                <a:t>Oven-Set 250 ℃</a:t>
              </a:r>
              <a:endParaRPr lang="en-US" sz="1400" dirty="0">
                <a:latin typeface="Arial" panose="020B0604020202020204" pitchFamily="34" charset="0"/>
                <a:cs typeface="Arial" panose="020B0604020202020204" pitchFamily="34" charset="0"/>
              </a:endParaRPr>
            </a:p>
            <a:p>
              <a:r>
                <a:rPr lang="en-US" sz="1400" dirty="0">
                  <a:latin typeface="Arial" panose="020B0604020202020204" pitchFamily="34" charset="0"/>
                  <a:cs typeface="Arial" panose="020B0604020202020204" pitchFamily="34" charset="0"/>
                </a:rPr>
                <a:t>         </a:t>
              </a:r>
              <a:r>
                <a:rPr lang="en-US" altLang="zh-CN" sz="1400" dirty="0">
                  <a:latin typeface="Arial" panose="020B0604020202020204" pitchFamily="34" charset="0"/>
                  <a:cs typeface="Arial" panose="020B0604020202020204" pitchFamily="34" charset="0"/>
                </a:rPr>
                <a:t>Plating ZN Oven-Set 150 ℃</a:t>
              </a:r>
            </a:p>
          </p:txBody>
        </p:sp>
        <p:pic>
          <p:nvPicPr>
            <p:cNvPr id="88" name="图像" descr="图像"/>
            <p:cNvPicPr>
              <a:picLocks noChangeAspect="1"/>
            </p:cNvPicPr>
            <p:nvPr/>
          </p:nvPicPr>
          <p:blipFill>
            <a:blip r:embed="rId6" cstate="email">
              <a:extLst>
                <a:ext uri="{28A0092B-C50C-407E-A947-70E740481C1C}">
                  <a14:useLocalDpi xmlns:a14="http://schemas.microsoft.com/office/drawing/2010/main"/>
                </a:ext>
              </a:extLst>
            </a:blip>
            <a:stretch>
              <a:fillRect/>
            </a:stretch>
          </p:blipFill>
          <p:spPr>
            <a:xfrm>
              <a:off x="7021198" y="10434918"/>
              <a:ext cx="2716528" cy="1975273"/>
            </a:xfrm>
            <a:prstGeom prst="rect">
              <a:avLst/>
            </a:prstGeom>
            <a:ln w="12700">
              <a:miter lim="400000"/>
            </a:ln>
          </p:spPr>
        </p:pic>
        <p:sp>
          <p:nvSpPr>
            <p:cNvPr id="90" name="线条"/>
            <p:cNvSpPr/>
            <p:nvPr/>
          </p:nvSpPr>
          <p:spPr>
            <a:xfrm>
              <a:off x="4045003" y="11421221"/>
              <a:ext cx="386914" cy="2"/>
            </a:xfrm>
            <a:prstGeom prst="line">
              <a:avLst/>
            </a:prstGeom>
            <a:ln w="57150">
              <a:solidFill>
                <a:srgbClr val="0365C0"/>
              </a:solidFill>
              <a:miter lim="400000"/>
              <a:tailEnd type="triangle"/>
            </a:ln>
          </p:spPr>
          <p:txBody>
            <a:bodyPr lIns="0" tIns="0" rIns="0" bIns="0"/>
            <a:lstStyle/>
            <a:p>
              <a:pPr defTabSz="457200">
                <a:defRPr sz="1200">
                  <a:latin typeface="Helvetica"/>
                  <a:ea typeface="Helvetica"/>
                  <a:cs typeface="Helvetica"/>
                  <a:sym typeface="Helvetica"/>
                </a:defRPr>
              </a:pPr>
              <a:endParaRPr/>
            </a:p>
          </p:txBody>
        </p:sp>
        <p:grpSp>
          <p:nvGrpSpPr>
            <p:cNvPr id="92" name="组合 91"/>
            <p:cNvGrpSpPr/>
            <p:nvPr/>
          </p:nvGrpSpPr>
          <p:grpSpPr>
            <a:xfrm>
              <a:off x="13496028" y="10048680"/>
              <a:ext cx="3494366" cy="2523358"/>
              <a:chOff x="14988400" y="6877620"/>
              <a:chExt cx="4839394" cy="3494634"/>
            </a:xfrm>
          </p:grpSpPr>
          <p:pic>
            <p:nvPicPr>
              <p:cNvPr id="93" name="图片 92"/>
              <p:cNvPicPr>
                <a:picLocks noChangeAspect="1"/>
              </p:cNvPicPr>
              <p:nvPr/>
            </p:nvPicPr>
            <p:blipFill rotWithShape="1">
              <a:blip r:embed="rId7" cstate="email">
                <a:extLst>
                  <a:ext uri="{28A0092B-C50C-407E-A947-70E740481C1C}">
                    <a14:useLocalDpi xmlns:a14="http://schemas.microsoft.com/office/drawing/2010/main"/>
                  </a:ext>
                </a:extLst>
              </a:blip>
              <a:srcRect/>
              <a:stretch/>
            </p:blipFill>
            <p:spPr>
              <a:xfrm>
                <a:off x="17304547" y="6882272"/>
                <a:ext cx="2523247" cy="3489982"/>
              </a:xfrm>
              <a:prstGeom prst="rect">
                <a:avLst/>
              </a:prstGeom>
            </p:spPr>
          </p:pic>
          <p:pic>
            <p:nvPicPr>
              <p:cNvPr id="94" name="图片 93"/>
              <p:cNvPicPr>
                <a:picLocks noChangeAspect="1"/>
              </p:cNvPicPr>
              <p:nvPr/>
            </p:nvPicPr>
            <p:blipFill rotWithShape="1">
              <a:blip r:embed="rId8" cstate="email">
                <a:extLst>
                  <a:ext uri="{28A0092B-C50C-407E-A947-70E740481C1C}">
                    <a14:useLocalDpi xmlns:a14="http://schemas.microsoft.com/office/drawing/2010/main"/>
                  </a:ext>
                </a:extLst>
              </a:blip>
              <a:srcRect/>
              <a:stretch/>
            </p:blipFill>
            <p:spPr>
              <a:xfrm>
                <a:off x="14988400" y="6877620"/>
                <a:ext cx="2641606" cy="3489983"/>
              </a:xfrm>
              <a:prstGeom prst="rect">
                <a:avLst/>
              </a:prstGeom>
            </p:spPr>
          </p:pic>
        </p:grpSp>
        <p:sp>
          <p:nvSpPr>
            <p:cNvPr id="95" name="左大括号 94"/>
            <p:cNvSpPr/>
            <p:nvPr/>
          </p:nvSpPr>
          <p:spPr>
            <a:xfrm>
              <a:off x="17697545" y="10521832"/>
              <a:ext cx="463286" cy="1533090"/>
            </a:xfrm>
            <a:prstGeom prst="leftBrace">
              <a:avLst>
                <a:gd name="adj1" fmla="val 8333"/>
                <a:gd name="adj2" fmla="val 40633"/>
              </a:avLst>
            </a:prstGeom>
            <a:noFill/>
            <a:ln w="38100" cap="flat">
              <a:solidFill>
                <a:schemeClr val="accent1"/>
              </a:solidFill>
              <a:prstDash val="solid"/>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39" tIns="45719" rIns="91439" bIns="45719" numCol="1" spcCol="38100" rtlCol="0" anchor="t">
              <a:noAutofit/>
            </a:bodyPr>
            <a:lstStyle/>
            <a:p>
              <a:pPr marL="0" marR="0" indent="0" algn="l" defTabSz="914400" rtl="0" fontAlgn="auto" latinLnBrk="1" hangingPunct="0">
                <a:lnSpc>
                  <a:spcPct val="100000"/>
                </a:lnSpc>
                <a:spcBef>
                  <a:spcPts val="0"/>
                </a:spcBef>
                <a:spcAft>
                  <a:spcPts val="0"/>
                </a:spcAft>
                <a:buClrTx/>
                <a:buSzTx/>
                <a:buFontTx/>
                <a:buNone/>
                <a:tabLst/>
              </a:pPr>
              <a:endParaRPr kumimoji="0" lang="zh-CN" altLang="en-US" sz="1800" b="0" i="0" u="none" strike="noStrike" cap="none" spc="0" normalizeH="0" baseline="0">
                <a:ln>
                  <a:noFill/>
                </a:ln>
                <a:solidFill>
                  <a:srgbClr val="000000"/>
                </a:solidFill>
                <a:effectLst/>
                <a:uFillTx/>
              </a:endParaRPr>
            </a:p>
          </p:txBody>
        </p:sp>
        <p:sp>
          <p:nvSpPr>
            <p:cNvPr id="96" name="PIC 4  Check and Judgement"/>
            <p:cNvSpPr txBox="1"/>
            <p:nvPr/>
          </p:nvSpPr>
          <p:spPr>
            <a:xfrm>
              <a:off x="13660774" y="12554237"/>
              <a:ext cx="3281824" cy="533479"/>
            </a:xfrm>
            <a:prstGeom prst="rect">
              <a:avLst/>
            </a:prstGeom>
            <a:no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anchor="ctr">
              <a:spAutoFit/>
            </a:bodyPr>
            <a:lstStyle>
              <a:lvl1pPr>
                <a:defRPr sz="2000"/>
              </a:lvl1pPr>
            </a:lstStyle>
            <a:p>
              <a:r>
                <a:rPr sz="1400" dirty="0">
                  <a:latin typeface="Arial" panose="020B0604020202020204" pitchFamily="34" charset="0"/>
                  <a:cs typeface="Arial" panose="020B0604020202020204" pitchFamily="34" charset="0"/>
                </a:rPr>
                <a:t>PIC </a:t>
              </a:r>
              <a:r>
                <a:rPr lang="en-US" sz="1400" dirty="0">
                  <a:latin typeface="Arial" panose="020B0604020202020204" pitchFamily="34" charset="0"/>
                  <a:cs typeface="Arial" panose="020B0604020202020204" pitchFamily="34" charset="0"/>
                </a:rPr>
                <a:t>4</a:t>
              </a:r>
              <a:r>
                <a:rPr sz="1400" dirty="0">
                  <a:latin typeface="Arial" panose="020B0604020202020204" pitchFamily="34" charset="0"/>
                  <a:cs typeface="Arial" panose="020B0604020202020204" pitchFamily="34" charset="0"/>
                </a:rPr>
                <a:t>  </a:t>
              </a:r>
              <a:r>
                <a:rPr lang="en-US" sz="1400" dirty="0">
                  <a:latin typeface="Arial" panose="020B0604020202020204" pitchFamily="34" charset="0"/>
                  <a:cs typeface="Arial" panose="020B0604020202020204" pitchFamily="34" charset="0"/>
                </a:rPr>
                <a:t>Pick out with tweezers and wipe   </a:t>
              </a:r>
            </a:p>
            <a:p>
              <a:r>
                <a:rPr lang="en-US" sz="1400" dirty="0">
                  <a:latin typeface="Arial" panose="020B0604020202020204" pitchFamily="34" charset="0"/>
                  <a:cs typeface="Arial" panose="020B0604020202020204" pitchFamily="34" charset="0"/>
                </a:rPr>
                <a:t>           clean with a dust-free cloth</a:t>
              </a:r>
              <a:endParaRPr sz="1400" dirty="0">
                <a:latin typeface="Arial" panose="020B0604020202020204" pitchFamily="34" charset="0"/>
                <a:cs typeface="Arial" panose="020B0604020202020204" pitchFamily="34" charset="0"/>
              </a:endParaRPr>
            </a:p>
          </p:txBody>
        </p:sp>
        <p:sp>
          <p:nvSpPr>
            <p:cNvPr id="97" name="线条"/>
            <p:cNvSpPr/>
            <p:nvPr/>
          </p:nvSpPr>
          <p:spPr>
            <a:xfrm>
              <a:off x="6527061" y="11434213"/>
              <a:ext cx="386914" cy="2"/>
            </a:xfrm>
            <a:prstGeom prst="line">
              <a:avLst/>
            </a:prstGeom>
            <a:ln w="57150">
              <a:solidFill>
                <a:srgbClr val="0365C0"/>
              </a:solidFill>
              <a:miter lim="400000"/>
              <a:tailEnd type="triangle"/>
            </a:ln>
          </p:spPr>
          <p:txBody>
            <a:bodyPr lIns="0" tIns="0" rIns="0" bIns="0"/>
            <a:lstStyle/>
            <a:p>
              <a:pPr defTabSz="457200">
                <a:defRPr sz="1200">
                  <a:latin typeface="Helvetica"/>
                  <a:ea typeface="Helvetica"/>
                  <a:cs typeface="Helvetica"/>
                  <a:sym typeface="Helvetica"/>
                </a:defRPr>
              </a:pPr>
              <a:endParaRPr/>
            </a:p>
          </p:txBody>
        </p:sp>
        <p:sp>
          <p:nvSpPr>
            <p:cNvPr id="98" name="线条"/>
            <p:cNvSpPr/>
            <p:nvPr/>
          </p:nvSpPr>
          <p:spPr>
            <a:xfrm>
              <a:off x="9914912" y="11479683"/>
              <a:ext cx="386914" cy="2"/>
            </a:xfrm>
            <a:prstGeom prst="line">
              <a:avLst/>
            </a:prstGeom>
            <a:ln w="57150">
              <a:solidFill>
                <a:srgbClr val="0365C0"/>
              </a:solidFill>
              <a:miter lim="400000"/>
              <a:tailEnd type="triangle"/>
            </a:ln>
          </p:spPr>
          <p:txBody>
            <a:bodyPr lIns="0" tIns="0" rIns="0" bIns="0"/>
            <a:lstStyle/>
            <a:p>
              <a:pPr defTabSz="457200">
                <a:defRPr sz="1200">
                  <a:latin typeface="Helvetica"/>
                  <a:ea typeface="Helvetica"/>
                  <a:cs typeface="Helvetica"/>
                  <a:sym typeface="Helvetica"/>
                </a:defRPr>
              </a:pPr>
              <a:endParaRPr/>
            </a:p>
          </p:txBody>
        </p:sp>
        <p:sp>
          <p:nvSpPr>
            <p:cNvPr id="99" name="线条"/>
            <p:cNvSpPr/>
            <p:nvPr/>
          </p:nvSpPr>
          <p:spPr>
            <a:xfrm>
              <a:off x="13018154" y="11592071"/>
              <a:ext cx="386914" cy="2"/>
            </a:xfrm>
            <a:prstGeom prst="line">
              <a:avLst/>
            </a:prstGeom>
            <a:ln w="57150">
              <a:solidFill>
                <a:srgbClr val="0365C0"/>
              </a:solidFill>
              <a:miter lim="400000"/>
              <a:tailEnd type="triangle"/>
            </a:ln>
          </p:spPr>
          <p:txBody>
            <a:bodyPr lIns="0" tIns="0" rIns="0" bIns="0"/>
            <a:lstStyle/>
            <a:p>
              <a:pPr defTabSz="457200">
                <a:defRPr sz="1200">
                  <a:latin typeface="Helvetica"/>
                  <a:ea typeface="Helvetica"/>
                  <a:cs typeface="Helvetica"/>
                  <a:sym typeface="Helvetica"/>
                </a:defRPr>
              </a:pPr>
              <a:endParaRPr/>
            </a:p>
          </p:txBody>
        </p:sp>
        <p:sp>
          <p:nvSpPr>
            <p:cNvPr id="100" name="线条"/>
            <p:cNvSpPr/>
            <p:nvPr/>
          </p:nvSpPr>
          <p:spPr>
            <a:xfrm>
              <a:off x="17122690" y="11550023"/>
              <a:ext cx="386914" cy="2"/>
            </a:xfrm>
            <a:prstGeom prst="line">
              <a:avLst/>
            </a:prstGeom>
            <a:ln w="57150">
              <a:solidFill>
                <a:srgbClr val="0365C0"/>
              </a:solidFill>
              <a:miter lim="400000"/>
              <a:tailEnd type="triangle"/>
            </a:ln>
          </p:spPr>
          <p:txBody>
            <a:bodyPr lIns="0" tIns="0" rIns="0" bIns="0"/>
            <a:lstStyle/>
            <a:p>
              <a:pPr defTabSz="457200">
                <a:defRPr sz="1200">
                  <a:latin typeface="Helvetica"/>
                  <a:ea typeface="Helvetica"/>
                  <a:cs typeface="Helvetica"/>
                  <a:sym typeface="Helvetica"/>
                </a:defRPr>
              </a:pPr>
              <a:endParaRPr/>
            </a:p>
          </p:txBody>
        </p:sp>
      </p:grpSp>
      <p:grpSp>
        <p:nvGrpSpPr>
          <p:cNvPr id="4" name="组合 3"/>
          <p:cNvGrpSpPr/>
          <p:nvPr/>
        </p:nvGrpSpPr>
        <p:grpSpPr>
          <a:xfrm>
            <a:off x="18860175" y="10090675"/>
            <a:ext cx="2224798" cy="697608"/>
            <a:chOff x="18860175" y="10090675"/>
            <a:chExt cx="2224798" cy="697608"/>
          </a:xfrm>
        </p:grpSpPr>
        <p:pic>
          <p:nvPicPr>
            <p:cNvPr id="3" name="图片 2"/>
            <p:cNvPicPr>
              <a:picLocks noChangeAspect="1"/>
            </p:cNvPicPr>
            <p:nvPr/>
          </p:nvPicPr>
          <p:blipFill>
            <a:blip r:embed="rId9" cstate="email">
              <a:extLst>
                <a:ext uri="{28A0092B-C50C-407E-A947-70E740481C1C}">
                  <a14:useLocalDpi xmlns:a14="http://schemas.microsoft.com/office/drawing/2010/main"/>
                </a:ext>
              </a:extLst>
            </a:blip>
            <a:stretch>
              <a:fillRect/>
            </a:stretch>
          </p:blipFill>
          <p:spPr>
            <a:xfrm>
              <a:off x="18860175" y="10090675"/>
              <a:ext cx="2224798" cy="697608"/>
            </a:xfrm>
            <a:prstGeom prst="rect">
              <a:avLst/>
            </a:prstGeom>
          </p:spPr>
        </p:pic>
        <p:pic>
          <p:nvPicPr>
            <p:cNvPr id="215" name="图片 214"/>
            <p:cNvPicPr>
              <a:picLocks noChangeAspect="1"/>
            </p:cNvPicPr>
            <p:nvPr/>
          </p:nvPicPr>
          <p:blipFill>
            <a:blip r:embed="rId10" cstate="email">
              <a:clrChange>
                <a:clrFrom>
                  <a:srgbClr val="FFFFFF"/>
                </a:clrFrom>
                <a:clrTo>
                  <a:srgbClr val="FFFFFF">
                    <a:alpha val="0"/>
                  </a:srgbClr>
                </a:clrTo>
              </a:clrChange>
              <a:extLst>
                <a:ext uri="{28A0092B-C50C-407E-A947-70E740481C1C}">
                  <a14:useLocalDpi xmlns:a14="http://schemas.microsoft.com/office/drawing/2010/main"/>
                </a:ext>
              </a:extLst>
            </a:blip>
            <a:stretch>
              <a:fillRect/>
            </a:stretch>
          </p:blipFill>
          <p:spPr>
            <a:xfrm>
              <a:off x="18963235" y="10133492"/>
              <a:ext cx="270942" cy="650098"/>
            </a:xfrm>
            <a:prstGeom prst="rect">
              <a:avLst/>
            </a:prstGeom>
          </p:spPr>
        </p:pic>
        <p:pic>
          <p:nvPicPr>
            <p:cNvPr id="216" name="图片 215"/>
            <p:cNvPicPr>
              <a:picLocks noChangeAspect="1"/>
            </p:cNvPicPr>
            <p:nvPr/>
          </p:nvPicPr>
          <p:blipFill>
            <a:blip r:embed="rId10" cstate="email">
              <a:clrChange>
                <a:clrFrom>
                  <a:srgbClr val="FFFFFF"/>
                </a:clrFrom>
                <a:clrTo>
                  <a:srgbClr val="FFFFFF">
                    <a:alpha val="0"/>
                  </a:srgbClr>
                </a:clrTo>
              </a:clrChange>
              <a:extLst>
                <a:ext uri="{28A0092B-C50C-407E-A947-70E740481C1C}">
                  <a14:useLocalDpi xmlns:a14="http://schemas.microsoft.com/office/drawing/2010/main"/>
                </a:ext>
              </a:extLst>
            </a:blip>
            <a:stretch>
              <a:fillRect/>
            </a:stretch>
          </p:blipFill>
          <p:spPr>
            <a:xfrm>
              <a:off x="19418709" y="10116393"/>
              <a:ext cx="270942" cy="650098"/>
            </a:xfrm>
            <a:prstGeom prst="rect">
              <a:avLst/>
            </a:prstGeom>
          </p:spPr>
        </p:pic>
        <p:pic>
          <p:nvPicPr>
            <p:cNvPr id="217" name="图片 216"/>
            <p:cNvPicPr>
              <a:picLocks noChangeAspect="1"/>
            </p:cNvPicPr>
            <p:nvPr/>
          </p:nvPicPr>
          <p:blipFill>
            <a:blip r:embed="rId10" cstate="email">
              <a:clrChange>
                <a:clrFrom>
                  <a:srgbClr val="FFFFFF"/>
                </a:clrFrom>
                <a:clrTo>
                  <a:srgbClr val="FFFFFF">
                    <a:alpha val="0"/>
                  </a:srgbClr>
                </a:clrTo>
              </a:clrChange>
              <a:extLst>
                <a:ext uri="{28A0092B-C50C-407E-A947-70E740481C1C}">
                  <a14:useLocalDpi xmlns:a14="http://schemas.microsoft.com/office/drawing/2010/main"/>
                </a:ext>
              </a:extLst>
            </a:blip>
            <a:stretch>
              <a:fillRect/>
            </a:stretch>
          </p:blipFill>
          <p:spPr>
            <a:xfrm>
              <a:off x="19801987" y="10116393"/>
              <a:ext cx="270942" cy="650098"/>
            </a:xfrm>
            <a:prstGeom prst="rect">
              <a:avLst/>
            </a:prstGeom>
          </p:spPr>
        </p:pic>
        <p:pic>
          <p:nvPicPr>
            <p:cNvPr id="218" name="图片 217"/>
            <p:cNvPicPr>
              <a:picLocks noChangeAspect="1"/>
            </p:cNvPicPr>
            <p:nvPr/>
          </p:nvPicPr>
          <p:blipFill>
            <a:blip r:embed="rId10" cstate="email">
              <a:clrChange>
                <a:clrFrom>
                  <a:srgbClr val="FFFFFF"/>
                </a:clrFrom>
                <a:clrTo>
                  <a:srgbClr val="FFFFFF">
                    <a:alpha val="0"/>
                  </a:srgbClr>
                </a:clrTo>
              </a:clrChange>
              <a:extLst>
                <a:ext uri="{28A0092B-C50C-407E-A947-70E740481C1C}">
                  <a14:useLocalDpi xmlns:a14="http://schemas.microsoft.com/office/drawing/2010/main"/>
                </a:ext>
              </a:extLst>
            </a:blip>
            <a:stretch>
              <a:fillRect/>
            </a:stretch>
          </p:blipFill>
          <p:spPr>
            <a:xfrm>
              <a:off x="20242284" y="10116393"/>
              <a:ext cx="270942" cy="650098"/>
            </a:xfrm>
            <a:prstGeom prst="rect">
              <a:avLst/>
            </a:prstGeom>
          </p:spPr>
        </p:pic>
      </p:grpSp>
      <p:pic>
        <p:nvPicPr>
          <p:cNvPr id="219" name="图片 218"/>
          <p:cNvPicPr>
            <a:picLocks noChangeAspect="1"/>
          </p:cNvPicPr>
          <p:nvPr/>
        </p:nvPicPr>
        <p:blipFill>
          <a:blip r:embed="rId10" cstate="email">
            <a:clrChange>
              <a:clrFrom>
                <a:srgbClr val="FFFFFF"/>
              </a:clrFrom>
              <a:clrTo>
                <a:srgbClr val="FFFFFF">
                  <a:alpha val="0"/>
                </a:srgbClr>
              </a:clrTo>
            </a:clrChange>
            <a:extLst>
              <a:ext uri="{28A0092B-C50C-407E-A947-70E740481C1C}">
                <a14:useLocalDpi xmlns:a14="http://schemas.microsoft.com/office/drawing/2010/main"/>
              </a:ext>
            </a:extLst>
          </a:blip>
          <a:stretch>
            <a:fillRect/>
          </a:stretch>
        </p:blipFill>
        <p:spPr>
          <a:xfrm>
            <a:off x="20682553" y="10116393"/>
            <a:ext cx="270942" cy="650098"/>
          </a:xfrm>
          <a:prstGeom prst="rect">
            <a:avLst/>
          </a:prstGeom>
        </p:spPr>
      </p:pic>
      <p:sp>
        <p:nvSpPr>
          <p:cNvPr id="80" name="MTD | X1335 Metrology Details-Magnet 160-02017-05 (Series)">
            <a:extLst>
              <a:ext uri="{FF2B5EF4-FFF2-40B4-BE49-F238E27FC236}">
                <a16:creationId xmlns:a16="http://schemas.microsoft.com/office/drawing/2014/main" id="{97E9F8AC-CB39-1B4D-BC63-0DDCCB87880A}"/>
              </a:ext>
            </a:extLst>
          </p:cNvPr>
          <p:cNvSpPr txBox="1">
            <a:spLocks/>
          </p:cNvSpPr>
          <p:nvPr/>
        </p:nvSpPr>
        <p:spPr>
          <a:xfrm>
            <a:off x="696640" y="676257"/>
            <a:ext cx="14591955" cy="84420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noAutofit/>
          </a:bodyPr>
          <a:lstStyle>
            <a:lvl1pPr marL="0" marR="0" indent="0" algn="ctr" defTabSz="821530" rtl="0" latinLnBrk="0">
              <a:lnSpc>
                <a:spcPct val="100000"/>
              </a:lnSpc>
              <a:spcBef>
                <a:spcPts val="0"/>
              </a:spcBef>
              <a:spcAft>
                <a:spcPts val="0"/>
              </a:spcAft>
              <a:buClrTx/>
              <a:buSzTx/>
              <a:buFontTx/>
              <a:buNone/>
              <a:tabLst/>
              <a:defRPr sz="11200" b="0" i="0" u="none" strike="noStrike" cap="none" spc="0" baseline="0">
                <a:ln>
                  <a:noFill/>
                </a:ln>
                <a:solidFill>
                  <a:srgbClr val="000000"/>
                </a:solidFill>
                <a:uFillTx/>
                <a:latin typeface="+mj-lt"/>
                <a:ea typeface="+mj-ea"/>
                <a:cs typeface="+mj-cs"/>
                <a:sym typeface="Helvetica Neue Medium"/>
              </a:defRPr>
            </a:lvl1pPr>
            <a:lvl2pPr marL="0" marR="0" indent="0" algn="ctr" defTabSz="821530" rtl="0" latinLnBrk="0">
              <a:lnSpc>
                <a:spcPct val="100000"/>
              </a:lnSpc>
              <a:spcBef>
                <a:spcPts val="0"/>
              </a:spcBef>
              <a:spcAft>
                <a:spcPts val="0"/>
              </a:spcAft>
              <a:buClrTx/>
              <a:buSzTx/>
              <a:buFontTx/>
              <a:buNone/>
              <a:tabLst/>
              <a:defRPr sz="11200" b="0" i="0" u="none" strike="noStrike" cap="none" spc="0" baseline="0">
                <a:ln>
                  <a:noFill/>
                </a:ln>
                <a:solidFill>
                  <a:srgbClr val="000000"/>
                </a:solidFill>
                <a:uFillTx/>
                <a:latin typeface="+mj-lt"/>
                <a:ea typeface="+mj-ea"/>
                <a:cs typeface="+mj-cs"/>
                <a:sym typeface="Helvetica Neue Medium"/>
              </a:defRPr>
            </a:lvl2pPr>
            <a:lvl3pPr marL="0" marR="0" indent="0" algn="ctr" defTabSz="821530" rtl="0" latinLnBrk="0">
              <a:lnSpc>
                <a:spcPct val="100000"/>
              </a:lnSpc>
              <a:spcBef>
                <a:spcPts val="0"/>
              </a:spcBef>
              <a:spcAft>
                <a:spcPts val="0"/>
              </a:spcAft>
              <a:buClrTx/>
              <a:buSzTx/>
              <a:buFontTx/>
              <a:buNone/>
              <a:tabLst/>
              <a:defRPr sz="11200" b="0" i="0" u="none" strike="noStrike" cap="none" spc="0" baseline="0">
                <a:ln>
                  <a:noFill/>
                </a:ln>
                <a:solidFill>
                  <a:srgbClr val="000000"/>
                </a:solidFill>
                <a:uFillTx/>
                <a:latin typeface="+mj-lt"/>
                <a:ea typeface="+mj-ea"/>
                <a:cs typeface="+mj-cs"/>
                <a:sym typeface="Helvetica Neue Medium"/>
              </a:defRPr>
            </a:lvl3pPr>
            <a:lvl4pPr marL="0" marR="0" indent="0" algn="ctr" defTabSz="821530" rtl="0" latinLnBrk="0">
              <a:lnSpc>
                <a:spcPct val="100000"/>
              </a:lnSpc>
              <a:spcBef>
                <a:spcPts val="0"/>
              </a:spcBef>
              <a:spcAft>
                <a:spcPts val="0"/>
              </a:spcAft>
              <a:buClrTx/>
              <a:buSzTx/>
              <a:buFontTx/>
              <a:buNone/>
              <a:tabLst/>
              <a:defRPr sz="11200" b="0" i="0" u="none" strike="noStrike" cap="none" spc="0" baseline="0">
                <a:ln>
                  <a:noFill/>
                </a:ln>
                <a:solidFill>
                  <a:srgbClr val="000000"/>
                </a:solidFill>
                <a:uFillTx/>
                <a:latin typeface="+mj-lt"/>
                <a:ea typeface="+mj-ea"/>
                <a:cs typeface="+mj-cs"/>
                <a:sym typeface="Helvetica Neue Medium"/>
              </a:defRPr>
            </a:lvl4pPr>
            <a:lvl5pPr marL="0" marR="0" indent="0" algn="ctr" defTabSz="821530" rtl="0" latinLnBrk="0">
              <a:lnSpc>
                <a:spcPct val="100000"/>
              </a:lnSpc>
              <a:spcBef>
                <a:spcPts val="0"/>
              </a:spcBef>
              <a:spcAft>
                <a:spcPts val="0"/>
              </a:spcAft>
              <a:buClrTx/>
              <a:buSzTx/>
              <a:buFontTx/>
              <a:buNone/>
              <a:tabLst/>
              <a:defRPr sz="11200" b="0" i="0" u="none" strike="noStrike" cap="none" spc="0" baseline="0">
                <a:ln>
                  <a:noFill/>
                </a:ln>
                <a:solidFill>
                  <a:srgbClr val="000000"/>
                </a:solidFill>
                <a:uFillTx/>
                <a:latin typeface="+mj-lt"/>
                <a:ea typeface="+mj-ea"/>
                <a:cs typeface="+mj-cs"/>
                <a:sym typeface="Helvetica Neue Medium"/>
              </a:defRPr>
            </a:lvl5pPr>
            <a:lvl6pPr marL="0" marR="0" indent="0" algn="ctr" defTabSz="821530" rtl="0" latinLnBrk="0">
              <a:lnSpc>
                <a:spcPct val="100000"/>
              </a:lnSpc>
              <a:spcBef>
                <a:spcPts val="0"/>
              </a:spcBef>
              <a:spcAft>
                <a:spcPts val="0"/>
              </a:spcAft>
              <a:buClrTx/>
              <a:buSzTx/>
              <a:buFontTx/>
              <a:buNone/>
              <a:tabLst/>
              <a:defRPr sz="11200" b="0" i="0" u="none" strike="noStrike" cap="none" spc="0" baseline="0">
                <a:ln>
                  <a:noFill/>
                </a:ln>
                <a:solidFill>
                  <a:srgbClr val="000000"/>
                </a:solidFill>
                <a:uFillTx/>
                <a:latin typeface="+mj-lt"/>
                <a:ea typeface="+mj-ea"/>
                <a:cs typeface="+mj-cs"/>
                <a:sym typeface="Helvetica Neue Medium"/>
              </a:defRPr>
            </a:lvl6pPr>
            <a:lvl7pPr marL="0" marR="0" indent="0" algn="ctr" defTabSz="821530" rtl="0" latinLnBrk="0">
              <a:lnSpc>
                <a:spcPct val="100000"/>
              </a:lnSpc>
              <a:spcBef>
                <a:spcPts val="0"/>
              </a:spcBef>
              <a:spcAft>
                <a:spcPts val="0"/>
              </a:spcAft>
              <a:buClrTx/>
              <a:buSzTx/>
              <a:buFontTx/>
              <a:buNone/>
              <a:tabLst/>
              <a:defRPr sz="11200" b="0" i="0" u="none" strike="noStrike" cap="none" spc="0" baseline="0">
                <a:ln>
                  <a:noFill/>
                </a:ln>
                <a:solidFill>
                  <a:srgbClr val="000000"/>
                </a:solidFill>
                <a:uFillTx/>
                <a:latin typeface="+mj-lt"/>
                <a:ea typeface="+mj-ea"/>
                <a:cs typeface="+mj-cs"/>
                <a:sym typeface="Helvetica Neue Medium"/>
              </a:defRPr>
            </a:lvl7pPr>
            <a:lvl8pPr marL="0" marR="0" indent="0" algn="ctr" defTabSz="821530" rtl="0" latinLnBrk="0">
              <a:lnSpc>
                <a:spcPct val="100000"/>
              </a:lnSpc>
              <a:spcBef>
                <a:spcPts val="0"/>
              </a:spcBef>
              <a:spcAft>
                <a:spcPts val="0"/>
              </a:spcAft>
              <a:buClrTx/>
              <a:buSzTx/>
              <a:buFontTx/>
              <a:buNone/>
              <a:tabLst/>
              <a:defRPr sz="11200" b="0" i="0" u="none" strike="noStrike" cap="none" spc="0" baseline="0">
                <a:ln>
                  <a:noFill/>
                </a:ln>
                <a:solidFill>
                  <a:srgbClr val="000000"/>
                </a:solidFill>
                <a:uFillTx/>
                <a:latin typeface="+mj-lt"/>
                <a:ea typeface="+mj-ea"/>
                <a:cs typeface="+mj-cs"/>
                <a:sym typeface="Helvetica Neue Medium"/>
              </a:defRPr>
            </a:lvl8pPr>
            <a:lvl9pPr marL="0" marR="0" indent="0" algn="ctr" defTabSz="821530" rtl="0" latinLnBrk="0">
              <a:lnSpc>
                <a:spcPct val="100000"/>
              </a:lnSpc>
              <a:spcBef>
                <a:spcPts val="0"/>
              </a:spcBef>
              <a:spcAft>
                <a:spcPts val="0"/>
              </a:spcAft>
              <a:buClrTx/>
              <a:buSzTx/>
              <a:buFontTx/>
              <a:buNone/>
              <a:tabLst/>
              <a:defRPr sz="11200" b="0" i="0" u="none" strike="noStrike" cap="none" spc="0" baseline="0">
                <a:ln>
                  <a:noFill/>
                </a:ln>
                <a:solidFill>
                  <a:srgbClr val="000000"/>
                </a:solidFill>
                <a:uFillTx/>
                <a:latin typeface="+mj-lt"/>
                <a:ea typeface="+mj-ea"/>
                <a:cs typeface="+mj-cs"/>
                <a:sym typeface="Helvetica Neue Medium"/>
              </a:defRPr>
            </a:lvl9pPr>
          </a:lstStyle>
          <a:p>
            <a:pPr algn="l" defTabSz="212866" hangingPunct="1">
              <a:defRPr sz="4400">
                <a:solidFill>
                  <a:srgbClr val="024C90"/>
                </a:solidFill>
                <a:latin typeface="Helvetica Neue Light"/>
                <a:ea typeface="Helvetica Neue Light"/>
                <a:cs typeface="Helvetica Neue Light"/>
                <a:sym typeface="Helvetica Neue Light"/>
              </a:defRPr>
            </a:pPr>
            <a:r>
              <a:rPr lang="en" sz="4400" dirty="0">
                <a:solidFill>
                  <a:srgbClr val="024C90"/>
                </a:solidFill>
                <a:latin typeface="Arial" panose="020B0604020202020204" pitchFamily="34" charset="0"/>
                <a:ea typeface="Helvetica Neue Light"/>
                <a:cs typeface="Arial" panose="020B0604020202020204" pitchFamily="34" charset="0"/>
                <a:sym typeface="Helvetica Neue Light"/>
              </a:rPr>
              <a:t>MTD</a:t>
            </a:r>
            <a:r>
              <a:rPr lang="en" sz="4400" dirty="0">
                <a:latin typeface="Arial" panose="020B0604020202020204" pitchFamily="34" charset="0"/>
                <a:ea typeface="Helvetica Neue Light"/>
                <a:cs typeface="Arial" panose="020B0604020202020204" pitchFamily="34" charset="0"/>
                <a:sym typeface="Helvetica Neue Light"/>
              </a:rPr>
              <a:t> | </a:t>
            </a:r>
            <a:r>
              <a:rPr lang="en-US" sz="4400" dirty="0">
                <a:solidFill>
                  <a:schemeClr val="tx1"/>
                </a:solidFill>
                <a:latin typeface="Arial" panose="020B0604020202020204" pitchFamily="34" charset="0"/>
                <a:ea typeface="Helvetica Neue Light"/>
                <a:cs typeface="Arial" panose="020B0604020202020204" pitchFamily="34" charset="0"/>
                <a:sym typeface="Helvetica Neue Light"/>
              </a:rPr>
              <a:t>R240</a:t>
            </a:r>
            <a:r>
              <a:rPr lang="en" sz="4400" dirty="0">
                <a:latin typeface="Arial" panose="020B0604020202020204" pitchFamily="34" charset="0"/>
                <a:ea typeface="Helvetica Neue Light"/>
                <a:cs typeface="Arial" panose="020B0604020202020204" pitchFamily="34" charset="0"/>
                <a:sym typeface="Helvetica Neue Light"/>
              </a:rPr>
              <a:t> </a:t>
            </a:r>
            <a:r>
              <a:rPr lang="en" sz="4400" dirty="0">
                <a:solidFill>
                  <a:schemeClr val="tx1"/>
                </a:solidFill>
                <a:latin typeface="Arial" panose="020B0604020202020204" pitchFamily="34" charset="0"/>
                <a:ea typeface="Helvetica Neue Light"/>
                <a:cs typeface="Arial" panose="020B0604020202020204" pitchFamily="34" charset="0"/>
                <a:sym typeface="Helvetica Neue Light"/>
              </a:rPr>
              <a:t>Metrology Details-Magnet </a:t>
            </a:r>
            <a:r>
              <a:rPr lang="sv-SE" altLang="zh-CN" sz="4400" dirty="0">
                <a:solidFill>
                  <a:schemeClr val="tx1"/>
                </a:solidFill>
                <a:latin typeface="Arial" panose="020B0604020202020204" pitchFamily="34" charset="0"/>
                <a:ea typeface="Helvetica Neue Light"/>
                <a:cs typeface="Arial" panose="020B0604020202020204" pitchFamily="34" charset="0"/>
                <a:sym typeface="Helvetica Neue Light"/>
              </a:rPr>
              <a:t>099-53721-08</a:t>
            </a:r>
          </a:p>
        </p:txBody>
      </p:sp>
      <p:pic>
        <p:nvPicPr>
          <p:cNvPr id="83" name="图片 82"/>
          <p:cNvPicPr>
            <a:picLocks noChangeAspect="1"/>
          </p:cNvPicPr>
          <p:nvPr/>
        </p:nvPicPr>
        <p:blipFill>
          <a:blip r:embed="rId11" cstate="email">
            <a:extLst>
              <a:ext uri="{28A0092B-C50C-407E-A947-70E740481C1C}">
                <a14:useLocalDpi xmlns:a14="http://schemas.microsoft.com/office/drawing/2010/main"/>
              </a:ext>
            </a:extLst>
          </a:blip>
          <a:stretch>
            <a:fillRect/>
          </a:stretch>
        </p:blipFill>
        <p:spPr>
          <a:xfrm>
            <a:off x="4666265" y="10116018"/>
            <a:ext cx="1666976" cy="2310026"/>
          </a:xfrm>
          <a:prstGeom prst="rect">
            <a:avLst/>
          </a:prstGeom>
        </p:spPr>
      </p:pic>
      <p:grpSp>
        <p:nvGrpSpPr>
          <p:cNvPr id="5" name="组合 4"/>
          <p:cNvGrpSpPr/>
          <p:nvPr/>
        </p:nvGrpSpPr>
        <p:grpSpPr>
          <a:xfrm>
            <a:off x="13192459" y="6974734"/>
            <a:ext cx="10239041" cy="1675344"/>
            <a:chOff x="12849559" y="6844105"/>
            <a:chExt cx="10427880" cy="1675344"/>
          </a:xfrm>
        </p:grpSpPr>
        <p:pic>
          <p:nvPicPr>
            <p:cNvPr id="39" name="图片 38"/>
            <p:cNvPicPr>
              <a:picLocks noChangeAspect="1"/>
            </p:cNvPicPr>
            <p:nvPr/>
          </p:nvPicPr>
          <p:blipFill>
            <a:blip r:embed="rId12" cstate="email">
              <a:extLst>
                <a:ext uri="{28A0092B-C50C-407E-A947-70E740481C1C}">
                  <a14:useLocalDpi xmlns:a14="http://schemas.microsoft.com/office/drawing/2010/main"/>
                </a:ext>
              </a:extLst>
            </a:blip>
            <a:stretch>
              <a:fillRect/>
            </a:stretch>
          </p:blipFill>
          <p:spPr>
            <a:xfrm>
              <a:off x="12849559" y="6844105"/>
              <a:ext cx="10427880" cy="1675344"/>
            </a:xfrm>
            <a:prstGeom prst="rect">
              <a:avLst/>
            </a:prstGeom>
          </p:spPr>
        </p:pic>
        <p:sp>
          <p:nvSpPr>
            <p:cNvPr id="41" name="矩形 40"/>
            <p:cNvSpPr/>
            <p:nvPr/>
          </p:nvSpPr>
          <p:spPr>
            <a:xfrm>
              <a:off x="20367061" y="7009517"/>
              <a:ext cx="2213777" cy="416353"/>
            </a:xfrm>
            <a:prstGeom prst="rect">
              <a:avLst/>
            </a:prstGeom>
            <a:noFill/>
            <a:ln w="25400" cap="flat">
              <a:solidFill>
                <a:srgbClr val="FF0000"/>
              </a:solid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71436" tIns="71436" rIns="71436" bIns="71436" numCol="1" spcCol="38100" rtlCol="0" anchor="ctr">
              <a:spAutoFit/>
            </a:bodyPr>
            <a:lstStyle/>
            <a:p>
              <a:pPr marL="0" marR="0" indent="0" algn="ctr" defTabSz="821690" rtl="0" fontAlgn="auto" latinLnBrk="0" hangingPunct="0">
                <a:lnSpc>
                  <a:spcPct val="100000"/>
                </a:lnSpc>
                <a:spcBef>
                  <a:spcPts val="0"/>
                </a:spcBef>
                <a:spcAft>
                  <a:spcPts val="0"/>
                </a:spcAft>
                <a:buClrTx/>
                <a:buSzTx/>
                <a:buFontTx/>
                <a:buNone/>
              </a:pPr>
              <a:endParaRPr kumimoji="0" lang="zh-CN" altLang="en-US" sz="3200" b="0" i="0" u="none" strike="noStrike" cap="none" spc="0" normalizeH="0" baseline="0">
                <a:ln>
                  <a:noFill/>
                </a:ln>
                <a:solidFill>
                  <a:srgbClr val="000000"/>
                </a:solidFill>
                <a:effectLst/>
                <a:uFillTx/>
                <a:latin typeface="+mj-lt"/>
                <a:ea typeface="+mj-ea"/>
                <a:cs typeface="+mj-cs"/>
                <a:sym typeface="Helvetica Neue Medium" panose="02000503000000020004"/>
              </a:endParaRPr>
            </a:p>
          </p:txBody>
        </p:sp>
      </p:grpSp>
    </p:spTree>
    <p:extLst>
      <p:ext uri="{BB962C8B-B14F-4D97-AF65-F5344CB8AC3E}">
        <p14:creationId xmlns:p14="http://schemas.microsoft.com/office/powerpoint/2010/main" val="1695486012"/>
      </p:ext>
    </p:extLst>
  </p:cSld>
  <p:clrMapOvr>
    <a:masterClrMapping/>
  </p:clrMapOvr>
  <p:transition spd="med"/>
</p:sld>
</file>

<file path=ppt/tags/tag1.xml><?xml version="1.0" encoding="utf-8"?>
<p:tagLst xmlns:a="http://schemas.openxmlformats.org/drawingml/2006/main" xmlns:r="http://schemas.openxmlformats.org/officeDocument/2006/relationships" xmlns:p="http://schemas.openxmlformats.org/presentationml/2006/main">
  <p:tag name="KSO_WM_UNIT_TABLE_BEAUTIFY" val="smartTable{82dd18cf-8f0a-43cf-9cec-62713f3ee77b}"/>
</p:tagLst>
</file>

<file path=ppt/tags/tag2.xml><?xml version="1.0" encoding="utf-8"?>
<p:tagLst xmlns:a="http://schemas.openxmlformats.org/drawingml/2006/main" xmlns:r="http://schemas.openxmlformats.org/officeDocument/2006/relationships" xmlns:p="http://schemas.openxmlformats.org/presentationml/2006/main">
  <p:tag name="KSO_WM_UNIT_TABLE_BEAUTIFY" val="smartTable{82dd18cf-8f0a-43cf-9cec-62713f3ee77b}"/>
</p:tagLst>
</file>

<file path=ppt/tags/tag3.xml><?xml version="1.0" encoding="utf-8"?>
<p:tagLst xmlns:a="http://schemas.openxmlformats.org/drawingml/2006/main" xmlns:r="http://schemas.openxmlformats.org/officeDocument/2006/relationships" xmlns:p="http://schemas.openxmlformats.org/presentationml/2006/main">
  <p:tag name="KSO_WM_UNIT_TABLE_BEAUTIFY" val="smartTable{82dd18cf-8f0a-43cf-9cec-62713f3ee77b}"/>
</p:tagLst>
</file>

<file path=ppt/tags/tag4.xml><?xml version="1.0" encoding="utf-8"?>
<p:tagLst xmlns:a="http://schemas.openxmlformats.org/drawingml/2006/main" xmlns:r="http://schemas.openxmlformats.org/officeDocument/2006/relationships" xmlns:p="http://schemas.openxmlformats.org/presentationml/2006/main">
  <p:tag name="KSO_WM_UNIT_TABLE_BEAUTIFY" val="smartTable{c3bce22e-261a-4e07-8501-fb7f45755c81}"/>
</p:tagLst>
</file>

<file path=ppt/tags/tag5.xml><?xml version="1.0" encoding="utf-8"?>
<p:tagLst xmlns:a="http://schemas.openxmlformats.org/drawingml/2006/main" xmlns:r="http://schemas.openxmlformats.org/officeDocument/2006/relationships" xmlns:p="http://schemas.openxmlformats.org/presentationml/2006/main">
  <p:tag name="KSO_WM_UNIT_TABLE_BEAUTIFY" val="smartTable{c3bce22e-261a-4e07-8501-fb7f45755c81}"/>
</p:tagLst>
</file>

<file path=ppt/tags/tag6.xml><?xml version="1.0" encoding="utf-8"?>
<p:tagLst xmlns:a="http://schemas.openxmlformats.org/drawingml/2006/main" xmlns:r="http://schemas.openxmlformats.org/officeDocument/2006/relationships" xmlns:p="http://schemas.openxmlformats.org/presentationml/2006/main">
  <p:tag name="KSO_WM_UNIT_TABLE_BEAUTIFY" val="smartTable{e1641451-86a8-4df8-9d77-5f40d72ca24b}"/>
</p:tagLst>
</file>

<file path=ppt/tags/tag7.xml><?xml version="1.0" encoding="utf-8"?>
<p:tagLst xmlns:a="http://schemas.openxmlformats.org/drawingml/2006/main" xmlns:r="http://schemas.openxmlformats.org/officeDocument/2006/relationships" xmlns:p="http://schemas.openxmlformats.org/presentationml/2006/main">
  <p:tag name="KSO_WM_UNIT_TABLE_BEAUTIFY" val="smartTable{b3e3d4ce-e308-4b63-bd97-daabc6e29857}"/>
</p:tagLst>
</file>

<file path=ppt/tags/tag8.xml><?xml version="1.0" encoding="utf-8"?>
<p:tagLst xmlns:a="http://schemas.openxmlformats.org/drawingml/2006/main" xmlns:r="http://schemas.openxmlformats.org/officeDocument/2006/relationships" xmlns:p="http://schemas.openxmlformats.org/presentationml/2006/main">
  <p:tag name="KSO_WM_UNIT_TABLE_BEAUTIFY" val="smartTable{b3e3d4ce-e308-4b63-bd97-daabc6e29857}"/>
</p:tagLst>
</file>

<file path=ppt/tags/tag9.xml><?xml version="1.0" encoding="utf-8"?>
<p:tagLst xmlns:a="http://schemas.openxmlformats.org/drawingml/2006/main" xmlns:r="http://schemas.openxmlformats.org/officeDocument/2006/relationships" xmlns:p="http://schemas.openxmlformats.org/presentationml/2006/main">
  <p:tag name="KSO_WM_UNIT_TABLE_BEAUTIFY" val="smartTable{b3e3d4ce-e308-4b63-bd97-daabc6e29857}"/>
</p:tagLst>
</file>

<file path=ppt/theme/theme1.xml><?xml version="1.0" encoding="utf-8"?>
<a:theme xmlns:a="http://schemas.openxmlformats.org/drawingml/2006/main" name="White">
  <a:themeElements>
    <a:clrScheme name="White">
      <a:dk1>
        <a:srgbClr val="000000"/>
      </a:dk1>
      <a:lt1>
        <a:srgbClr val="FFFFFF"/>
      </a:lt1>
      <a:dk2>
        <a:srgbClr val="5E5E5E"/>
      </a:dk2>
      <a:lt2>
        <a:srgbClr val="D5D5D5"/>
      </a:lt2>
      <a:accent1>
        <a:srgbClr val="00A2FF"/>
      </a:accent1>
      <a:accent2>
        <a:srgbClr val="16E7CF"/>
      </a:accent2>
      <a:accent3>
        <a:srgbClr val="61D836"/>
      </a:accent3>
      <a:accent4>
        <a:srgbClr val="FAE232"/>
      </a:accent4>
      <a:accent5>
        <a:srgbClr val="FF644E"/>
      </a:accent5>
      <a:accent6>
        <a:srgbClr val="EF5FA7"/>
      </a:accent6>
      <a:hlink>
        <a:srgbClr val="0000FF"/>
      </a:hlink>
      <a:folHlink>
        <a:srgbClr val="FF00FF"/>
      </a:folHlink>
    </a:clrScheme>
    <a:fontScheme name="White">
      <a:majorFont>
        <a:latin typeface="Helvetica Neue Medium"/>
        <a:ea typeface="Helvetica Neue Medium"/>
        <a:cs typeface="Helvetica Neue Medium"/>
      </a:majorFont>
      <a:minorFont>
        <a:latin typeface="Helvetica Neue"/>
        <a:ea typeface="Helvetica Neue"/>
        <a:cs typeface="Helvetica Neue"/>
      </a:minorFont>
    </a:fontScheme>
    <a:fmtScheme name="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sp3d/>
      </a:spPr>
      <a:bodyPr rot="0" spcFirstLastPara="1" vertOverflow="overflow" horzOverflow="overflow" vert="horz" wrap="square" lIns="71436" tIns="71436" rIns="71436" bIns="71436" numCol="1" spcCol="38100" rtlCol="0" anchor="ctr">
        <a:spAutoFit/>
      </a:bodyPr>
      <a:lstStyle>
        <a:defPPr marL="0" marR="0" indent="0" algn="ctr" defTabSz="82153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000000"/>
            </a:solidFill>
            <a:effectLst/>
            <a:uFillTx/>
            <a:latin typeface="+mj-lt"/>
            <a:ea typeface="+mj-ea"/>
            <a:cs typeface="+mj-cs"/>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chemeClr val="accent1"/>
          </a:solidFill>
          <a:prstDash val="solid"/>
          <a:round/>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82153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000000"/>
            </a:solidFill>
            <a:effectLst/>
            <a:uFillTx/>
            <a:latin typeface="+mj-lt"/>
            <a:ea typeface="+mj-ea"/>
            <a:cs typeface="+mj-cs"/>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White">
  <a:themeElements>
    <a:clrScheme name="White">
      <a:dk1>
        <a:srgbClr val="000000"/>
      </a:dk1>
      <a:lt1>
        <a:srgbClr val="FFFFFF"/>
      </a:lt1>
      <a:dk2>
        <a:srgbClr val="5E5E5E"/>
      </a:dk2>
      <a:lt2>
        <a:srgbClr val="D5D5D5"/>
      </a:lt2>
      <a:accent1>
        <a:srgbClr val="00A2FF"/>
      </a:accent1>
      <a:accent2>
        <a:srgbClr val="16E7CF"/>
      </a:accent2>
      <a:accent3>
        <a:srgbClr val="61D836"/>
      </a:accent3>
      <a:accent4>
        <a:srgbClr val="FAE232"/>
      </a:accent4>
      <a:accent5>
        <a:srgbClr val="FF644E"/>
      </a:accent5>
      <a:accent6>
        <a:srgbClr val="EF5FA7"/>
      </a:accent6>
      <a:hlink>
        <a:srgbClr val="0000FF"/>
      </a:hlink>
      <a:folHlink>
        <a:srgbClr val="FF00FF"/>
      </a:folHlink>
    </a:clrScheme>
    <a:fontScheme name="White">
      <a:majorFont>
        <a:latin typeface="Helvetica Neue Medium"/>
        <a:ea typeface="Helvetica Neue Medium"/>
        <a:cs typeface="Helvetica Neue Medium"/>
      </a:majorFont>
      <a:minorFont>
        <a:latin typeface="Helvetica Neue"/>
        <a:ea typeface="Helvetica Neue"/>
        <a:cs typeface="Helvetica Neue"/>
      </a:minorFont>
    </a:fontScheme>
    <a:fmtScheme name="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sp3d/>
      </a:spPr>
      <a:bodyPr rot="0" spcFirstLastPara="1" vertOverflow="overflow" horzOverflow="overflow" vert="horz" wrap="square" lIns="71436" tIns="71436" rIns="71436" bIns="71436" numCol="1" spcCol="38100" rtlCol="0" anchor="ctr">
        <a:spAutoFit/>
      </a:bodyPr>
      <a:lstStyle>
        <a:defPPr marL="0" marR="0" indent="0" algn="ctr" defTabSz="82153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000000"/>
            </a:solidFill>
            <a:effectLst/>
            <a:uFillTx/>
            <a:latin typeface="+mj-lt"/>
            <a:ea typeface="+mj-ea"/>
            <a:cs typeface="+mj-cs"/>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chemeClr val="accent1"/>
          </a:solidFill>
          <a:prstDash val="solid"/>
          <a:round/>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82153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000000"/>
            </a:solidFill>
            <a:effectLst/>
            <a:uFillTx/>
            <a:latin typeface="+mj-lt"/>
            <a:ea typeface="+mj-ea"/>
            <a:cs typeface="+mj-cs"/>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13876</TotalTime>
  <Words>11646</Words>
  <Application>Microsoft Macintosh PowerPoint</Application>
  <PresentationFormat>自定义</PresentationFormat>
  <Paragraphs>2653</Paragraphs>
  <Slides>36</Slides>
  <Notes>10</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36</vt:i4>
      </vt:variant>
    </vt:vector>
  </HeadingPairs>
  <TitlesOfParts>
    <vt:vector size="48" baseType="lpstr">
      <vt:lpstr>微软雅黑</vt:lpstr>
      <vt:lpstr>Times</vt:lpstr>
      <vt:lpstr>Arial</vt:lpstr>
      <vt:lpstr>Calibri Light</vt:lpstr>
      <vt:lpstr>Helvetica</vt:lpstr>
      <vt:lpstr>Helvetica Light</vt:lpstr>
      <vt:lpstr>Helvetica Neue</vt:lpstr>
      <vt:lpstr>Helvetica Neue Light</vt:lpstr>
      <vt:lpstr>Helvetica Neue Medium</vt:lpstr>
      <vt:lpstr>Helvetica Neue Thin</vt:lpstr>
      <vt:lpstr>Lucida Grande</vt:lpstr>
      <vt:lpstr>White</vt:lpstr>
      <vt:lpstr>PowerPoint 演示文稿</vt:lpstr>
      <vt:lpstr>MTD | R240-Content-099-53721-08</vt:lpstr>
      <vt:lpstr>PowerPoint 演示文稿</vt:lpstr>
      <vt:lpstr>PowerPoint 演示文稿</vt:lpstr>
      <vt:lpstr>PowerPoint 演示文稿</vt:lpstr>
      <vt:lpstr>MTD | R240 Measurement Equipment Details –Metallographic Microscope  </vt:lpstr>
      <vt:lpstr>PowerPoint 演示文稿</vt:lpstr>
      <vt:lpstr>PowerPoint 演示文稿</vt:lpstr>
      <vt:lpstr>PowerPoint 演示文稿</vt:lpstr>
      <vt:lpstr>MTD | R240 Measurement Equipment Details-(3D Axis) Fluxmeter</vt:lpstr>
      <vt:lpstr>PowerPoint 演示文稿</vt:lpstr>
      <vt:lpstr>PowerPoint 演示文稿</vt:lpstr>
      <vt:lpstr>MTD | R240 Measurement Equipment Details-Dyne Test </vt:lpstr>
      <vt:lpstr>MTD | R240 Measurement Equipment Details-Thermal and Heat chamber</vt:lpstr>
      <vt:lpstr>MTD | R240 Measurement Fixture List</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subject/>
  <dc:creator>hp</dc:creator>
  <cp:keywords/>
  <dc:description/>
  <cp:lastModifiedBy>b1636</cp:lastModifiedBy>
  <cp:revision>2189</cp:revision>
  <cp:lastPrinted>2025-06-17T02:59:55Z</cp:lastPrinted>
  <dcterms:modified xsi:type="dcterms:W3CDTF">2025-12-10T02:14:19Z</dcterms:modified>
  <cp:category/>
</cp:coreProperties>
</file>