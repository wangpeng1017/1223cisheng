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0" y="2057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Metrology Design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0" y="282892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Name: </a:t>
            </a:r>
            <a:pPr indent="0" marL="0">
              <a:lnSpc>
                <a:spcPts val="32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160</a:t>
            </a:r>
            <a:pPr indent="0" marL="0">
              <a:lnSpc>
                <a:spcPts val="3200"/>
              </a:lnSpc>
              <a:buNone/>
            </a:pPr>
            <a:endParaRPr lang="en-US" sz="14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Number &amp; Rev：</a:t>
            </a:r>
            <a:endParaRPr lang="en-US" sz="14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05834-02</a:t>
            </a:r>
            <a:pPr indent="0" marL="0">
              <a:lnSpc>
                <a:spcPts val="3200"/>
              </a:lnSpc>
              <a:buNone/>
            </a:pPr>
            <a:endParaRPr lang="en-US" sz="14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Vendor：</a:t>
            </a:r>
            <a:endParaRPr lang="en-US" sz="14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MAGSOUND</a:t>
            </a:r>
            <a:pPr indent="0" marL="0">
              <a:lnSpc>
                <a:spcPts val="3200"/>
              </a:lnSpc>
              <a:buNone/>
            </a:pPr>
            <a:endParaRPr lang="en-US" sz="14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Date：</a:t>
            </a:r>
            <a:endParaRPr lang="en-US" sz="14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2026/01/14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0" y="154305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 sheet              Page 1</a:t>
            </a:r>
            <a:endParaRPr lang="en-US" sz="18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                 Page 2</a:t>
            </a:r>
            <a:endParaRPr lang="en-US" sz="18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 List             Page 3</a:t>
            </a:r>
            <a:endParaRPr lang="en-US" sz="18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Measurement Equipment    Page 4-8</a:t>
            </a:r>
            <a:endParaRPr lang="en-US" sz="18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Measurement Fixture List Page 9</a:t>
            </a:r>
            <a:endParaRPr lang="en-US" sz="18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Bom List                 Page 10</a:t>
            </a:r>
            <a:endParaRPr lang="en-US" sz="18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Details for Each Measurement Page 12-37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5717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| 160 | Measurement Equipment Details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71600" y="128587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Name: </a:t>
            </a:r>
            <a:pPr indent="0" marL="0">
              <a:lnSpc>
                <a:spcPts val="32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Height Gage</a:t>
            </a:r>
            <a:pPr indent="0" marL="0">
              <a:lnSpc>
                <a:spcPts val="3200"/>
              </a:lnSpc>
              <a:buNone/>
            </a:pPr>
            <a:endParaRPr lang="en-US" sz="14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Manufacturer: </a:t>
            </a:r>
            <a:endParaRPr lang="en-US" sz="14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Mitutoyo</a:t>
            </a:r>
            <a:pPr indent="0" marL="0">
              <a:lnSpc>
                <a:spcPts val="3200"/>
              </a:lnSpc>
              <a:buNone/>
            </a:pPr>
            <a:endParaRPr lang="en-US" sz="14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Model: </a:t>
            </a:r>
            <a:endParaRPr lang="en-US" sz="14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543-563DC</a:t>
            </a:r>
            <a:pPr indent="0" marL="0">
              <a:lnSpc>
                <a:spcPts val="3200"/>
              </a:lnSpc>
              <a:buNone/>
            </a:pPr>
            <a:endParaRPr lang="en-US" sz="14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Range: </a:t>
            </a:r>
            <a:endParaRPr lang="en-US" sz="14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0-50mm</a:t>
            </a:r>
            <a:pPr indent="0" marL="0">
              <a:lnSpc>
                <a:spcPts val="3200"/>
              </a:lnSpc>
              <a:buNone/>
            </a:pPr>
            <a:endParaRPr lang="en-US" sz="14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Accuracy: </a:t>
            </a:r>
            <a:endParaRPr lang="en-US" sz="14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0.001mm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5717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| 160 | Measurement Equipment Details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71600" y="128587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Name: </a:t>
            </a:r>
            <a:pPr indent="0" marL="0">
              <a:lnSpc>
                <a:spcPts val="32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KEYENCE</a:t>
            </a:r>
            <a:pPr indent="0" marL="0">
              <a:lnSpc>
                <a:spcPts val="3200"/>
              </a:lnSpc>
              <a:buNone/>
            </a:pPr>
            <a:endParaRPr lang="en-US" sz="14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Manufacturer: </a:t>
            </a:r>
            <a:endParaRPr lang="en-US" sz="14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KEYENCE</a:t>
            </a:r>
            <a:pPr indent="0" marL="0">
              <a:lnSpc>
                <a:spcPts val="3200"/>
              </a:lnSpc>
              <a:buNone/>
            </a:pPr>
            <a:endParaRPr lang="en-US" sz="14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Model: </a:t>
            </a:r>
            <a:endParaRPr lang="en-US" sz="14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IM-7101</a:t>
            </a:r>
            <a:pPr indent="0" marL="0">
              <a:lnSpc>
                <a:spcPts val="3200"/>
              </a:lnSpc>
              <a:buNone/>
            </a:pPr>
            <a:endParaRPr lang="en-US" sz="14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Range: </a:t>
            </a:r>
            <a:endParaRPr lang="en-US" sz="14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Φ100x200mm (Wide), Φ25x125mm (High)</a:t>
            </a:r>
            <a:pPr indent="0" marL="0">
              <a:lnSpc>
                <a:spcPts val="3200"/>
              </a:lnSpc>
              <a:buNone/>
            </a:pPr>
            <a:endParaRPr lang="en-US" sz="14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Accuracy: </a:t>
            </a:r>
            <a:endParaRPr lang="en-US" sz="14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±0.001mm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5717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| 160 | Measurement Equipment Details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71600" y="128587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Name: </a:t>
            </a:r>
            <a:pPr indent="0" marL="0">
              <a:lnSpc>
                <a:spcPts val="32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Magnetic permanent tester</a:t>
            </a:r>
            <a:pPr indent="0" marL="0">
              <a:lnSpc>
                <a:spcPts val="3200"/>
              </a:lnSpc>
              <a:buNone/>
            </a:pPr>
            <a:endParaRPr lang="en-US" sz="14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Manufacturer: </a:t>
            </a:r>
            <a:endParaRPr lang="en-US" sz="14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Sheep</a:t>
            </a:r>
            <a:pPr indent="0" marL="0">
              <a:lnSpc>
                <a:spcPts val="3200"/>
              </a:lnSpc>
              <a:buNone/>
            </a:pPr>
            <a:endParaRPr lang="en-US" sz="14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Model: </a:t>
            </a:r>
            <a:endParaRPr lang="en-US" sz="14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AMT-4A</a:t>
            </a:r>
            <a:pPr indent="0" marL="0">
              <a:lnSpc>
                <a:spcPts val="3200"/>
              </a:lnSpc>
              <a:buNone/>
            </a:pPr>
            <a:endParaRPr lang="en-US" sz="14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Range: </a:t>
            </a:r>
            <a:endParaRPr lang="en-US" sz="14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Min:10*10*10mm</a:t>
            </a:r>
            <a:pPr indent="0" marL="0">
              <a:lnSpc>
                <a:spcPts val="3200"/>
              </a:lnSpc>
              <a:buNone/>
            </a:pPr>
            <a:endParaRPr lang="en-US" sz="14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Accuracy: </a:t>
            </a:r>
            <a:endParaRPr lang="en-US" sz="14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5717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| 160 | Measurement Equipment Details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71600" y="128587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Name: </a:t>
            </a:r>
            <a:pPr indent="0" marL="0">
              <a:lnSpc>
                <a:spcPts val="32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Hardness Tester</a:t>
            </a:r>
            <a:pPr indent="0" marL="0">
              <a:lnSpc>
                <a:spcPts val="3200"/>
              </a:lnSpc>
              <a:buNone/>
            </a:pPr>
            <a:endParaRPr lang="en-US" sz="14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Manufacturer: </a:t>
            </a:r>
            <a:endParaRPr lang="en-US" sz="14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Mitutoyo</a:t>
            </a:r>
            <a:pPr indent="0" marL="0">
              <a:lnSpc>
                <a:spcPts val="3200"/>
              </a:lnSpc>
              <a:buNone/>
            </a:pPr>
            <a:endParaRPr lang="en-US" sz="14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Model: </a:t>
            </a:r>
            <a:endParaRPr lang="en-US" sz="14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HM-200</a:t>
            </a:r>
            <a:pPr indent="0" marL="0">
              <a:lnSpc>
                <a:spcPts val="3200"/>
              </a:lnSpc>
              <a:buNone/>
            </a:pPr>
            <a:endParaRPr lang="en-US" sz="14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Range: </a:t>
            </a:r>
            <a:endParaRPr lang="en-US" sz="14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HV 0-1000</a:t>
            </a:r>
            <a:pPr indent="0" marL="0">
              <a:lnSpc>
                <a:spcPts val="3200"/>
              </a:lnSpc>
              <a:buNone/>
            </a:pPr>
            <a:endParaRPr lang="en-US" sz="14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Accuracy: </a:t>
            </a:r>
            <a:endParaRPr lang="en-US" sz="14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±1%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5717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| 160 | Measurement Equipment Details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71600" y="128587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Name: </a:t>
            </a:r>
            <a:pPr indent="0" marL="0">
              <a:lnSpc>
                <a:spcPts val="32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SST Tester</a:t>
            </a:r>
            <a:pPr indent="0" marL="0">
              <a:lnSpc>
                <a:spcPts val="3200"/>
              </a:lnSpc>
              <a:buNone/>
            </a:pPr>
            <a:endParaRPr lang="en-US" sz="14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Manufacturer: </a:t>
            </a:r>
            <a:endParaRPr lang="en-US" sz="14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Ningbo Yuanming</a:t>
            </a:r>
            <a:pPr indent="0" marL="0">
              <a:lnSpc>
                <a:spcPts val="3200"/>
              </a:lnSpc>
              <a:buNone/>
            </a:pPr>
            <a:endParaRPr lang="en-US" sz="14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Model: </a:t>
            </a:r>
            <a:endParaRPr lang="en-US" sz="14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YM-90</a:t>
            </a:r>
            <a:pPr indent="0" marL="0">
              <a:lnSpc>
                <a:spcPts val="3200"/>
              </a:lnSpc>
              <a:buNone/>
            </a:pPr>
            <a:endParaRPr lang="en-US" sz="14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Range: </a:t>
            </a:r>
            <a:endParaRPr lang="en-US" sz="14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900*600*500mm</a:t>
            </a:r>
            <a:pPr indent="0" marL="0">
              <a:lnSpc>
                <a:spcPts val="3200"/>
              </a:lnSpc>
              <a:buNone/>
            </a:pPr>
            <a:endParaRPr lang="en-US" sz="14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Accuracy: </a:t>
            </a:r>
            <a:endParaRPr lang="en-US" sz="14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N/A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430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| 160 | Measurement Fixture List</a:t>
            </a:r>
            <a:endParaRPr lang="en-US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61722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371600"/>
                <a:gridCol w="1371600"/>
                <a:gridCol w="91440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Fixture 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Size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Material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Remark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J-J510-1#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189 * 36 * 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Electric board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5717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| 160 | BOM List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71600" y="128587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BOM list information...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430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| 160 | Metrology Details</a:t>
            </a:r>
            <a:endParaRPr lang="en-US" sz="1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617220"/>
          <a:ext cx="8229600" cy="3857625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1371600"/>
                <a:gridCol w="1371600"/>
                <a:gridCol w="1097280"/>
                <a:gridCol w="914400"/>
                <a:gridCol w="914400"/>
                <a:gridCol w="1097280"/>
              </a:tblGrid>
              <a:tr h="1428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Specification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Method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Fixture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In-Process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Cross check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0 ~ 0.08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相对基准 A | 距离:34 | 备选:线轮廓度(48)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Keyence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Guo Teng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10.50 -0.05 ~ +0.05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距离:33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Guo Teng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6.437 -0.04 ~ +0.04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距离:79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Guo Teng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0.352 -0.025 ~ +0.025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距离:100 | 备选:平面度(105),圆角半径(149)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Guo Teng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0 ~ 0.03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定义基准 A | 距离:51 | 备选:厚度/距离(95),圆角半径(176)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Keyence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Guo Teng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0 ~ 0.03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相对基准 A | 距离:44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Keyence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Guo Teng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0.342 -0.015 ~ +0.015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BENDING SUPPORT LOCATIONS 18 11 FAI BARE MAGNET TH | 距离:95 | 备选:镀层厚度(130)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TBD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Guo Teng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1.00-3.50 1.00 MIN ~ 3.50 MAX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TOP LAYER NiP, 1.00-3.50 m | 距离:232 | 备选:镀层厚度(209),底层镀层(Cu)(282),磁体厚度(354)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TBD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Guo Teng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2.00-5.00 2.00 MIN ~ 5.00 MAX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 BASE LAYER Cu, 2.00-5.00 m | 距离:205 | 备选:镀层厚度(123),磁体厚度(269),顶层镀层(NiP)(274)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TBD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Guo Teng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3.00-8.50 3.00 MIN ~ 8.50 MAX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 SINGLE SIDED PLATING THICKNESS 3.00-8.50 m | 距离:41 | 备选:磁体厚度(179)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TBD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Guo Teng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- 0.05 MIN ~ 0.10 MAX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距离:249 | 备选:厚度/距离(244),平面度(262),厚度/距离(372)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Keyence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Guo Teng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600 600-100 ~ 600+100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 BLOCK NdFeB HARDNESS: 600 100 HV FAI 24 | 距离:374 | 备选:最大能积(BHmax)(374),矫顽力(Hcj)(375),矫顽力(Hcb)(376)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Hardness Tester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Guo Teng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12.8 - 13.2 12.8 ~ 13.2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 RESIDUAL MAGNETIC FLUX (Br): 12.8 - 13.2 kGs FAI | 距离:453 | 备选:矫顽力(Hcb)(453),矫顽力(Hcj)(453),最大能积(BHmax)(454)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Magnetic Tester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Guo Teng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12.0 12.0 kOe MIN ~ -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 B-COERCIVITY FORCE (Hcb):    12.0 kOe MIN 21 FAI | 距离:478 | 备选:矫顽力(Hcj)(477),磁通密度(Br)(477),最大能积(BHmax)(477)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Magnetic Tester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Guo Teng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20.50 20.50 kOe MIN ~ -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 J-COERCIVITY FORCE (Hcj):    20.50 kOe MIN FAI 2 | 距离:441 | 备选:最大能积(BHmax)(440),矫顽力(Hcb)(440),磁通密度(Br)(441)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Magnetic Tester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Guo Teng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40 - 43 40 ~ 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 MAX ENERGY PRODUCT:          40 - 43 MGOe 23 | 距离:466 | 备选:硬度(466),矫顽力(Hcj)(466),矫顽力(Hcb)(467)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Magnetic Tester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Guo Teng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 - ~ -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 MAGNET FINISH: CuNiP PLATING - FOLLOW APPLE PLATING ERS 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TBD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Guo Teng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0.30 0.30 ~ 0.30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 ROUGHNESS:  Ra-X / Ra-Y = 0.30 0.125 m Ra FAI | 距离:451 | 备选:光泽度(451),颜色(L)(451),颜色(a)(452)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Roughness Tester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Guo Teng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1.2 - 2.7 1.2 ~ 2.7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* a: 1.2-2.7 FAI | 距离:222 | 备选:颜色(L)(221),颜色(b)(222),粗糙度(Ra)(223)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TBD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Guo Teng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24小时 - ~ -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无腐蚀/点蚀 | 距离:450 | 备选:外观检验(451),颜色(b)(454),颜色(a)(456)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SST Tester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Guo Teng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 - ~ -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 3PT BENDING STRENGTH: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TBD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Guo Teng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 - ~ -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FORCE TO FAILURE: 30 MIN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TBD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Guo Teng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 - ~ -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未识别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TBD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Guo Teng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 - ~ -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 MEASURE SURFACE ENERGY USING DYNE PEN ON INDICATED SURFAC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TBD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Guo Teng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 - ~ -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3X 0.55 C MEASURED AT S5 ON BARE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TBD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Guo Teng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28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24小时 - ~ -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无腐蚀/点蚀 | 距离:453 | 备选:外观检验(475),颜色(b)(498),颜色(a)(506)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SST Tester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Guo Teng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5717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平行度 相对基准 A | 距离:34 | 备选:线轮廓度(48)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77152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 1/SPC A: 0 0 ~ 0.08 CPK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28587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Measurement Method：Keyence</a:t>
            </a:r>
            <a:endParaRPr lang="en-US" sz="1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Fixture：/</a:t>
            </a:r>
            <a:endParaRPr lang="en-US" sz="1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Measurement status：Free</a:t>
            </a:r>
            <a:endParaRPr lang="en-US" sz="1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Measurement procedure：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231457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将产品摆放在测试平台上</a:t>
            </a:r>
            <a:endParaRPr lang="en-US" sz="11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选择"线"功能，自动选取直线</a:t>
            </a:r>
            <a:endParaRPr lang="en-US" sz="11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记录测量数值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0" y="2314575"/>
            <a:ext cx="3200400" cy="20574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3188970"/>
            <a:ext cx="32004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[测量示意图]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5717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厚度/距离 距离:33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77152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 2/SPC B: 10.50 -0.05 ~ +0.05 CPK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28587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Measurement Method：HG</a:t>
            </a:r>
            <a:endParaRPr lang="en-US" sz="1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Fixture：/</a:t>
            </a:r>
            <a:endParaRPr lang="en-US" sz="1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Measurement status：Free</a:t>
            </a:r>
            <a:endParaRPr lang="en-US" sz="1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Measurement procedure：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231457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将产品如下图平放大理石平台上</a:t>
            </a:r>
            <a:endParaRPr lang="en-US" sz="11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使用高度规测量</a:t>
            </a:r>
            <a:endParaRPr lang="en-US" sz="11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记录测量数值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0" y="2314575"/>
            <a:ext cx="3200400" cy="20574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3188970"/>
            <a:ext cx="32004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[测量示意图]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5717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厚度/距离 距离:79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77152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 3/SPC C: 6.437 -0.04 ~ +0.04 CPK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28587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Measurement Method：HG</a:t>
            </a:r>
            <a:endParaRPr lang="en-US" sz="1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Fixture：/</a:t>
            </a:r>
            <a:endParaRPr lang="en-US" sz="1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Measurement status：Free</a:t>
            </a:r>
            <a:endParaRPr lang="en-US" sz="1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Measurement procedure：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231457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将产品如下图平放大理石平台上</a:t>
            </a:r>
            <a:endParaRPr lang="en-US" sz="11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使用高度规测量</a:t>
            </a:r>
            <a:endParaRPr lang="en-US" sz="11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记录测量数值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0" y="2314575"/>
            <a:ext cx="3200400" cy="20574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3188970"/>
            <a:ext cx="32004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[测量示意图]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5717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厚度/距离 距离:100 | 备选:平面度(105),圆角半径(149)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77152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 4/SPC D: 0.352 -0.025 ~ +0.025 CPK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28587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Measurement Method：HG</a:t>
            </a:r>
            <a:endParaRPr lang="en-US" sz="1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Fixture：/</a:t>
            </a:r>
            <a:endParaRPr lang="en-US" sz="1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Measurement status：Free</a:t>
            </a:r>
            <a:endParaRPr lang="en-US" sz="1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Measurement procedure：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231457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将产品如下图平放大理石平台上</a:t>
            </a:r>
            <a:endParaRPr lang="en-US" sz="11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使用高度规测量</a:t>
            </a:r>
            <a:endParaRPr lang="en-US" sz="11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记录测量数值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0" y="2314575"/>
            <a:ext cx="3200400" cy="20574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3188970"/>
            <a:ext cx="32004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[测量示意图]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5717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平面度 定义基准 A | 距离:51 | 备选:厚度/距离(95),圆角半径(176)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77152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 5/SPC E: 0 0 ~ 0.03 CPK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28587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Measurement Method：Keyence</a:t>
            </a:r>
            <a:endParaRPr lang="en-US" sz="1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Fixture：/</a:t>
            </a:r>
            <a:endParaRPr lang="en-US" sz="1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Measurement status：Free</a:t>
            </a:r>
            <a:endParaRPr lang="en-US" sz="1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Measurement procedure：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231457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将产品摆放在测试平台上</a:t>
            </a:r>
            <a:endParaRPr lang="en-US" sz="11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选择"线"功能，自动选取直线</a:t>
            </a:r>
            <a:endParaRPr lang="en-US" sz="11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记录测量数值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0" y="2314575"/>
            <a:ext cx="3200400" cy="20574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3188970"/>
            <a:ext cx="32004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[测量示意图]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5717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平行度 相对基准 A | 距离:44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77152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 6/SPC F: 0 0 ~ 0.03 CPK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28587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Measurement Method：Keyence</a:t>
            </a:r>
            <a:endParaRPr lang="en-US" sz="1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Fixture：/</a:t>
            </a:r>
            <a:endParaRPr lang="en-US" sz="1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Measurement status：Free</a:t>
            </a:r>
            <a:endParaRPr lang="en-US" sz="1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Measurement procedure：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231457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将产品摆放在测试平台上</a:t>
            </a:r>
            <a:endParaRPr lang="en-US" sz="11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选择"线"功能，自动选取直线</a:t>
            </a:r>
            <a:endParaRPr lang="en-US" sz="11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记录测量数值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0" y="2314575"/>
            <a:ext cx="3200400" cy="20574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3188970"/>
            <a:ext cx="32004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[测量示意图]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5717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磁体厚度 BENDING SUPPORT LOCATIONS 18 11 FAI BARE MAGNET TH | 距离:95 | 备选:镀层厚度(130)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77152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 7: 0.342 -0.015 ~ +0.015 CPK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28587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Measurement Method：TBD</a:t>
            </a:r>
            <a:endParaRPr lang="en-US" sz="1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Fixture：/</a:t>
            </a:r>
            <a:endParaRPr lang="en-US" sz="1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Measurement status：Free</a:t>
            </a:r>
            <a:endParaRPr lang="en-US" sz="1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Measurement procedure：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231457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按照测试标准进行测量</a:t>
            </a:r>
            <a:endParaRPr lang="en-US" sz="11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记录测量数值</a:t>
            </a:r>
            <a:endParaRPr lang="en-US" sz="11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判断是否符合规格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0" y="2314575"/>
            <a:ext cx="3200400" cy="20574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3188970"/>
            <a:ext cx="32004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[测量示意图]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5717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顶层镀层(NiP) 8 TOP LAYER NiP, 1.00-3.50 m | 距离:232 | 备选:镀层厚度(209),底层镀层(Cu)(282),磁体厚度(354)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77152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 8: 1.00-3.50 1.00 MIN ~ 3.50 MAX CPK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28587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Measurement Method：TBD</a:t>
            </a:r>
            <a:endParaRPr lang="en-US" sz="1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Fixture：/</a:t>
            </a:r>
            <a:endParaRPr lang="en-US" sz="1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Measurement status：Free</a:t>
            </a:r>
            <a:endParaRPr lang="en-US" sz="1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Measurement procedure：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231457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按照测试标准进行测量</a:t>
            </a:r>
            <a:endParaRPr lang="en-US" sz="11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记录测量数值</a:t>
            </a:r>
            <a:endParaRPr lang="en-US" sz="11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判断是否符合规格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0" y="2314575"/>
            <a:ext cx="3200400" cy="20574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3188970"/>
            <a:ext cx="32004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[测量示意图]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5717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底层镀层(Cu) FAI BASE LAYER Cu, 2.00-5.00 m | 距离:205 | 备选:镀层厚度(123),磁体厚度(269),顶层镀层(NiP)(274)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77152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 9: 2.00-5.00 2.00 MIN ~ 5.00 MAX CPK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28587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Measurement Method：TBD</a:t>
            </a:r>
            <a:endParaRPr lang="en-US" sz="1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Fixture：/</a:t>
            </a:r>
            <a:endParaRPr lang="en-US" sz="1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Measurement status：Free</a:t>
            </a:r>
            <a:endParaRPr lang="en-US" sz="1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Measurement procedure：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231457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按照测试标准进行测量</a:t>
            </a:r>
            <a:endParaRPr lang="en-US" sz="11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记录测量数值</a:t>
            </a:r>
            <a:endParaRPr lang="en-US" sz="11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判断是否符合规格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0" y="2314575"/>
            <a:ext cx="3200400" cy="20574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3188970"/>
            <a:ext cx="32004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[测量示意图]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5717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镀层厚度 FAI SINGLE SIDED PLATING THICKNESS 3.00-8.50 m | 距离:41 | 备选:磁体厚度(179)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77152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 10: 3.00-8.50 3.00 MIN ~ 8.50 MAX CPK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28587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Measurement Method：TBD</a:t>
            </a:r>
            <a:endParaRPr lang="en-US" sz="1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Fixture：/</a:t>
            </a:r>
            <a:endParaRPr lang="en-US" sz="1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Measurement status：Free</a:t>
            </a:r>
            <a:endParaRPr lang="en-US" sz="1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Measurement procedure：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231457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按照测试标准进行测量</a:t>
            </a:r>
            <a:endParaRPr lang="en-US" sz="11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记录测量数值</a:t>
            </a:r>
            <a:endParaRPr lang="en-US" sz="11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判断是否符合规格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0" y="2314575"/>
            <a:ext cx="3200400" cy="20574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3188970"/>
            <a:ext cx="32004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[测量示意图]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5717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圆角半径 距离:249 | 备选:厚度/距离(244),平面度(262),厚度/距离(372)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77152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 12/SPC D: - 0.05 MIN ~ 0.10 MAX CPK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28587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Measurement Method：Keyence</a:t>
            </a:r>
            <a:endParaRPr lang="en-US" sz="1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Fixture：/</a:t>
            </a:r>
            <a:endParaRPr lang="en-US" sz="1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Measurement status：Free</a:t>
            </a:r>
            <a:endParaRPr lang="en-US" sz="1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Measurement procedure：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231457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将产品如下图平放大理石平台上</a:t>
            </a:r>
            <a:endParaRPr lang="en-US" sz="11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使用影像仪测量</a:t>
            </a:r>
            <a:endParaRPr lang="en-US" sz="11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记录测量数值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0" y="2314575"/>
            <a:ext cx="3200400" cy="20574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3188970"/>
            <a:ext cx="32004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[测量示意图]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5717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硬度 * BLOCK NdFeB HARDNESS: 600 100 HV FAI 24 | 距离:374 | 备选:最大能积(BHmax)(374),矫顽力(Hcj)(375),矫顽力(Hcb)(376)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77152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 20: 600 600-100 ~ 600+100 CPK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28587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Measurement Method：Hardness Tester</a:t>
            </a:r>
            <a:endParaRPr lang="en-US" sz="1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Fixture：/</a:t>
            </a:r>
            <a:endParaRPr lang="en-US" sz="1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Measurement status：Free</a:t>
            </a:r>
            <a:endParaRPr lang="en-US" sz="1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Measurement procedure：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231457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准备测试样品</a:t>
            </a:r>
            <a:endParaRPr lang="en-US" sz="11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使用硬度计测量</a:t>
            </a:r>
            <a:endParaRPr lang="en-US" sz="11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记录测量数值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0" y="2314575"/>
            <a:ext cx="3200400" cy="20574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3188970"/>
            <a:ext cx="32004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[测量示意图]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5717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磁通密度(Br) * RESIDUAL MAGNETIC FLUX (Br): 12.8 - 13.2 kGs FAI | 距离:453 | 备选:矫顽力(Hcb)(453),矫顽力(Hcj)(453),最大能积(BHmax)(454)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77152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 21: 12.8 - 13.2 12.8 ~ 13.2 CPK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28587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Measurement Method：Magnetic Tester</a:t>
            </a:r>
            <a:endParaRPr lang="en-US" sz="1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Fixture：/</a:t>
            </a:r>
            <a:endParaRPr lang="en-US" sz="1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Measurement status：Free</a:t>
            </a:r>
            <a:endParaRPr lang="en-US" sz="1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Measurement procedure：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231457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将无磁产品按磁化方向进行饱和充磁</a:t>
            </a:r>
            <a:endParaRPr lang="en-US" sz="11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使用永磁测试仪测量</a:t>
            </a:r>
            <a:endParaRPr lang="en-US" sz="11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记录测量数值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0" y="2314575"/>
            <a:ext cx="3200400" cy="20574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3188970"/>
            <a:ext cx="32004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[测量示意图]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5717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矫顽力(Hcb) * B-COERCIVITY FORCE (Hcb):    12.0 kOe MIN 21 FAI | 距离:478 | 备选:矫顽力(Hcj)(477),磁通密度(Br)(477),最大能积(BHmax)(477)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77152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 22: 12.0 12.0 kOe MIN ~ - CPK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28587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Measurement Method：Magnetic Tester</a:t>
            </a:r>
            <a:endParaRPr lang="en-US" sz="1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Fixture：/</a:t>
            </a:r>
            <a:endParaRPr lang="en-US" sz="1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Measurement status：Free</a:t>
            </a:r>
            <a:endParaRPr lang="en-US" sz="1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Measurement procedure：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231457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将无磁产品按磁化方向进行饱和充磁</a:t>
            </a:r>
            <a:endParaRPr lang="en-US" sz="11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使用永磁测试仪测量</a:t>
            </a:r>
            <a:endParaRPr lang="en-US" sz="11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记录测量数值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0" y="2314575"/>
            <a:ext cx="3200400" cy="20574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3188970"/>
            <a:ext cx="32004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[测量示意图]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5717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矫顽力(Hcj) * J-COERCIVITY FORCE (Hcj):    20.50 kOe MIN FAI 2 | 距离:441 | 备选:最大能积(BHmax)(440),矫顽力(Hcb)(440),磁通密度(Br)(441)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77152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 23: 20.50 20.50 kOe MIN ~ - CPK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28587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Measurement Method：Magnetic Tester</a:t>
            </a:r>
            <a:endParaRPr lang="en-US" sz="1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Fixture：/</a:t>
            </a:r>
            <a:endParaRPr lang="en-US" sz="1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Measurement status：Free</a:t>
            </a:r>
            <a:endParaRPr lang="en-US" sz="1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Measurement procedure：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231457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将无磁产品按磁化方向进行饱和充磁</a:t>
            </a:r>
            <a:endParaRPr lang="en-US" sz="11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使用永磁测试仪测量</a:t>
            </a:r>
            <a:endParaRPr lang="en-US" sz="11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记录测量数值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0" y="2314575"/>
            <a:ext cx="3200400" cy="20574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3188970"/>
            <a:ext cx="32004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[测量示意图]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5717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最大能积(BHmax) * MAX ENERGY PRODUCT:          40 - 43 MGOe 23 | 距离:466 | 备选:硬度(466),矫顽力(Hcj)(466),矫顽力(Hcb)(467)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77152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 24: 40 - 43 40 ~ 43 CPK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28587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Measurement Method：Magnetic Tester</a:t>
            </a:r>
            <a:endParaRPr lang="en-US" sz="1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Fixture：/</a:t>
            </a:r>
            <a:endParaRPr lang="en-US" sz="1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Measurement status：Free</a:t>
            </a:r>
            <a:endParaRPr lang="en-US" sz="1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Measurement procedure：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231457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将无磁产品按磁化方向进行饱和充磁</a:t>
            </a:r>
            <a:endParaRPr lang="en-US" sz="11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使用永磁测试仪测量</a:t>
            </a:r>
            <a:endParaRPr lang="en-US" sz="11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记录测量数值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0" y="2314575"/>
            <a:ext cx="3200400" cy="20574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3188970"/>
            <a:ext cx="32004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[测量示意图]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5717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文本规格 12 MAGNET FINISH: CuNiP PLATING - FOLLOW APPLE PLATING ERS 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77152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 25: - - ~ - CPK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28587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Measurement Method：TBD</a:t>
            </a:r>
            <a:endParaRPr lang="en-US" sz="1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Fixture：/</a:t>
            </a:r>
            <a:endParaRPr lang="en-US" sz="1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Measurement status：Free</a:t>
            </a:r>
            <a:endParaRPr lang="en-US" sz="1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Measurement procedure：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231457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按照测试标准进行测量</a:t>
            </a:r>
            <a:endParaRPr lang="en-US" sz="11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记录测量数值</a:t>
            </a:r>
            <a:endParaRPr lang="en-US" sz="11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判断是否符合规格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0" y="2314575"/>
            <a:ext cx="3200400" cy="20574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3188970"/>
            <a:ext cx="32004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[测量示意图]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5717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粗糙度(Ra) * ROUGHNESS:  Ra-X / Ra-Y = 0.30 0.125 m Ra FAI | 距离:451 | 备选:光泽度(451),颜色(L)(451),颜色(a)(452)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77152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 26: 0.30 0.30 ~ 0.30 CPK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28587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Measurement Method：Roughness Tester</a:t>
            </a:r>
            <a:endParaRPr lang="en-US" sz="1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Fixture：/</a:t>
            </a:r>
            <a:endParaRPr lang="en-US" sz="1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Measurement status：Free</a:t>
            </a:r>
            <a:endParaRPr lang="en-US" sz="1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Measurement procedure：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231457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按照测试标准进行测量</a:t>
            </a:r>
            <a:endParaRPr lang="en-US" sz="11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记录测量数值</a:t>
            </a:r>
            <a:endParaRPr lang="en-US" sz="11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判断是否符合规格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0" y="2314575"/>
            <a:ext cx="3200400" cy="20574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3188970"/>
            <a:ext cx="32004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[测量示意图]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5717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颜色(a) * a: 1.2-2.7 FAI | 距离:222 | 备选:颜色(L)(221),颜色(b)(222),粗糙度(Ra)(223)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77152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 27: 1.2 - 2.7 1.2 ~ 2.7 CPK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28587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Measurement Method：TBD</a:t>
            </a:r>
            <a:endParaRPr lang="en-US" sz="1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Fixture：/</a:t>
            </a:r>
            <a:endParaRPr lang="en-US" sz="1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Measurement status：Free</a:t>
            </a:r>
            <a:endParaRPr lang="en-US" sz="1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Measurement procedure：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231457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按照测试标准进行测量</a:t>
            </a:r>
            <a:endParaRPr lang="en-US" sz="11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记录测量数值</a:t>
            </a:r>
            <a:endParaRPr lang="en-US" sz="11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判断是否符合规格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0" y="2314575"/>
            <a:ext cx="3200400" cy="20574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3188970"/>
            <a:ext cx="32004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[测量示意图]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5717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盐雾测试 无腐蚀/点蚀 | 距离:450 | 备选:外观检验(451),颜色(b)(454),颜色(a)(456)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77152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 28: 24小时 - ~ - CPK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28587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Measurement Method：SST Tester</a:t>
            </a:r>
            <a:endParaRPr lang="en-US" sz="1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Fixture：/</a:t>
            </a:r>
            <a:endParaRPr lang="en-US" sz="1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Measurement status：Free</a:t>
            </a:r>
            <a:endParaRPr lang="en-US" sz="1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Measurement procedure：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231457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设备点检和溶液制备</a:t>
            </a:r>
            <a:endParaRPr lang="en-US" sz="11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将样品放入盐雾试验箱</a:t>
            </a:r>
            <a:endParaRPr lang="en-US" sz="11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设定测试时间并开始测试</a:t>
            </a:r>
            <a:endParaRPr lang="en-US" sz="11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测试结束后检查样品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0" y="2314575"/>
            <a:ext cx="3200400" cy="20574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3188970"/>
            <a:ext cx="32004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[测量示意图]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5717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文本规格 18 3PT BENDING STRENGTH: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77152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 29: - - ~ - CPK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28587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Measurement Method：TBD</a:t>
            </a:r>
            <a:endParaRPr lang="en-US" sz="1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Fixture：/</a:t>
            </a:r>
            <a:endParaRPr lang="en-US" sz="1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Measurement status：Free</a:t>
            </a:r>
            <a:endParaRPr lang="en-US" sz="1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Measurement procedure：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231457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按照测试标准进行测量</a:t>
            </a:r>
            <a:endParaRPr lang="en-US" sz="11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记录测量数值</a:t>
            </a:r>
            <a:endParaRPr lang="en-US" sz="11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判断是否符合规格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0" y="2314575"/>
            <a:ext cx="3200400" cy="20574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3188970"/>
            <a:ext cx="32004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[测量示意图]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5717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文本规格 FORCE TO FAILURE: 30 MIN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77152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 30: - - ~ - CPK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28587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Measurement Method：TBD</a:t>
            </a:r>
            <a:endParaRPr lang="en-US" sz="1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Fixture：/</a:t>
            </a:r>
            <a:endParaRPr lang="en-US" sz="1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Measurement status：Free</a:t>
            </a:r>
            <a:endParaRPr lang="en-US" sz="1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Measurement procedure：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231457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按照测试标准进行测量</a:t>
            </a:r>
            <a:endParaRPr lang="en-US" sz="11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记录测量数值</a:t>
            </a:r>
            <a:endParaRPr lang="en-US" sz="11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判断是否符合规格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0" y="2314575"/>
            <a:ext cx="3200400" cy="20574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3188970"/>
            <a:ext cx="32004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[测量示意图]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5717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未识别 未识别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77152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 31: - - ~ - CPK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28587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Measurement Method：TBD</a:t>
            </a:r>
            <a:endParaRPr lang="en-US" sz="1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Fixture：/</a:t>
            </a:r>
            <a:endParaRPr lang="en-US" sz="1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Measurement status：Free</a:t>
            </a:r>
            <a:endParaRPr lang="en-US" sz="1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Measurement procedure：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231457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按照测试标准进行测量</a:t>
            </a:r>
            <a:endParaRPr lang="en-US" sz="11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记录测量数值</a:t>
            </a:r>
            <a:endParaRPr lang="en-US" sz="11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判断是否符合规格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0" y="2314575"/>
            <a:ext cx="3200400" cy="20574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3188970"/>
            <a:ext cx="32004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[测量示意图]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5717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文本规格 20 MEASURE SURFACE ENERGY USING DYNE PEN ON INDICATED SURFAC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77152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 32: - - ~ - CPK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28587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Measurement Method：TBD</a:t>
            </a:r>
            <a:endParaRPr lang="en-US" sz="1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Fixture：/</a:t>
            </a:r>
            <a:endParaRPr lang="en-US" sz="1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Measurement status：Free</a:t>
            </a:r>
            <a:endParaRPr lang="en-US" sz="1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Measurement procedure：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231457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按照测试标准进行测量</a:t>
            </a:r>
            <a:endParaRPr lang="en-US" sz="11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记录测量数值</a:t>
            </a:r>
            <a:endParaRPr lang="en-US" sz="11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判断是否符合规格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0" y="2314575"/>
            <a:ext cx="3200400" cy="20574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3188970"/>
            <a:ext cx="32004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[测量示意图]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5717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文本规格 3X 0.55 C MEASURED AT S5 ON BARE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77152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 33: - - ~ - CPK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28587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Measurement Method：TBD</a:t>
            </a:r>
            <a:endParaRPr lang="en-US" sz="1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Fixture：/</a:t>
            </a:r>
            <a:endParaRPr lang="en-US" sz="1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Measurement status：Free</a:t>
            </a:r>
            <a:endParaRPr lang="en-US" sz="1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Measurement procedure：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231457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按照测试标准进行测量</a:t>
            </a:r>
            <a:endParaRPr lang="en-US" sz="11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记录测量数值</a:t>
            </a:r>
            <a:endParaRPr lang="en-US" sz="11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判断是否符合规格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0" y="2314575"/>
            <a:ext cx="3200400" cy="20574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3188970"/>
            <a:ext cx="32004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[测量示意图]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5717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盐雾测试 无腐蚀/点蚀 | 距离:453 | 备选:外观检验(475),颜色(b)(498),颜色(a)(506)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77152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 34: 24小时 - ~ - CPK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28587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Measurement Method：SST Tester</a:t>
            </a:r>
            <a:endParaRPr lang="en-US" sz="1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Fixture：/</a:t>
            </a:r>
            <a:endParaRPr lang="en-US" sz="1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Measurement status：Free</a:t>
            </a:r>
            <a:endParaRPr lang="en-US" sz="12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Measurement procedure：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231457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设备点检和溶液制备</a:t>
            </a:r>
            <a:endParaRPr lang="en-US" sz="11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将样品放入盐雾试验箱</a:t>
            </a:r>
            <a:endParaRPr lang="en-US" sz="11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设定测试时间并开始测试</a:t>
            </a:r>
            <a:endParaRPr lang="en-US" sz="11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测试结束后检查样品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0" y="2314575"/>
            <a:ext cx="3200400" cy="2057400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3188970"/>
            <a:ext cx="32004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[测量示意图]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2026-01-14T07:06:04Z</dcterms:created>
  <dcterms:modified xsi:type="dcterms:W3CDTF">2026-01-14T07:06:04Z</dcterms:modified>
</cp:coreProperties>
</file>